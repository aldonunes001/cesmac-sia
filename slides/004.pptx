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443" r:id="rId9"/>
    <p:sldId id="444" r:id="rId10"/>
    <p:sldId id="445" r:id="rId11"/>
    <p:sldId id="264" r:id="rId12"/>
    <p:sldId id="265" r:id="rId13"/>
    <p:sldId id="446" r:id="rId14"/>
    <p:sldId id="266" r:id="rId15"/>
    <p:sldId id="447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449" r:id="rId32"/>
    <p:sldId id="448" r:id="rId33"/>
    <p:sldId id="450" r:id="rId34"/>
    <p:sldId id="451" r:id="rId35"/>
    <p:sldId id="452" r:id="rId36"/>
    <p:sldId id="453" r:id="rId37"/>
    <p:sldId id="454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455" r:id="rId59"/>
    <p:sldId id="456" r:id="rId60"/>
    <p:sldId id="457" r:id="rId61"/>
    <p:sldId id="458" r:id="rId62"/>
    <p:sldId id="459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460" r:id="rId75"/>
    <p:sldId id="461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  <p:sldId id="313" r:id="rId85"/>
    <p:sldId id="314" r:id="rId86"/>
    <p:sldId id="315" r:id="rId87"/>
    <p:sldId id="316" r:id="rId88"/>
    <p:sldId id="317" r:id="rId89"/>
    <p:sldId id="318" r:id="rId90"/>
    <p:sldId id="319" r:id="rId91"/>
    <p:sldId id="320" r:id="rId92"/>
    <p:sldId id="321" r:id="rId93"/>
    <p:sldId id="322" r:id="rId94"/>
    <p:sldId id="323" r:id="rId95"/>
    <p:sldId id="470" r:id="rId96"/>
    <p:sldId id="471" r:id="rId97"/>
    <p:sldId id="472" r:id="rId98"/>
    <p:sldId id="324" r:id="rId99"/>
    <p:sldId id="474" r:id="rId100"/>
    <p:sldId id="475" r:id="rId101"/>
    <p:sldId id="476" r:id="rId102"/>
    <p:sldId id="328" r:id="rId103"/>
    <p:sldId id="329" r:id="rId104"/>
    <p:sldId id="330" r:id="rId105"/>
    <p:sldId id="331" r:id="rId106"/>
    <p:sldId id="332" r:id="rId107"/>
    <p:sldId id="333" r:id="rId108"/>
    <p:sldId id="334" r:id="rId109"/>
    <p:sldId id="335" r:id="rId110"/>
    <p:sldId id="336" r:id="rId111"/>
    <p:sldId id="337" r:id="rId112"/>
    <p:sldId id="338" r:id="rId113"/>
    <p:sldId id="339" r:id="rId114"/>
    <p:sldId id="340" r:id="rId115"/>
    <p:sldId id="341" r:id="rId116"/>
    <p:sldId id="342" r:id="rId117"/>
    <p:sldId id="343" r:id="rId118"/>
    <p:sldId id="344" r:id="rId119"/>
    <p:sldId id="477" r:id="rId120"/>
    <p:sldId id="478" r:id="rId121"/>
    <p:sldId id="479" r:id="rId122"/>
    <p:sldId id="345" r:id="rId123"/>
    <p:sldId id="480" r:id="rId124"/>
    <p:sldId id="481" r:id="rId125"/>
    <p:sldId id="482" r:id="rId126"/>
    <p:sldId id="346" r:id="rId127"/>
    <p:sldId id="347" r:id="rId128"/>
    <p:sldId id="349" r:id="rId129"/>
    <p:sldId id="350" r:id="rId130"/>
    <p:sldId id="351" r:id="rId131"/>
    <p:sldId id="352" r:id="rId132"/>
    <p:sldId id="353" r:id="rId133"/>
    <p:sldId id="354" r:id="rId134"/>
    <p:sldId id="355" r:id="rId135"/>
    <p:sldId id="483" r:id="rId136"/>
    <p:sldId id="356" r:id="rId137"/>
    <p:sldId id="357" r:id="rId138"/>
    <p:sldId id="358" r:id="rId139"/>
    <p:sldId id="359" r:id="rId140"/>
    <p:sldId id="360" r:id="rId141"/>
    <p:sldId id="362" r:id="rId142"/>
    <p:sldId id="363" r:id="rId143"/>
    <p:sldId id="364" r:id="rId144"/>
    <p:sldId id="365" r:id="rId145"/>
    <p:sldId id="366" r:id="rId146"/>
    <p:sldId id="368" r:id="rId147"/>
    <p:sldId id="484" r:id="rId148"/>
    <p:sldId id="485" r:id="rId149"/>
    <p:sldId id="486" r:id="rId150"/>
    <p:sldId id="487" r:id="rId151"/>
    <p:sldId id="488" r:id="rId152"/>
    <p:sldId id="489" r:id="rId153"/>
    <p:sldId id="490" r:id="rId154"/>
    <p:sldId id="369" r:id="rId155"/>
    <p:sldId id="491" r:id="rId156"/>
    <p:sldId id="492" r:id="rId157"/>
    <p:sldId id="493" r:id="rId158"/>
    <p:sldId id="494" r:id="rId159"/>
    <p:sldId id="495" r:id="rId160"/>
    <p:sldId id="496" r:id="rId161"/>
    <p:sldId id="497" r:id="rId162"/>
    <p:sldId id="498" r:id="rId163"/>
    <p:sldId id="499" r:id="rId164"/>
    <p:sldId id="500" r:id="rId165"/>
    <p:sldId id="370" r:id="rId166"/>
    <p:sldId id="371" r:id="rId167"/>
    <p:sldId id="372" r:id="rId168"/>
    <p:sldId id="373" r:id="rId169"/>
    <p:sldId id="374" r:id="rId170"/>
    <p:sldId id="375" r:id="rId171"/>
    <p:sldId id="501" r:id="rId172"/>
    <p:sldId id="502" r:id="rId173"/>
    <p:sldId id="503" r:id="rId174"/>
    <p:sldId id="504" r:id="rId175"/>
    <p:sldId id="506" r:id="rId176"/>
    <p:sldId id="507" r:id="rId177"/>
    <p:sldId id="508" r:id="rId178"/>
    <p:sldId id="509" r:id="rId179"/>
    <p:sldId id="510" r:id="rId180"/>
    <p:sldId id="511" r:id="rId181"/>
    <p:sldId id="376" r:id="rId182"/>
    <p:sldId id="377" r:id="rId183"/>
    <p:sldId id="378" r:id="rId184"/>
    <p:sldId id="379" r:id="rId185"/>
    <p:sldId id="380" r:id="rId186"/>
    <p:sldId id="381" r:id="rId187"/>
    <p:sldId id="382" r:id="rId188"/>
    <p:sldId id="383" r:id="rId189"/>
    <p:sldId id="384" r:id="rId190"/>
    <p:sldId id="385" r:id="rId191"/>
    <p:sldId id="386" r:id="rId192"/>
    <p:sldId id="387" r:id="rId193"/>
    <p:sldId id="388" r:id="rId194"/>
    <p:sldId id="389" r:id="rId195"/>
    <p:sldId id="390" r:id="rId196"/>
    <p:sldId id="391" r:id="rId197"/>
    <p:sldId id="392" r:id="rId198"/>
    <p:sldId id="393" r:id="rId199"/>
    <p:sldId id="394" r:id="rId200"/>
    <p:sldId id="395" r:id="rId201"/>
    <p:sldId id="396" r:id="rId202"/>
    <p:sldId id="397" r:id="rId203"/>
    <p:sldId id="398" r:id="rId204"/>
    <p:sldId id="399" r:id="rId205"/>
    <p:sldId id="400" r:id="rId206"/>
    <p:sldId id="401" r:id="rId207"/>
    <p:sldId id="402" r:id="rId208"/>
    <p:sldId id="403" r:id="rId209"/>
    <p:sldId id="404" r:id="rId210"/>
    <p:sldId id="405" r:id="rId211"/>
    <p:sldId id="406" r:id="rId212"/>
    <p:sldId id="407" r:id="rId213"/>
    <p:sldId id="408" r:id="rId214"/>
    <p:sldId id="409" r:id="rId215"/>
    <p:sldId id="410" r:id="rId216"/>
    <p:sldId id="411" r:id="rId217"/>
    <p:sldId id="412" r:id="rId218"/>
    <p:sldId id="413" r:id="rId219"/>
    <p:sldId id="414" r:id="rId220"/>
    <p:sldId id="415" r:id="rId221"/>
    <p:sldId id="416" r:id="rId222"/>
    <p:sldId id="417" r:id="rId223"/>
    <p:sldId id="418" r:id="rId224"/>
    <p:sldId id="419" r:id="rId225"/>
    <p:sldId id="420" r:id="rId226"/>
    <p:sldId id="421" r:id="rId227"/>
    <p:sldId id="422" r:id="rId228"/>
    <p:sldId id="423" r:id="rId229"/>
    <p:sldId id="424" r:id="rId230"/>
    <p:sldId id="425" r:id="rId231"/>
    <p:sldId id="426" r:id="rId232"/>
    <p:sldId id="427" r:id="rId233"/>
    <p:sldId id="429" r:id="rId234"/>
    <p:sldId id="430" r:id="rId235"/>
    <p:sldId id="431" r:id="rId236"/>
    <p:sldId id="432" r:id="rId237"/>
    <p:sldId id="433" r:id="rId238"/>
    <p:sldId id="434" r:id="rId239"/>
    <p:sldId id="435" r:id="rId240"/>
    <p:sldId id="436" r:id="rId241"/>
    <p:sldId id="437" r:id="rId242"/>
    <p:sldId id="438" r:id="rId243"/>
    <p:sldId id="439" r:id="rId244"/>
    <p:sldId id="440" r:id="rId245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58"/>
  </p:normalViewPr>
  <p:slideViewPr>
    <p:cSldViewPr snapToGrid="0">
      <p:cViewPr varScale="1">
        <p:scale>
          <a:sx n="60" d="100"/>
          <a:sy n="60" d="100"/>
        </p:scale>
        <p:origin x="1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notesMaster" Target="notesMasters/notesMaster1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ED44-8763-CD29-CD01-2CAFB9E7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DDCA2-F0F1-32E6-6DC1-A652B4A3E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A270B-D362-FB54-22FB-5F8A62689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E74CC-A6EF-E43B-C991-8AD99A2496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5560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01FD-8A1B-4413-BAB9-147FA398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13545-8E35-679A-ECC0-ECD672208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0AD4-CD0C-AC86-7DEB-3ABDDE46A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E83E-160D-FFA6-81EE-992BF3DD1BC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0701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43A7-28E3-DE3E-1C2A-59A46E0E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8F3DF-DACD-6E07-8BE8-39E9ECF2A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1AABD-54C7-74B5-F2B5-BCD3B01FF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AEA8C-1B2A-A1DF-D6BC-5167F66F80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3713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266A-50B5-A399-A937-4E309F1A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47499-C76E-E0C0-E6D6-7BDFB6607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D3235-3721-DB24-C79E-FC9804A76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199FE-642B-7A24-DF76-95AFD33BF0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33925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CA55-093E-080A-0C89-741A6017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5CCFA-1AED-3A5D-FB54-B77297BB7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6E0F5-DBDB-4762-64CA-DD335911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3EAF-538B-3954-1E90-77BBA1DE89A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9185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7AF9-ACF3-63EB-2E2D-65EFABF2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50CE5-496D-8A91-C494-466B0B24B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7C6AC-F1CF-D00B-A09E-C1752BC4C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2409-89F4-287E-2263-F8144165E3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73737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D25D-35C5-DF04-F0CC-48D4D611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1A1A8-6FAF-039C-E011-32C9287E2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EE5E1-E288-ABB7-916E-69A52EE89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BEFC7-1EF7-5BFF-9750-C0405D1AA7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1520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92CE-D360-8E80-C815-1B7EC286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43F03-7314-91E5-85DB-7D9E2DEAA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3DE5A-5DF9-996E-AD65-D66F2962F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4990F-D961-BB86-CABC-F3ECF2283B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67141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BE0B-1E4A-75AB-20D9-19623523D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65E1F-45C3-268F-21B1-2BF8FC894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9EEB2-1C5B-1CDA-3300-E46945B90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F1067-2ACF-4E85-41E3-0FFE257544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75385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CCAE-CC6D-C406-0EA8-F0A4D4EF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20B8C-D9F8-907E-F34E-B1125262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2BA0D-8CE0-18F6-26A1-126B412CB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57F71-D455-8845-775F-A227EFA1BE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6139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C208-D7EB-838B-6DAE-13CFF313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CD0E0-9C5E-B22E-3DD8-4E6E045D0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6A8B1-BE48-C20F-7C0E-FEC9D3B0B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76E6-1735-A156-D0A2-467BBFC5D6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09380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DF27-D9A8-FAA7-1720-31777234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68F80-7A01-A018-B526-16133F38A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8BD95-369E-09E6-0D0E-AEFF7D8E6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6B3AA-D843-AA9C-4571-414EB0DF94C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89013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C792-D5ED-3C65-2B73-9986AF8A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ADC2A-A9F2-5B42-D687-26480057B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651D5-2B17-5793-CB9A-D4584ABCD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A97B5-EA35-888B-F24C-56F8033AED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60363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A3CF-4F0D-E809-A212-B40A34A8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D9792-B537-0B71-32A5-F7C87B5B7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D7015-7F54-104D-5BF6-8FFD9F4B0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82571-5571-1983-08C2-F9EDDDA422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24856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F07E-3C08-19E9-39E8-9208A74D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CAED4-AB6E-FE11-4527-09840AC03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7CD2D-A5ED-4BB7-B75B-D88317A9E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18985-C915-90CE-5303-89CAC34CD5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9922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EBF8-912D-EB29-D4EF-7AD15D32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B423A-ADA0-FA06-5806-70B49F549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9B161-F099-8367-6FF0-9C1C2F538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26683-4D4F-6F8C-736C-24E7F6D1F2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7137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5D99-5735-6515-74CA-C82AB4E0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4904B-98B4-A008-D4D2-38DEA4C0C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CB1C4-8C84-F78C-BB4B-1B1FB76C5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FCB93-D768-01A9-79D2-0D9B217A29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919883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3105-7B82-ED44-8DB0-32B9EC79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53F17-F3BE-2B7E-A8C2-04B4D3821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86FA2-D9AF-083A-EA46-047FE183F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4C448-52D3-2253-7EA2-321170B9E2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940705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F466-3139-8365-E4B4-9F12A786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93FAE-DDA2-6601-BDF7-30FDA808A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9C2AF-3DF7-5ADD-71AC-8E0191A27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24F52-27D3-A4C7-FD05-F6420C9D72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89515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9950-069F-0F35-28B3-52F6A32A5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F5548-62EB-EA39-FDB4-B948FCE39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E5BE8-F97D-A6FC-DCF8-F24B6E641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AC03F-1A69-3262-177F-96AFDAC926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2347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71BC-3C74-B723-19B7-82660084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99EAD-EE4D-43BB-D5F1-D5B191081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EBE6-ABC3-14D0-C28E-403FB9378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9464B-DFA3-66CC-34E8-082DED2860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387274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EBA2-1AEB-6F09-5E47-01AEBD72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2AD54-217B-43BD-9973-59A2B2D4F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0373A-9596-115F-8A50-20E0E6E0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9233B-F2EF-A2A4-0AF8-AADA3CE800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969421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5776-ECDA-BEBA-77B5-044F2DE9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3633E-A2D1-916C-D58F-AB6340D42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1BBB3-FE6C-E239-6218-99C07004A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70E81-3EFE-80B6-CCE6-63C5B610C7F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52474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20A4B-F271-57CA-0674-8ED10AC2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46E5D-5E27-9110-8FB4-1B96AA977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2D687-2D68-6963-D961-A4C68569D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086A0-82C3-CB50-90FC-84B7D2C59B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425387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572E-263B-B221-45B8-F0EC5819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D583D-C689-EE03-4822-AF8CB150E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81131-C86C-E1BD-ECD3-FA9F0E0A8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2686E-8E60-492E-0C45-8BFDC4FD2B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54915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5AA0-C63F-1B57-EC01-F21D56B3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14105-BC6B-A077-CBAA-A98FC9D13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28B31-B900-9551-6CFC-499E45344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EBC6F-7609-3CFE-D7D0-8A3405E61E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848009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66E9-780F-5EAD-AB9D-3650BBD3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F9E16-7A6F-86A5-10B9-7EC3B6F2F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0E8F2-1B76-D3B4-BF74-A731E2502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88093-213A-DBCC-6654-BB65948926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20605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9C96-F69D-9863-0C68-2D1D54C9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D9670-3963-1A92-D177-3D7E61183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5DC73-81B9-9757-ADDE-05904B749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A43E2-71FF-E355-75F6-E5DD0A3FFA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3155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9646-9B26-17BF-4D9A-4C52E22E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C6FAE-BA0C-B3EE-A2D2-D36374CF5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4F933-3E85-375B-032C-ED236A0AF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3B2D-714A-0480-C355-955EB5BF5D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277946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FF96-6ECC-6B57-2B1C-848835C5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5B19F-1C6F-0DCB-2621-5CD213D86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B2505-3EF5-B1B9-F869-B61E757E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B481-F18E-9407-54DC-4C6AF8221F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331578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E986-0152-16AC-FCEF-2D004C67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6FFA4-C921-BC74-4BB0-DB5D129D4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7400D-4A5A-114C-1A94-0D264A8BB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20792-B002-6BD5-CB89-7D4E4D32E7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227173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D81-3407-5F8E-CB20-28289F1D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BE35D-35B1-55E1-2C5F-93A69D90A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B2835-19F6-C166-EDBB-790A5E4B7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0495E-59A9-111E-B365-20EF8E2967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442017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BFF3-7825-3C6C-9107-5C618D8F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7463D-4BEE-7F77-7374-744551093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ABF7F-E22F-8F3A-A80A-A67A180DA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80DD-1B0F-E911-C21D-FB6A805AA6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686105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35D3-0666-D815-FD45-C3B3C438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EAE8B-8412-1CBF-9368-468311611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AC13E-0B82-83ED-D485-5E0B675B9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DB10-4D0C-2E00-CFBB-35E728F2CB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79776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D837-6506-D3A2-5F24-6ECB65B9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7C910-840E-1A72-CF53-9E85EDC0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71073-2190-73A6-E863-2985AD141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36AC2-85EA-7BE7-CB43-3182C0D98D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90123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1AC85-1B77-FA02-CFF7-093B0D5A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6174D-8306-4988-27E8-29C55B54F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9EFC8-2A4D-318B-50F0-FF7F10D3F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0E95E-BAC7-5E13-9F3B-86FF7AD9EC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291551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87E3-1A3C-2AEA-64AE-4A750672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D6709-ECCE-852F-74A5-F6DC149D8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79A23-9FD3-8C1B-2CFA-26BFDE51B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F7340-6477-2DA2-80C9-A14EF92FA5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65930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F5F8-7EC8-DEC4-01A0-28C13EB3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0E901-E5BB-FD95-0A40-E6DBC4B68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1202D-24AA-E2E4-5EAD-4B0CF148B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52847-8EB1-480A-69C1-ACA349B91F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111290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95F9-A76D-EAEA-18DC-B47EE6E8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60F17-75D7-1BBD-54EA-35BBFC4B3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3E34C-090B-A1D1-1202-0ADC3B0BE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184E-B84F-9484-073D-3E7A854D25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929932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A6A4-15B1-E0A6-8754-79EC7ED7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38443-A941-D41A-BB13-BB177D304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61067-1B56-2DE0-6BF2-CA854FD28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5AD02-8B27-A08C-8166-4EAE63BC8A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5987777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653E-B188-451C-0B39-87432C40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0EC63-23F5-7680-EE59-3BF2F37BB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01487-6BF1-84D6-7DB8-EBDD85663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40BCF-23FD-13AA-4173-877E284AAE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9641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47B8-972B-4806-7103-C4106C9E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7E73E-8F25-F7B4-265E-BA88C8CCF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1B173-6E62-3937-5694-19DE6E670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5134D-4D18-D960-0873-3BA5C06194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80667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FB74-C69F-05E8-E3C8-497E6107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36F5A-3C52-5D78-257D-F445A5A26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B9F4B-76CE-D1D0-4304-81442ED4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BCEEA-0F3A-2D93-F973-C9D03B3F1B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01258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7BBE-BF34-9C92-F10B-92E12A2D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2DCB2-7921-1F2B-7255-E3052E95C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CF811-37C5-0C78-F4C9-DB9F83CB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8CA6-074D-58A6-C382-C961D5A64B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2880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CE1A3-BCD6-3CEB-4A4C-C8374EFD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0D47F-4161-922C-8BAF-9E91E2E40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5CB7A-D613-D7C9-C9B7-BBA96400E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25ED-031C-B632-6CBF-B34277F7AEA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342153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41D2-FAE7-3402-8348-668043B6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EF9AE-CEAB-B182-5BF9-5C51C3D0C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48DC9-9F11-E291-A552-B26226197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CC370-2F09-BF7F-173A-1CA1CE66DF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67268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5135-8768-5834-17DC-55421F93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55676-403F-F1E1-AD74-898AAFF86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3D4E6-92CF-6F31-E992-FA02A2EA0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1DEB9-1863-7F91-E4DC-9B7EE8E6B7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388138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6860-0483-B62B-8EFE-EE28A06D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2BEE5-6B9F-161C-5972-D2C0FF15A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8AC59-F833-EB5F-2B94-18A1FD5F1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0F5-AF35-22F5-6BB0-BC9B9546AF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93515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FDF5-6947-4E10-3E58-35256C39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61B77-0F29-41BC-3B1B-EC66FC2CA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5A36F-FC35-7DC2-AD53-526E73492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416CF-6457-4AAE-5A04-8104AAACEBE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978446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55E9-2D9B-F957-1F53-14EE6456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6BD51-C76B-1754-A5DE-DD0FD9FB0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B8345-0221-C4F9-938C-0BC395E40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D4F04-B9EA-55E8-816B-8D3EB4D0F5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8845106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BD62-AD8F-7983-AC8A-F1A836A2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50B83-B6D6-A83C-1320-4D0F7FCDA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3A258-1982-797B-9436-14094BA4D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9C1A8-0107-AAA5-2D1E-A2B4DDD7A0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2300558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E4EB-B9D1-957D-2BF7-6700AD6E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42CA0-E532-7733-94C7-13D858CAE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E819-C06C-0334-C11E-E2A86C29C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4BB4E-7791-A149-815B-FF98932B1B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442217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BBA4-1B2D-AAC2-382F-31A991AC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74E00-557C-81CF-4C0F-48DEF52D9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B19CA-0863-ABB0-A790-E63AF808D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A093A-8AD7-B561-F788-326D2065C4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613726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C1E6-28E2-5017-9536-CEFF0A2E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48D43-F810-D61A-20AA-BF87F5B5F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A4B0A-300A-489F-A978-35A8CBAE7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FA887-E22C-86BA-01AC-06B9F64C8E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2922977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79D2-AF31-03D6-63D6-F31F3A66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F3B2A-C515-BAA9-D060-DB81618B7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9FB9B-9294-F9E7-75DC-C9B8FDA7D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5F1AF-35E5-C00B-A4AE-8307ABA360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41670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C56A9-0306-72F2-C328-A1901EE7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09462-9540-31A2-4B27-3E343D298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2DEC3-9011-29C0-326F-6BE2A90C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5960B-452A-FDFD-2433-29F45134D05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301402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9845-B0F6-6E3D-ECA4-1A47A8C0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B34C8-1196-FF51-0D79-00CE7788C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7D7D1-8BBE-CAE4-B14C-757D04C24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14C98-7016-6DAB-D7D0-3B27E7E386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982515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9332-E160-0F21-9AE9-BC0B6360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45C9E-C5CA-DA87-F62C-B1BEE03BE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A9161-2BF9-0E8F-7D36-C02C9EF5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2D684-61C8-5B67-32B1-DFE3910081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552457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CD0E-15F3-BF19-2E09-74F78AF3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42A31-60AF-7922-072F-FC49D85DB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060C2-8BA9-D0B7-B083-0A159589C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1C8E8-1C70-F2BF-157F-FCF62AB0A7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402265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BCF8-2B0E-9558-E921-7ECE5304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D3FAE-2FC4-4606-465D-5E73ADDFC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A5925-8D00-6E0A-20A6-38B9637A3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0FC15-5C6D-498E-1539-B34F349370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985377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FDEC-BD06-CC31-3825-CE72C8C1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E65E3-0C13-D0E4-3322-B52D083AF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66649-8BBD-2AEC-0FCC-4F60806C2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2C680-5B8C-F3E8-6BAA-224EE7A1CAA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8783513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3119-96E7-4092-57A6-A225C060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045B6-FC24-1CBE-74B7-3BE993F5D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92AC-98C0-B541-4A4F-D42048FF8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3D428-E6E3-D5D9-5173-AACC3C4D95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745982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08A9-95DE-5A0D-D536-D0250703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26461-E9C5-432A-21DC-25508ACF5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25663-3C22-4FE2-6AB2-693578EA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09191-CC0C-BB55-A898-6A461E9C4D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3963040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5878-C5B1-9107-578D-C957BCB3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98180-0634-46A4-F988-AA3C9602A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3ABCB-ADFE-3579-F671-63E965F8A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B2E81-1D58-762F-97D9-713D9CE9E6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943102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6A96-57B0-5C78-B4E3-BC4A62BB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78BE2-BE56-6646-7746-3AA66807E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72995-131A-CB49-B84F-9B4F782CA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D15A3-0ACE-4CB0-33B7-98270642F2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796709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A3FC-F497-E8D7-A012-1C4E84B8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9B522-06E1-BF14-BB38-5824BE2E1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D2330-59E5-1072-9CF4-E70EFA1B0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C27E0-C60D-6DD4-3B06-D54B633ECB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6618122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266A-7AF8-29BE-E4C1-40A8FB40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1C6A2-D920-0432-6C5D-720B38101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83AE6-8E97-D3A6-6E38-F081EEBE4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B2FCE-8008-D73F-1A34-D764B5CE55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4159597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213F8CEE-D925-4430-93BE-D1E50556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9DD2D9AA-083E-4DF0-B438-730AC39311A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5204EE96-1F5E-488B-B21B-9EDF6788C4C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1C8CCA46-9418-4395-BA4C-0690D9DA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21A84BB3-DC43-4086-834C-434605D6C8A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84C0CF1C-670A-4EB6-9838-049E1839F8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C30856A3-9BD7-490E-9487-61A88FBBF3E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1ABE6075-8ED3-4239-A190-57A68EFC0D98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51412EE2-9254-4E59-9B13-A2CAE6F6F7C9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F0DC851F-5CD0-4D54-85F5-6D870343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DA8F8F4A-18C9-40FC-9035-5DEC91EE439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Image">
            <a:extLst>
              <a:ext uri="{FF2B5EF4-FFF2-40B4-BE49-F238E27FC236}">
                <a16:creationId xmlns:a16="http://schemas.microsoft.com/office/drawing/2014/main" id="{C44ACA68-2A45-4CBC-97AF-9997573B80F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016875" y="-63500"/>
            <a:ext cx="19831050" cy="13220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Title Text">
            <a:extLst>
              <a:ext uri="{FF2B5EF4-FFF2-40B4-BE49-F238E27FC236}">
                <a16:creationId xmlns:a16="http://schemas.microsoft.com/office/drawing/2014/main" id="{6BCF775D-3240-4BD8-94A4-B2292559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8400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63" name="Body Level One…">
            <a:extLst>
              <a:ext uri="{FF2B5EF4-FFF2-40B4-BE49-F238E27FC236}">
                <a16:creationId xmlns:a16="http://schemas.microsoft.com/office/drawing/2014/main" id="{C9DF39FE-EF07-4CE4-BCF8-F656679C5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64" name="Slide Number">
            <a:extLst>
              <a:ext uri="{FF2B5EF4-FFF2-40B4-BE49-F238E27FC236}">
                <a16:creationId xmlns:a16="http://schemas.microsoft.com/office/drawing/2014/main" id="{DC4CDE22-C393-47D7-8C74-4D307DEBFA7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8DFD030A-B50E-4481-A75E-974914C6648F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F0363E8E-9C1B-4F3E-8F1B-26E35F71BF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B3B89B66-28DF-4F96-AF45-8BFBEE90F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FB679867-5EA8-4137-A8E2-87BE95FC89F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3AA41000-6B9E-48CF-898A-963ACB3CF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3158BB43-6BBD-4A5E-94C7-0C1FE71F5E6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55CFCBA8-4493-4D32-B81F-B796B8E95F9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05713C75-7C68-4097-BC7C-FAB6BBDABDA5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CCF50DCC-2FA7-4A29-A8F4-51C1B9346D75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34C655A6-2B2E-4AD5-A644-6031A52E203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08CEC0A1-1B1A-414D-938D-0AF545DD062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DFF5A0D1-DFA4-4524-BA0A-B03CF8CD760E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7EC2FD68-396F-4F4F-BBF2-1B3F5145F3F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B98B4867-7F6C-439F-A396-E66390D80564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A05A8561-5DD2-45B5-886F-965A5903339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>
            <a:extLst>
              <a:ext uri="{FF2B5EF4-FFF2-40B4-BE49-F238E27FC236}">
                <a16:creationId xmlns:a16="http://schemas.microsoft.com/office/drawing/2014/main" id="{7C0E65B7-7D2E-486B-A7CC-CCCA413B693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17" name="Body Level One…">
            <a:extLst>
              <a:ext uri="{FF2B5EF4-FFF2-40B4-BE49-F238E27FC236}">
                <a16:creationId xmlns:a16="http://schemas.microsoft.com/office/drawing/2014/main" id="{F0901135-7B5E-460D-9D31-3D555920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1pPr>
            <a:lvl2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2pPr>
            <a:lvl3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3pPr>
            <a:lvl4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4pPr>
            <a:lvl5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18" name="Slide Number">
            <a:extLst>
              <a:ext uri="{FF2B5EF4-FFF2-40B4-BE49-F238E27FC236}">
                <a16:creationId xmlns:a16="http://schemas.microsoft.com/office/drawing/2014/main" id="{60BEC10B-4BD2-4695-8ADC-613DB82A8DB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16893728-8742-4770-8B2C-30736788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3310DBC9-2667-4897-8374-7199418E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D9B0AC2-E40B-4CA9-95BA-FC3270C8E17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366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/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ptimization">
            <a:extLst>
              <a:ext uri="{FF2B5EF4-FFF2-40B4-BE49-F238E27FC236}">
                <a16:creationId xmlns:a16="http://schemas.microsoft.com/office/drawing/2014/main" id="{9B925CED-9229-48E7-B737-A195635222F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Otimização</a:t>
            </a:r>
          </a:p>
        </p:txBody>
      </p:sp>
    </p:spTree>
    <p:extLst>
      <p:ext uri="{BB962C8B-B14F-4D97-AF65-F5344CB8AC3E}">
        <p14:creationId xmlns:p14="http://schemas.microsoft.com/office/powerpoint/2010/main" val="211343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ptimization">
            <a:extLst>
              <a:ext uri="{FF2B5EF4-FFF2-40B4-BE49-F238E27FC236}">
                <a16:creationId xmlns:a16="http://schemas.microsoft.com/office/drawing/2014/main" id="{567AC393-156F-4699-BF5E-0DE50CFF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otimização</a:t>
            </a:r>
          </a:p>
        </p:txBody>
      </p:sp>
      <p:sp>
        <p:nvSpPr>
          <p:cNvPr id="132" name="choosing the best option from a set of options">
            <a:extLst>
              <a:ext uri="{FF2B5EF4-FFF2-40B4-BE49-F238E27FC236}">
                <a16:creationId xmlns:a16="http://schemas.microsoft.com/office/drawing/2014/main" id="{16A63E19-1BC6-4F8E-81CA-B32F8DF77A9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escolha da melhor opção entre um conjunto de opções</a:t>
            </a:r>
          </a:p>
        </p:txBody>
      </p:sp>
    </p:spTree>
    <p:extLst>
      <p:ext uri="{BB962C8B-B14F-4D97-AF65-F5344CB8AC3E}">
        <p14:creationId xmlns:p14="http://schemas.microsoft.com/office/powerpoint/2010/main" val="901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cal search">
            <a:extLst>
              <a:ext uri="{FF2B5EF4-FFF2-40B4-BE49-F238E27FC236}">
                <a16:creationId xmlns:a16="http://schemas.microsoft.com/office/drawing/2014/main" id="{ADAC6359-E60D-46EE-A1B1-D96E95E7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local</a:t>
            </a:r>
          </a:p>
        </p:txBody>
      </p:sp>
      <p:sp>
        <p:nvSpPr>
          <p:cNvPr id="135" name="search algorithms that maintain a single node and searches by moving to a neighboring node">
            <a:extLst>
              <a:ext uri="{FF2B5EF4-FFF2-40B4-BE49-F238E27FC236}">
                <a16:creationId xmlns:a16="http://schemas.microsoft.com/office/drawing/2014/main" id="{8FE68740-740B-4277-84C6-7BC37CE7A03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algoritmos de busca que mantêm um único nó e buscam movendo-se para um nó vizinho</a:t>
            </a:r>
          </a:p>
        </p:txBody>
      </p:sp>
    </p:spTree>
    <p:extLst>
      <p:ext uri="{BB962C8B-B14F-4D97-AF65-F5344CB8AC3E}">
        <p14:creationId xmlns:p14="http://schemas.microsoft.com/office/powerpoint/2010/main" val="65711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2665992" y="1327401"/>
          <a:ext cx="19052004" cy="1106119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8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78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2665992" y="1327401"/>
          <a:ext cx="19052004" cy="1106119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8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76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01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260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Home">
            <a:extLst>
              <a:ext uri="{FF2B5EF4-FFF2-40B4-BE49-F238E27FC236}">
                <a16:creationId xmlns:a16="http://schemas.microsoft.com/office/drawing/2014/main" id="{E807FBAF-ED95-4277-BF67-FC4D13ED117E}"/>
              </a:ext>
            </a:extLst>
          </p:cNvPr>
          <p:cNvSpPr>
            <a:spLocks noGrp="1"/>
          </p:cNvSpPr>
          <p:nvPr/>
        </p:nvSpPr>
        <p:spPr>
          <a:xfrm>
            <a:off x="6013449" y="5167991"/>
            <a:ext cx="3773670" cy="338001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2" name="Rounded Rectangle">
            <a:extLst>
              <a:ext uri="{FF2B5EF4-FFF2-40B4-BE49-F238E27FC236}">
                <a16:creationId xmlns:a16="http://schemas.microsoft.com/office/drawing/2014/main" id="{4CC2F534-A587-4545-A3DC-CFE0CC802C23}"/>
              </a:ext>
            </a:extLst>
          </p:cNvPr>
          <p:cNvSpPr>
            <a:spLocks noGrp="1"/>
          </p:cNvSpPr>
          <p:nvPr/>
        </p:nvSpPr>
        <p:spPr>
          <a:xfrm>
            <a:off x="14829442" y="4524638"/>
            <a:ext cx="3541111" cy="4666725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1270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" name="Rectangle">
            <a:extLst>
              <a:ext uri="{FF2B5EF4-FFF2-40B4-BE49-F238E27FC236}">
                <a16:creationId xmlns:a16="http://schemas.microsoft.com/office/drawing/2014/main" id="{28CFC8F8-F672-48B1-B100-B5812CFAAADD}"/>
              </a:ext>
            </a:extLst>
          </p:cNvPr>
          <p:cNvSpPr>
            <a:spLocks noGrp="1"/>
          </p:cNvSpPr>
          <p:nvPr/>
        </p:nvSpPr>
        <p:spPr>
          <a:xfrm>
            <a:off x="15824047" y="7925723"/>
            <a:ext cx="684967" cy="1143446"/>
          </a:xfrm>
          <a:prstGeom prst="rect">
            <a:avLst/>
          </a:prstGeom>
          <a:solidFill>
            <a:srgbClr val="000000"/>
          </a:solidFill>
          <a:ln w="1270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" name="Rectangle">
            <a:extLst>
              <a:ext uri="{FF2B5EF4-FFF2-40B4-BE49-F238E27FC236}">
                <a16:creationId xmlns:a16="http://schemas.microsoft.com/office/drawing/2014/main" id="{65BDAA8F-621E-4200-9BCF-7BAD1E2042F2}"/>
              </a:ext>
            </a:extLst>
          </p:cNvPr>
          <p:cNvSpPr>
            <a:spLocks noGrp="1"/>
          </p:cNvSpPr>
          <p:nvPr/>
        </p:nvSpPr>
        <p:spPr>
          <a:xfrm>
            <a:off x="16690979" y="7925723"/>
            <a:ext cx="684967" cy="1143446"/>
          </a:xfrm>
          <a:prstGeom prst="rect">
            <a:avLst/>
          </a:prstGeom>
          <a:solidFill>
            <a:srgbClr val="000000"/>
          </a:solidFill>
          <a:ln w="1270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" name="Circle">
            <a:extLst>
              <a:ext uri="{FF2B5EF4-FFF2-40B4-BE49-F238E27FC236}">
                <a16:creationId xmlns:a16="http://schemas.microsoft.com/office/drawing/2014/main" id="{0D41EDB7-03A2-4595-BD0B-D4330342123E}"/>
              </a:ext>
            </a:extLst>
          </p:cNvPr>
          <p:cNvSpPr>
            <a:spLocks noGrp="1"/>
          </p:cNvSpPr>
          <p:nvPr/>
        </p:nvSpPr>
        <p:spPr>
          <a:xfrm>
            <a:off x="15466554" y="4790795"/>
            <a:ext cx="2266886" cy="2266886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" name="Line">
            <a:extLst>
              <a:ext uri="{FF2B5EF4-FFF2-40B4-BE49-F238E27FC236}">
                <a16:creationId xmlns:a16="http://schemas.microsoft.com/office/drawing/2014/main" id="{2C3E70A7-815D-4FFF-B607-385FC93F8D1F}"/>
              </a:ext>
            </a:extLst>
          </p:cNvPr>
          <p:cNvSpPr>
            <a:spLocks noGrp="1"/>
          </p:cNvSpPr>
          <p:nvPr/>
        </p:nvSpPr>
        <p:spPr>
          <a:xfrm>
            <a:off x="15784260" y="5924237"/>
            <a:ext cx="1631474" cy="1"/>
          </a:xfrm>
          <a:prstGeom prst="line">
            <a:avLst/>
          </a:prstGeom>
          <a:noFill/>
          <a:ln w="3810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" name="Line">
            <a:extLst>
              <a:ext uri="{FF2B5EF4-FFF2-40B4-BE49-F238E27FC236}">
                <a16:creationId xmlns:a16="http://schemas.microsoft.com/office/drawing/2014/main" id="{9D63D6CF-443D-4A7A-A620-CB127BF05B29}"/>
              </a:ext>
            </a:extLst>
          </p:cNvPr>
          <p:cNvSpPr>
            <a:spLocks noGrp="1"/>
          </p:cNvSpPr>
          <p:nvPr/>
        </p:nvSpPr>
        <p:spPr>
          <a:xfrm flipV="1">
            <a:off x="16599996" y="5108500"/>
            <a:ext cx="1" cy="1631475"/>
          </a:xfrm>
          <a:prstGeom prst="line">
            <a:avLst/>
          </a:prstGeom>
          <a:noFill/>
          <a:ln w="3810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69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quare">
            <a:extLst>
              <a:ext uri="{FF2B5EF4-FFF2-40B4-BE49-F238E27FC236}">
                <a16:creationId xmlns:a16="http://schemas.microsoft.com/office/drawing/2014/main" id="{DB9EA368-109C-4C0B-AB6F-E7D0C1595ACD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" name="Square">
            <a:extLst>
              <a:ext uri="{FF2B5EF4-FFF2-40B4-BE49-F238E27FC236}">
                <a16:creationId xmlns:a16="http://schemas.microsoft.com/office/drawing/2014/main" id="{547610DC-B825-4C19-8943-B719220090B6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" name="Square">
            <a:extLst>
              <a:ext uri="{FF2B5EF4-FFF2-40B4-BE49-F238E27FC236}">
                <a16:creationId xmlns:a16="http://schemas.microsoft.com/office/drawing/2014/main" id="{AC6798E9-A86B-48D5-9194-A5CEA542C0D2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" name="Square">
            <a:extLst>
              <a:ext uri="{FF2B5EF4-FFF2-40B4-BE49-F238E27FC236}">
                <a16:creationId xmlns:a16="http://schemas.microsoft.com/office/drawing/2014/main" id="{2BD76B63-C08D-4C63-A05F-7B65604104B4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" name="Square">
            <a:extLst>
              <a:ext uri="{FF2B5EF4-FFF2-40B4-BE49-F238E27FC236}">
                <a16:creationId xmlns:a16="http://schemas.microsoft.com/office/drawing/2014/main" id="{EC9AF840-DFE7-4FBD-9B1D-EC1E7196A1AF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" name="Square">
            <a:extLst>
              <a:ext uri="{FF2B5EF4-FFF2-40B4-BE49-F238E27FC236}">
                <a16:creationId xmlns:a16="http://schemas.microsoft.com/office/drawing/2014/main" id="{393C4EE8-CBEC-4C13-8A6B-6777C3988C35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" name="Square">
            <a:extLst>
              <a:ext uri="{FF2B5EF4-FFF2-40B4-BE49-F238E27FC236}">
                <a16:creationId xmlns:a16="http://schemas.microsoft.com/office/drawing/2014/main" id="{1A09A678-58AA-44A8-AD8F-F99588475603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" name="Square">
            <a:extLst>
              <a:ext uri="{FF2B5EF4-FFF2-40B4-BE49-F238E27FC236}">
                <a16:creationId xmlns:a16="http://schemas.microsoft.com/office/drawing/2014/main" id="{D398DEC6-062D-477C-AD08-7B793B8E8F97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" name="Square">
            <a:extLst>
              <a:ext uri="{FF2B5EF4-FFF2-40B4-BE49-F238E27FC236}">
                <a16:creationId xmlns:a16="http://schemas.microsoft.com/office/drawing/2014/main" id="{C3EDA596-B112-4437-9A95-8AE5F943EB35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" name="Square">
            <a:extLst>
              <a:ext uri="{FF2B5EF4-FFF2-40B4-BE49-F238E27FC236}">
                <a16:creationId xmlns:a16="http://schemas.microsoft.com/office/drawing/2014/main" id="{ABF50FB1-8F99-43EB-BD45-7E879DC2DC20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" name="Square">
            <a:extLst>
              <a:ext uri="{FF2B5EF4-FFF2-40B4-BE49-F238E27FC236}">
                <a16:creationId xmlns:a16="http://schemas.microsoft.com/office/drawing/2014/main" id="{01626A8B-1868-442E-B6FD-7FC1409A8761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" name="Square">
            <a:extLst>
              <a:ext uri="{FF2B5EF4-FFF2-40B4-BE49-F238E27FC236}">
                <a16:creationId xmlns:a16="http://schemas.microsoft.com/office/drawing/2014/main" id="{7F74EF22-6779-4B21-8848-A386F8166B9C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" name="Square">
            <a:extLst>
              <a:ext uri="{FF2B5EF4-FFF2-40B4-BE49-F238E27FC236}">
                <a16:creationId xmlns:a16="http://schemas.microsoft.com/office/drawing/2014/main" id="{82639DE7-75EC-4D04-86A0-1922D1E3969D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" name="Square">
            <a:extLst>
              <a:ext uri="{FF2B5EF4-FFF2-40B4-BE49-F238E27FC236}">
                <a16:creationId xmlns:a16="http://schemas.microsoft.com/office/drawing/2014/main" id="{6672F266-459F-4F96-84C5-F37CFB9A9B4C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" name="Square">
            <a:extLst>
              <a:ext uri="{FF2B5EF4-FFF2-40B4-BE49-F238E27FC236}">
                <a16:creationId xmlns:a16="http://schemas.microsoft.com/office/drawing/2014/main" id="{467E5C53-32C0-437F-8902-5A9CABB1D358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" name="Square">
            <a:extLst>
              <a:ext uri="{FF2B5EF4-FFF2-40B4-BE49-F238E27FC236}">
                <a16:creationId xmlns:a16="http://schemas.microsoft.com/office/drawing/2014/main" id="{F2B461A9-FA73-41D6-AB8B-A6F2165568BE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" name="Square">
            <a:extLst>
              <a:ext uri="{FF2B5EF4-FFF2-40B4-BE49-F238E27FC236}">
                <a16:creationId xmlns:a16="http://schemas.microsoft.com/office/drawing/2014/main" id="{DED4E6F8-1D1E-4961-A8B9-EEA6A8938F2D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" name="Square">
            <a:extLst>
              <a:ext uri="{FF2B5EF4-FFF2-40B4-BE49-F238E27FC236}">
                <a16:creationId xmlns:a16="http://schemas.microsoft.com/office/drawing/2014/main" id="{86B9EF57-F6F4-4002-9A7A-2406FBF6A566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" name="Square">
            <a:extLst>
              <a:ext uri="{FF2B5EF4-FFF2-40B4-BE49-F238E27FC236}">
                <a16:creationId xmlns:a16="http://schemas.microsoft.com/office/drawing/2014/main" id="{9C3E8153-D62D-45CF-A922-35CB1C5154A0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" name="Square">
            <a:extLst>
              <a:ext uri="{FF2B5EF4-FFF2-40B4-BE49-F238E27FC236}">
                <a16:creationId xmlns:a16="http://schemas.microsoft.com/office/drawing/2014/main" id="{3AEE541E-2F68-4F86-9C93-F0A916FF38C4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" name="Square">
            <a:extLst>
              <a:ext uri="{FF2B5EF4-FFF2-40B4-BE49-F238E27FC236}">
                <a16:creationId xmlns:a16="http://schemas.microsoft.com/office/drawing/2014/main" id="{5CFB031A-7CF4-4FA7-9C02-2A8C9B173CFA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" name="Square">
            <a:extLst>
              <a:ext uri="{FF2B5EF4-FFF2-40B4-BE49-F238E27FC236}">
                <a16:creationId xmlns:a16="http://schemas.microsoft.com/office/drawing/2014/main" id="{BF1AD63E-068E-4274-AB59-F7FCC29DA4EF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" name="Square">
            <a:extLst>
              <a:ext uri="{FF2B5EF4-FFF2-40B4-BE49-F238E27FC236}">
                <a16:creationId xmlns:a16="http://schemas.microsoft.com/office/drawing/2014/main" id="{EB6B299C-AADA-454D-A53D-36426E01DBBD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" name="Square">
            <a:extLst>
              <a:ext uri="{FF2B5EF4-FFF2-40B4-BE49-F238E27FC236}">
                <a16:creationId xmlns:a16="http://schemas.microsoft.com/office/drawing/2014/main" id="{66FC1951-F9D6-486C-B957-DAAC7E78F626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" name="Square">
            <a:extLst>
              <a:ext uri="{FF2B5EF4-FFF2-40B4-BE49-F238E27FC236}">
                <a16:creationId xmlns:a16="http://schemas.microsoft.com/office/drawing/2014/main" id="{345EAD3B-C680-411E-A210-6EB43F8A7F20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" name="Square">
            <a:extLst>
              <a:ext uri="{FF2B5EF4-FFF2-40B4-BE49-F238E27FC236}">
                <a16:creationId xmlns:a16="http://schemas.microsoft.com/office/drawing/2014/main" id="{9DC3879C-A5C5-4B9F-93B5-5850278D1091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" name="Square">
            <a:extLst>
              <a:ext uri="{FF2B5EF4-FFF2-40B4-BE49-F238E27FC236}">
                <a16:creationId xmlns:a16="http://schemas.microsoft.com/office/drawing/2014/main" id="{AA5EDE82-0356-44F6-A2BC-609EBB237D72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" name="Square">
            <a:extLst>
              <a:ext uri="{FF2B5EF4-FFF2-40B4-BE49-F238E27FC236}">
                <a16:creationId xmlns:a16="http://schemas.microsoft.com/office/drawing/2014/main" id="{6641E5BE-48BA-4E91-B711-11D47F35BFFE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" name="Square">
            <a:extLst>
              <a:ext uri="{FF2B5EF4-FFF2-40B4-BE49-F238E27FC236}">
                <a16:creationId xmlns:a16="http://schemas.microsoft.com/office/drawing/2014/main" id="{43F5F0AC-4820-4C22-8882-77C3C0F6B06E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" name="Square">
            <a:extLst>
              <a:ext uri="{FF2B5EF4-FFF2-40B4-BE49-F238E27FC236}">
                <a16:creationId xmlns:a16="http://schemas.microsoft.com/office/drawing/2014/main" id="{B3A0610F-A912-4791-91B5-4BADF9171695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" name="Square">
            <a:extLst>
              <a:ext uri="{FF2B5EF4-FFF2-40B4-BE49-F238E27FC236}">
                <a16:creationId xmlns:a16="http://schemas.microsoft.com/office/drawing/2014/main" id="{4B6152C4-B964-424A-8EA2-ABBB033C7A93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Square">
            <a:extLst>
              <a:ext uri="{FF2B5EF4-FFF2-40B4-BE49-F238E27FC236}">
                <a16:creationId xmlns:a16="http://schemas.microsoft.com/office/drawing/2014/main" id="{1BA81DFC-3B8A-4E03-932F-B690A45FA493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" name="Square">
            <a:extLst>
              <a:ext uri="{FF2B5EF4-FFF2-40B4-BE49-F238E27FC236}">
                <a16:creationId xmlns:a16="http://schemas.microsoft.com/office/drawing/2014/main" id="{6DF88AFB-359A-4C54-B33F-6741998FD492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Square">
            <a:extLst>
              <a:ext uri="{FF2B5EF4-FFF2-40B4-BE49-F238E27FC236}">
                <a16:creationId xmlns:a16="http://schemas.microsoft.com/office/drawing/2014/main" id="{A5C164EE-6FAA-4B2C-A574-92D1E4B56FEE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Square">
            <a:extLst>
              <a:ext uri="{FF2B5EF4-FFF2-40B4-BE49-F238E27FC236}">
                <a16:creationId xmlns:a16="http://schemas.microsoft.com/office/drawing/2014/main" id="{A4E276F4-DC9A-4C64-B4DA-15C888BCD830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Square">
            <a:extLst>
              <a:ext uri="{FF2B5EF4-FFF2-40B4-BE49-F238E27FC236}">
                <a16:creationId xmlns:a16="http://schemas.microsoft.com/office/drawing/2014/main" id="{AC868C8C-6EC9-4713-8438-C8F3F2F261A7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" name="Square">
            <a:extLst>
              <a:ext uri="{FF2B5EF4-FFF2-40B4-BE49-F238E27FC236}">
                <a16:creationId xmlns:a16="http://schemas.microsoft.com/office/drawing/2014/main" id="{8B0867D7-B37F-4475-986A-99994346CF34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Square">
            <a:extLst>
              <a:ext uri="{FF2B5EF4-FFF2-40B4-BE49-F238E27FC236}">
                <a16:creationId xmlns:a16="http://schemas.microsoft.com/office/drawing/2014/main" id="{4E6BF96E-A14C-4820-B6DF-572FADE0A53B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Square">
            <a:extLst>
              <a:ext uri="{FF2B5EF4-FFF2-40B4-BE49-F238E27FC236}">
                <a16:creationId xmlns:a16="http://schemas.microsoft.com/office/drawing/2014/main" id="{3597CFE5-48DA-4912-9082-26957466B669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Square">
            <a:extLst>
              <a:ext uri="{FF2B5EF4-FFF2-40B4-BE49-F238E27FC236}">
                <a16:creationId xmlns:a16="http://schemas.microsoft.com/office/drawing/2014/main" id="{BDB9FA70-A2C8-4ADA-8913-D525F8214284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Square">
            <a:extLst>
              <a:ext uri="{FF2B5EF4-FFF2-40B4-BE49-F238E27FC236}">
                <a16:creationId xmlns:a16="http://schemas.microsoft.com/office/drawing/2014/main" id="{09EBD33F-3B12-4444-8134-0F0CE0C0C8E5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" name="Square">
            <a:extLst>
              <a:ext uri="{FF2B5EF4-FFF2-40B4-BE49-F238E27FC236}">
                <a16:creationId xmlns:a16="http://schemas.microsoft.com/office/drawing/2014/main" id="{8F3ED084-AD0A-4038-8C6F-4C041DFC5072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Square">
            <a:extLst>
              <a:ext uri="{FF2B5EF4-FFF2-40B4-BE49-F238E27FC236}">
                <a16:creationId xmlns:a16="http://schemas.microsoft.com/office/drawing/2014/main" id="{5BA82B6C-AEE8-41F4-B4D6-F90FDD0DB6D3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Square">
            <a:extLst>
              <a:ext uri="{FF2B5EF4-FFF2-40B4-BE49-F238E27FC236}">
                <a16:creationId xmlns:a16="http://schemas.microsoft.com/office/drawing/2014/main" id="{0C6E0265-F228-46C2-BD0A-205571DAC9E2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Square">
            <a:extLst>
              <a:ext uri="{FF2B5EF4-FFF2-40B4-BE49-F238E27FC236}">
                <a16:creationId xmlns:a16="http://schemas.microsoft.com/office/drawing/2014/main" id="{A6E5C1B0-8653-47EF-A184-D90AD8817070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Square">
            <a:extLst>
              <a:ext uri="{FF2B5EF4-FFF2-40B4-BE49-F238E27FC236}">
                <a16:creationId xmlns:a16="http://schemas.microsoft.com/office/drawing/2014/main" id="{A05ADD7C-E394-4235-AC10-C017F2428912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Square">
            <a:extLst>
              <a:ext uri="{FF2B5EF4-FFF2-40B4-BE49-F238E27FC236}">
                <a16:creationId xmlns:a16="http://schemas.microsoft.com/office/drawing/2014/main" id="{F972D37F-EDA2-4CD6-B978-84AE657CD52E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" name="Square">
            <a:extLst>
              <a:ext uri="{FF2B5EF4-FFF2-40B4-BE49-F238E27FC236}">
                <a16:creationId xmlns:a16="http://schemas.microsoft.com/office/drawing/2014/main" id="{B0BBA614-9CEB-4AC5-93DC-C7C0C7F45FE4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Square">
            <a:extLst>
              <a:ext uri="{FF2B5EF4-FFF2-40B4-BE49-F238E27FC236}">
                <a16:creationId xmlns:a16="http://schemas.microsoft.com/office/drawing/2014/main" id="{37911708-FFF1-40D2-A1B9-927FED16AB50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Square">
            <a:extLst>
              <a:ext uri="{FF2B5EF4-FFF2-40B4-BE49-F238E27FC236}">
                <a16:creationId xmlns:a16="http://schemas.microsoft.com/office/drawing/2014/main" id="{4CC7ACA8-D751-4E8C-87E9-D27106B47E98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Home">
            <a:extLst>
              <a:ext uri="{FF2B5EF4-FFF2-40B4-BE49-F238E27FC236}">
                <a16:creationId xmlns:a16="http://schemas.microsoft.com/office/drawing/2014/main" id="{93EF3D36-63B5-4A83-A8A1-5D1D88DBB5E9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9" name="Home">
            <a:extLst>
              <a:ext uri="{FF2B5EF4-FFF2-40B4-BE49-F238E27FC236}">
                <a16:creationId xmlns:a16="http://schemas.microsoft.com/office/drawing/2014/main" id="{53D3A430-603C-4276-99D0-6118ECD09951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3" name="Home">
            <a:extLst>
              <a:ext uri="{FF2B5EF4-FFF2-40B4-BE49-F238E27FC236}">
                <a16:creationId xmlns:a16="http://schemas.microsoft.com/office/drawing/2014/main" id="{4F8126CF-381E-4C6B-A7E5-20915B6695BB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32" name="Home">
            <a:extLst>
              <a:ext uri="{FF2B5EF4-FFF2-40B4-BE49-F238E27FC236}">
                <a16:creationId xmlns:a16="http://schemas.microsoft.com/office/drawing/2014/main" id="{3CA6D12D-0C3D-4938-9086-18D729B61CF1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219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E381-6F6D-D1B5-65A4-7C8B6FA7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quare">
            <a:extLst>
              <a:ext uri="{FF2B5EF4-FFF2-40B4-BE49-F238E27FC236}">
                <a16:creationId xmlns:a16="http://schemas.microsoft.com/office/drawing/2014/main" id="{54194DD4-07FD-57EC-8560-D7494B646207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" name="Square">
            <a:extLst>
              <a:ext uri="{FF2B5EF4-FFF2-40B4-BE49-F238E27FC236}">
                <a16:creationId xmlns:a16="http://schemas.microsoft.com/office/drawing/2014/main" id="{D298BDA2-FDF1-592B-FDC9-99C6391CC7F7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" name="Square">
            <a:extLst>
              <a:ext uri="{FF2B5EF4-FFF2-40B4-BE49-F238E27FC236}">
                <a16:creationId xmlns:a16="http://schemas.microsoft.com/office/drawing/2014/main" id="{E9C2E30A-4B48-A76A-4B40-92F997CC42E7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" name="Square">
            <a:extLst>
              <a:ext uri="{FF2B5EF4-FFF2-40B4-BE49-F238E27FC236}">
                <a16:creationId xmlns:a16="http://schemas.microsoft.com/office/drawing/2014/main" id="{5B0E1185-182F-35D6-9879-4A9DC4A7BE6B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" name="Square">
            <a:extLst>
              <a:ext uri="{FF2B5EF4-FFF2-40B4-BE49-F238E27FC236}">
                <a16:creationId xmlns:a16="http://schemas.microsoft.com/office/drawing/2014/main" id="{A5A241AB-5EF3-4026-8EEF-225D2A8618DF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" name="Square">
            <a:extLst>
              <a:ext uri="{FF2B5EF4-FFF2-40B4-BE49-F238E27FC236}">
                <a16:creationId xmlns:a16="http://schemas.microsoft.com/office/drawing/2014/main" id="{4F7AEADD-21B4-24F4-DD91-4A42434A3860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" name="Square">
            <a:extLst>
              <a:ext uri="{FF2B5EF4-FFF2-40B4-BE49-F238E27FC236}">
                <a16:creationId xmlns:a16="http://schemas.microsoft.com/office/drawing/2014/main" id="{D807B2F4-61DE-1820-9F7E-1897153BA758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" name="Square">
            <a:extLst>
              <a:ext uri="{FF2B5EF4-FFF2-40B4-BE49-F238E27FC236}">
                <a16:creationId xmlns:a16="http://schemas.microsoft.com/office/drawing/2014/main" id="{E7600A72-C857-2A50-9CD0-AD17122A465A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" name="Square">
            <a:extLst>
              <a:ext uri="{FF2B5EF4-FFF2-40B4-BE49-F238E27FC236}">
                <a16:creationId xmlns:a16="http://schemas.microsoft.com/office/drawing/2014/main" id="{46E25A03-24C5-32B9-2AAE-FC9AF3B750E2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" name="Square">
            <a:extLst>
              <a:ext uri="{FF2B5EF4-FFF2-40B4-BE49-F238E27FC236}">
                <a16:creationId xmlns:a16="http://schemas.microsoft.com/office/drawing/2014/main" id="{EA2417E0-89C1-D3F0-0B13-3F4CC68D0200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" name="Square">
            <a:extLst>
              <a:ext uri="{FF2B5EF4-FFF2-40B4-BE49-F238E27FC236}">
                <a16:creationId xmlns:a16="http://schemas.microsoft.com/office/drawing/2014/main" id="{9720518C-11FC-12DD-1166-87437A75BF60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" name="Square">
            <a:extLst>
              <a:ext uri="{FF2B5EF4-FFF2-40B4-BE49-F238E27FC236}">
                <a16:creationId xmlns:a16="http://schemas.microsoft.com/office/drawing/2014/main" id="{C280EB6F-F1FA-4529-48FB-4C1065BCB0D1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" name="Square">
            <a:extLst>
              <a:ext uri="{FF2B5EF4-FFF2-40B4-BE49-F238E27FC236}">
                <a16:creationId xmlns:a16="http://schemas.microsoft.com/office/drawing/2014/main" id="{6E7EB71C-273C-7629-F73E-73EA821CF6CD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" name="Square">
            <a:extLst>
              <a:ext uri="{FF2B5EF4-FFF2-40B4-BE49-F238E27FC236}">
                <a16:creationId xmlns:a16="http://schemas.microsoft.com/office/drawing/2014/main" id="{0B17EF7D-B765-8DEF-3CA3-AD728E960EBB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" name="Square">
            <a:extLst>
              <a:ext uri="{FF2B5EF4-FFF2-40B4-BE49-F238E27FC236}">
                <a16:creationId xmlns:a16="http://schemas.microsoft.com/office/drawing/2014/main" id="{2E0AA7ED-737F-514F-8FE1-7F08BACD262D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" name="Square">
            <a:extLst>
              <a:ext uri="{FF2B5EF4-FFF2-40B4-BE49-F238E27FC236}">
                <a16:creationId xmlns:a16="http://schemas.microsoft.com/office/drawing/2014/main" id="{32C77D48-6672-D34A-C848-F5DB3388CA20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" name="Square">
            <a:extLst>
              <a:ext uri="{FF2B5EF4-FFF2-40B4-BE49-F238E27FC236}">
                <a16:creationId xmlns:a16="http://schemas.microsoft.com/office/drawing/2014/main" id="{6CF39054-3251-4BC8-FA1A-C7ABA2CB3F2C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" name="Square">
            <a:extLst>
              <a:ext uri="{FF2B5EF4-FFF2-40B4-BE49-F238E27FC236}">
                <a16:creationId xmlns:a16="http://schemas.microsoft.com/office/drawing/2014/main" id="{F6A67941-7279-10C6-C6B7-F88782B244DA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" name="Square">
            <a:extLst>
              <a:ext uri="{FF2B5EF4-FFF2-40B4-BE49-F238E27FC236}">
                <a16:creationId xmlns:a16="http://schemas.microsoft.com/office/drawing/2014/main" id="{E39CC563-2370-4AAD-AFC7-15604F884ED4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" name="Square">
            <a:extLst>
              <a:ext uri="{FF2B5EF4-FFF2-40B4-BE49-F238E27FC236}">
                <a16:creationId xmlns:a16="http://schemas.microsoft.com/office/drawing/2014/main" id="{83218A6D-FF4A-DE0C-874F-785EA9DBCF92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" name="Square">
            <a:extLst>
              <a:ext uri="{FF2B5EF4-FFF2-40B4-BE49-F238E27FC236}">
                <a16:creationId xmlns:a16="http://schemas.microsoft.com/office/drawing/2014/main" id="{BC70E2C5-EAFC-0793-ED26-79DC314C1888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" name="Square">
            <a:extLst>
              <a:ext uri="{FF2B5EF4-FFF2-40B4-BE49-F238E27FC236}">
                <a16:creationId xmlns:a16="http://schemas.microsoft.com/office/drawing/2014/main" id="{46EA8A2E-E035-4366-9A43-A7E7DBABE85E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" name="Square">
            <a:extLst>
              <a:ext uri="{FF2B5EF4-FFF2-40B4-BE49-F238E27FC236}">
                <a16:creationId xmlns:a16="http://schemas.microsoft.com/office/drawing/2014/main" id="{1E83F714-5AC3-ABAA-5FCA-B5657B9D24F2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" name="Square">
            <a:extLst>
              <a:ext uri="{FF2B5EF4-FFF2-40B4-BE49-F238E27FC236}">
                <a16:creationId xmlns:a16="http://schemas.microsoft.com/office/drawing/2014/main" id="{ED737626-C442-D67E-DE49-3B8CB0C65D3E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" name="Square">
            <a:extLst>
              <a:ext uri="{FF2B5EF4-FFF2-40B4-BE49-F238E27FC236}">
                <a16:creationId xmlns:a16="http://schemas.microsoft.com/office/drawing/2014/main" id="{48CEED1E-BAC3-7974-2A4D-141113B8E0A4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" name="Square">
            <a:extLst>
              <a:ext uri="{FF2B5EF4-FFF2-40B4-BE49-F238E27FC236}">
                <a16:creationId xmlns:a16="http://schemas.microsoft.com/office/drawing/2014/main" id="{ACB87F9D-244F-D91E-E46D-A46D3C8C5943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" name="Square">
            <a:extLst>
              <a:ext uri="{FF2B5EF4-FFF2-40B4-BE49-F238E27FC236}">
                <a16:creationId xmlns:a16="http://schemas.microsoft.com/office/drawing/2014/main" id="{82FC96A4-E4FF-045C-0BD4-8963E4DE9D3A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" name="Square">
            <a:extLst>
              <a:ext uri="{FF2B5EF4-FFF2-40B4-BE49-F238E27FC236}">
                <a16:creationId xmlns:a16="http://schemas.microsoft.com/office/drawing/2014/main" id="{B74B227D-A77C-B282-C60C-E8C628CF8ABD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" name="Square">
            <a:extLst>
              <a:ext uri="{FF2B5EF4-FFF2-40B4-BE49-F238E27FC236}">
                <a16:creationId xmlns:a16="http://schemas.microsoft.com/office/drawing/2014/main" id="{F1DAD6C5-7083-6E91-2FC4-C3111FFD00DA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" name="Square">
            <a:extLst>
              <a:ext uri="{FF2B5EF4-FFF2-40B4-BE49-F238E27FC236}">
                <a16:creationId xmlns:a16="http://schemas.microsoft.com/office/drawing/2014/main" id="{D203C124-49AC-48D1-B242-71A041497A22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" name="Square">
            <a:extLst>
              <a:ext uri="{FF2B5EF4-FFF2-40B4-BE49-F238E27FC236}">
                <a16:creationId xmlns:a16="http://schemas.microsoft.com/office/drawing/2014/main" id="{D4A9F0E0-D229-557B-4C72-F8A0FB0E207B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Square">
            <a:extLst>
              <a:ext uri="{FF2B5EF4-FFF2-40B4-BE49-F238E27FC236}">
                <a16:creationId xmlns:a16="http://schemas.microsoft.com/office/drawing/2014/main" id="{494FCB52-8378-785F-56D2-BB4A9985ABBB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" name="Square">
            <a:extLst>
              <a:ext uri="{FF2B5EF4-FFF2-40B4-BE49-F238E27FC236}">
                <a16:creationId xmlns:a16="http://schemas.microsoft.com/office/drawing/2014/main" id="{2AB385E8-EFD8-C2BC-124C-F66399E8D3D9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Square">
            <a:extLst>
              <a:ext uri="{FF2B5EF4-FFF2-40B4-BE49-F238E27FC236}">
                <a16:creationId xmlns:a16="http://schemas.microsoft.com/office/drawing/2014/main" id="{847B8540-700F-5CB7-1DBD-1C652D83DCF5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Square">
            <a:extLst>
              <a:ext uri="{FF2B5EF4-FFF2-40B4-BE49-F238E27FC236}">
                <a16:creationId xmlns:a16="http://schemas.microsoft.com/office/drawing/2014/main" id="{24A16F81-4290-EE48-7F50-55292DBBD881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Square">
            <a:extLst>
              <a:ext uri="{FF2B5EF4-FFF2-40B4-BE49-F238E27FC236}">
                <a16:creationId xmlns:a16="http://schemas.microsoft.com/office/drawing/2014/main" id="{1A13652D-8F81-3888-5B75-F217C2CB0D18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" name="Square">
            <a:extLst>
              <a:ext uri="{FF2B5EF4-FFF2-40B4-BE49-F238E27FC236}">
                <a16:creationId xmlns:a16="http://schemas.microsoft.com/office/drawing/2014/main" id="{B9B40404-C3CB-6D01-B530-862EC19CA234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Square">
            <a:extLst>
              <a:ext uri="{FF2B5EF4-FFF2-40B4-BE49-F238E27FC236}">
                <a16:creationId xmlns:a16="http://schemas.microsoft.com/office/drawing/2014/main" id="{BFA37F97-C809-83C3-21D2-3BAB42985EA9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Square">
            <a:extLst>
              <a:ext uri="{FF2B5EF4-FFF2-40B4-BE49-F238E27FC236}">
                <a16:creationId xmlns:a16="http://schemas.microsoft.com/office/drawing/2014/main" id="{907041AC-9838-30D9-0901-93E385C82006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Square">
            <a:extLst>
              <a:ext uri="{FF2B5EF4-FFF2-40B4-BE49-F238E27FC236}">
                <a16:creationId xmlns:a16="http://schemas.microsoft.com/office/drawing/2014/main" id="{1F62D4E6-63A2-DB32-2730-66F112593B05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Square">
            <a:extLst>
              <a:ext uri="{FF2B5EF4-FFF2-40B4-BE49-F238E27FC236}">
                <a16:creationId xmlns:a16="http://schemas.microsoft.com/office/drawing/2014/main" id="{26226E77-546A-7192-B410-989D243AB2AC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" name="Square">
            <a:extLst>
              <a:ext uri="{FF2B5EF4-FFF2-40B4-BE49-F238E27FC236}">
                <a16:creationId xmlns:a16="http://schemas.microsoft.com/office/drawing/2014/main" id="{636FDF48-5BB7-074D-5D88-EFFAF3B38DAF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Square">
            <a:extLst>
              <a:ext uri="{FF2B5EF4-FFF2-40B4-BE49-F238E27FC236}">
                <a16:creationId xmlns:a16="http://schemas.microsoft.com/office/drawing/2014/main" id="{AFA31048-4190-2722-658C-45AD61E875A4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Square">
            <a:extLst>
              <a:ext uri="{FF2B5EF4-FFF2-40B4-BE49-F238E27FC236}">
                <a16:creationId xmlns:a16="http://schemas.microsoft.com/office/drawing/2014/main" id="{F5B09496-4AD5-D036-695E-D5665DCC1704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Square">
            <a:extLst>
              <a:ext uri="{FF2B5EF4-FFF2-40B4-BE49-F238E27FC236}">
                <a16:creationId xmlns:a16="http://schemas.microsoft.com/office/drawing/2014/main" id="{EA416535-045E-7FC3-B1AC-5FD4813EEE72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Square">
            <a:extLst>
              <a:ext uri="{FF2B5EF4-FFF2-40B4-BE49-F238E27FC236}">
                <a16:creationId xmlns:a16="http://schemas.microsoft.com/office/drawing/2014/main" id="{3721CE8A-EB78-5DE2-FE34-2D4C3EA85C99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Square">
            <a:extLst>
              <a:ext uri="{FF2B5EF4-FFF2-40B4-BE49-F238E27FC236}">
                <a16:creationId xmlns:a16="http://schemas.microsoft.com/office/drawing/2014/main" id="{1349181C-3CFE-EC17-1561-88F0DA4BD0FB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" name="Square">
            <a:extLst>
              <a:ext uri="{FF2B5EF4-FFF2-40B4-BE49-F238E27FC236}">
                <a16:creationId xmlns:a16="http://schemas.microsoft.com/office/drawing/2014/main" id="{C4B61BFF-1782-1D86-8328-FFB2FBC62B3B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Square">
            <a:extLst>
              <a:ext uri="{FF2B5EF4-FFF2-40B4-BE49-F238E27FC236}">
                <a16:creationId xmlns:a16="http://schemas.microsoft.com/office/drawing/2014/main" id="{746B77FB-FD2C-206F-6691-B57BFFC8557E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Square">
            <a:extLst>
              <a:ext uri="{FF2B5EF4-FFF2-40B4-BE49-F238E27FC236}">
                <a16:creationId xmlns:a16="http://schemas.microsoft.com/office/drawing/2014/main" id="{1814837A-59F0-A918-BCAD-3031DD26153E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Home">
            <a:extLst>
              <a:ext uri="{FF2B5EF4-FFF2-40B4-BE49-F238E27FC236}">
                <a16:creationId xmlns:a16="http://schemas.microsoft.com/office/drawing/2014/main" id="{EA3A91C1-38BA-BCF4-F98C-8D4E952B21B4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1" name="Rounded Rectangle">
            <a:extLst>
              <a:ext uri="{FF2B5EF4-FFF2-40B4-BE49-F238E27FC236}">
                <a16:creationId xmlns:a16="http://schemas.microsoft.com/office/drawing/2014/main" id="{66A1D992-2E33-A155-0B09-E9909BE82943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Rectangle">
            <a:extLst>
              <a:ext uri="{FF2B5EF4-FFF2-40B4-BE49-F238E27FC236}">
                <a16:creationId xmlns:a16="http://schemas.microsoft.com/office/drawing/2014/main" id="{4CA1CEEB-A7D2-69DA-69CC-3E8CFAF1D360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" name="Rectangle">
            <a:extLst>
              <a:ext uri="{FF2B5EF4-FFF2-40B4-BE49-F238E27FC236}">
                <a16:creationId xmlns:a16="http://schemas.microsoft.com/office/drawing/2014/main" id="{72F45CF5-3B5A-5F4D-45EF-22584260B031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" name="Circle">
            <a:extLst>
              <a:ext uri="{FF2B5EF4-FFF2-40B4-BE49-F238E27FC236}">
                <a16:creationId xmlns:a16="http://schemas.microsoft.com/office/drawing/2014/main" id="{8C163240-6FC3-E68C-787A-F17195962A34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" name="Line">
            <a:extLst>
              <a:ext uri="{FF2B5EF4-FFF2-40B4-BE49-F238E27FC236}">
                <a16:creationId xmlns:a16="http://schemas.microsoft.com/office/drawing/2014/main" id="{39D7BA54-FBB2-F106-5458-BA6FD8A5EB45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" name="Line">
            <a:extLst>
              <a:ext uri="{FF2B5EF4-FFF2-40B4-BE49-F238E27FC236}">
                <a16:creationId xmlns:a16="http://schemas.microsoft.com/office/drawing/2014/main" id="{89949136-97D6-2888-2617-27C380451168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" name="Home">
            <a:extLst>
              <a:ext uri="{FF2B5EF4-FFF2-40B4-BE49-F238E27FC236}">
                <a16:creationId xmlns:a16="http://schemas.microsoft.com/office/drawing/2014/main" id="{600A2466-71F1-8E5D-91AF-5143F309BCDF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3" name="Home">
            <a:extLst>
              <a:ext uri="{FF2B5EF4-FFF2-40B4-BE49-F238E27FC236}">
                <a16:creationId xmlns:a16="http://schemas.microsoft.com/office/drawing/2014/main" id="{AF3E6AC5-FCE6-B378-CFCA-D96E4AA73B28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4" name="Rounded Rectangle">
            <a:extLst>
              <a:ext uri="{FF2B5EF4-FFF2-40B4-BE49-F238E27FC236}">
                <a16:creationId xmlns:a16="http://schemas.microsoft.com/office/drawing/2014/main" id="{80570410-723A-07F1-FF2A-BEDB9CDCC930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" name="Rectangle">
            <a:extLst>
              <a:ext uri="{FF2B5EF4-FFF2-40B4-BE49-F238E27FC236}">
                <a16:creationId xmlns:a16="http://schemas.microsoft.com/office/drawing/2014/main" id="{30FB90F4-CCD3-04D5-090D-43BA7A519C9F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" name="Rectangle">
            <a:extLst>
              <a:ext uri="{FF2B5EF4-FFF2-40B4-BE49-F238E27FC236}">
                <a16:creationId xmlns:a16="http://schemas.microsoft.com/office/drawing/2014/main" id="{C7BFF6F7-D698-B8E6-58D5-356B8BA56F72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" name="Circle">
            <a:extLst>
              <a:ext uri="{FF2B5EF4-FFF2-40B4-BE49-F238E27FC236}">
                <a16:creationId xmlns:a16="http://schemas.microsoft.com/office/drawing/2014/main" id="{01E66831-DA20-4C05-3884-FC97A5AFB8D9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" name="Line">
            <a:extLst>
              <a:ext uri="{FF2B5EF4-FFF2-40B4-BE49-F238E27FC236}">
                <a16:creationId xmlns:a16="http://schemas.microsoft.com/office/drawing/2014/main" id="{6899B383-1000-01AB-5830-AA8966C270E6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" name="Line">
            <a:extLst>
              <a:ext uri="{FF2B5EF4-FFF2-40B4-BE49-F238E27FC236}">
                <a16:creationId xmlns:a16="http://schemas.microsoft.com/office/drawing/2014/main" id="{834B9305-55A6-ABBB-DB23-0B39646E7906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Home">
            <a:extLst>
              <a:ext uri="{FF2B5EF4-FFF2-40B4-BE49-F238E27FC236}">
                <a16:creationId xmlns:a16="http://schemas.microsoft.com/office/drawing/2014/main" id="{D8E7261B-F290-D3E1-4627-A0371502051E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44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63DF-9A22-DEE8-5C81-5A1ED1B8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quare">
            <a:extLst>
              <a:ext uri="{FF2B5EF4-FFF2-40B4-BE49-F238E27FC236}">
                <a16:creationId xmlns:a16="http://schemas.microsoft.com/office/drawing/2014/main" id="{A7F301B0-5300-AC42-4114-4BB302B61586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" name="Square">
            <a:extLst>
              <a:ext uri="{FF2B5EF4-FFF2-40B4-BE49-F238E27FC236}">
                <a16:creationId xmlns:a16="http://schemas.microsoft.com/office/drawing/2014/main" id="{629338B6-FF32-8945-85B0-42CC408F661B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" name="Square">
            <a:extLst>
              <a:ext uri="{FF2B5EF4-FFF2-40B4-BE49-F238E27FC236}">
                <a16:creationId xmlns:a16="http://schemas.microsoft.com/office/drawing/2014/main" id="{413FB905-88D0-DAAE-3A58-039C7A90A774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" name="Square">
            <a:extLst>
              <a:ext uri="{FF2B5EF4-FFF2-40B4-BE49-F238E27FC236}">
                <a16:creationId xmlns:a16="http://schemas.microsoft.com/office/drawing/2014/main" id="{C026C9A4-D052-2FC0-3F7E-869C90EAEFA1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" name="Square">
            <a:extLst>
              <a:ext uri="{FF2B5EF4-FFF2-40B4-BE49-F238E27FC236}">
                <a16:creationId xmlns:a16="http://schemas.microsoft.com/office/drawing/2014/main" id="{5FFE7957-066D-2E1C-854B-A78603B7FE89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" name="Square">
            <a:extLst>
              <a:ext uri="{FF2B5EF4-FFF2-40B4-BE49-F238E27FC236}">
                <a16:creationId xmlns:a16="http://schemas.microsoft.com/office/drawing/2014/main" id="{BA6EBEE5-62F6-C4DD-DDC6-7CA4B223DE0F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" name="Square">
            <a:extLst>
              <a:ext uri="{FF2B5EF4-FFF2-40B4-BE49-F238E27FC236}">
                <a16:creationId xmlns:a16="http://schemas.microsoft.com/office/drawing/2014/main" id="{8E4A623B-B23D-9AFF-6359-1A05240F4915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" name="Square">
            <a:extLst>
              <a:ext uri="{FF2B5EF4-FFF2-40B4-BE49-F238E27FC236}">
                <a16:creationId xmlns:a16="http://schemas.microsoft.com/office/drawing/2014/main" id="{8874EF1C-FC2A-2F44-C363-16DC2F2470A3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" name="Square">
            <a:extLst>
              <a:ext uri="{FF2B5EF4-FFF2-40B4-BE49-F238E27FC236}">
                <a16:creationId xmlns:a16="http://schemas.microsoft.com/office/drawing/2014/main" id="{2347F392-7DBF-A3CD-6621-8A035F1CF186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" name="Square">
            <a:extLst>
              <a:ext uri="{FF2B5EF4-FFF2-40B4-BE49-F238E27FC236}">
                <a16:creationId xmlns:a16="http://schemas.microsoft.com/office/drawing/2014/main" id="{92FF71E4-5CF7-6935-C775-48DC349E6212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" name="Square">
            <a:extLst>
              <a:ext uri="{FF2B5EF4-FFF2-40B4-BE49-F238E27FC236}">
                <a16:creationId xmlns:a16="http://schemas.microsoft.com/office/drawing/2014/main" id="{3C559C03-DBD9-9772-5114-3BC2701C61CA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" name="Square">
            <a:extLst>
              <a:ext uri="{FF2B5EF4-FFF2-40B4-BE49-F238E27FC236}">
                <a16:creationId xmlns:a16="http://schemas.microsoft.com/office/drawing/2014/main" id="{A56D016B-94F5-085E-382B-D84B69FE0685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" name="Square">
            <a:extLst>
              <a:ext uri="{FF2B5EF4-FFF2-40B4-BE49-F238E27FC236}">
                <a16:creationId xmlns:a16="http://schemas.microsoft.com/office/drawing/2014/main" id="{9F177A94-3EE9-6BAD-1BEF-4FB13202C08C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" name="Square">
            <a:extLst>
              <a:ext uri="{FF2B5EF4-FFF2-40B4-BE49-F238E27FC236}">
                <a16:creationId xmlns:a16="http://schemas.microsoft.com/office/drawing/2014/main" id="{FBEDDEC8-EF9D-C44E-EEA9-B5666252080E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" name="Square">
            <a:extLst>
              <a:ext uri="{FF2B5EF4-FFF2-40B4-BE49-F238E27FC236}">
                <a16:creationId xmlns:a16="http://schemas.microsoft.com/office/drawing/2014/main" id="{3AE90FA8-B5C0-A88B-B755-792C07D23CCC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" name="Square">
            <a:extLst>
              <a:ext uri="{FF2B5EF4-FFF2-40B4-BE49-F238E27FC236}">
                <a16:creationId xmlns:a16="http://schemas.microsoft.com/office/drawing/2014/main" id="{65DD06A7-5273-9A66-AF38-C1034CEEB502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" name="Square">
            <a:extLst>
              <a:ext uri="{FF2B5EF4-FFF2-40B4-BE49-F238E27FC236}">
                <a16:creationId xmlns:a16="http://schemas.microsoft.com/office/drawing/2014/main" id="{5D6A5B76-40D5-74E8-7BF9-E99917AFBD65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" name="Square">
            <a:extLst>
              <a:ext uri="{FF2B5EF4-FFF2-40B4-BE49-F238E27FC236}">
                <a16:creationId xmlns:a16="http://schemas.microsoft.com/office/drawing/2014/main" id="{EFF42565-A964-931F-10DB-CE880D413CBF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" name="Square">
            <a:extLst>
              <a:ext uri="{FF2B5EF4-FFF2-40B4-BE49-F238E27FC236}">
                <a16:creationId xmlns:a16="http://schemas.microsoft.com/office/drawing/2014/main" id="{B3499BB1-A861-4842-2168-B181333A4C9C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" name="Square">
            <a:extLst>
              <a:ext uri="{FF2B5EF4-FFF2-40B4-BE49-F238E27FC236}">
                <a16:creationId xmlns:a16="http://schemas.microsoft.com/office/drawing/2014/main" id="{623D7FAB-3463-5EE1-B084-2A6FB971E16A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" name="Square">
            <a:extLst>
              <a:ext uri="{FF2B5EF4-FFF2-40B4-BE49-F238E27FC236}">
                <a16:creationId xmlns:a16="http://schemas.microsoft.com/office/drawing/2014/main" id="{317D3618-E32B-EDC0-0230-3C2ECAA1520C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" name="Square">
            <a:extLst>
              <a:ext uri="{FF2B5EF4-FFF2-40B4-BE49-F238E27FC236}">
                <a16:creationId xmlns:a16="http://schemas.microsoft.com/office/drawing/2014/main" id="{CEBA4F58-3C65-C9C7-73A0-71F0D2D2D0F8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" name="Square">
            <a:extLst>
              <a:ext uri="{FF2B5EF4-FFF2-40B4-BE49-F238E27FC236}">
                <a16:creationId xmlns:a16="http://schemas.microsoft.com/office/drawing/2014/main" id="{C8AED20B-B3BD-1723-10C4-B7DA0CD73842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" name="Square">
            <a:extLst>
              <a:ext uri="{FF2B5EF4-FFF2-40B4-BE49-F238E27FC236}">
                <a16:creationId xmlns:a16="http://schemas.microsoft.com/office/drawing/2014/main" id="{1655943D-F340-985A-8ADE-054D08A2842E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" name="Square">
            <a:extLst>
              <a:ext uri="{FF2B5EF4-FFF2-40B4-BE49-F238E27FC236}">
                <a16:creationId xmlns:a16="http://schemas.microsoft.com/office/drawing/2014/main" id="{0E9467E6-6002-9621-AF7A-7713A060D3B1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" name="Square">
            <a:extLst>
              <a:ext uri="{FF2B5EF4-FFF2-40B4-BE49-F238E27FC236}">
                <a16:creationId xmlns:a16="http://schemas.microsoft.com/office/drawing/2014/main" id="{72C8E6F5-A0AC-C7A6-C3CD-2E4EE65018A9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" name="Square">
            <a:extLst>
              <a:ext uri="{FF2B5EF4-FFF2-40B4-BE49-F238E27FC236}">
                <a16:creationId xmlns:a16="http://schemas.microsoft.com/office/drawing/2014/main" id="{C93D0B9B-609A-A029-C579-445BB31304D3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" name="Square">
            <a:extLst>
              <a:ext uri="{FF2B5EF4-FFF2-40B4-BE49-F238E27FC236}">
                <a16:creationId xmlns:a16="http://schemas.microsoft.com/office/drawing/2014/main" id="{322AF8CC-5266-01CF-22E7-179C3FBA5617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" name="Square">
            <a:extLst>
              <a:ext uri="{FF2B5EF4-FFF2-40B4-BE49-F238E27FC236}">
                <a16:creationId xmlns:a16="http://schemas.microsoft.com/office/drawing/2014/main" id="{6DA1164C-0831-435B-608C-F8F060BDBE83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" name="Square">
            <a:extLst>
              <a:ext uri="{FF2B5EF4-FFF2-40B4-BE49-F238E27FC236}">
                <a16:creationId xmlns:a16="http://schemas.microsoft.com/office/drawing/2014/main" id="{F3C86E50-1A5B-3D06-BD2F-91E05492E1B9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" name="Square">
            <a:extLst>
              <a:ext uri="{FF2B5EF4-FFF2-40B4-BE49-F238E27FC236}">
                <a16:creationId xmlns:a16="http://schemas.microsoft.com/office/drawing/2014/main" id="{CFD901A8-9E30-AE75-F209-1195BF441C29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Square">
            <a:extLst>
              <a:ext uri="{FF2B5EF4-FFF2-40B4-BE49-F238E27FC236}">
                <a16:creationId xmlns:a16="http://schemas.microsoft.com/office/drawing/2014/main" id="{D00E7CD4-87CE-9494-D2FD-E04879FB7BA0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" name="Square">
            <a:extLst>
              <a:ext uri="{FF2B5EF4-FFF2-40B4-BE49-F238E27FC236}">
                <a16:creationId xmlns:a16="http://schemas.microsoft.com/office/drawing/2014/main" id="{79479F95-B4AA-A93D-33AC-2CADBD5E9D56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Square">
            <a:extLst>
              <a:ext uri="{FF2B5EF4-FFF2-40B4-BE49-F238E27FC236}">
                <a16:creationId xmlns:a16="http://schemas.microsoft.com/office/drawing/2014/main" id="{F69C7421-8FDA-427B-54B9-D001FD1CA0F7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Square">
            <a:extLst>
              <a:ext uri="{FF2B5EF4-FFF2-40B4-BE49-F238E27FC236}">
                <a16:creationId xmlns:a16="http://schemas.microsoft.com/office/drawing/2014/main" id="{D9E14F43-6E73-9C0C-325E-EA9097BB0B7F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Square">
            <a:extLst>
              <a:ext uri="{FF2B5EF4-FFF2-40B4-BE49-F238E27FC236}">
                <a16:creationId xmlns:a16="http://schemas.microsoft.com/office/drawing/2014/main" id="{8DEABCDB-ACB2-01F9-C430-8266B6A00DF9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" name="Square">
            <a:extLst>
              <a:ext uri="{FF2B5EF4-FFF2-40B4-BE49-F238E27FC236}">
                <a16:creationId xmlns:a16="http://schemas.microsoft.com/office/drawing/2014/main" id="{801E34B4-BFA9-3C4A-1202-35A20E6E43AE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Square">
            <a:extLst>
              <a:ext uri="{FF2B5EF4-FFF2-40B4-BE49-F238E27FC236}">
                <a16:creationId xmlns:a16="http://schemas.microsoft.com/office/drawing/2014/main" id="{0AAFB9E7-CCB4-E18A-CBD7-E89174F4E012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Square">
            <a:extLst>
              <a:ext uri="{FF2B5EF4-FFF2-40B4-BE49-F238E27FC236}">
                <a16:creationId xmlns:a16="http://schemas.microsoft.com/office/drawing/2014/main" id="{95B333A0-7E09-C796-9A75-6A12340013C1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Square">
            <a:extLst>
              <a:ext uri="{FF2B5EF4-FFF2-40B4-BE49-F238E27FC236}">
                <a16:creationId xmlns:a16="http://schemas.microsoft.com/office/drawing/2014/main" id="{76AD70C4-A8A4-B7BA-605E-1067E003045F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Square">
            <a:extLst>
              <a:ext uri="{FF2B5EF4-FFF2-40B4-BE49-F238E27FC236}">
                <a16:creationId xmlns:a16="http://schemas.microsoft.com/office/drawing/2014/main" id="{BAA8D54F-7C09-4154-911F-6700B6846828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" name="Square">
            <a:extLst>
              <a:ext uri="{FF2B5EF4-FFF2-40B4-BE49-F238E27FC236}">
                <a16:creationId xmlns:a16="http://schemas.microsoft.com/office/drawing/2014/main" id="{F7BC87B9-EF60-D4D1-782B-C64BBAE289E4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Square">
            <a:extLst>
              <a:ext uri="{FF2B5EF4-FFF2-40B4-BE49-F238E27FC236}">
                <a16:creationId xmlns:a16="http://schemas.microsoft.com/office/drawing/2014/main" id="{8091FD17-9542-D69C-AD22-A2DFAD910FE4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Square">
            <a:extLst>
              <a:ext uri="{FF2B5EF4-FFF2-40B4-BE49-F238E27FC236}">
                <a16:creationId xmlns:a16="http://schemas.microsoft.com/office/drawing/2014/main" id="{D9D1DCEE-0FBD-2DA1-1268-899768AA971A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Square">
            <a:extLst>
              <a:ext uri="{FF2B5EF4-FFF2-40B4-BE49-F238E27FC236}">
                <a16:creationId xmlns:a16="http://schemas.microsoft.com/office/drawing/2014/main" id="{2981B2AE-8ABF-0741-D2BC-34B3D30652E4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Square">
            <a:extLst>
              <a:ext uri="{FF2B5EF4-FFF2-40B4-BE49-F238E27FC236}">
                <a16:creationId xmlns:a16="http://schemas.microsoft.com/office/drawing/2014/main" id="{AD32F016-C520-8AD3-D4B1-341966B2F3C5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Square">
            <a:extLst>
              <a:ext uri="{FF2B5EF4-FFF2-40B4-BE49-F238E27FC236}">
                <a16:creationId xmlns:a16="http://schemas.microsoft.com/office/drawing/2014/main" id="{025A38C3-CC7D-237A-D8A5-A190FA494BA0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" name="Square">
            <a:extLst>
              <a:ext uri="{FF2B5EF4-FFF2-40B4-BE49-F238E27FC236}">
                <a16:creationId xmlns:a16="http://schemas.microsoft.com/office/drawing/2014/main" id="{523E1579-CAA4-C862-9FC9-71F9164B63C8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Square">
            <a:extLst>
              <a:ext uri="{FF2B5EF4-FFF2-40B4-BE49-F238E27FC236}">
                <a16:creationId xmlns:a16="http://schemas.microsoft.com/office/drawing/2014/main" id="{45D5EB71-C120-33D3-1AFF-094DBC542F06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Square">
            <a:extLst>
              <a:ext uri="{FF2B5EF4-FFF2-40B4-BE49-F238E27FC236}">
                <a16:creationId xmlns:a16="http://schemas.microsoft.com/office/drawing/2014/main" id="{A2DC0256-8E38-E37A-1D5F-42424F1BA7B4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" name="Line">
            <a:extLst>
              <a:ext uri="{FF2B5EF4-FFF2-40B4-BE49-F238E27FC236}">
                <a16:creationId xmlns:a16="http://schemas.microsoft.com/office/drawing/2014/main" id="{5FBAAD0B-47F3-07AE-D34F-79ED98CA3330}"/>
              </a:ext>
            </a:extLst>
          </p:cNvPr>
          <p:cNvSpPr>
            <a:spLocks noGrp="1"/>
          </p:cNvSpPr>
          <p:nvPr/>
        </p:nvSpPr>
        <p:spPr>
          <a:xfrm flipH="1">
            <a:off x="6864310" y="2418183"/>
            <a:ext cx="1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" name="Line">
            <a:extLst>
              <a:ext uri="{FF2B5EF4-FFF2-40B4-BE49-F238E27FC236}">
                <a16:creationId xmlns:a16="http://schemas.microsoft.com/office/drawing/2014/main" id="{6A3EDC98-3513-F067-16B6-D1CBC9F58EA5}"/>
              </a:ext>
            </a:extLst>
          </p:cNvPr>
          <p:cNvSpPr>
            <a:spLocks noGrp="1"/>
          </p:cNvSpPr>
          <p:nvPr/>
        </p:nvSpPr>
        <p:spPr>
          <a:xfrm>
            <a:off x="6864310" y="2545183"/>
            <a:ext cx="4483319" cy="0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" name="Line">
            <a:extLst>
              <a:ext uri="{FF2B5EF4-FFF2-40B4-BE49-F238E27FC236}">
                <a16:creationId xmlns:a16="http://schemas.microsoft.com/office/drawing/2014/main" id="{AF873BAB-A17A-3DA1-3280-CA1CECA3BCAA}"/>
              </a:ext>
            </a:extLst>
          </p:cNvPr>
          <p:cNvSpPr>
            <a:spLocks noGrp="1"/>
          </p:cNvSpPr>
          <p:nvPr/>
        </p:nvSpPr>
        <p:spPr>
          <a:xfrm flipH="1" flipV="1">
            <a:off x="15529222" y="9014406"/>
            <a:ext cx="5845113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" name="Line">
            <a:extLst>
              <a:ext uri="{FF2B5EF4-FFF2-40B4-BE49-F238E27FC236}">
                <a16:creationId xmlns:a16="http://schemas.microsoft.com/office/drawing/2014/main" id="{A9987A5B-B3FC-514D-03B9-9E79A04366BD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Home">
            <a:extLst>
              <a:ext uri="{FF2B5EF4-FFF2-40B4-BE49-F238E27FC236}">
                <a16:creationId xmlns:a16="http://schemas.microsoft.com/office/drawing/2014/main" id="{8E8DF9B4-4E1C-D0AF-52AF-BDA566E19902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8" name="Line">
            <a:extLst>
              <a:ext uri="{FF2B5EF4-FFF2-40B4-BE49-F238E27FC236}">
                <a16:creationId xmlns:a16="http://schemas.microsoft.com/office/drawing/2014/main" id="{89CB9899-6F67-C33D-82F6-345F96382A35}"/>
              </a:ext>
            </a:extLst>
          </p:cNvPr>
          <p:cNvSpPr>
            <a:spLocks noGrp="1"/>
          </p:cNvSpPr>
          <p:nvPr/>
        </p:nvSpPr>
        <p:spPr>
          <a:xfrm>
            <a:off x="4879439" y="9014408"/>
            <a:ext cx="634275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" name="Line">
            <a:extLst>
              <a:ext uri="{FF2B5EF4-FFF2-40B4-BE49-F238E27FC236}">
                <a16:creationId xmlns:a16="http://schemas.microsoft.com/office/drawing/2014/main" id="{5F65C188-4161-2CCA-8EC8-95A3ACD92678}"/>
              </a:ext>
            </a:extLst>
          </p:cNvPr>
          <p:cNvSpPr>
            <a:spLocks noGrp="1"/>
          </p:cNvSpPr>
          <p:nvPr/>
        </p:nvSpPr>
        <p:spPr>
          <a:xfrm flipH="1">
            <a:off x="11095191" y="2895932"/>
            <a:ext cx="1" cy="6245478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" name="Rounded Rectangle">
            <a:extLst>
              <a:ext uri="{FF2B5EF4-FFF2-40B4-BE49-F238E27FC236}">
                <a16:creationId xmlns:a16="http://schemas.microsoft.com/office/drawing/2014/main" id="{E2F20AA7-C3AA-4258-B08B-5F283B1A13D3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Rectangle">
            <a:extLst>
              <a:ext uri="{FF2B5EF4-FFF2-40B4-BE49-F238E27FC236}">
                <a16:creationId xmlns:a16="http://schemas.microsoft.com/office/drawing/2014/main" id="{6786B4F2-11A4-1E9F-3549-446086B0D25F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" name="Rectangle">
            <a:extLst>
              <a:ext uri="{FF2B5EF4-FFF2-40B4-BE49-F238E27FC236}">
                <a16:creationId xmlns:a16="http://schemas.microsoft.com/office/drawing/2014/main" id="{A7084440-54C2-9127-0724-69FD4BCD5F7B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" name="Circle">
            <a:extLst>
              <a:ext uri="{FF2B5EF4-FFF2-40B4-BE49-F238E27FC236}">
                <a16:creationId xmlns:a16="http://schemas.microsoft.com/office/drawing/2014/main" id="{9B238DDC-8746-4B83-C791-0987B66277F1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" name="Line">
            <a:extLst>
              <a:ext uri="{FF2B5EF4-FFF2-40B4-BE49-F238E27FC236}">
                <a16:creationId xmlns:a16="http://schemas.microsoft.com/office/drawing/2014/main" id="{CDE6B5F2-E803-363B-F5EA-15F39D0A7240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" name="Line">
            <a:extLst>
              <a:ext uri="{FF2B5EF4-FFF2-40B4-BE49-F238E27FC236}">
                <a16:creationId xmlns:a16="http://schemas.microsoft.com/office/drawing/2014/main" id="{E83EE8E8-7A70-92B8-07E2-E640D15ADCAD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" name="Home">
            <a:extLst>
              <a:ext uri="{FF2B5EF4-FFF2-40B4-BE49-F238E27FC236}">
                <a16:creationId xmlns:a16="http://schemas.microsoft.com/office/drawing/2014/main" id="{16A5862A-53CC-DFDB-1422-D0ACA015BE8C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Line">
            <a:extLst>
              <a:ext uri="{FF2B5EF4-FFF2-40B4-BE49-F238E27FC236}">
                <a16:creationId xmlns:a16="http://schemas.microsoft.com/office/drawing/2014/main" id="{258E7F09-1C23-EA4A-A787-77DB5BF70020}"/>
              </a:ext>
            </a:extLst>
          </p:cNvPr>
          <p:cNvSpPr>
            <a:spLocks noGrp="1"/>
          </p:cNvSpPr>
          <p:nvPr/>
        </p:nvSpPr>
        <p:spPr>
          <a:xfrm flipV="1">
            <a:off x="19537835" y="2478705"/>
            <a:ext cx="219677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" name="Line">
            <a:extLst>
              <a:ext uri="{FF2B5EF4-FFF2-40B4-BE49-F238E27FC236}">
                <a16:creationId xmlns:a16="http://schemas.microsoft.com/office/drawing/2014/main" id="{05E6B09E-3567-C06B-236D-450873C75E43}"/>
              </a:ext>
            </a:extLst>
          </p:cNvPr>
          <p:cNvSpPr>
            <a:spLocks noGrp="1"/>
          </p:cNvSpPr>
          <p:nvPr/>
        </p:nvSpPr>
        <p:spPr>
          <a:xfrm flipH="1">
            <a:off x="21607603" y="2351705"/>
            <a:ext cx="1" cy="6245477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" name="Home">
            <a:extLst>
              <a:ext uri="{FF2B5EF4-FFF2-40B4-BE49-F238E27FC236}">
                <a16:creationId xmlns:a16="http://schemas.microsoft.com/office/drawing/2014/main" id="{77DB3DB6-4932-85C1-8A60-46559852A6B2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4" name="Rounded Rectangle">
            <a:extLst>
              <a:ext uri="{FF2B5EF4-FFF2-40B4-BE49-F238E27FC236}">
                <a16:creationId xmlns:a16="http://schemas.microsoft.com/office/drawing/2014/main" id="{7F7E7F72-A908-5DB9-1C36-80746BC2B576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" name="Rectangle">
            <a:extLst>
              <a:ext uri="{FF2B5EF4-FFF2-40B4-BE49-F238E27FC236}">
                <a16:creationId xmlns:a16="http://schemas.microsoft.com/office/drawing/2014/main" id="{8AC2B731-DC9A-36AD-1A05-F31DF4937F84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" name="Rectangle">
            <a:extLst>
              <a:ext uri="{FF2B5EF4-FFF2-40B4-BE49-F238E27FC236}">
                <a16:creationId xmlns:a16="http://schemas.microsoft.com/office/drawing/2014/main" id="{E4BD7F03-54E1-D849-4AB5-9BFD677779F3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" name="Circle">
            <a:extLst>
              <a:ext uri="{FF2B5EF4-FFF2-40B4-BE49-F238E27FC236}">
                <a16:creationId xmlns:a16="http://schemas.microsoft.com/office/drawing/2014/main" id="{1FCCA46D-3EC2-58C4-033F-AF330D2E11E3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" name="Line">
            <a:extLst>
              <a:ext uri="{FF2B5EF4-FFF2-40B4-BE49-F238E27FC236}">
                <a16:creationId xmlns:a16="http://schemas.microsoft.com/office/drawing/2014/main" id="{FED43694-8928-8FB8-F58A-744B9EB89F56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" name="Line">
            <a:extLst>
              <a:ext uri="{FF2B5EF4-FFF2-40B4-BE49-F238E27FC236}">
                <a16:creationId xmlns:a16="http://schemas.microsoft.com/office/drawing/2014/main" id="{1206F5F9-65D7-2647-C0B4-502757D583ED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Home">
            <a:extLst>
              <a:ext uri="{FF2B5EF4-FFF2-40B4-BE49-F238E27FC236}">
                <a16:creationId xmlns:a16="http://schemas.microsoft.com/office/drawing/2014/main" id="{9CBB9812-4315-68C2-1226-A8FDFF43F237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16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FA21-5FE7-AB6C-CA0D-19393731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quare">
            <a:extLst>
              <a:ext uri="{FF2B5EF4-FFF2-40B4-BE49-F238E27FC236}">
                <a16:creationId xmlns:a16="http://schemas.microsoft.com/office/drawing/2014/main" id="{CDD4BE09-9EA8-67EB-C735-A1FDA6B49EB3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" name="Square">
            <a:extLst>
              <a:ext uri="{FF2B5EF4-FFF2-40B4-BE49-F238E27FC236}">
                <a16:creationId xmlns:a16="http://schemas.microsoft.com/office/drawing/2014/main" id="{50C1826F-E449-0AC1-1F4E-FE19E35FE219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" name="Square">
            <a:extLst>
              <a:ext uri="{FF2B5EF4-FFF2-40B4-BE49-F238E27FC236}">
                <a16:creationId xmlns:a16="http://schemas.microsoft.com/office/drawing/2014/main" id="{A4FBCCFD-BAE1-BCF6-87F2-7C331EA1E69F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" name="Square">
            <a:extLst>
              <a:ext uri="{FF2B5EF4-FFF2-40B4-BE49-F238E27FC236}">
                <a16:creationId xmlns:a16="http://schemas.microsoft.com/office/drawing/2014/main" id="{8B15475C-AA5C-7428-B087-7CC8B2857116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" name="Square">
            <a:extLst>
              <a:ext uri="{FF2B5EF4-FFF2-40B4-BE49-F238E27FC236}">
                <a16:creationId xmlns:a16="http://schemas.microsoft.com/office/drawing/2014/main" id="{4DD4AD36-D32C-F4A8-18F2-772035A31B0C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" name="Square">
            <a:extLst>
              <a:ext uri="{FF2B5EF4-FFF2-40B4-BE49-F238E27FC236}">
                <a16:creationId xmlns:a16="http://schemas.microsoft.com/office/drawing/2014/main" id="{5FE15888-8941-A3D3-264F-702D1DD31758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" name="Square">
            <a:extLst>
              <a:ext uri="{FF2B5EF4-FFF2-40B4-BE49-F238E27FC236}">
                <a16:creationId xmlns:a16="http://schemas.microsoft.com/office/drawing/2014/main" id="{3A58864B-07F1-99B6-16C9-B092F4D356AE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" name="Square">
            <a:extLst>
              <a:ext uri="{FF2B5EF4-FFF2-40B4-BE49-F238E27FC236}">
                <a16:creationId xmlns:a16="http://schemas.microsoft.com/office/drawing/2014/main" id="{DC5D2298-668D-94F0-C852-B0825DCA0FBD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" name="Square">
            <a:extLst>
              <a:ext uri="{FF2B5EF4-FFF2-40B4-BE49-F238E27FC236}">
                <a16:creationId xmlns:a16="http://schemas.microsoft.com/office/drawing/2014/main" id="{D51E6E51-87C5-3E88-47FC-2047B98BB65D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" name="Square">
            <a:extLst>
              <a:ext uri="{FF2B5EF4-FFF2-40B4-BE49-F238E27FC236}">
                <a16:creationId xmlns:a16="http://schemas.microsoft.com/office/drawing/2014/main" id="{24E379E3-C9B8-4ED1-A4A0-BC2A7EE056BE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" name="Square">
            <a:extLst>
              <a:ext uri="{FF2B5EF4-FFF2-40B4-BE49-F238E27FC236}">
                <a16:creationId xmlns:a16="http://schemas.microsoft.com/office/drawing/2014/main" id="{114FD5C9-7A23-DFB0-85EA-96D25BDF260B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" name="Square">
            <a:extLst>
              <a:ext uri="{FF2B5EF4-FFF2-40B4-BE49-F238E27FC236}">
                <a16:creationId xmlns:a16="http://schemas.microsoft.com/office/drawing/2014/main" id="{4913AF8A-5C8B-10ED-74F6-37CE3F1EA657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" name="Square">
            <a:extLst>
              <a:ext uri="{FF2B5EF4-FFF2-40B4-BE49-F238E27FC236}">
                <a16:creationId xmlns:a16="http://schemas.microsoft.com/office/drawing/2014/main" id="{27824B78-2EAA-4863-FFA4-0ABF13B0BFB3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" name="Square">
            <a:extLst>
              <a:ext uri="{FF2B5EF4-FFF2-40B4-BE49-F238E27FC236}">
                <a16:creationId xmlns:a16="http://schemas.microsoft.com/office/drawing/2014/main" id="{669C87A0-2624-5233-9390-E8411ED908BF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" name="Square">
            <a:extLst>
              <a:ext uri="{FF2B5EF4-FFF2-40B4-BE49-F238E27FC236}">
                <a16:creationId xmlns:a16="http://schemas.microsoft.com/office/drawing/2014/main" id="{DDA2E934-764A-A595-0952-6C8E8507A977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" name="Square">
            <a:extLst>
              <a:ext uri="{FF2B5EF4-FFF2-40B4-BE49-F238E27FC236}">
                <a16:creationId xmlns:a16="http://schemas.microsoft.com/office/drawing/2014/main" id="{75AD7C41-8428-CB92-9D12-D8EA7E53F1B4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" name="Square">
            <a:extLst>
              <a:ext uri="{FF2B5EF4-FFF2-40B4-BE49-F238E27FC236}">
                <a16:creationId xmlns:a16="http://schemas.microsoft.com/office/drawing/2014/main" id="{635A41BA-3133-23C2-3B68-1DD874DE73A6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" name="Square">
            <a:extLst>
              <a:ext uri="{FF2B5EF4-FFF2-40B4-BE49-F238E27FC236}">
                <a16:creationId xmlns:a16="http://schemas.microsoft.com/office/drawing/2014/main" id="{D0C18E25-48D7-2E19-1F1C-79BCD4C54D60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" name="Square">
            <a:extLst>
              <a:ext uri="{FF2B5EF4-FFF2-40B4-BE49-F238E27FC236}">
                <a16:creationId xmlns:a16="http://schemas.microsoft.com/office/drawing/2014/main" id="{5DEFA6E0-540F-9D7A-FF51-E343931E0844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" name="Square">
            <a:extLst>
              <a:ext uri="{FF2B5EF4-FFF2-40B4-BE49-F238E27FC236}">
                <a16:creationId xmlns:a16="http://schemas.microsoft.com/office/drawing/2014/main" id="{5B77E902-6DC2-35FB-3B38-ABAD8DDD365C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" name="Square">
            <a:extLst>
              <a:ext uri="{FF2B5EF4-FFF2-40B4-BE49-F238E27FC236}">
                <a16:creationId xmlns:a16="http://schemas.microsoft.com/office/drawing/2014/main" id="{DDCE8B46-1E52-1C25-6B2F-30DED765286C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" name="Square">
            <a:extLst>
              <a:ext uri="{FF2B5EF4-FFF2-40B4-BE49-F238E27FC236}">
                <a16:creationId xmlns:a16="http://schemas.microsoft.com/office/drawing/2014/main" id="{99D71E62-E6E1-EDF9-D163-F3A589D71E20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" name="Square">
            <a:extLst>
              <a:ext uri="{FF2B5EF4-FFF2-40B4-BE49-F238E27FC236}">
                <a16:creationId xmlns:a16="http://schemas.microsoft.com/office/drawing/2014/main" id="{0C4C65F1-E840-3F75-C0B0-F9B1EEC01C84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" name="Square">
            <a:extLst>
              <a:ext uri="{FF2B5EF4-FFF2-40B4-BE49-F238E27FC236}">
                <a16:creationId xmlns:a16="http://schemas.microsoft.com/office/drawing/2014/main" id="{04A26842-95F0-E01A-F7C3-69674355F043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" name="Square">
            <a:extLst>
              <a:ext uri="{FF2B5EF4-FFF2-40B4-BE49-F238E27FC236}">
                <a16:creationId xmlns:a16="http://schemas.microsoft.com/office/drawing/2014/main" id="{6077CD3A-786A-1A3E-3B97-ADC6EFC45C56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" name="Square">
            <a:extLst>
              <a:ext uri="{FF2B5EF4-FFF2-40B4-BE49-F238E27FC236}">
                <a16:creationId xmlns:a16="http://schemas.microsoft.com/office/drawing/2014/main" id="{99535E63-A187-98DB-9DBB-36C47D9B0535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" name="Square">
            <a:extLst>
              <a:ext uri="{FF2B5EF4-FFF2-40B4-BE49-F238E27FC236}">
                <a16:creationId xmlns:a16="http://schemas.microsoft.com/office/drawing/2014/main" id="{93E8FB03-72C9-2B16-E3D5-96633BADC1F2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" name="Square">
            <a:extLst>
              <a:ext uri="{FF2B5EF4-FFF2-40B4-BE49-F238E27FC236}">
                <a16:creationId xmlns:a16="http://schemas.microsoft.com/office/drawing/2014/main" id="{83DC3DF6-1315-DB9F-36B0-FDBE207B834D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" name="Square">
            <a:extLst>
              <a:ext uri="{FF2B5EF4-FFF2-40B4-BE49-F238E27FC236}">
                <a16:creationId xmlns:a16="http://schemas.microsoft.com/office/drawing/2014/main" id="{59E09E22-DFFF-134E-FA8C-E0106B706BCA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" name="Square">
            <a:extLst>
              <a:ext uri="{FF2B5EF4-FFF2-40B4-BE49-F238E27FC236}">
                <a16:creationId xmlns:a16="http://schemas.microsoft.com/office/drawing/2014/main" id="{CCC31553-2C7F-9FB4-628B-050849B5A46B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" name="Square">
            <a:extLst>
              <a:ext uri="{FF2B5EF4-FFF2-40B4-BE49-F238E27FC236}">
                <a16:creationId xmlns:a16="http://schemas.microsoft.com/office/drawing/2014/main" id="{5444E2FD-AE09-F253-03CE-4B74B3E47AEE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Square">
            <a:extLst>
              <a:ext uri="{FF2B5EF4-FFF2-40B4-BE49-F238E27FC236}">
                <a16:creationId xmlns:a16="http://schemas.microsoft.com/office/drawing/2014/main" id="{A1127805-02F6-55F3-5608-EE484CEF8A7D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" name="Square">
            <a:extLst>
              <a:ext uri="{FF2B5EF4-FFF2-40B4-BE49-F238E27FC236}">
                <a16:creationId xmlns:a16="http://schemas.microsoft.com/office/drawing/2014/main" id="{ECAB4CDF-720E-A4C5-0E9B-AC4786E2A594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Square">
            <a:extLst>
              <a:ext uri="{FF2B5EF4-FFF2-40B4-BE49-F238E27FC236}">
                <a16:creationId xmlns:a16="http://schemas.microsoft.com/office/drawing/2014/main" id="{A4FF5DAB-C6A2-3E9B-3922-E805364B2437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Square">
            <a:extLst>
              <a:ext uri="{FF2B5EF4-FFF2-40B4-BE49-F238E27FC236}">
                <a16:creationId xmlns:a16="http://schemas.microsoft.com/office/drawing/2014/main" id="{ED62D177-42DB-4385-CED6-DA499089EFEF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Square">
            <a:extLst>
              <a:ext uri="{FF2B5EF4-FFF2-40B4-BE49-F238E27FC236}">
                <a16:creationId xmlns:a16="http://schemas.microsoft.com/office/drawing/2014/main" id="{A387830B-E9AD-3ABF-D051-570AB2ECD9D2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" name="Square">
            <a:extLst>
              <a:ext uri="{FF2B5EF4-FFF2-40B4-BE49-F238E27FC236}">
                <a16:creationId xmlns:a16="http://schemas.microsoft.com/office/drawing/2014/main" id="{0930DC8C-5B01-345C-A3BC-E77277DA6627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Square">
            <a:extLst>
              <a:ext uri="{FF2B5EF4-FFF2-40B4-BE49-F238E27FC236}">
                <a16:creationId xmlns:a16="http://schemas.microsoft.com/office/drawing/2014/main" id="{E01CD521-25F9-2084-A5BE-C60E7AFAB870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" name="Square">
            <a:extLst>
              <a:ext uri="{FF2B5EF4-FFF2-40B4-BE49-F238E27FC236}">
                <a16:creationId xmlns:a16="http://schemas.microsoft.com/office/drawing/2014/main" id="{8316844F-FBBB-3D85-7DB4-84AEA8695945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" name="Square">
            <a:extLst>
              <a:ext uri="{FF2B5EF4-FFF2-40B4-BE49-F238E27FC236}">
                <a16:creationId xmlns:a16="http://schemas.microsoft.com/office/drawing/2014/main" id="{8610F2F8-B09A-364C-9A8A-D8AA794474FD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Square">
            <a:extLst>
              <a:ext uri="{FF2B5EF4-FFF2-40B4-BE49-F238E27FC236}">
                <a16:creationId xmlns:a16="http://schemas.microsoft.com/office/drawing/2014/main" id="{80980613-7569-CCF8-06F5-E25776DD891A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" name="Square">
            <a:extLst>
              <a:ext uri="{FF2B5EF4-FFF2-40B4-BE49-F238E27FC236}">
                <a16:creationId xmlns:a16="http://schemas.microsoft.com/office/drawing/2014/main" id="{3503F594-2542-1667-2998-22EA5DD565A4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" name="Square">
            <a:extLst>
              <a:ext uri="{FF2B5EF4-FFF2-40B4-BE49-F238E27FC236}">
                <a16:creationId xmlns:a16="http://schemas.microsoft.com/office/drawing/2014/main" id="{51FE3F79-0706-0093-D9B5-D7918EF14F4C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" name="Square">
            <a:extLst>
              <a:ext uri="{FF2B5EF4-FFF2-40B4-BE49-F238E27FC236}">
                <a16:creationId xmlns:a16="http://schemas.microsoft.com/office/drawing/2014/main" id="{E158F5BC-777F-41F8-2644-E9778A0A6E16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Square">
            <a:extLst>
              <a:ext uri="{FF2B5EF4-FFF2-40B4-BE49-F238E27FC236}">
                <a16:creationId xmlns:a16="http://schemas.microsoft.com/office/drawing/2014/main" id="{2301DDF1-4C53-B67B-9F6E-749217375A4A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Square">
            <a:extLst>
              <a:ext uri="{FF2B5EF4-FFF2-40B4-BE49-F238E27FC236}">
                <a16:creationId xmlns:a16="http://schemas.microsoft.com/office/drawing/2014/main" id="{FFB609C7-9D0E-BF32-358A-EC7279E973F4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Square">
            <a:extLst>
              <a:ext uri="{FF2B5EF4-FFF2-40B4-BE49-F238E27FC236}">
                <a16:creationId xmlns:a16="http://schemas.microsoft.com/office/drawing/2014/main" id="{75AD8C33-21CA-608A-5349-353BE926C67E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" name="Square">
            <a:extLst>
              <a:ext uri="{FF2B5EF4-FFF2-40B4-BE49-F238E27FC236}">
                <a16:creationId xmlns:a16="http://schemas.microsoft.com/office/drawing/2014/main" id="{6EF79994-9822-7BD8-BE5B-4959192D999C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Square">
            <a:extLst>
              <a:ext uri="{FF2B5EF4-FFF2-40B4-BE49-F238E27FC236}">
                <a16:creationId xmlns:a16="http://schemas.microsoft.com/office/drawing/2014/main" id="{950D171A-95B0-405F-7589-BAB40AD63CA9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Square">
            <a:extLst>
              <a:ext uri="{FF2B5EF4-FFF2-40B4-BE49-F238E27FC236}">
                <a16:creationId xmlns:a16="http://schemas.microsoft.com/office/drawing/2014/main" id="{1903B593-060E-396E-0B7B-12450BC6D281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" name="Line">
            <a:extLst>
              <a:ext uri="{FF2B5EF4-FFF2-40B4-BE49-F238E27FC236}">
                <a16:creationId xmlns:a16="http://schemas.microsoft.com/office/drawing/2014/main" id="{AAEAC3EF-6A72-67B1-5828-D0EDE599CE70}"/>
              </a:ext>
            </a:extLst>
          </p:cNvPr>
          <p:cNvSpPr>
            <a:spLocks noGrp="1"/>
          </p:cNvSpPr>
          <p:nvPr/>
        </p:nvSpPr>
        <p:spPr>
          <a:xfrm flipH="1">
            <a:off x="6864310" y="2418183"/>
            <a:ext cx="1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" name="Line">
            <a:extLst>
              <a:ext uri="{FF2B5EF4-FFF2-40B4-BE49-F238E27FC236}">
                <a16:creationId xmlns:a16="http://schemas.microsoft.com/office/drawing/2014/main" id="{46E4D3D3-41F6-B631-BD63-426965E9E1AD}"/>
              </a:ext>
            </a:extLst>
          </p:cNvPr>
          <p:cNvSpPr>
            <a:spLocks noGrp="1"/>
          </p:cNvSpPr>
          <p:nvPr/>
        </p:nvSpPr>
        <p:spPr>
          <a:xfrm>
            <a:off x="6864310" y="2545183"/>
            <a:ext cx="4483319" cy="0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" name="Line">
            <a:extLst>
              <a:ext uri="{FF2B5EF4-FFF2-40B4-BE49-F238E27FC236}">
                <a16:creationId xmlns:a16="http://schemas.microsoft.com/office/drawing/2014/main" id="{FEBB1F00-8BD8-EC1E-1082-0F05E9A49FCE}"/>
              </a:ext>
            </a:extLst>
          </p:cNvPr>
          <p:cNvSpPr>
            <a:spLocks noGrp="1"/>
          </p:cNvSpPr>
          <p:nvPr/>
        </p:nvSpPr>
        <p:spPr>
          <a:xfrm flipH="1" flipV="1">
            <a:off x="15529222" y="9014406"/>
            <a:ext cx="5845113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" name="Line">
            <a:extLst>
              <a:ext uri="{FF2B5EF4-FFF2-40B4-BE49-F238E27FC236}">
                <a16:creationId xmlns:a16="http://schemas.microsoft.com/office/drawing/2014/main" id="{3EC3407D-59AD-9ECE-0532-D017E6D378C5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Home">
            <a:extLst>
              <a:ext uri="{FF2B5EF4-FFF2-40B4-BE49-F238E27FC236}">
                <a16:creationId xmlns:a16="http://schemas.microsoft.com/office/drawing/2014/main" id="{17707E20-F3B9-E67E-7D97-729F212F0188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8" name="Line">
            <a:extLst>
              <a:ext uri="{FF2B5EF4-FFF2-40B4-BE49-F238E27FC236}">
                <a16:creationId xmlns:a16="http://schemas.microsoft.com/office/drawing/2014/main" id="{D1C313BD-DC7B-A1CA-239E-94DF4E4AB2E5}"/>
              </a:ext>
            </a:extLst>
          </p:cNvPr>
          <p:cNvSpPr>
            <a:spLocks noGrp="1"/>
          </p:cNvSpPr>
          <p:nvPr/>
        </p:nvSpPr>
        <p:spPr>
          <a:xfrm>
            <a:off x="4879439" y="9014408"/>
            <a:ext cx="634275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" name="Line">
            <a:extLst>
              <a:ext uri="{FF2B5EF4-FFF2-40B4-BE49-F238E27FC236}">
                <a16:creationId xmlns:a16="http://schemas.microsoft.com/office/drawing/2014/main" id="{388AC2E2-7ACB-E08C-50AA-1A2F1A448F8E}"/>
              </a:ext>
            </a:extLst>
          </p:cNvPr>
          <p:cNvSpPr>
            <a:spLocks noGrp="1"/>
          </p:cNvSpPr>
          <p:nvPr/>
        </p:nvSpPr>
        <p:spPr>
          <a:xfrm flipH="1">
            <a:off x="11095191" y="2895932"/>
            <a:ext cx="1" cy="6245478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" name="Rounded Rectangle">
            <a:extLst>
              <a:ext uri="{FF2B5EF4-FFF2-40B4-BE49-F238E27FC236}">
                <a16:creationId xmlns:a16="http://schemas.microsoft.com/office/drawing/2014/main" id="{4CA5B20F-D199-EF74-27C7-4DB53E168644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Rectangle">
            <a:extLst>
              <a:ext uri="{FF2B5EF4-FFF2-40B4-BE49-F238E27FC236}">
                <a16:creationId xmlns:a16="http://schemas.microsoft.com/office/drawing/2014/main" id="{56F17E0D-8674-4B96-4983-1D9D3B91A262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" name="Rectangle">
            <a:extLst>
              <a:ext uri="{FF2B5EF4-FFF2-40B4-BE49-F238E27FC236}">
                <a16:creationId xmlns:a16="http://schemas.microsoft.com/office/drawing/2014/main" id="{6A0D3893-CE92-F8FC-19B9-E7961AB0E290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" name="Circle">
            <a:extLst>
              <a:ext uri="{FF2B5EF4-FFF2-40B4-BE49-F238E27FC236}">
                <a16:creationId xmlns:a16="http://schemas.microsoft.com/office/drawing/2014/main" id="{0F6CB9ED-92C0-327F-1628-574C778D9AF1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" name="Line">
            <a:extLst>
              <a:ext uri="{FF2B5EF4-FFF2-40B4-BE49-F238E27FC236}">
                <a16:creationId xmlns:a16="http://schemas.microsoft.com/office/drawing/2014/main" id="{E42DA627-6025-6D15-BD32-17776BD36939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" name="Line">
            <a:extLst>
              <a:ext uri="{FF2B5EF4-FFF2-40B4-BE49-F238E27FC236}">
                <a16:creationId xmlns:a16="http://schemas.microsoft.com/office/drawing/2014/main" id="{A4D18D0B-2B2F-479F-6C2C-0DA54C1D1335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" name="Home">
            <a:extLst>
              <a:ext uri="{FF2B5EF4-FFF2-40B4-BE49-F238E27FC236}">
                <a16:creationId xmlns:a16="http://schemas.microsoft.com/office/drawing/2014/main" id="{673BF58F-1528-AD9C-2783-D67D534110A3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Line">
            <a:extLst>
              <a:ext uri="{FF2B5EF4-FFF2-40B4-BE49-F238E27FC236}">
                <a16:creationId xmlns:a16="http://schemas.microsoft.com/office/drawing/2014/main" id="{81754B8D-7F7A-C732-A68C-66A221255D59}"/>
              </a:ext>
            </a:extLst>
          </p:cNvPr>
          <p:cNvSpPr>
            <a:spLocks noGrp="1"/>
          </p:cNvSpPr>
          <p:nvPr/>
        </p:nvSpPr>
        <p:spPr>
          <a:xfrm flipV="1">
            <a:off x="19537835" y="2478705"/>
            <a:ext cx="219677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" name="Line">
            <a:extLst>
              <a:ext uri="{FF2B5EF4-FFF2-40B4-BE49-F238E27FC236}">
                <a16:creationId xmlns:a16="http://schemas.microsoft.com/office/drawing/2014/main" id="{F9F78A01-6B5E-47B5-EF25-95579E22D723}"/>
              </a:ext>
            </a:extLst>
          </p:cNvPr>
          <p:cNvSpPr>
            <a:spLocks noGrp="1"/>
          </p:cNvSpPr>
          <p:nvPr/>
        </p:nvSpPr>
        <p:spPr>
          <a:xfrm flipH="1">
            <a:off x="21607603" y="2351705"/>
            <a:ext cx="1" cy="6245477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" name="Home">
            <a:extLst>
              <a:ext uri="{FF2B5EF4-FFF2-40B4-BE49-F238E27FC236}">
                <a16:creationId xmlns:a16="http://schemas.microsoft.com/office/drawing/2014/main" id="{C28A7A8B-A39A-14E0-7A43-D8C46990084D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4" name="Rounded Rectangle">
            <a:extLst>
              <a:ext uri="{FF2B5EF4-FFF2-40B4-BE49-F238E27FC236}">
                <a16:creationId xmlns:a16="http://schemas.microsoft.com/office/drawing/2014/main" id="{1459A2F3-D22D-E8CE-C72D-5771DE6C71B1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5" name="Rectangle">
            <a:extLst>
              <a:ext uri="{FF2B5EF4-FFF2-40B4-BE49-F238E27FC236}">
                <a16:creationId xmlns:a16="http://schemas.microsoft.com/office/drawing/2014/main" id="{D5BEAAC1-0D7B-5110-85B4-6F902B1D2B11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" name="Rectangle">
            <a:extLst>
              <a:ext uri="{FF2B5EF4-FFF2-40B4-BE49-F238E27FC236}">
                <a16:creationId xmlns:a16="http://schemas.microsoft.com/office/drawing/2014/main" id="{307BAA68-A3B4-6D38-E145-0A94B5D7DD74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" name="Circle">
            <a:extLst>
              <a:ext uri="{FF2B5EF4-FFF2-40B4-BE49-F238E27FC236}">
                <a16:creationId xmlns:a16="http://schemas.microsoft.com/office/drawing/2014/main" id="{5E10F66A-2920-9F4B-E4D0-9A180FFCC000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8" name="Line">
            <a:extLst>
              <a:ext uri="{FF2B5EF4-FFF2-40B4-BE49-F238E27FC236}">
                <a16:creationId xmlns:a16="http://schemas.microsoft.com/office/drawing/2014/main" id="{0BB93A0A-9C37-77EC-3B13-1EAEFF536892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9" name="Line">
            <a:extLst>
              <a:ext uri="{FF2B5EF4-FFF2-40B4-BE49-F238E27FC236}">
                <a16:creationId xmlns:a16="http://schemas.microsoft.com/office/drawing/2014/main" id="{187F5D00-B7CE-42F8-5615-B6B2770BFB64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Home">
            <a:extLst>
              <a:ext uri="{FF2B5EF4-FFF2-40B4-BE49-F238E27FC236}">
                <a16:creationId xmlns:a16="http://schemas.microsoft.com/office/drawing/2014/main" id="{29D42334-7921-92B9-85DC-E6A882C0FC17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33" name="Cost: 17">
            <a:extLst>
              <a:ext uri="{FF2B5EF4-FFF2-40B4-BE49-F238E27FC236}">
                <a16:creationId xmlns:a16="http://schemas.microsoft.com/office/drawing/2014/main" id="{2CF2C570-3BF4-15D3-DBB7-9991ED806884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17</a:t>
            </a:r>
          </a:p>
        </p:txBody>
      </p:sp>
    </p:spTree>
    <p:extLst>
      <p:ext uri="{BB962C8B-B14F-4D97-AF65-F5344CB8AC3E}">
        <p14:creationId xmlns:p14="http://schemas.microsoft.com/office/powerpoint/2010/main" val="67916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">
            <a:extLst>
              <a:ext uri="{FF2B5EF4-FFF2-40B4-BE49-F238E27FC236}">
                <a16:creationId xmlns:a16="http://schemas.microsoft.com/office/drawing/2014/main" id="{5696134A-6AA5-414D-814B-5C8827C3B1CE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" name="Rectangle">
            <a:extLst>
              <a:ext uri="{FF2B5EF4-FFF2-40B4-BE49-F238E27FC236}">
                <a16:creationId xmlns:a16="http://schemas.microsoft.com/office/drawing/2014/main" id="{52F4B027-646B-4CBB-BBDC-09EE47865B7C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" name="Rectangle">
            <a:extLst>
              <a:ext uri="{FF2B5EF4-FFF2-40B4-BE49-F238E27FC236}">
                <a16:creationId xmlns:a16="http://schemas.microsoft.com/office/drawing/2014/main" id="{ADE6EEC1-C853-4383-862C-443D5100B73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" name="Rectangle">
            <a:extLst>
              <a:ext uri="{FF2B5EF4-FFF2-40B4-BE49-F238E27FC236}">
                <a16:creationId xmlns:a16="http://schemas.microsoft.com/office/drawing/2014/main" id="{E3966EBB-2B03-40B6-867E-901A47401460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" name="Rectangle">
            <a:extLst>
              <a:ext uri="{FF2B5EF4-FFF2-40B4-BE49-F238E27FC236}">
                <a16:creationId xmlns:a16="http://schemas.microsoft.com/office/drawing/2014/main" id="{43047601-0B01-4611-8AB2-F7C8A8990F5C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" name="Rectangle">
            <a:extLst>
              <a:ext uri="{FF2B5EF4-FFF2-40B4-BE49-F238E27FC236}">
                <a16:creationId xmlns:a16="http://schemas.microsoft.com/office/drawing/2014/main" id="{68728465-AF75-494F-A560-B9447B39FD11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" name="Rectangle">
            <a:extLst>
              <a:ext uri="{FF2B5EF4-FFF2-40B4-BE49-F238E27FC236}">
                <a16:creationId xmlns:a16="http://schemas.microsoft.com/office/drawing/2014/main" id="{EA0D4F59-5E73-4378-AA27-5CD1559F9FAA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" name="Rectangle">
            <a:extLst>
              <a:ext uri="{FF2B5EF4-FFF2-40B4-BE49-F238E27FC236}">
                <a16:creationId xmlns:a16="http://schemas.microsoft.com/office/drawing/2014/main" id="{2443DC60-67E0-414E-989D-F2E781470EBC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" name="Rectangle">
            <a:extLst>
              <a:ext uri="{FF2B5EF4-FFF2-40B4-BE49-F238E27FC236}">
                <a16:creationId xmlns:a16="http://schemas.microsoft.com/office/drawing/2014/main" id="{C45C3806-096F-45AF-9ACC-4FDA94FC1D4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" name="Rectangle">
            <a:extLst>
              <a:ext uri="{FF2B5EF4-FFF2-40B4-BE49-F238E27FC236}">
                <a16:creationId xmlns:a16="http://schemas.microsoft.com/office/drawing/2014/main" id="{5D70C3CE-CA16-4AD9-8B7D-71D405DB6266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" name="Rectangle">
            <a:extLst>
              <a:ext uri="{FF2B5EF4-FFF2-40B4-BE49-F238E27FC236}">
                <a16:creationId xmlns:a16="http://schemas.microsoft.com/office/drawing/2014/main" id="{044CA1FC-642A-40D3-975E-20303ACBE880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" name="Rectangle">
            <a:extLst>
              <a:ext uri="{FF2B5EF4-FFF2-40B4-BE49-F238E27FC236}">
                <a16:creationId xmlns:a16="http://schemas.microsoft.com/office/drawing/2014/main" id="{7090314A-E34E-4662-95AE-E1C2A4C5CA6F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" name="Rectangle">
            <a:extLst>
              <a:ext uri="{FF2B5EF4-FFF2-40B4-BE49-F238E27FC236}">
                <a16:creationId xmlns:a16="http://schemas.microsoft.com/office/drawing/2014/main" id="{553D7B78-D29D-40F5-A95A-D81351A77C00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" name="Rectangle">
            <a:extLst>
              <a:ext uri="{FF2B5EF4-FFF2-40B4-BE49-F238E27FC236}">
                <a16:creationId xmlns:a16="http://schemas.microsoft.com/office/drawing/2014/main" id="{5304E185-32C2-4E37-B718-7BCEF2E0575F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" name="Rectangle">
            <a:extLst>
              <a:ext uri="{FF2B5EF4-FFF2-40B4-BE49-F238E27FC236}">
                <a16:creationId xmlns:a16="http://schemas.microsoft.com/office/drawing/2014/main" id="{95478CC0-63AD-4AE6-A23A-A0C241524373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" name="Rectangle">
            <a:extLst>
              <a:ext uri="{FF2B5EF4-FFF2-40B4-BE49-F238E27FC236}">
                <a16:creationId xmlns:a16="http://schemas.microsoft.com/office/drawing/2014/main" id="{87B9EF5D-0389-4EDB-A385-8604F3CBD355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" name="Rectangle">
            <a:extLst>
              <a:ext uri="{FF2B5EF4-FFF2-40B4-BE49-F238E27FC236}">
                <a16:creationId xmlns:a16="http://schemas.microsoft.com/office/drawing/2014/main" id="{17030A34-4D7E-43DE-818C-95B68A3FD99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" name="Rectangle">
            <a:extLst>
              <a:ext uri="{FF2B5EF4-FFF2-40B4-BE49-F238E27FC236}">
                <a16:creationId xmlns:a16="http://schemas.microsoft.com/office/drawing/2014/main" id="{454420D4-C9B5-4000-80D1-C8EFD644BAAD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" name="Rectangle">
            <a:extLst>
              <a:ext uri="{FF2B5EF4-FFF2-40B4-BE49-F238E27FC236}">
                <a16:creationId xmlns:a16="http://schemas.microsoft.com/office/drawing/2014/main" id="{4136A25C-1A72-4B4E-A718-D30BB2740633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" name="Rectangle">
            <a:extLst>
              <a:ext uri="{FF2B5EF4-FFF2-40B4-BE49-F238E27FC236}">
                <a16:creationId xmlns:a16="http://schemas.microsoft.com/office/drawing/2014/main" id="{65586451-0E71-493A-AA6F-BD884E54494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" name="Rectangle">
            <a:extLst>
              <a:ext uri="{FF2B5EF4-FFF2-40B4-BE49-F238E27FC236}">
                <a16:creationId xmlns:a16="http://schemas.microsoft.com/office/drawing/2014/main" id="{C476C3E0-DA2C-4E64-B329-9AC6172AFA82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" name="Rectangle">
            <a:extLst>
              <a:ext uri="{FF2B5EF4-FFF2-40B4-BE49-F238E27FC236}">
                <a16:creationId xmlns:a16="http://schemas.microsoft.com/office/drawing/2014/main" id="{BB0F692C-F759-4F83-A945-3749B5D1C6A1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" name="Rectangle">
            <a:extLst>
              <a:ext uri="{FF2B5EF4-FFF2-40B4-BE49-F238E27FC236}">
                <a16:creationId xmlns:a16="http://schemas.microsoft.com/office/drawing/2014/main" id="{4D541425-8944-48BC-B775-257310E0EB8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" name="Rectangle">
            <a:extLst>
              <a:ext uri="{FF2B5EF4-FFF2-40B4-BE49-F238E27FC236}">
                <a16:creationId xmlns:a16="http://schemas.microsoft.com/office/drawing/2014/main" id="{32FB20AF-AF84-4245-9077-1121A5BCF42A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" name="Rectangle">
            <a:extLst>
              <a:ext uri="{FF2B5EF4-FFF2-40B4-BE49-F238E27FC236}">
                <a16:creationId xmlns:a16="http://schemas.microsoft.com/office/drawing/2014/main" id="{B1F5937E-54D0-4C4A-BB2B-92C68724AC89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0" name="Rectangle">
            <a:extLst>
              <a:ext uri="{FF2B5EF4-FFF2-40B4-BE49-F238E27FC236}">
                <a16:creationId xmlns:a16="http://schemas.microsoft.com/office/drawing/2014/main" id="{31AD12A6-A2D3-478A-8162-E6B3A61BA77E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1" name="Rectangle">
            <a:extLst>
              <a:ext uri="{FF2B5EF4-FFF2-40B4-BE49-F238E27FC236}">
                <a16:creationId xmlns:a16="http://schemas.microsoft.com/office/drawing/2014/main" id="{B82C259B-C723-4FDD-AF3B-2549091B5145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" name="state-space landscape">
            <a:extLst>
              <a:ext uri="{FF2B5EF4-FFF2-40B4-BE49-F238E27FC236}">
                <a16:creationId xmlns:a16="http://schemas.microsoft.com/office/drawing/2014/main" id="{7C1FB726-A020-46E3-BBF1-6DE487CF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rPr lang="pt-BR" dirty="0" err="1"/>
              <a:t>state-space</a:t>
            </a:r>
            <a:r>
              <a:rPr lang="pt-BR" dirty="0"/>
              <a:t> </a:t>
            </a:r>
            <a:r>
              <a:rPr lang="pt-BR" dirty="0" err="1"/>
              <a:t>landscape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120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">
            <a:extLst>
              <a:ext uri="{FF2B5EF4-FFF2-40B4-BE49-F238E27FC236}">
                <a16:creationId xmlns:a16="http://schemas.microsoft.com/office/drawing/2014/main" id="{FB64B31C-0407-49C6-BF82-9688AF2A4E44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" name="Rectangle">
            <a:extLst>
              <a:ext uri="{FF2B5EF4-FFF2-40B4-BE49-F238E27FC236}">
                <a16:creationId xmlns:a16="http://schemas.microsoft.com/office/drawing/2014/main" id="{DDF4F8F5-E628-4691-9DF0-EC442931FC0A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" name="Rectangle">
            <a:extLst>
              <a:ext uri="{FF2B5EF4-FFF2-40B4-BE49-F238E27FC236}">
                <a16:creationId xmlns:a16="http://schemas.microsoft.com/office/drawing/2014/main" id="{3844F0F5-3087-41E3-8D67-8A78E666F8A4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" name="Rectangle">
            <a:extLst>
              <a:ext uri="{FF2B5EF4-FFF2-40B4-BE49-F238E27FC236}">
                <a16:creationId xmlns:a16="http://schemas.microsoft.com/office/drawing/2014/main" id="{31A30182-1417-4EB5-921D-FBBBA06176D1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" name="Rectangle">
            <a:extLst>
              <a:ext uri="{FF2B5EF4-FFF2-40B4-BE49-F238E27FC236}">
                <a16:creationId xmlns:a16="http://schemas.microsoft.com/office/drawing/2014/main" id="{A7593CBE-AF57-4062-8935-1CBB84724DB9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" name="Rectangle">
            <a:extLst>
              <a:ext uri="{FF2B5EF4-FFF2-40B4-BE49-F238E27FC236}">
                <a16:creationId xmlns:a16="http://schemas.microsoft.com/office/drawing/2014/main" id="{53E45FE5-0509-4CA1-8CB1-7A766CD752B7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" name="Rectangle">
            <a:extLst>
              <a:ext uri="{FF2B5EF4-FFF2-40B4-BE49-F238E27FC236}">
                <a16:creationId xmlns:a16="http://schemas.microsoft.com/office/drawing/2014/main" id="{7A6FE669-F36F-456F-80CA-06333990D281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" name="Rectangle">
            <a:extLst>
              <a:ext uri="{FF2B5EF4-FFF2-40B4-BE49-F238E27FC236}">
                <a16:creationId xmlns:a16="http://schemas.microsoft.com/office/drawing/2014/main" id="{76C5BB23-F775-409B-9EBF-2D6E8C4D6BB2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id="{3922FEFD-DA61-4CB3-ACD0-411296C2F073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" name="Rectangle">
            <a:extLst>
              <a:ext uri="{FF2B5EF4-FFF2-40B4-BE49-F238E27FC236}">
                <a16:creationId xmlns:a16="http://schemas.microsoft.com/office/drawing/2014/main" id="{25C87954-0F70-4B30-90BB-E101DBB0980A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" name="Rectangle">
            <a:extLst>
              <a:ext uri="{FF2B5EF4-FFF2-40B4-BE49-F238E27FC236}">
                <a16:creationId xmlns:a16="http://schemas.microsoft.com/office/drawing/2014/main" id="{85186372-6BE3-41FE-8AB6-F7ED5C1A9848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" name="Rectangle">
            <a:extLst>
              <a:ext uri="{FF2B5EF4-FFF2-40B4-BE49-F238E27FC236}">
                <a16:creationId xmlns:a16="http://schemas.microsoft.com/office/drawing/2014/main" id="{128BDA0B-4450-48D3-B27A-6167D2B355F3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" name="Rectangle">
            <a:extLst>
              <a:ext uri="{FF2B5EF4-FFF2-40B4-BE49-F238E27FC236}">
                <a16:creationId xmlns:a16="http://schemas.microsoft.com/office/drawing/2014/main" id="{5B41B7D1-E283-4254-B8D6-15A3E497C9D5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" name="Rectangle">
            <a:extLst>
              <a:ext uri="{FF2B5EF4-FFF2-40B4-BE49-F238E27FC236}">
                <a16:creationId xmlns:a16="http://schemas.microsoft.com/office/drawing/2014/main" id="{5611255E-2DC0-4B9B-A1E6-F57AF0E570AB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" name="Rectangle">
            <a:extLst>
              <a:ext uri="{FF2B5EF4-FFF2-40B4-BE49-F238E27FC236}">
                <a16:creationId xmlns:a16="http://schemas.microsoft.com/office/drawing/2014/main" id="{E78ADCB0-EB62-43FC-A871-1871A3AE3421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" name="Rectangle">
            <a:extLst>
              <a:ext uri="{FF2B5EF4-FFF2-40B4-BE49-F238E27FC236}">
                <a16:creationId xmlns:a16="http://schemas.microsoft.com/office/drawing/2014/main" id="{81144794-9E0C-4AD4-AD60-FC277F101B42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" name="Rectangle">
            <a:extLst>
              <a:ext uri="{FF2B5EF4-FFF2-40B4-BE49-F238E27FC236}">
                <a16:creationId xmlns:a16="http://schemas.microsoft.com/office/drawing/2014/main" id="{FD56755D-3EB1-4F33-BC2C-DCD3E7C06348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" name="Rectangle">
            <a:extLst>
              <a:ext uri="{FF2B5EF4-FFF2-40B4-BE49-F238E27FC236}">
                <a16:creationId xmlns:a16="http://schemas.microsoft.com/office/drawing/2014/main" id="{DF5CCB5C-BAC8-41D6-A80C-1994A54E4F47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" name="Rectangle">
            <a:extLst>
              <a:ext uri="{FF2B5EF4-FFF2-40B4-BE49-F238E27FC236}">
                <a16:creationId xmlns:a16="http://schemas.microsoft.com/office/drawing/2014/main" id="{6A118B3E-5E8A-4158-9DCC-301C500A73AE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" name="Rectangle">
            <a:extLst>
              <a:ext uri="{FF2B5EF4-FFF2-40B4-BE49-F238E27FC236}">
                <a16:creationId xmlns:a16="http://schemas.microsoft.com/office/drawing/2014/main" id="{914CD56D-699D-4233-BA3F-BB98F20653F2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4" name="Rectangle">
            <a:extLst>
              <a:ext uri="{FF2B5EF4-FFF2-40B4-BE49-F238E27FC236}">
                <a16:creationId xmlns:a16="http://schemas.microsoft.com/office/drawing/2014/main" id="{8402EBE6-3962-4E40-9850-D67766E8C4C5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5" name="Rectangle">
            <a:extLst>
              <a:ext uri="{FF2B5EF4-FFF2-40B4-BE49-F238E27FC236}">
                <a16:creationId xmlns:a16="http://schemas.microsoft.com/office/drawing/2014/main" id="{1E0CFDE0-024D-401D-8E6D-58C2E8635993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6" name="Rectangle">
            <a:extLst>
              <a:ext uri="{FF2B5EF4-FFF2-40B4-BE49-F238E27FC236}">
                <a16:creationId xmlns:a16="http://schemas.microsoft.com/office/drawing/2014/main" id="{DD90AAE1-0832-45D6-9292-CE497D506139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7" name="Rectangle">
            <a:extLst>
              <a:ext uri="{FF2B5EF4-FFF2-40B4-BE49-F238E27FC236}">
                <a16:creationId xmlns:a16="http://schemas.microsoft.com/office/drawing/2014/main" id="{692929B9-504D-4F59-916E-BEC63C4C7B19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" name="Rectangle">
            <a:extLst>
              <a:ext uri="{FF2B5EF4-FFF2-40B4-BE49-F238E27FC236}">
                <a16:creationId xmlns:a16="http://schemas.microsoft.com/office/drawing/2014/main" id="{AE79CF12-7D95-45C4-B278-8DDB9D8105FC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" name="Rectangle">
            <a:extLst>
              <a:ext uri="{FF2B5EF4-FFF2-40B4-BE49-F238E27FC236}">
                <a16:creationId xmlns:a16="http://schemas.microsoft.com/office/drawing/2014/main" id="{2E1FBBA7-364E-45EF-B689-9DDC6264055C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" name="Rectangle">
            <a:extLst>
              <a:ext uri="{FF2B5EF4-FFF2-40B4-BE49-F238E27FC236}">
                <a16:creationId xmlns:a16="http://schemas.microsoft.com/office/drawing/2014/main" id="{55C907A7-6976-4A9F-B68B-A15E6768DC3F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" name="global maximum">
            <a:extLst>
              <a:ext uri="{FF2B5EF4-FFF2-40B4-BE49-F238E27FC236}">
                <a16:creationId xmlns:a16="http://schemas.microsoft.com/office/drawing/2014/main" id="{76DBD47D-D355-4722-867F-DE64CB26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máximo global</a:t>
            </a:r>
          </a:p>
        </p:txBody>
      </p:sp>
    </p:spTree>
    <p:extLst>
      <p:ext uri="{BB962C8B-B14F-4D97-AF65-F5344CB8AC3E}">
        <p14:creationId xmlns:p14="http://schemas.microsoft.com/office/powerpoint/2010/main" val="78886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E4AB-A4FD-2FF5-8D93-2B4225D2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">
            <a:extLst>
              <a:ext uri="{FF2B5EF4-FFF2-40B4-BE49-F238E27FC236}">
                <a16:creationId xmlns:a16="http://schemas.microsoft.com/office/drawing/2014/main" id="{51054322-22E7-CBFE-75DB-CB0F8B8ABDDA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5" name="Rectangle">
            <a:extLst>
              <a:ext uri="{FF2B5EF4-FFF2-40B4-BE49-F238E27FC236}">
                <a16:creationId xmlns:a16="http://schemas.microsoft.com/office/drawing/2014/main" id="{7E48C0DF-EE19-F741-F34D-87E6633222B5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" name="Rectangle">
            <a:extLst>
              <a:ext uri="{FF2B5EF4-FFF2-40B4-BE49-F238E27FC236}">
                <a16:creationId xmlns:a16="http://schemas.microsoft.com/office/drawing/2014/main" id="{3AE79953-EA71-87D9-D045-0BABDA1A4CCF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" name="Rectangle">
            <a:extLst>
              <a:ext uri="{FF2B5EF4-FFF2-40B4-BE49-F238E27FC236}">
                <a16:creationId xmlns:a16="http://schemas.microsoft.com/office/drawing/2014/main" id="{2A3F998C-6366-6F4B-133E-7A299035D03E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" name="Rectangle">
            <a:extLst>
              <a:ext uri="{FF2B5EF4-FFF2-40B4-BE49-F238E27FC236}">
                <a16:creationId xmlns:a16="http://schemas.microsoft.com/office/drawing/2014/main" id="{EE2981DF-8478-036D-E988-6F766A9438EA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" name="Rectangle">
            <a:extLst>
              <a:ext uri="{FF2B5EF4-FFF2-40B4-BE49-F238E27FC236}">
                <a16:creationId xmlns:a16="http://schemas.microsoft.com/office/drawing/2014/main" id="{9827E219-BDC2-9D2C-AC94-A59FDB3C97BC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" name="Rectangle">
            <a:extLst>
              <a:ext uri="{FF2B5EF4-FFF2-40B4-BE49-F238E27FC236}">
                <a16:creationId xmlns:a16="http://schemas.microsoft.com/office/drawing/2014/main" id="{3C7223D1-9618-194C-9653-A043C53B45F4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" name="Rectangle">
            <a:extLst>
              <a:ext uri="{FF2B5EF4-FFF2-40B4-BE49-F238E27FC236}">
                <a16:creationId xmlns:a16="http://schemas.microsoft.com/office/drawing/2014/main" id="{F6031C40-0932-3A93-D5C5-A72DFDA88556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id="{BA156790-547E-EBEA-3430-AB0CAF8609A1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" name="Rectangle">
            <a:extLst>
              <a:ext uri="{FF2B5EF4-FFF2-40B4-BE49-F238E27FC236}">
                <a16:creationId xmlns:a16="http://schemas.microsoft.com/office/drawing/2014/main" id="{32D65B08-BEC7-F309-B050-2CCE86A9A997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" name="Rectangle">
            <a:extLst>
              <a:ext uri="{FF2B5EF4-FFF2-40B4-BE49-F238E27FC236}">
                <a16:creationId xmlns:a16="http://schemas.microsoft.com/office/drawing/2014/main" id="{CCB68FE6-F725-9937-5D32-E5ACEB092439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" name="Rectangle">
            <a:extLst>
              <a:ext uri="{FF2B5EF4-FFF2-40B4-BE49-F238E27FC236}">
                <a16:creationId xmlns:a16="http://schemas.microsoft.com/office/drawing/2014/main" id="{DD0EDF82-097B-A678-1BDE-E624986CC68D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" name="Rectangle">
            <a:extLst>
              <a:ext uri="{FF2B5EF4-FFF2-40B4-BE49-F238E27FC236}">
                <a16:creationId xmlns:a16="http://schemas.microsoft.com/office/drawing/2014/main" id="{AE42D41B-35C8-396C-E4A6-28FA9FA94D36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" name="Rectangle">
            <a:extLst>
              <a:ext uri="{FF2B5EF4-FFF2-40B4-BE49-F238E27FC236}">
                <a16:creationId xmlns:a16="http://schemas.microsoft.com/office/drawing/2014/main" id="{DF947054-51F1-A77C-8246-F3EAB950675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" name="Rectangle">
            <a:extLst>
              <a:ext uri="{FF2B5EF4-FFF2-40B4-BE49-F238E27FC236}">
                <a16:creationId xmlns:a16="http://schemas.microsoft.com/office/drawing/2014/main" id="{74601323-1220-8D7A-A26C-B507624EB2E5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" name="Rectangle">
            <a:extLst>
              <a:ext uri="{FF2B5EF4-FFF2-40B4-BE49-F238E27FC236}">
                <a16:creationId xmlns:a16="http://schemas.microsoft.com/office/drawing/2014/main" id="{50548F3D-D7DA-5A1E-6652-69201331CD2B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" name="Rectangle">
            <a:extLst>
              <a:ext uri="{FF2B5EF4-FFF2-40B4-BE49-F238E27FC236}">
                <a16:creationId xmlns:a16="http://schemas.microsoft.com/office/drawing/2014/main" id="{FCECD360-3CB5-7E48-79A2-32E70A72549B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" name="Rectangle">
            <a:extLst>
              <a:ext uri="{FF2B5EF4-FFF2-40B4-BE49-F238E27FC236}">
                <a16:creationId xmlns:a16="http://schemas.microsoft.com/office/drawing/2014/main" id="{89A9963B-B245-526F-D156-4BC1893D2B93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" name="Rectangle">
            <a:extLst>
              <a:ext uri="{FF2B5EF4-FFF2-40B4-BE49-F238E27FC236}">
                <a16:creationId xmlns:a16="http://schemas.microsoft.com/office/drawing/2014/main" id="{A78568B5-EFDF-440D-B4CC-43CCF42FD552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" name="Rectangle">
            <a:extLst>
              <a:ext uri="{FF2B5EF4-FFF2-40B4-BE49-F238E27FC236}">
                <a16:creationId xmlns:a16="http://schemas.microsoft.com/office/drawing/2014/main" id="{56DF9C54-85AD-F5E8-288B-F5D5CE372202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4" name="Rectangle">
            <a:extLst>
              <a:ext uri="{FF2B5EF4-FFF2-40B4-BE49-F238E27FC236}">
                <a16:creationId xmlns:a16="http://schemas.microsoft.com/office/drawing/2014/main" id="{36F4D8A9-734A-D881-0A45-47490445D106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5" name="Rectangle">
            <a:extLst>
              <a:ext uri="{FF2B5EF4-FFF2-40B4-BE49-F238E27FC236}">
                <a16:creationId xmlns:a16="http://schemas.microsoft.com/office/drawing/2014/main" id="{7B085965-4855-F729-5073-6B609A644446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6" name="Rectangle">
            <a:extLst>
              <a:ext uri="{FF2B5EF4-FFF2-40B4-BE49-F238E27FC236}">
                <a16:creationId xmlns:a16="http://schemas.microsoft.com/office/drawing/2014/main" id="{D27A65C8-3E63-1537-00F9-21FC91205374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7" name="Rectangle">
            <a:extLst>
              <a:ext uri="{FF2B5EF4-FFF2-40B4-BE49-F238E27FC236}">
                <a16:creationId xmlns:a16="http://schemas.microsoft.com/office/drawing/2014/main" id="{83685C85-5668-348D-13F5-DCC283219A8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" name="Rectangle">
            <a:extLst>
              <a:ext uri="{FF2B5EF4-FFF2-40B4-BE49-F238E27FC236}">
                <a16:creationId xmlns:a16="http://schemas.microsoft.com/office/drawing/2014/main" id="{D29EF81B-A7E9-5428-15D1-3377344CE4A5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" name="Rectangle">
            <a:extLst>
              <a:ext uri="{FF2B5EF4-FFF2-40B4-BE49-F238E27FC236}">
                <a16:creationId xmlns:a16="http://schemas.microsoft.com/office/drawing/2014/main" id="{F967E759-E985-2785-16A3-421BCAA27950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" name="Rectangle">
            <a:extLst>
              <a:ext uri="{FF2B5EF4-FFF2-40B4-BE49-F238E27FC236}">
                <a16:creationId xmlns:a16="http://schemas.microsoft.com/office/drawing/2014/main" id="{611FACD8-31DA-0242-8528-7363FDCD0327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" name="global maximum">
            <a:extLst>
              <a:ext uri="{FF2B5EF4-FFF2-40B4-BE49-F238E27FC236}">
                <a16:creationId xmlns:a16="http://schemas.microsoft.com/office/drawing/2014/main" id="{DADF783A-C086-C80F-92A3-1C9887CC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máximo global</a:t>
            </a:r>
          </a:p>
        </p:txBody>
      </p:sp>
      <p:sp>
        <p:nvSpPr>
          <p:cNvPr id="292" name="Double Arrow">
            <a:extLst>
              <a:ext uri="{FF2B5EF4-FFF2-40B4-BE49-F238E27FC236}">
                <a16:creationId xmlns:a16="http://schemas.microsoft.com/office/drawing/2014/main" id="{99F9840F-2A1A-C6B2-BC09-50996CA7BDE0}"/>
              </a:ext>
            </a:extLst>
          </p:cNvPr>
          <p:cNvSpPr>
            <a:spLocks noGrp="1"/>
          </p:cNvSpPr>
          <p:nvPr/>
        </p:nvSpPr>
        <p:spPr>
          <a:xfrm rot="16200000">
            <a:off x="-5574156" y="7008711"/>
            <a:ext cx="12625930" cy="735597"/>
          </a:xfrm>
          <a:prstGeom prst="leftRightArrow">
            <a:avLst>
              <a:gd name="adj1" fmla="val 32000"/>
              <a:gd name="adj2" fmla="val 75966"/>
            </a:avLst>
          </a:prstGeom>
          <a:solidFill>
            <a:srgbClr val="A9A9A9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" name="objective…">
            <a:extLst>
              <a:ext uri="{FF2B5EF4-FFF2-40B4-BE49-F238E27FC236}">
                <a16:creationId xmlns:a16="http://schemas.microsoft.com/office/drawing/2014/main" id="{3DE91C31-5F30-12C1-3931-9DEEEE30A78A}"/>
              </a:ext>
            </a:extLst>
          </p:cNvPr>
          <p:cNvSpPr>
            <a:spLocks noGrp="1"/>
          </p:cNvSpPr>
          <p:nvPr/>
        </p:nvSpPr>
        <p:spPr>
          <a:xfrm>
            <a:off x="1063853" y="2775751"/>
            <a:ext cx="1270002" cy="1534160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4700" b="0">
                <a:latin typeface="Helvetica"/>
                <a:ea typeface="Helvetica"/>
                <a:cs typeface="Helvetica"/>
              </a:defRPr>
            </a:pPr>
            <a:r>
              <a:t>função</a:t>
            </a:r>
          </a:p>
          <a:p>
            <a:pPr algn="l">
              <a:buNone/>
              <a:defRPr sz="4700" b="0">
                <a:latin typeface="Helvetica"/>
                <a:ea typeface="Helvetica"/>
                <a:cs typeface="Helvetica"/>
              </a:defRPr>
            </a:pPr>
            <a: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26929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">
            <a:extLst>
              <a:ext uri="{FF2B5EF4-FFF2-40B4-BE49-F238E27FC236}">
                <a16:creationId xmlns:a16="http://schemas.microsoft.com/office/drawing/2014/main" id="{EAD017C7-3520-4615-B7E6-DDA8354C0D11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" name="Rectangle">
            <a:extLst>
              <a:ext uri="{FF2B5EF4-FFF2-40B4-BE49-F238E27FC236}">
                <a16:creationId xmlns:a16="http://schemas.microsoft.com/office/drawing/2014/main" id="{7842C7BB-3D47-49B5-A322-D430691FF9BA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" name="Rectangle">
            <a:extLst>
              <a:ext uri="{FF2B5EF4-FFF2-40B4-BE49-F238E27FC236}">
                <a16:creationId xmlns:a16="http://schemas.microsoft.com/office/drawing/2014/main" id="{C6547A43-3093-4451-A42A-0B5BF6E50032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9" name="Rectangle">
            <a:extLst>
              <a:ext uri="{FF2B5EF4-FFF2-40B4-BE49-F238E27FC236}">
                <a16:creationId xmlns:a16="http://schemas.microsoft.com/office/drawing/2014/main" id="{E078A402-EDA7-4CA6-B408-79FE76E9A090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0" name="Rectangle">
            <a:extLst>
              <a:ext uri="{FF2B5EF4-FFF2-40B4-BE49-F238E27FC236}">
                <a16:creationId xmlns:a16="http://schemas.microsoft.com/office/drawing/2014/main" id="{84C003C1-A7D3-44A7-AE96-AA3F08EA023F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1" name="Rectangle">
            <a:extLst>
              <a:ext uri="{FF2B5EF4-FFF2-40B4-BE49-F238E27FC236}">
                <a16:creationId xmlns:a16="http://schemas.microsoft.com/office/drawing/2014/main" id="{1C9897CE-1013-40F0-B7DD-FEB42BC6FE10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2" name="Rectangle">
            <a:extLst>
              <a:ext uri="{FF2B5EF4-FFF2-40B4-BE49-F238E27FC236}">
                <a16:creationId xmlns:a16="http://schemas.microsoft.com/office/drawing/2014/main" id="{A34AD903-25C3-4339-8979-5E6797F8F7A4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3" name="Rectangle">
            <a:extLst>
              <a:ext uri="{FF2B5EF4-FFF2-40B4-BE49-F238E27FC236}">
                <a16:creationId xmlns:a16="http://schemas.microsoft.com/office/drawing/2014/main" id="{E026712B-1B80-4D05-94EF-2CA5F79DD94B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4" name="Rectangle">
            <a:extLst>
              <a:ext uri="{FF2B5EF4-FFF2-40B4-BE49-F238E27FC236}">
                <a16:creationId xmlns:a16="http://schemas.microsoft.com/office/drawing/2014/main" id="{984FD30B-17E3-473F-B015-514CD584BF0E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5" name="Rectangle">
            <a:extLst>
              <a:ext uri="{FF2B5EF4-FFF2-40B4-BE49-F238E27FC236}">
                <a16:creationId xmlns:a16="http://schemas.microsoft.com/office/drawing/2014/main" id="{555F3154-13CE-4C81-8983-12A18DFAE224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6" name="Rectangle">
            <a:extLst>
              <a:ext uri="{FF2B5EF4-FFF2-40B4-BE49-F238E27FC236}">
                <a16:creationId xmlns:a16="http://schemas.microsoft.com/office/drawing/2014/main" id="{0FD09F6B-F2C2-4B7C-BBA2-E4E4D98B1BCA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7" name="Rectangle">
            <a:extLst>
              <a:ext uri="{FF2B5EF4-FFF2-40B4-BE49-F238E27FC236}">
                <a16:creationId xmlns:a16="http://schemas.microsoft.com/office/drawing/2014/main" id="{613469BF-6A9A-4276-9C0D-48E3A4970805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8" name="Rectangle">
            <a:extLst>
              <a:ext uri="{FF2B5EF4-FFF2-40B4-BE49-F238E27FC236}">
                <a16:creationId xmlns:a16="http://schemas.microsoft.com/office/drawing/2014/main" id="{E7734E61-4C9D-4116-B345-A4269373EB0C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9" name="Rectangle">
            <a:extLst>
              <a:ext uri="{FF2B5EF4-FFF2-40B4-BE49-F238E27FC236}">
                <a16:creationId xmlns:a16="http://schemas.microsoft.com/office/drawing/2014/main" id="{24DB56AB-8B43-4BC6-ABEA-548FD73BEE3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0" name="Rectangle">
            <a:extLst>
              <a:ext uri="{FF2B5EF4-FFF2-40B4-BE49-F238E27FC236}">
                <a16:creationId xmlns:a16="http://schemas.microsoft.com/office/drawing/2014/main" id="{9F746445-E1D1-437A-9708-774BAE720B6C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1" name="Rectangle">
            <a:extLst>
              <a:ext uri="{FF2B5EF4-FFF2-40B4-BE49-F238E27FC236}">
                <a16:creationId xmlns:a16="http://schemas.microsoft.com/office/drawing/2014/main" id="{A8B95D1C-14C3-4128-BB8F-BEB385DA1C04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2" name="Rectangle">
            <a:extLst>
              <a:ext uri="{FF2B5EF4-FFF2-40B4-BE49-F238E27FC236}">
                <a16:creationId xmlns:a16="http://schemas.microsoft.com/office/drawing/2014/main" id="{A7C969B3-4747-42E1-80B6-BC1FCEF4A61A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" name="Rectangle">
            <a:extLst>
              <a:ext uri="{FF2B5EF4-FFF2-40B4-BE49-F238E27FC236}">
                <a16:creationId xmlns:a16="http://schemas.microsoft.com/office/drawing/2014/main" id="{CEB3EEF9-D295-4802-B291-7D14197E2AF1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" name="Rectangle">
            <a:extLst>
              <a:ext uri="{FF2B5EF4-FFF2-40B4-BE49-F238E27FC236}">
                <a16:creationId xmlns:a16="http://schemas.microsoft.com/office/drawing/2014/main" id="{4833449C-864C-46F9-92DC-2B7911F6ED90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" name="Rectangle">
            <a:extLst>
              <a:ext uri="{FF2B5EF4-FFF2-40B4-BE49-F238E27FC236}">
                <a16:creationId xmlns:a16="http://schemas.microsoft.com/office/drawing/2014/main" id="{AC560059-F7B3-4D36-8A6A-8E3B4BB201AF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" name="Rectangle">
            <a:extLst>
              <a:ext uri="{FF2B5EF4-FFF2-40B4-BE49-F238E27FC236}">
                <a16:creationId xmlns:a16="http://schemas.microsoft.com/office/drawing/2014/main" id="{242D77EC-1EF2-4F00-96BC-531CC26039E0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" name="Rectangle">
            <a:extLst>
              <a:ext uri="{FF2B5EF4-FFF2-40B4-BE49-F238E27FC236}">
                <a16:creationId xmlns:a16="http://schemas.microsoft.com/office/drawing/2014/main" id="{49416672-AEB6-46D6-B49C-7F2C016D7623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" name="Rectangle">
            <a:extLst>
              <a:ext uri="{FF2B5EF4-FFF2-40B4-BE49-F238E27FC236}">
                <a16:creationId xmlns:a16="http://schemas.microsoft.com/office/drawing/2014/main" id="{204B7446-754C-49D5-BC2F-3DBF7D97E726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" name="Rectangle">
            <a:extLst>
              <a:ext uri="{FF2B5EF4-FFF2-40B4-BE49-F238E27FC236}">
                <a16:creationId xmlns:a16="http://schemas.microsoft.com/office/drawing/2014/main" id="{FD5C6E36-79B0-4494-B267-4FEC479A71AB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" name="Rectangle">
            <a:extLst>
              <a:ext uri="{FF2B5EF4-FFF2-40B4-BE49-F238E27FC236}">
                <a16:creationId xmlns:a16="http://schemas.microsoft.com/office/drawing/2014/main" id="{19F3E73E-6B96-4949-9DF7-489860DF205B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1" name="Rectangle">
            <a:extLst>
              <a:ext uri="{FF2B5EF4-FFF2-40B4-BE49-F238E27FC236}">
                <a16:creationId xmlns:a16="http://schemas.microsoft.com/office/drawing/2014/main" id="{7BC78FC9-4D76-46AE-8C75-EF2BDF41E68F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2" name="Rectangle">
            <a:extLst>
              <a:ext uri="{FF2B5EF4-FFF2-40B4-BE49-F238E27FC236}">
                <a16:creationId xmlns:a16="http://schemas.microsoft.com/office/drawing/2014/main" id="{498D8F04-BDBB-4D19-9668-4FB22B97D504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3" name="global minimum">
            <a:extLst>
              <a:ext uri="{FF2B5EF4-FFF2-40B4-BE49-F238E27FC236}">
                <a16:creationId xmlns:a16="http://schemas.microsoft.com/office/drawing/2014/main" id="{8B4BB075-C350-4E22-B38C-B7CDBB35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mínimo global</a:t>
            </a:r>
          </a:p>
        </p:txBody>
      </p:sp>
    </p:spTree>
    <p:extLst>
      <p:ext uri="{BB962C8B-B14F-4D97-AF65-F5344CB8AC3E}">
        <p14:creationId xmlns:p14="http://schemas.microsoft.com/office/powerpoint/2010/main" val="14951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4254-C7CF-AE5A-A249-26A1971C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">
            <a:extLst>
              <a:ext uri="{FF2B5EF4-FFF2-40B4-BE49-F238E27FC236}">
                <a16:creationId xmlns:a16="http://schemas.microsoft.com/office/drawing/2014/main" id="{B66A83A7-DCA6-E9AD-1312-D2F3447BC7CE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7" name="Rectangle">
            <a:extLst>
              <a:ext uri="{FF2B5EF4-FFF2-40B4-BE49-F238E27FC236}">
                <a16:creationId xmlns:a16="http://schemas.microsoft.com/office/drawing/2014/main" id="{F0647109-1154-8505-5902-84AB7F0614F4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8" name="Rectangle">
            <a:extLst>
              <a:ext uri="{FF2B5EF4-FFF2-40B4-BE49-F238E27FC236}">
                <a16:creationId xmlns:a16="http://schemas.microsoft.com/office/drawing/2014/main" id="{C1248FE7-AC1A-7864-3CC3-0A1349A5AF45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9" name="Rectangle">
            <a:extLst>
              <a:ext uri="{FF2B5EF4-FFF2-40B4-BE49-F238E27FC236}">
                <a16:creationId xmlns:a16="http://schemas.microsoft.com/office/drawing/2014/main" id="{D11FE8A6-9074-5A04-6FD0-6DDB33ADB1B4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0" name="Rectangle">
            <a:extLst>
              <a:ext uri="{FF2B5EF4-FFF2-40B4-BE49-F238E27FC236}">
                <a16:creationId xmlns:a16="http://schemas.microsoft.com/office/drawing/2014/main" id="{05309179-1FD8-1CD2-DAD0-940D74B7C71A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1" name="Rectangle">
            <a:extLst>
              <a:ext uri="{FF2B5EF4-FFF2-40B4-BE49-F238E27FC236}">
                <a16:creationId xmlns:a16="http://schemas.microsoft.com/office/drawing/2014/main" id="{8EDF6C59-8169-B4AB-52C4-5EC214F16F1D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2" name="Rectangle">
            <a:extLst>
              <a:ext uri="{FF2B5EF4-FFF2-40B4-BE49-F238E27FC236}">
                <a16:creationId xmlns:a16="http://schemas.microsoft.com/office/drawing/2014/main" id="{82A97BA6-F4B4-A06D-2D19-6CA459B3D48D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3" name="Rectangle">
            <a:extLst>
              <a:ext uri="{FF2B5EF4-FFF2-40B4-BE49-F238E27FC236}">
                <a16:creationId xmlns:a16="http://schemas.microsoft.com/office/drawing/2014/main" id="{F7930EFB-714A-AB0C-69FD-5FACB4862800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4" name="Rectangle">
            <a:extLst>
              <a:ext uri="{FF2B5EF4-FFF2-40B4-BE49-F238E27FC236}">
                <a16:creationId xmlns:a16="http://schemas.microsoft.com/office/drawing/2014/main" id="{2871EED2-0569-F510-2ADA-3F9A8ACF3F88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5" name="Rectangle">
            <a:extLst>
              <a:ext uri="{FF2B5EF4-FFF2-40B4-BE49-F238E27FC236}">
                <a16:creationId xmlns:a16="http://schemas.microsoft.com/office/drawing/2014/main" id="{F915A1DE-FAEF-5F50-7376-F105CDB781B4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6" name="Rectangle">
            <a:extLst>
              <a:ext uri="{FF2B5EF4-FFF2-40B4-BE49-F238E27FC236}">
                <a16:creationId xmlns:a16="http://schemas.microsoft.com/office/drawing/2014/main" id="{08DDBF10-545D-1999-2FF0-65B8811463ED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7" name="Rectangle">
            <a:extLst>
              <a:ext uri="{FF2B5EF4-FFF2-40B4-BE49-F238E27FC236}">
                <a16:creationId xmlns:a16="http://schemas.microsoft.com/office/drawing/2014/main" id="{355F5029-5732-30C5-A1D3-47CA902430E4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8" name="Rectangle">
            <a:extLst>
              <a:ext uri="{FF2B5EF4-FFF2-40B4-BE49-F238E27FC236}">
                <a16:creationId xmlns:a16="http://schemas.microsoft.com/office/drawing/2014/main" id="{0825704F-1326-3841-87FE-03DD23011016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9" name="Rectangle">
            <a:extLst>
              <a:ext uri="{FF2B5EF4-FFF2-40B4-BE49-F238E27FC236}">
                <a16:creationId xmlns:a16="http://schemas.microsoft.com/office/drawing/2014/main" id="{2A9DDEED-D567-3A23-E8C0-C55E3AF4B9D5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0" name="Rectangle">
            <a:extLst>
              <a:ext uri="{FF2B5EF4-FFF2-40B4-BE49-F238E27FC236}">
                <a16:creationId xmlns:a16="http://schemas.microsoft.com/office/drawing/2014/main" id="{0480865F-4099-E7A8-7A7C-CF18FACA0C26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1" name="Rectangle">
            <a:extLst>
              <a:ext uri="{FF2B5EF4-FFF2-40B4-BE49-F238E27FC236}">
                <a16:creationId xmlns:a16="http://schemas.microsoft.com/office/drawing/2014/main" id="{F63F5AE9-DBD4-4DDE-47A1-7466DE3FE897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2" name="Rectangle">
            <a:extLst>
              <a:ext uri="{FF2B5EF4-FFF2-40B4-BE49-F238E27FC236}">
                <a16:creationId xmlns:a16="http://schemas.microsoft.com/office/drawing/2014/main" id="{9FD88A93-99D1-0452-64AC-A0AE3683E6BB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" name="Rectangle">
            <a:extLst>
              <a:ext uri="{FF2B5EF4-FFF2-40B4-BE49-F238E27FC236}">
                <a16:creationId xmlns:a16="http://schemas.microsoft.com/office/drawing/2014/main" id="{7A7B6F8A-D7C9-7433-FA1B-91D238765D1B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" name="Rectangle">
            <a:extLst>
              <a:ext uri="{FF2B5EF4-FFF2-40B4-BE49-F238E27FC236}">
                <a16:creationId xmlns:a16="http://schemas.microsoft.com/office/drawing/2014/main" id="{CD423B47-C172-9AC7-A8E0-82323FD4C725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" name="Rectangle">
            <a:extLst>
              <a:ext uri="{FF2B5EF4-FFF2-40B4-BE49-F238E27FC236}">
                <a16:creationId xmlns:a16="http://schemas.microsoft.com/office/drawing/2014/main" id="{32D5C58C-C4F8-A253-8A65-A6ABF375AAED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" name="Rectangle">
            <a:extLst>
              <a:ext uri="{FF2B5EF4-FFF2-40B4-BE49-F238E27FC236}">
                <a16:creationId xmlns:a16="http://schemas.microsoft.com/office/drawing/2014/main" id="{29B5D4CE-9D53-0932-C1B1-41B80D83E744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" name="Rectangle">
            <a:extLst>
              <a:ext uri="{FF2B5EF4-FFF2-40B4-BE49-F238E27FC236}">
                <a16:creationId xmlns:a16="http://schemas.microsoft.com/office/drawing/2014/main" id="{CA023481-1577-DBD0-D7B1-DF8DDD632D5F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" name="Rectangle">
            <a:extLst>
              <a:ext uri="{FF2B5EF4-FFF2-40B4-BE49-F238E27FC236}">
                <a16:creationId xmlns:a16="http://schemas.microsoft.com/office/drawing/2014/main" id="{B6059A30-FBDA-7981-83E2-978036FD8DBC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" name="Rectangle">
            <a:extLst>
              <a:ext uri="{FF2B5EF4-FFF2-40B4-BE49-F238E27FC236}">
                <a16:creationId xmlns:a16="http://schemas.microsoft.com/office/drawing/2014/main" id="{C5E9B24F-19AF-9656-C16C-33FA876E8618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" name="Rectangle">
            <a:extLst>
              <a:ext uri="{FF2B5EF4-FFF2-40B4-BE49-F238E27FC236}">
                <a16:creationId xmlns:a16="http://schemas.microsoft.com/office/drawing/2014/main" id="{7F0CF844-6671-0FF7-DCAA-74697AF506F4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1" name="Rectangle">
            <a:extLst>
              <a:ext uri="{FF2B5EF4-FFF2-40B4-BE49-F238E27FC236}">
                <a16:creationId xmlns:a16="http://schemas.microsoft.com/office/drawing/2014/main" id="{93769CC1-8A20-4100-2016-222AC0BE9F56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2" name="Rectangle">
            <a:extLst>
              <a:ext uri="{FF2B5EF4-FFF2-40B4-BE49-F238E27FC236}">
                <a16:creationId xmlns:a16="http://schemas.microsoft.com/office/drawing/2014/main" id="{2A4567F8-C728-9158-8DD0-FEA0A8DC98D8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3" name="global minimum">
            <a:extLst>
              <a:ext uri="{FF2B5EF4-FFF2-40B4-BE49-F238E27FC236}">
                <a16:creationId xmlns:a16="http://schemas.microsoft.com/office/drawing/2014/main" id="{2AA33C27-ECD3-65C5-5242-184A9407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mínimo global</a:t>
            </a:r>
          </a:p>
        </p:txBody>
      </p:sp>
      <p:sp>
        <p:nvSpPr>
          <p:cNvPr id="324" name="Double Arrow">
            <a:extLst>
              <a:ext uri="{FF2B5EF4-FFF2-40B4-BE49-F238E27FC236}">
                <a16:creationId xmlns:a16="http://schemas.microsoft.com/office/drawing/2014/main" id="{22092FF9-B5B4-8677-EB1E-1A6C24427EAA}"/>
              </a:ext>
            </a:extLst>
          </p:cNvPr>
          <p:cNvSpPr>
            <a:spLocks noGrp="1"/>
          </p:cNvSpPr>
          <p:nvPr/>
        </p:nvSpPr>
        <p:spPr>
          <a:xfrm rot="16200000">
            <a:off x="-5574156" y="7008711"/>
            <a:ext cx="12625930" cy="735597"/>
          </a:xfrm>
          <a:prstGeom prst="leftRightArrow">
            <a:avLst>
              <a:gd name="adj1" fmla="val 32000"/>
              <a:gd name="adj2" fmla="val 75966"/>
            </a:avLst>
          </a:prstGeom>
          <a:solidFill>
            <a:srgbClr val="A9A9A9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" name="cost…">
            <a:extLst>
              <a:ext uri="{FF2B5EF4-FFF2-40B4-BE49-F238E27FC236}">
                <a16:creationId xmlns:a16="http://schemas.microsoft.com/office/drawing/2014/main" id="{773493C8-65D5-D242-488E-B11AB0E98AF4}"/>
              </a:ext>
            </a:extLst>
          </p:cNvPr>
          <p:cNvSpPr>
            <a:spLocks noGrp="1"/>
          </p:cNvSpPr>
          <p:nvPr/>
        </p:nvSpPr>
        <p:spPr>
          <a:xfrm>
            <a:off x="1063853" y="2775751"/>
            <a:ext cx="1270002" cy="1534160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4700" b="0">
                <a:latin typeface="Helvetica"/>
                <a:ea typeface="Helvetica"/>
                <a:cs typeface="Helvetica"/>
              </a:defRPr>
            </a:pPr>
            <a:r>
              <a:t>função</a:t>
            </a:r>
          </a:p>
          <a:p>
            <a:pPr algn="l">
              <a:buNone/>
              <a:defRPr sz="4700" b="0">
                <a:latin typeface="Helvetica"/>
                <a:ea typeface="Helvetica"/>
                <a:cs typeface="Helvetica"/>
              </a:defRPr>
            </a:pPr>
            <a:r>
              <a:t>de custo</a:t>
            </a:r>
          </a:p>
        </p:txBody>
      </p:sp>
    </p:spTree>
    <p:extLst>
      <p:ext uri="{BB962C8B-B14F-4D97-AF65-F5344CB8AC3E}">
        <p14:creationId xmlns:p14="http://schemas.microsoft.com/office/powerpoint/2010/main" val="3231138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>
            <a:extLst>
              <a:ext uri="{FF2B5EF4-FFF2-40B4-BE49-F238E27FC236}">
                <a16:creationId xmlns:a16="http://schemas.microsoft.com/office/drawing/2014/main" id="{46717C88-D0D3-48A9-9857-7C04810AE564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" name="Rectangle">
            <a:extLst>
              <a:ext uri="{FF2B5EF4-FFF2-40B4-BE49-F238E27FC236}">
                <a16:creationId xmlns:a16="http://schemas.microsoft.com/office/drawing/2014/main" id="{E6643833-9EB5-4024-B87F-3978C2D89EF6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" name="Rectangle">
            <a:extLst>
              <a:ext uri="{FF2B5EF4-FFF2-40B4-BE49-F238E27FC236}">
                <a16:creationId xmlns:a16="http://schemas.microsoft.com/office/drawing/2014/main" id="{D674B4D0-E31E-4990-AE85-0E55D595197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" name="Rectangle">
            <a:extLst>
              <a:ext uri="{FF2B5EF4-FFF2-40B4-BE49-F238E27FC236}">
                <a16:creationId xmlns:a16="http://schemas.microsoft.com/office/drawing/2014/main" id="{EFD18B41-E659-42B9-B58D-CD22DB3466D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" name="Rectangle">
            <a:extLst>
              <a:ext uri="{FF2B5EF4-FFF2-40B4-BE49-F238E27FC236}">
                <a16:creationId xmlns:a16="http://schemas.microsoft.com/office/drawing/2014/main" id="{8A08EF5A-86E1-4181-B9D1-70C69E2AE0A7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3" name="Rectangle">
            <a:extLst>
              <a:ext uri="{FF2B5EF4-FFF2-40B4-BE49-F238E27FC236}">
                <a16:creationId xmlns:a16="http://schemas.microsoft.com/office/drawing/2014/main" id="{CFD4DB20-A8BC-4FFF-B976-5985CFA7D9F3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4" name="Rectangle">
            <a:extLst>
              <a:ext uri="{FF2B5EF4-FFF2-40B4-BE49-F238E27FC236}">
                <a16:creationId xmlns:a16="http://schemas.microsoft.com/office/drawing/2014/main" id="{F2AB184F-000A-48B1-996B-A8104E169976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5" name="Rectangle">
            <a:extLst>
              <a:ext uri="{FF2B5EF4-FFF2-40B4-BE49-F238E27FC236}">
                <a16:creationId xmlns:a16="http://schemas.microsoft.com/office/drawing/2014/main" id="{C955DD9D-041D-4B06-9967-535EAD2C8689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6" name="Rectangle">
            <a:extLst>
              <a:ext uri="{FF2B5EF4-FFF2-40B4-BE49-F238E27FC236}">
                <a16:creationId xmlns:a16="http://schemas.microsoft.com/office/drawing/2014/main" id="{B6086C2E-693B-4576-B0E1-93A73FDA9C43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7" name="Rectangle">
            <a:extLst>
              <a:ext uri="{FF2B5EF4-FFF2-40B4-BE49-F238E27FC236}">
                <a16:creationId xmlns:a16="http://schemas.microsoft.com/office/drawing/2014/main" id="{E912511B-5E58-4937-96A5-5638ABD13450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8" name="Rectangle">
            <a:extLst>
              <a:ext uri="{FF2B5EF4-FFF2-40B4-BE49-F238E27FC236}">
                <a16:creationId xmlns:a16="http://schemas.microsoft.com/office/drawing/2014/main" id="{86AA571C-24D5-4986-85A1-1050C5A6EC5A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9" name="Rectangle">
            <a:extLst>
              <a:ext uri="{FF2B5EF4-FFF2-40B4-BE49-F238E27FC236}">
                <a16:creationId xmlns:a16="http://schemas.microsoft.com/office/drawing/2014/main" id="{29679F01-D22D-4182-889E-31D488B356EF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0" name="Rectangle">
            <a:extLst>
              <a:ext uri="{FF2B5EF4-FFF2-40B4-BE49-F238E27FC236}">
                <a16:creationId xmlns:a16="http://schemas.microsoft.com/office/drawing/2014/main" id="{7258B48A-5B95-41C5-9C8D-21F31C93CCC6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1" name="Rectangle">
            <a:extLst>
              <a:ext uri="{FF2B5EF4-FFF2-40B4-BE49-F238E27FC236}">
                <a16:creationId xmlns:a16="http://schemas.microsoft.com/office/drawing/2014/main" id="{6517CAAA-BF43-4F2F-9A23-35EC5568821C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2" name="Rectangle">
            <a:extLst>
              <a:ext uri="{FF2B5EF4-FFF2-40B4-BE49-F238E27FC236}">
                <a16:creationId xmlns:a16="http://schemas.microsoft.com/office/drawing/2014/main" id="{161F602C-CB79-404D-9246-082CA4316084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3" name="Rectangle">
            <a:extLst>
              <a:ext uri="{FF2B5EF4-FFF2-40B4-BE49-F238E27FC236}">
                <a16:creationId xmlns:a16="http://schemas.microsoft.com/office/drawing/2014/main" id="{1B61BD14-1A9E-4B3A-AF02-D7F9F3CB4C40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4" name="Rectangle">
            <a:extLst>
              <a:ext uri="{FF2B5EF4-FFF2-40B4-BE49-F238E27FC236}">
                <a16:creationId xmlns:a16="http://schemas.microsoft.com/office/drawing/2014/main" id="{CA4E8534-28F4-4871-8E76-DE05B79ABBA0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5" name="Rectangle">
            <a:extLst>
              <a:ext uri="{FF2B5EF4-FFF2-40B4-BE49-F238E27FC236}">
                <a16:creationId xmlns:a16="http://schemas.microsoft.com/office/drawing/2014/main" id="{2FFA0FB0-1A9B-4F03-B5C3-9E2B2B59194E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6" name="Rectangle">
            <a:extLst>
              <a:ext uri="{FF2B5EF4-FFF2-40B4-BE49-F238E27FC236}">
                <a16:creationId xmlns:a16="http://schemas.microsoft.com/office/drawing/2014/main" id="{482286B8-2BFD-4C51-875A-0FAA5EA5E173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7" name="Rectangle">
            <a:extLst>
              <a:ext uri="{FF2B5EF4-FFF2-40B4-BE49-F238E27FC236}">
                <a16:creationId xmlns:a16="http://schemas.microsoft.com/office/drawing/2014/main" id="{274B0D4F-6011-4E6B-B582-B074964222DC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8" name="Rectangle">
            <a:extLst>
              <a:ext uri="{FF2B5EF4-FFF2-40B4-BE49-F238E27FC236}">
                <a16:creationId xmlns:a16="http://schemas.microsoft.com/office/drawing/2014/main" id="{C07CF0F8-A951-4C80-ACA5-F1316D1F531B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9" name="Rectangle">
            <a:extLst>
              <a:ext uri="{FF2B5EF4-FFF2-40B4-BE49-F238E27FC236}">
                <a16:creationId xmlns:a16="http://schemas.microsoft.com/office/drawing/2014/main" id="{D16CDAAA-0F02-45BE-97C4-0A2B34AF379B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0" name="Rectangle">
            <a:extLst>
              <a:ext uri="{FF2B5EF4-FFF2-40B4-BE49-F238E27FC236}">
                <a16:creationId xmlns:a16="http://schemas.microsoft.com/office/drawing/2014/main" id="{9ECB12A2-29BD-4B7D-BE33-AEF6F72B284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1" name="Rectangle">
            <a:extLst>
              <a:ext uri="{FF2B5EF4-FFF2-40B4-BE49-F238E27FC236}">
                <a16:creationId xmlns:a16="http://schemas.microsoft.com/office/drawing/2014/main" id="{A086C9A2-C779-400F-9B6D-5A58E529BAA2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2" name="Rectangle">
            <a:extLst>
              <a:ext uri="{FF2B5EF4-FFF2-40B4-BE49-F238E27FC236}">
                <a16:creationId xmlns:a16="http://schemas.microsoft.com/office/drawing/2014/main" id="{67440A83-378D-4CEF-A4DF-870260EEFD5C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3" name="Rectangle">
            <a:extLst>
              <a:ext uri="{FF2B5EF4-FFF2-40B4-BE49-F238E27FC236}">
                <a16:creationId xmlns:a16="http://schemas.microsoft.com/office/drawing/2014/main" id="{74E67962-9C87-4990-841D-7603D9CDA07C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" name="Rectangle">
            <a:extLst>
              <a:ext uri="{FF2B5EF4-FFF2-40B4-BE49-F238E27FC236}">
                <a16:creationId xmlns:a16="http://schemas.microsoft.com/office/drawing/2014/main" id="{3DC64AC3-6E45-4D09-A8EF-4695D8BBBCF3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5" name="current state">
            <a:extLst>
              <a:ext uri="{FF2B5EF4-FFF2-40B4-BE49-F238E27FC236}">
                <a16:creationId xmlns:a16="http://schemas.microsoft.com/office/drawing/2014/main" id="{1B5CF2BD-7944-45E3-A5B9-C09C62F9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estado atual</a:t>
            </a:r>
          </a:p>
        </p:txBody>
      </p:sp>
    </p:spTree>
    <p:extLst>
      <p:ext uri="{BB962C8B-B14F-4D97-AF65-F5344CB8AC3E}">
        <p14:creationId xmlns:p14="http://schemas.microsoft.com/office/powerpoint/2010/main" val="1802695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">
            <a:extLst>
              <a:ext uri="{FF2B5EF4-FFF2-40B4-BE49-F238E27FC236}">
                <a16:creationId xmlns:a16="http://schemas.microsoft.com/office/drawing/2014/main" id="{D529AED9-1B17-4473-9FFC-EE953E76EA4D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8" name="Rectangle">
            <a:extLst>
              <a:ext uri="{FF2B5EF4-FFF2-40B4-BE49-F238E27FC236}">
                <a16:creationId xmlns:a16="http://schemas.microsoft.com/office/drawing/2014/main" id="{35E6D10C-AECE-4042-963F-2EE24701611A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" name="Rectangle">
            <a:extLst>
              <a:ext uri="{FF2B5EF4-FFF2-40B4-BE49-F238E27FC236}">
                <a16:creationId xmlns:a16="http://schemas.microsoft.com/office/drawing/2014/main" id="{4C144CBA-D301-4CF0-8281-F8A7378E4E04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0" name="Rectangle">
            <a:extLst>
              <a:ext uri="{FF2B5EF4-FFF2-40B4-BE49-F238E27FC236}">
                <a16:creationId xmlns:a16="http://schemas.microsoft.com/office/drawing/2014/main" id="{24A9CB9B-561C-479C-9CB1-491BE5FAE3C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1" name="Rectangle">
            <a:extLst>
              <a:ext uri="{FF2B5EF4-FFF2-40B4-BE49-F238E27FC236}">
                <a16:creationId xmlns:a16="http://schemas.microsoft.com/office/drawing/2014/main" id="{A255FA8B-C57E-498C-B7F9-5F2B45E282A8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" name="Rectangle">
            <a:extLst>
              <a:ext uri="{FF2B5EF4-FFF2-40B4-BE49-F238E27FC236}">
                <a16:creationId xmlns:a16="http://schemas.microsoft.com/office/drawing/2014/main" id="{AF349818-0D86-4BA6-A2DA-C150756B9356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" name="Rectangle">
            <a:extLst>
              <a:ext uri="{FF2B5EF4-FFF2-40B4-BE49-F238E27FC236}">
                <a16:creationId xmlns:a16="http://schemas.microsoft.com/office/drawing/2014/main" id="{C8958CC2-4768-4C02-B0E4-98A9B75E25F9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4" name="Rectangle">
            <a:extLst>
              <a:ext uri="{FF2B5EF4-FFF2-40B4-BE49-F238E27FC236}">
                <a16:creationId xmlns:a16="http://schemas.microsoft.com/office/drawing/2014/main" id="{0B44ED5A-FE08-467C-8C3F-469E015834BE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5" name="Rectangle">
            <a:extLst>
              <a:ext uri="{FF2B5EF4-FFF2-40B4-BE49-F238E27FC236}">
                <a16:creationId xmlns:a16="http://schemas.microsoft.com/office/drawing/2014/main" id="{305DC848-DDCB-4158-BA88-1449C0C9FBDB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6" name="Rectangle">
            <a:extLst>
              <a:ext uri="{FF2B5EF4-FFF2-40B4-BE49-F238E27FC236}">
                <a16:creationId xmlns:a16="http://schemas.microsoft.com/office/drawing/2014/main" id="{04F3A639-A431-4CCB-BBFE-D8A44BCD82DF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7" name="Rectangle">
            <a:extLst>
              <a:ext uri="{FF2B5EF4-FFF2-40B4-BE49-F238E27FC236}">
                <a16:creationId xmlns:a16="http://schemas.microsoft.com/office/drawing/2014/main" id="{1D25EE91-CF8A-4351-8C47-F8F9B36839AA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7297B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8" name="Rectangle">
            <a:extLst>
              <a:ext uri="{FF2B5EF4-FFF2-40B4-BE49-F238E27FC236}">
                <a16:creationId xmlns:a16="http://schemas.microsoft.com/office/drawing/2014/main" id="{38A49F20-B106-4ED6-9A27-5998EEF41EA7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9" name="Rectangle">
            <a:extLst>
              <a:ext uri="{FF2B5EF4-FFF2-40B4-BE49-F238E27FC236}">
                <a16:creationId xmlns:a16="http://schemas.microsoft.com/office/drawing/2014/main" id="{802F82CA-76DD-44A9-9D6F-1A5E7626CB2D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7297B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0" name="Rectangle">
            <a:extLst>
              <a:ext uri="{FF2B5EF4-FFF2-40B4-BE49-F238E27FC236}">
                <a16:creationId xmlns:a16="http://schemas.microsoft.com/office/drawing/2014/main" id="{6BBE5F7A-47B6-49D7-B309-32805917E15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1" name="Rectangle">
            <a:extLst>
              <a:ext uri="{FF2B5EF4-FFF2-40B4-BE49-F238E27FC236}">
                <a16:creationId xmlns:a16="http://schemas.microsoft.com/office/drawing/2014/main" id="{E4F6A8DF-5FF4-42D8-858A-E3D92F4D45BC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2" name="Rectangle">
            <a:extLst>
              <a:ext uri="{FF2B5EF4-FFF2-40B4-BE49-F238E27FC236}">
                <a16:creationId xmlns:a16="http://schemas.microsoft.com/office/drawing/2014/main" id="{0902FEB4-5CD2-43D0-B1C3-F95352FE7061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3" name="Rectangle">
            <a:extLst>
              <a:ext uri="{FF2B5EF4-FFF2-40B4-BE49-F238E27FC236}">
                <a16:creationId xmlns:a16="http://schemas.microsoft.com/office/drawing/2014/main" id="{68E95E7B-B2B0-40ED-8DC3-2DE158E6B11B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4" name="Rectangle">
            <a:extLst>
              <a:ext uri="{FF2B5EF4-FFF2-40B4-BE49-F238E27FC236}">
                <a16:creationId xmlns:a16="http://schemas.microsoft.com/office/drawing/2014/main" id="{8BCE59FD-382C-4850-9001-5E22E8EF3973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5" name="Rectangle">
            <a:extLst>
              <a:ext uri="{FF2B5EF4-FFF2-40B4-BE49-F238E27FC236}">
                <a16:creationId xmlns:a16="http://schemas.microsoft.com/office/drawing/2014/main" id="{47B09542-4499-42A9-832B-93ABA7B79486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6" name="Rectangle">
            <a:extLst>
              <a:ext uri="{FF2B5EF4-FFF2-40B4-BE49-F238E27FC236}">
                <a16:creationId xmlns:a16="http://schemas.microsoft.com/office/drawing/2014/main" id="{58974DD2-30D0-4F6D-BA44-93F155250E0B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7" name="Rectangle">
            <a:extLst>
              <a:ext uri="{FF2B5EF4-FFF2-40B4-BE49-F238E27FC236}">
                <a16:creationId xmlns:a16="http://schemas.microsoft.com/office/drawing/2014/main" id="{F8495E65-2C34-46A4-9079-B13987555BCA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8" name="Rectangle">
            <a:extLst>
              <a:ext uri="{FF2B5EF4-FFF2-40B4-BE49-F238E27FC236}">
                <a16:creationId xmlns:a16="http://schemas.microsoft.com/office/drawing/2014/main" id="{156A8D45-9F42-49D5-A95D-CC7B5C0FA337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9" name="Rectangle">
            <a:extLst>
              <a:ext uri="{FF2B5EF4-FFF2-40B4-BE49-F238E27FC236}">
                <a16:creationId xmlns:a16="http://schemas.microsoft.com/office/drawing/2014/main" id="{B01D6668-C9C2-4618-9143-1943CE3A823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0" name="Rectangle">
            <a:extLst>
              <a:ext uri="{FF2B5EF4-FFF2-40B4-BE49-F238E27FC236}">
                <a16:creationId xmlns:a16="http://schemas.microsoft.com/office/drawing/2014/main" id="{B30FBD6B-8E41-4949-99C8-2FA744898DBE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1" name="Rectangle">
            <a:extLst>
              <a:ext uri="{FF2B5EF4-FFF2-40B4-BE49-F238E27FC236}">
                <a16:creationId xmlns:a16="http://schemas.microsoft.com/office/drawing/2014/main" id="{CB331874-0C4E-4B7A-B346-C95E541A2FA9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2" name="Rectangle">
            <a:extLst>
              <a:ext uri="{FF2B5EF4-FFF2-40B4-BE49-F238E27FC236}">
                <a16:creationId xmlns:a16="http://schemas.microsoft.com/office/drawing/2014/main" id="{A1BD2223-C24B-4C8D-A117-2833BB647B3E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3" name="Rectangle">
            <a:extLst>
              <a:ext uri="{FF2B5EF4-FFF2-40B4-BE49-F238E27FC236}">
                <a16:creationId xmlns:a16="http://schemas.microsoft.com/office/drawing/2014/main" id="{B8979620-4582-4A27-AD4E-E570C19C73F7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4" name="neighbors">
            <a:extLst>
              <a:ext uri="{FF2B5EF4-FFF2-40B4-BE49-F238E27FC236}">
                <a16:creationId xmlns:a16="http://schemas.microsoft.com/office/drawing/2014/main" id="{93F2B967-8730-4E3D-AD5C-85CFFD8C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vizinhos</a:t>
            </a:r>
          </a:p>
        </p:txBody>
      </p:sp>
    </p:spTree>
    <p:extLst>
      <p:ext uri="{BB962C8B-B14F-4D97-AF65-F5344CB8AC3E}">
        <p14:creationId xmlns:p14="http://schemas.microsoft.com/office/powerpoint/2010/main" val="1290703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Hill Climbing">
            <a:extLst>
              <a:ext uri="{FF2B5EF4-FFF2-40B4-BE49-F238E27FC236}">
                <a16:creationId xmlns:a16="http://schemas.microsoft.com/office/drawing/2014/main" id="{4C84D0FF-BCD7-4952-BA1C-C5361FA5BE0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9598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">
            <a:extLst>
              <a:ext uri="{FF2B5EF4-FFF2-40B4-BE49-F238E27FC236}">
                <a16:creationId xmlns:a16="http://schemas.microsoft.com/office/drawing/2014/main" id="{BCAEC347-0302-4806-ABC7-07FF0C189252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9" name="Rectangle">
            <a:extLst>
              <a:ext uri="{FF2B5EF4-FFF2-40B4-BE49-F238E27FC236}">
                <a16:creationId xmlns:a16="http://schemas.microsoft.com/office/drawing/2014/main" id="{E4E95AFA-44D8-40D4-A872-3A0D9290C184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0" name="Rectangle">
            <a:extLst>
              <a:ext uri="{FF2B5EF4-FFF2-40B4-BE49-F238E27FC236}">
                <a16:creationId xmlns:a16="http://schemas.microsoft.com/office/drawing/2014/main" id="{DADA65CF-FFC2-42ED-A36A-26C03770D41B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1" name="Rectangle">
            <a:extLst>
              <a:ext uri="{FF2B5EF4-FFF2-40B4-BE49-F238E27FC236}">
                <a16:creationId xmlns:a16="http://schemas.microsoft.com/office/drawing/2014/main" id="{81FB96FF-4D5B-4CE8-88FD-3F347BAACA8B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2" name="Rectangle">
            <a:extLst>
              <a:ext uri="{FF2B5EF4-FFF2-40B4-BE49-F238E27FC236}">
                <a16:creationId xmlns:a16="http://schemas.microsoft.com/office/drawing/2014/main" id="{673D1AD6-C801-4CC6-8F20-19E368C64E1C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3" name="Rectangle">
            <a:extLst>
              <a:ext uri="{FF2B5EF4-FFF2-40B4-BE49-F238E27FC236}">
                <a16:creationId xmlns:a16="http://schemas.microsoft.com/office/drawing/2014/main" id="{494B75FE-9B4D-47C9-B2C0-5B0B1E51A93E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4" name="Rectangle">
            <a:extLst>
              <a:ext uri="{FF2B5EF4-FFF2-40B4-BE49-F238E27FC236}">
                <a16:creationId xmlns:a16="http://schemas.microsoft.com/office/drawing/2014/main" id="{90408214-F763-4EAB-9571-DF3B33603A30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5" name="Rectangle">
            <a:extLst>
              <a:ext uri="{FF2B5EF4-FFF2-40B4-BE49-F238E27FC236}">
                <a16:creationId xmlns:a16="http://schemas.microsoft.com/office/drawing/2014/main" id="{21D9CE83-E69E-4D45-8A7C-350949E0A159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6" name="Rectangle">
            <a:extLst>
              <a:ext uri="{FF2B5EF4-FFF2-40B4-BE49-F238E27FC236}">
                <a16:creationId xmlns:a16="http://schemas.microsoft.com/office/drawing/2014/main" id="{34E2CC0B-7DA9-47D5-B621-9CCB9F307609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7" name="Rectangle">
            <a:extLst>
              <a:ext uri="{FF2B5EF4-FFF2-40B4-BE49-F238E27FC236}">
                <a16:creationId xmlns:a16="http://schemas.microsoft.com/office/drawing/2014/main" id="{FB0950A5-1F75-4CAC-96A4-D33D944A38AA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8" name="Rectangle">
            <a:extLst>
              <a:ext uri="{FF2B5EF4-FFF2-40B4-BE49-F238E27FC236}">
                <a16:creationId xmlns:a16="http://schemas.microsoft.com/office/drawing/2014/main" id="{C16D5E25-0787-4F4D-9340-FFA8E6A856C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9" name="Rectangle">
            <a:extLst>
              <a:ext uri="{FF2B5EF4-FFF2-40B4-BE49-F238E27FC236}">
                <a16:creationId xmlns:a16="http://schemas.microsoft.com/office/drawing/2014/main" id="{61295A0A-DB71-49E6-8FEC-6F96C506A179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0" name="Rectangle">
            <a:extLst>
              <a:ext uri="{FF2B5EF4-FFF2-40B4-BE49-F238E27FC236}">
                <a16:creationId xmlns:a16="http://schemas.microsoft.com/office/drawing/2014/main" id="{705B308A-3C86-4349-840B-EEDA813463CD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1" name="Rectangle">
            <a:extLst>
              <a:ext uri="{FF2B5EF4-FFF2-40B4-BE49-F238E27FC236}">
                <a16:creationId xmlns:a16="http://schemas.microsoft.com/office/drawing/2014/main" id="{2CA590BD-F543-42AE-8931-B685402CB695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2" name="Rectangle">
            <a:extLst>
              <a:ext uri="{FF2B5EF4-FFF2-40B4-BE49-F238E27FC236}">
                <a16:creationId xmlns:a16="http://schemas.microsoft.com/office/drawing/2014/main" id="{C57C9835-A4AF-4ACA-87AF-95FE01B1E567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3" name="Rectangle">
            <a:extLst>
              <a:ext uri="{FF2B5EF4-FFF2-40B4-BE49-F238E27FC236}">
                <a16:creationId xmlns:a16="http://schemas.microsoft.com/office/drawing/2014/main" id="{99DEAA55-54B6-47F2-9641-AE906E14F223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4" name="Rectangle">
            <a:extLst>
              <a:ext uri="{FF2B5EF4-FFF2-40B4-BE49-F238E27FC236}">
                <a16:creationId xmlns:a16="http://schemas.microsoft.com/office/drawing/2014/main" id="{4BB5A53E-7036-44CA-87BE-617FDD9FF37D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5" name="Rectangle">
            <a:extLst>
              <a:ext uri="{FF2B5EF4-FFF2-40B4-BE49-F238E27FC236}">
                <a16:creationId xmlns:a16="http://schemas.microsoft.com/office/drawing/2014/main" id="{79C1AAB7-ADE8-4898-8CD4-DA3CB0267E77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6" name="Rectangle">
            <a:extLst>
              <a:ext uri="{FF2B5EF4-FFF2-40B4-BE49-F238E27FC236}">
                <a16:creationId xmlns:a16="http://schemas.microsoft.com/office/drawing/2014/main" id="{466FB952-33DA-4B0B-991C-FF8B5C4917AF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" name="Rectangle">
            <a:extLst>
              <a:ext uri="{FF2B5EF4-FFF2-40B4-BE49-F238E27FC236}">
                <a16:creationId xmlns:a16="http://schemas.microsoft.com/office/drawing/2014/main" id="{F6B233AC-12C4-40F7-A9F1-1D6E236791D4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" name="Rectangle">
            <a:extLst>
              <a:ext uri="{FF2B5EF4-FFF2-40B4-BE49-F238E27FC236}">
                <a16:creationId xmlns:a16="http://schemas.microsoft.com/office/drawing/2014/main" id="{C40B04C7-F835-4F64-9844-B48F819DF793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" name="Rectangle">
            <a:extLst>
              <a:ext uri="{FF2B5EF4-FFF2-40B4-BE49-F238E27FC236}">
                <a16:creationId xmlns:a16="http://schemas.microsoft.com/office/drawing/2014/main" id="{D4329129-3F19-4E06-B8F2-5FFE27E21641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" name="Rectangle">
            <a:extLst>
              <a:ext uri="{FF2B5EF4-FFF2-40B4-BE49-F238E27FC236}">
                <a16:creationId xmlns:a16="http://schemas.microsoft.com/office/drawing/2014/main" id="{05278246-A1F4-4751-887D-4AFCE3933C5E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" name="Rectangle">
            <a:extLst>
              <a:ext uri="{FF2B5EF4-FFF2-40B4-BE49-F238E27FC236}">
                <a16:creationId xmlns:a16="http://schemas.microsoft.com/office/drawing/2014/main" id="{4F283B65-E4CA-4C25-9820-EBA939EBDA5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2" name="Rectangle">
            <a:extLst>
              <a:ext uri="{FF2B5EF4-FFF2-40B4-BE49-F238E27FC236}">
                <a16:creationId xmlns:a16="http://schemas.microsoft.com/office/drawing/2014/main" id="{61ADDB28-9796-45C0-9E03-CFF44AA0C581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3" name="Rectangle">
            <a:extLst>
              <a:ext uri="{FF2B5EF4-FFF2-40B4-BE49-F238E27FC236}">
                <a16:creationId xmlns:a16="http://schemas.microsoft.com/office/drawing/2014/main" id="{B6EC9850-1471-45C3-A7E4-A456F1429BEE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4" name="Rectangle">
            <a:extLst>
              <a:ext uri="{FF2B5EF4-FFF2-40B4-BE49-F238E27FC236}">
                <a16:creationId xmlns:a16="http://schemas.microsoft.com/office/drawing/2014/main" id="{2C43F984-D6E7-4AB4-B474-0D817B052AD1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70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">
            <a:extLst>
              <a:ext uri="{FF2B5EF4-FFF2-40B4-BE49-F238E27FC236}">
                <a16:creationId xmlns:a16="http://schemas.microsoft.com/office/drawing/2014/main" id="{91BDA447-606F-4DA9-A0D4-7AA42904D057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7" name="Rectangle">
            <a:extLst>
              <a:ext uri="{FF2B5EF4-FFF2-40B4-BE49-F238E27FC236}">
                <a16:creationId xmlns:a16="http://schemas.microsoft.com/office/drawing/2014/main" id="{0DA22EC3-7F18-4729-A185-D51FD526A4C4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8" name="Rectangle">
            <a:extLst>
              <a:ext uri="{FF2B5EF4-FFF2-40B4-BE49-F238E27FC236}">
                <a16:creationId xmlns:a16="http://schemas.microsoft.com/office/drawing/2014/main" id="{FEF7F21A-51E7-4CDE-91FD-7CB9332860B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9" name="Rectangle">
            <a:extLst>
              <a:ext uri="{FF2B5EF4-FFF2-40B4-BE49-F238E27FC236}">
                <a16:creationId xmlns:a16="http://schemas.microsoft.com/office/drawing/2014/main" id="{316A5281-4EAB-49AA-B5DC-EF6EE12CA4FA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0" name="Rectangle">
            <a:extLst>
              <a:ext uri="{FF2B5EF4-FFF2-40B4-BE49-F238E27FC236}">
                <a16:creationId xmlns:a16="http://schemas.microsoft.com/office/drawing/2014/main" id="{5C08692D-DE07-4A18-A636-1E1FC4637401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1" name="Rectangle">
            <a:extLst>
              <a:ext uri="{FF2B5EF4-FFF2-40B4-BE49-F238E27FC236}">
                <a16:creationId xmlns:a16="http://schemas.microsoft.com/office/drawing/2014/main" id="{BC55130E-8B6E-42DE-A2DA-B1B615124FB0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2" name="Rectangle">
            <a:extLst>
              <a:ext uri="{FF2B5EF4-FFF2-40B4-BE49-F238E27FC236}">
                <a16:creationId xmlns:a16="http://schemas.microsoft.com/office/drawing/2014/main" id="{5F5FEDAA-9B47-45C2-8C18-7565F1591F8F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3" name="Rectangle">
            <a:extLst>
              <a:ext uri="{FF2B5EF4-FFF2-40B4-BE49-F238E27FC236}">
                <a16:creationId xmlns:a16="http://schemas.microsoft.com/office/drawing/2014/main" id="{4FCFA6F1-8A19-4F0B-8E70-0F248E5D4244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4" name="Rectangle">
            <a:extLst>
              <a:ext uri="{FF2B5EF4-FFF2-40B4-BE49-F238E27FC236}">
                <a16:creationId xmlns:a16="http://schemas.microsoft.com/office/drawing/2014/main" id="{B7F528F4-EA21-4F45-879D-AE83879A3FA1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5" name="Rectangle">
            <a:extLst>
              <a:ext uri="{FF2B5EF4-FFF2-40B4-BE49-F238E27FC236}">
                <a16:creationId xmlns:a16="http://schemas.microsoft.com/office/drawing/2014/main" id="{B1E0F293-0B24-4A9C-B04E-3C7B2867C03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6" name="Rectangle">
            <a:extLst>
              <a:ext uri="{FF2B5EF4-FFF2-40B4-BE49-F238E27FC236}">
                <a16:creationId xmlns:a16="http://schemas.microsoft.com/office/drawing/2014/main" id="{FF721297-3ED1-4521-AB4F-344AC96EAFE6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7" name="Rectangle">
            <a:extLst>
              <a:ext uri="{FF2B5EF4-FFF2-40B4-BE49-F238E27FC236}">
                <a16:creationId xmlns:a16="http://schemas.microsoft.com/office/drawing/2014/main" id="{AA508630-1555-4225-9BE4-82BFD0F2A576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8" name="Rectangle">
            <a:extLst>
              <a:ext uri="{FF2B5EF4-FFF2-40B4-BE49-F238E27FC236}">
                <a16:creationId xmlns:a16="http://schemas.microsoft.com/office/drawing/2014/main" id="{A0A4D009-8C65-4998-9291-D07C91E67C8F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9" name="Rectangle">
            <a:extLst>
              <a:ext uri="{FF2B5EF4-FFF2-40B4-BE49-F238E27FC236}">
                <a16:creationId xmlns:a16="http://schemas.microsoft.com/office/drawing/2014/main" id="{9B2C6455-9633-4754-8B48-A6D918BFC860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0" name="Rectangle">
            <a:extLst>
              <a:ext uri="{FF2B5EF4-FFF2-40B4-BE49-F238E27FC236}">
                <a16:creationId xmlns:a16="http://schemas.microsoft.com/office/drawing/2014/main" id="{8DAFA080-2094-480B-8673-32B1FF90F695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1" name="Rectangle">
            <a:extLst>
              <a:ext uri="{FF2B5EF4-FFF2-40B4-BE49-F238E27FC236}">
                <a16:creationId xmlns:a16="http://schemas.microsoft.com/office/drawing/2014/main" id="{D862A7A9-3550-433C-80AD-A2C16C2996DB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2" name="Rectangle">
            <a:extLst>
              <a:ext uri="{FF2B5EF4-FFF2-40B4-BE49-F238E27FC236}">
                <a16:creationId xmlns:a16="http://schemas.microsoft.com/office/drawing/2014/main" id="{AB2874F2-E297-4CF8-B01F-9F6910C1DC24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3" name="Rectangle">
            <a:extLst>
              <a:ext uri="{FF2B5EF4-FFF2-40B4-BE49-F238E27FC236}">
                <a16:creationId xmlns:a16="http://schemas.microsoft.com/office/drawing/2014/main" id="{AB0082E3-E14F-40D1-87C1-87C5BF75C871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4" name="Rectangle">
            <a:extLst>
              <a:ext uri="{FF2B5EF4-FFF2-40B4-BE49-F238E27FC236}">
                <a16:creationId xmlns:a16="http://schemas.microsoft.com/office/drawing/2014/main" id="{1DAC42DF-A424-4D31-A641-4AB79EB3B370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5" name="Rectangle">
            <a:extLst>
              <a:ext uri="{FF2B5EF4-FFF2-40B4-BE49-F238E27FC236}">
                <a16:creationId xmlns:a16="http://schemas.microsoft.com/office/drawing/2014/main" id="{368F0A0B-B8B9-4257-86C2-64AFA9E80086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6" name="Rectangle">
            <a:extLst>
              <a:ext uri="{FF2B5EF4-FFF2-40B4-BE49-F238E27FC236}">
                <a16:creationId xmlns:a16="http://schemas.microsoft.com/office/drawing/2014/main" id="{8FBE5425-EA01-40EF-9F08-EF6DCF62CE2F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7" name="Rectangle">
            <a:extLst>
              <a:ext uri="{FF2B5EF4-FFF2-40B4-BE49-F238E27FC236}">
                <a16:creationId xmlns:a16="http://schemas.microsoft.com/office/drawing/2014/main" id="{421D4FE6-53C0-43EA-9A56-49DFA912D1AA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8" name="Rectangle">
            <a:extLst>
              <a:ext uri="{FF2B5EF4-FFF2-40B4-BE49-F238E27FC236}">
                <a16:creationId xmlns:a16="http://schemas.microsoft.com/office/drawing/2014/main" id="{4E5BA092-A42B-4D49-A68E-14D56AF47E81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9" name="Rectangle">
            <a:extLst>
              <a:ext uri="{FF2B5EF4-FFF2-40B4-BE49-F238E27FC236}">
                <a16:creationId xmlns:a16="http://schemas.microsoft.com/office/drawing/2014/main" id="{C7333C62-0FAA-445C-A32B-63BBC709D3DF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0" name="Rectangle">
            <a:extLst>
              <a:ext uri="{FF2B5EF4-FFF2-40B4-BE49-F238E27FC236}">
                <a16:creationId xmlns:a16="http://schemas.microsoft.com/office/drawing/2014/main" id="{2CCCE8D7-2599-4648-9215-EFE307EF95ED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1" name="Rectangle">
            <a:extLst>
              <a:ext uri="{FF2B5EF4-FFF2-40B4-BE49-F238E27FC236}">
                <a16:creationId xmlns:a16="http://schemas.microsoft.com/office/drawing/2014/main" id="{CBF97226-515B-4E64-9845-266DAB8C6A64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2" name="Rectangle">
            <a:extLst>
              <a:ext uri="{FF2B5EF4-FFF2-40B4-BE49-F238E27FC236}">
                <a16:creationId xmlns:a16="http://schemas.microsoft.com/office/drawing/2014/main" id="{4D33A9F7-4B13-4551-AD19-33B30EAD9C4A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0665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">
            <a:extLst>
              <a:ext uri="{FF2B5EF4-FFF2-40B4-BE49-F238E27FC236}">
                <a16:creationId xmlns:a16="http://schemas.microsoft.com/office/drawing/2014/main" id="{D9050D56-6905-4396-B56B-4D0D0D6E966E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5" name="Rectangle">
            <a:extLst>
              <a:ext uri="{FF2B5EF4-FFF2-40B4-BE49-F238E27FC236}">
                <a16:creationId xmlns:a16="http://schemas.microsoft.com/office/drawing/2014/main" id="{55C964AA-226D-4802-98A4-34A3888BF406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6" name="Rectangle">
            <a:extLst>
              <a:ext uri="{FF2B5EF4-FFF2-40B4-BE49-F238E27FC236}">
                <a16:creationId xmlns:a16="http://schemas.microsoft.com/office/drawing/2014/main" id="{E8F96694-C9C6-45F1-83CA-148F9FC5AA2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7" name="Rectangle">
            <a:extLst>
              <a:ext uri="{FF2B5EF4-FFF2-40B4-BE49-F238E27FC236}">
                <a16:creationId xmlns:a16="http://schemas.microsoft.com/office/drawing/2014/main" id="{A9AE7192-CEEC-452B-99C3-1D4C841FD70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8" name="Rectangle">
            <a:extLst>
              <a:ext uri="{FF2B5EF4-FFF2-40B4-BE49-F238E27FC236}">
                <a16:creationId xmlns:a16="http://schemas.microsoft.com/office/drawing/2014/main" id="{9554B75C-4D91-42D9-BBC6-1CE5BE0E7A3E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9" name="Rectangle">
            <a:extLst>
              <a:ext uri="{FF2B5EF4-FFF2-40B4-BE49-F238E27FC236}">
                <a16:creationId xmlns:a16="http://schemas.microsoft.com/office/drawing/2014/main" id="{C9D0C6E6-0710-4B0A-9F2F-E7E28B6A96E6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0" name="Rectangle">
            <a:extLst>
              <a:ext uri="{FF2B5EF4-FFF2-40B4-BE49-F238E27FC236}">
                <a16:creationId xmlns:a16="http://schemas.microsoft.com/office/drawing/2014/main" id="{9AA9D9BA-C253-455D-8412-C33316C1B526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1" name="Rectangle">
            <a:extLst>
              <a:ext uri="{FF2B5EF4-FFF2-40B4-BE49-F238E27FC236}">
                <a16:creationId xmlns:a16="http://schemas.microsoft.com/office/drawing/2014/main" id="{75F51925-F472-454F-9F9D-ECE137426C1B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2" name="Rectangle">
            <a:extLst>
              <a:ext uri="{FF2B5EF4-FFF2-40B4-BE49-F238E27FC236}">
                <a16:creationId xmlns:a16="http://schemas.microsoft.com/office/drawing/2014/main" id="{E7DE589F-ABE2-4EC6-A5DC-E440CF3CF691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3" name="Rectangle">
            <a:extLst>
              <a:ext uri="{FF2B5EF4-FFF2-40B4-BE49-F238E27FC236}">
                <a16:creationId xmlns:a16="http://schemas.microsoft.com/office/drawing/2014/main" id="{D3D10707-8C7A-4B26-81B0-3794C0DEADD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4" name="Rectangle">
            <a:extLst>
              <a:ext uri="{FF2B5EF4-FFF2-40B4-BE49-F238E27FC236}">
                <a16:creationId xmlns:a16="http://schemas.microsoft.com/office/drawing/2014/main" id="{3020F464-C4F6-43C5-99D8-88ABB80237D2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5" name="Rectangle">
            <a:extLst>
              <a:ext uri="{FF2B5EF4-FFF2-40B4-BE49-F238E27FC236}">
                <a16:creationId xmlns:a16="http://schemas.microsoft.com/office/drawing/2014/main" id="{68D8E46C-B513-463E-AFAF-3DF2B5CAF635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6" name="Rectangle">
            <a:extLst>
              <a:ext uri="{FF2B5EF4-FFF2-40B4-BE49-F238E27FC236}">
                <a16:creationId xmlns:a16="http://schemas.microsoft.com/office/drawing/2014/main" id="{FA35706F-C4CB-4F5C-B5CE-BCA95546BC73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7" name="Rectangle">
            <a:extLst>
              <a:ext uri="{FF2B5EF4-FFF2-40B4-BE49-F238E27FC236}">
                <a16:creationId xmlns:a16="http://schemas.microsoft.com/office/drawing/2014/main" id="{47348D86-E1DF-4B29-905D-B3143B24687E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8" name="Rectangle">
            <a:extLst>
              <a:ext uri="{FF2B5EF4-FFF2-40B4-BE49-F238E27FC236}">
                <a16:creationId xmlns:a16="http://schemas.microsoft.com/office/drawing/2014/main" id="{B726B8F4-0E2B-4F11-8F7D-9A6DA052DBEE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9" name="Rectangle">
            <a:extLst>
              <a:ext uri="{FF2B5EF4-FFF2-40B4-BE49-F238E27FC236}">
                <a16:creationId xmlns:a16="http://schemas.microsoft.com/office/drawing/2014/main" id="{FDDCCC45-D458-4CAA-9B5F-96D551932ACF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0" name="Rectangle">
            <a:extLst>
              <a:ext uri="{FF2B5EF4-FFF2-40B4-BE49-F238E27FC236}">
                <a16:creationId xmlns:a16="http://schemas.microsoft.com/office/drawing/2014/main" id="{DBA288CA-F3B3-4C78-A338-ECBFD0FBF00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1" name="Rectangle">
            <a:extLst>
              <a:ext uri="{FF2B5EF4-FFF2-40B4-BE49-F238E27FC236}">
                <a16:creationId xmlns:a16="http://schemas.microsoft.com/office/drawing/2014/main" id="{04AF712B-5DE1-4902-B998-F8770FC5ECCA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2" name="Rectangle">
            <a:extLst>
              <a:ext uri="{FF2B5EF4-FFF2-40B4-BE49-F238E27FC236}">
                <a16:creationId xmlns:a16="http://schemas.microsoft.com/office/drawing/2014/main" id="{6BB8959A-C496-41A6-A323-3598CDCE3229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3" name="Rectangle">
            <a:extLst>
              <a:ext uri="{FF2B5EF4-FFF2-40B4-BE49-F238E27FC236}">
                <a16:creationId xmlns:a16="http://schemas.microsoft.com/office/drawing/2014/main" id="{737AF709-731F-493B-B7FA-42AFFEC00CD2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4" name="Rectangle">
            <a:extLst>
              <a:ext uri="{FF2B5EF4-FFF2-40B4-BE49-F238E27FC236}">
                <a16:creationId xmlns:a16="http://schemas.microsoft.com/office/drawing/2014/main" id="{DC0F24E1-7DB9-42A1-8EE8-D48D8DA31A41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5" name="Rectangle">
            <a:extLst>
              <a:ext uri="{FF2B5EF4-FFF2-40B4-BE49-F238E27FC236}">
                <a16:creationId xmlns:a16="http://schemas.microsoft.com/office/drawing/2014/main" id="{C02EDA30-FC26-4163-A74B-25D9D1219133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6" name="Rectangle">
            <a:extLst>
              <a:ext uri="{FF2B5EF4-FFF2-40B4-BE49-F238E27FC236}">
                <a16:creationId xmlns:a16="http://schemas.microsoft.com/office/drawing/2014/main" id="{9464861C-9C2E-4EBA-A927-EADD457861E1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7" name="Rectangle">
            <a:extLst>
              <a:ext uri="{FF2B5EF4-FFF2-40B4-BE49-F238E27FC236}">
                <a16:creationId xmlns:a16="http://schemas.microsoft.com/office/drawing/2014/main" id="{5CB6FB2C-507C-450C-A5B0-92703AE0C141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8" name="Rectangle">
            <a:extLst>
              <a:ext uri="{FF2B5EF4-FFF2-40B4-BE49-F238E27FC236}">
                <a16:creationId xmlns:a16="http://schemas.microsoft.com/office/drawing/2014/main" id="{17AA703F-9EF1-4482-9374-337658258478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9" name="Rectangle">
            <a:extLst>
              <a:ext uri="{FF2B5EF4-FFF2-40B4-BE49-F238E27FC236}">
                <a16:creationId xmlns:a16="http://schemas.microsoft.com/office/drawing/2014/main" id="{98AA5C55-628D-465A-AB3E-1F30CB276A15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0" name="Rectangle">
            <a:extLst>
              <a:ext uri="{FF2B5EF4-FFF2-40B4-BE49-F238E27FC236}">
                <a16:creationId xmlns:a16="http://schemas.microsoft.com/office/drawing/2014/main" id="{71D05233-F70C-4FF6-95D2-9E923BA2F4B6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681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">
            <a:extLst>
              <a:ext uri="{FF2B5EF4-FFF2-40B4-BE49-F238E27FC236}">
                <a16:creationId xmlns:a16="http://schemas.microsoft.com/office/drawing/2014/main" id="{AAB3DCE8-97A4-4EAA-9EB7-59D497C9BFC2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3" name="Rectangle">
            <a:extLst>
              <a:ext uri="{FF2B5EF4-FFF2-40B4-BE49-F238E27FC236}">
                <a16:creationId xmlns:a16="http://schemas.microsoft.com/office/drawing/2014/main" id="{80CCA9C9-F34A-4802-AB01-FD54543CAC1C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4" name="Rectangle">
            <a:extLst>
              <a:ext uri="{FF2B5EF4-FFF2-40B4-BE49-F238E27FC236}">
                <a16:creationId xmlns:a16="http://schemas.microsoft.com/office/drawing/2014/main" id="{01979582-11DA-41BC-A4B9-08C8FD0E119D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5" name="Rectangle">
            <a:extLst>
              <a:ext uri="{FF2B5EF4-FFF2-40B4-BE49-F238E27FC236}">
                <a16:creationId xmlns:a16="http://schemas.microsoft.com/office/drawing/2014/main" id="{909934F5-3742-4C02-8BF5-5C0CC75EA235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6" name="Rectangle">
            <a:extLst>
              <a:ext uri="{FF2B5EF4-FFF2-40B4-BE49-F238E27FC236}">
                <a16:creationId xmlns:a16="http://schemas.microsoft.com/office/drawing/2014/main" id="{55EF68DD-3258-40AA-9500-12B216E1BF38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7" name="Rectangle">
            <a:extLst>
              <a:ext uri="{FF2B5EF4-FFF2-40B4-BE49-F238E27FC236}">
                <a16:creationId xmlns:a16="http://schemas.microsoft.com/office/drawing/2014/main" id="{6EE0E884-D8AA-44CA-AF9A-71AD40CCF1C8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8" name="Rectangle">
            <a:extLst>
              <a:ext uri="{FF2B5EF4-FFF2-40B4-BE49-F238E27FC236}">
                <a16:creationId xmlns:a16="http://schemas.microsoft.com/office/drawing/2014/main" id="{159A2B5F-1612-4AC0-8344-02848E2AE624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9" name="Rectangle">
            <a:extLst>
              <a:ext uri="{FF2B5EF4-FFF2-40B4-BE49-F238E27FC236}">
                <a16:creationId xmlns:a16="http://schemas.microsoft.com/office/drawing/2014/main" id="{EACA0F3C-F5E9-41EB-9E3A-E050C8B2383F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0" name="Rectangle">
            <a:extLst>
              <a:ext uri="{FF2B5EF4-FFF2-40B4-BE49-F238E27FC236}">
                <a16:creationId xmlns:a16="http://schemas.microsoft.com/office/drawing/2014/main" id="{E27E2C9C-E835-4E3E-99DA-C93B81EB0C3B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1" name="Rectangle">
            <a:extLst>
              <a:ext uri="{FF2B5EF4-FFF2-40B4-BE49-F238E27FC236}">
                <a16:creationId xmlns:a16="http://schemas.microsoft.com/office/drawing/2014/main" id="{F23A4510-4DA5-447D-96AA-059A122ECEDA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2" name="Rectangle">
            <a:extLst>
              <a:ext uri="{FF2B5EF4-FFF2-40B4-BE49-F238E27FC236}">
                <a16:creationId xmlns:a16="http://schemas.microsoft.com/office/drawing/2014/main" id="{E25E933F-FACE-4E36-AA93-76ABC280B067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3" name="Rectangle">
            <a:extLst>
              <a:ext uri="{FF2B5EF4-FFF2-40B4-BE49-F238E27FC236}">
                <a16:creationId xmlns:a16="http://schemas.microsoft.com/office/drawing/2014/main" id="{717EF5DA-60A6-4532-B41E-2BB5EF260936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4" name="Rectangle">
            <a:extLst>
              <a:ext uri="{FF2B5EF4-FFF2-40B4-BE49-F238E27FC236}">
                <a16:creationId xmlns:a16="http://schemas.microsoft.com/office/drawing/2014/main" id="{2FE44351-3878-46AA-B451-DB4B43C6646D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5" name="Rectangle">
            <a:extLst>
              <a:ext uri="{FF2B5EF4-FFF2-40B4-BE49-F238E27FC236}">
                <a16:creationId xmlns:a16="http://schemas.microsoft.com/office/drawing/2014/main" id="{C06EBC45-F04F-4D50-B04E-CF3A585B8AAE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6" name="Rectangle">
            <a:extLst>
              <a:ext uri="{FF2B5EF4-FFF2-40B4-BE49-F238E27FC236}">
                <a16:creationId xmlns:a16="http://schemas.microsoft.com/office/drawing/2014/main" id="{0B8732C0-3327-467D-A016-97A53CE7FCBA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7" name="Rectangle">
            <a:extLst>
              <a:ext uri="{FF2B5EF4-FFF2-40B4-BE49-F238E27FC236}">
                <a16:creationId xmlns:a16="http://schemas.microsoft.com/office/drawing/2014/main" id="{E47807A5-99B0-4AE4-90E0-04D6C08B3599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8" name="Rectangle">
            <a:extLst>
              <a:ext uri="{FF2B5EF4-FFF2-40B4-BE49-F238E27FC236}">
                <a16:creationId xmlns:a16="http://schemas.microsoft.com/office/drawing/2014/main" id="{906CBF49-58AD-4BB3-ADF5-F7C6F475BEF3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9" name="Rectangle">
            <a:extLst>
              <a:ext uri="{FF2B5EF4-FFF2-40B4-BE49-F238E27FC236}">
                <a16:creationId xmlns:a16="http://schemas.microsoft.com/office/drawing/2014/main" id="{E74FB3D9-42CE-40DC-B7C3-9ECCDAEC0535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0" name="Rectangle">
            <a:extLst>
              <a:ext uri="{FF2B5EF4-FFF2-40B4-BE49-F238E27FC236}">
                <a16:creationId xmlns:a16="http://schemas.microsoft.com/office/drawing/2014/main" id="{CB67D05C-AAFB-41B1-8121-56F7D41540FE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1" name="Rectangle">
            <a:extLst>
              <a:ext uri="{FF2B5EF4-FFF2-40B4-BE49-F238E27FC236}">
                <a16:creationId xmlns:a16="http://schemas.microsoft.com/office/drawing/2014/main" id="{9876A677-30A3-4C6C-883B-F263D1B6777A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BC5592EE-A44A-4454-A334-A7A416FCA184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3" name="Rectangle">
            <a:extLst>
              <a:ext uri="{FF2B5EF4-FFF2-40B4-BE49-F238E27FC236}">
                <a16:creationId xmlns:a16="http://schemas.microsoft.com/office/drawing/2014/main" id="{2841BA99-6F82-4084-A4E6-B5DE192A41C7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4" name="Rectangle">
            <a:extLst>
              <a:ext uri="{FF2B5EF4-FFF2-40B4-BE49-F238E27FC236}">
                <a16:creationId xmlns:a16="http://schemas.microsoft.com/office/drawing/2014/main" id="{CB8E6757-9DC2-40CB-BF6E-BA973AED678A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5" name="Rectangle">
            <a:extLst>
              <a:ext uri="{FF2B5EF4-FFF2-40B4-BE49-F238E27FC236}">
                <a16:creationId xmlns:a16="http://schemas.microsoft.com/office/drawing/2014/main" id="{982998DF-3432-47F6-BEB1-6A8E4E93208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6" name="Rectangle">
            <a:extLst>
              <a:ext uri="{FF2B5EF4-FFF2-40B4-BE49-F238E27FC236}">
                <a16:creationId xmlns:a16="http://schemas.microsoft.com/office/drawing/2014/main" id="{0FC6CF10-F57C-44C8-887C-F60013FAAC55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7" name="Rectangle">
            <a:extLst>
              <a:ext uri="{FF2B5EF4-FFF2-40B4-BE49-F238E27FC236}">
                <a16:creationId xmlns:a16="http://schemas.microsoft.com/office/drawing/2014/main" id="{680FD79C-2B74-4E4B-A9D1-B12038F61821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8" name="Rectangle">
            <a:extLst>
              <a:ext uri="{FF2B5EF4-FFF2-40B4-BE49-F238E27FC236}">
                <a16:creationId xmlns:a16="http://schemas.microsoft.com/office/drawing/2014/main" id="{6CD8A173-EBC3-4C88-ACAB-7E8081F1B9D4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798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">
            <a:extLst>
              <a:ext uri="{FF2B5EF4-FFF2-40B4-BE49-F238E27FC236}">
                <a16:creationId xmlns:a16="http://schemas.microsoft.com/office/drawing/2014/main" id="{496E0EF4-DA4B-4D59-99E7-0D8EF00212F3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1" name="Rectangle">
            <a:extLst>
              <a:ext uri="{FF2B5EF4-FFF2-40B4-BE49-F238E27FC236}">
                <a16:creationId xmlns:a16="http://schemas.microsoft.com/office/drawing/2014/main" id="{CE829E8A-A6AC-4BF5-AB61-4EE07AADA4ED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2" name="Rectangle">
            <a:extLst>
              <a:ext uri="{FF2B5EF4-FFF2-40B4-BE49-F238E27FC236}">
                <a16:creationId xmlns:a16="http://schemas.microsoft.com/office/drawing/2014/main" id="{27B8C040-BAA0-4585-ACBE-12413587CFA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3" name="Rectangle">
            <a:extLst>
              <a:ext uri="{FF2B5EF4-FFF2-40B4-BE49-F238E27FC236}">
                <a16:creationId xmlns:a16="http://schemas.microsoft.com/office/drawing/2014/main" id="{C0201AB4-47B4-4CA0-95DD-CB0CD70A77DE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4" name="Rectangle">
            <a:extLst>
              <a:ext uri="{FF2B5EF4-FFF2-40B4-BE49-F238E27FC236}">
                <a16:creationId xmlns:a16="http://schemas.microsoft.com/office/drawing/2014/main" id="{79B4DE54-7F7E-4B55-BE57-9B36C20C9F33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5" name="Rectangle">
            <a:extLst>
              <a:ext uri="{FF2B5EF4-FFF2-40B4-BE49-F238E27FC236}">
                <a16:creationId xmlns:a16="http://schemas.microsoft.com/office/drawing/2014/main" id="{396D7932-A77E-47E1-BBCC-FDE266ACE589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6" name="Rectangle">
            <a:extLst>
              <a:ext uri="{FF2B5EF4-FFF2-40B4-BE49-F238E27FC236}">
                <a16:creationId xmlns:a16="http://schemas.microsoft.com/office/drawing/2014/main" id="{0E023CD8-F758-4DD4-91B0-38D21E275497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7" name="Rectangle">
            <a:extLst>
              <a:ext uri="{FF2B5EF4-FFF2-40B4-BE49-F238E27FC236}">
                <a16:creationId xmlns:a16="http://schemas.microsoft.com/office/drawing/2014/main" id="{7CCCCC1D-7D24-4081-8039-9F94CB856DC9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8" name="Rectangle">
            <a:extLst>
              <a:ext uri="{FF2B5EF4-FFF2-40B4-BE49-F238E27FC236}">
                <a16:creationId xmlns:a16="http://schemas.microsoft.com/office/drawing/2014/main" id="{79EF2D1E-3D50-406A-8FD9-B9C7A3B5730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9" name="Rectangle">
            <a:extLst>
              <a:ext uri="{FF2B5EF4-FFF2-40B4-BE49-F238E27FC236}">
                <a16:creationId xmlns:a16="http://schemas.microsoft.com/office/drawing/2014/main" id="{5B5879A7-0B8B-4B0A-A931-39107AED1908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0" name="Rectangle">
            <a:extLst>
              <a:ext uri="{FF2B5EF4-FFF2-40B4-BE49-F238E27FC236}">
                <a16:creationId xmlns:a16="http://schemas.microsoft.com/office/drawing/2014/main" id="{83F7B114-ED4F-4B14-B4C2-10BFCE96E215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1" name="Rectangle">
            <a:extLst>
              <a:ext uri="{FF2B5EF4-FFF2-40B4-BE49-F238E27FC236}">
                <a16:creationId xmlns:a16="http://schemas.microsoft.com/office/drawing/2014/main" id="{B04CC111-8BBF-4CCC-887D-2D9002BBF37C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2" name="Rectangle">
            <a:extLst>
              <a:ext uri="{FF2B5EF4-FFF2-40B4-BE49-F238E27FC236}">
                <a16:creationId xmlns:a16="http://schemas.microsoft.com/office/drawing/2014/main" id="{FC069E11-1B29-4DC7-A0A8-42E3F986A452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3" name="Rectangle">
            <a:extLst>
              <a:ext uri="{FF2B5EF4-FFF2-40B4-BE49-F238E27FC236}">
                <a16:creationId xmlns:a16="http://schemas.microsoft.com/office/drawing/2014/main" id="{5C5D05BC-C16D-4620-B4AC-0EF55A77C648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4" name="Rectangle">
            <a:extLst>
              <a:ext uri="{FF2B5EF4-FFF2-40B4-BE49-F238E27FC236}">
                <a16:creationId xmlns:a16="http://schemas.microsoft.com/office/drawing/2014/main" id="{D85872E3-EF21-4230-819D-4E977752FE41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5" name="Rectangle">
            <a:extLst>
              <a:ext uri="{FF2B5EF4-FFF2-40B4-BE49-F238E27FC236}">
                <a16:creationId xmlns:a16="http://schemas.microsoft.com/office/drawing/2014/main" id="{3B61F36D-D010-4599-94BD-71E857A0E6AB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6" name="Rectangle">
            <a:extLst>
              <a:ext uri="{FF2B5EF4-FFF2-40B4-BE49-F238E27FC236}">
                <a16:creationId xmlns:a16="http://schemas.microsoft.com/office/drawing/2014/main" id="{C6502ACB-C038-4099-828A-BA13FC62B76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7" name="Rectangle">
            <a:extLst>
              <a:ext uri="{FF2B5EF4-FFF2-40B4-BE49-F238E27FC236}">
                <a16:creationId xmlns:a16="http://schemas.microsoft.com/office/drawing/2014/main" id="{8FF6B342-DDFC-45EB-9E59-CF295A92D129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8" name="Rectangle">
            <a:extLst>
              <a:ext uri="{FF2B5EF4-FFF2-40B4-BE49-F238E27FC236}">
                <a16:creationId xmlns:a16="http://schemas.microsoft.com/office/drawing/2014/main" id="{3DF69AD0-6AC2-41C5-9B8E-94CF96145077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9" name="Rectangle">
            <a:extLst>
              <a:ext uri="{FF2B5EF4-FFF2-40B4-BE49-F238E27FC236}">
                <a16:creationId xmlns:a16="http://schemas.microsoft.com/office/drawing/2014/main" id="{DCA1C31E-C59D-41B1-97AA-845F924DBB84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0" name="Rectangle">
            <a:extLst>
              <a:ext uri="{FF2B5EF4-FFF2-40B4-BE49-F238E27FC236}">
                <a16:creationId xmlns:a16="http://schemas.microsoft.com/office/drawing/2014/main" id="{A477B05E-7487-450B-B820-DD628692DBCA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1" name="Rectangle">
            <a:extLst>
              <a:ext uri="{FF2B5EF4-FFF2-40B4-BE49-F238E27FC236}">
                <a16:creationId xmlns:a16="http://schemas.microsoft.com/office/drawing/2014/main" id="{792B7894-6C00-4B19-A214-B7B3723D09D9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2" name="Rectangle">
            <a:extLst>
              <a:ext uri="{FF2B5EF4-FFF2-40B4-BE49-F238E27FC236}">
                <a16:creationId xmlns:a16="http://schemas.microsoft.com/office/drawing/2014/main" id="{6C484290-11DB-4296-A7BA-89473F7F1260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3" name="Rectangle">
            <a:extLst>
              <a:ext uri="{FF2B5EF4-FFF2-40B4-BE49-F238E27FC236}">
                <a16:creationId xmlns:a16="http://schemas.microsoft.com/office/drawing/2014/main" id="{3CFD0AC4-450C-4E08-A981-A17FC36D8EDB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4" name="Rectangle">
            <a:extLst>
              <a:ext uri="{FF2B5EF4-FFF2-40B4-BE49-F238E27FC236}">
                <a16:creationId xmlns:a16="http://schemas.microsoft.com/office/drawing/2014/main" id="{02E43118-2422-4218-AF42-B78432126485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5" name="Rectangle">
            <a:extLst>
              <a:ext uri="{FF2B5EF4-FFF2-40B4-BE49-F238E27FC236}">
                <a16:creationId xmlns:a16="http://schemas.microsoft.com/office/drawing/2014/main" id="{1F8E9224-757A-438D-9EDA-CBD11B9D3624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6" name="Rectangle">
            <a:extLst>
              <a:ext uri="{FF2B5EF4-FFF2-40B4-BE49-F238E27FC236}">
                <a16:creationId xmlns:a16="http://schemas.microsoft.com/office/drawing/2014/main" id="{7DDDE110-18A8-4AAD-9860-3DB8D680541E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415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">
            <a:extLst>
              <a:ext uri="{FF2B5EF4-FFF2-40B4-BE49-F238E27FC236}">
                <a16:creationId xmlns:a16="http://schemas.microsoft.com/office/drawing/2014/main" id="{65E1B37B-FA0C-4A08-839A-2268421FB23D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9" name="Rectangle">
            <a:extLst>
              <a:ext uri="{FF2B5EF4-FFF2-40B4-BE49-F238E27FC236}">
                <a16:creationId xmlns:a16="http://schemas.microsoft.com/office/drawing/2014/main" id="{AD465B79-6282-4563-B83E-114D4B9E7BD5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0" name="Rectangle">
            <a:extLst>
              <a:ext uri="{FF2B5EF4-FFF2-40B4-BE49-F238E27FC236}">
                <a16:creationId xmlns:a16="http://schemas.microsoft.com/office/drawing/2014/main" id="{9B6E679E-4457-4A24-9F6F-E4963424F944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1" name="Rectangle">
            <a:extLst>
              <a:ext uri="{FF2B5EF4-FFF2-40B4-BE49-F238E27FC236}">
                <a16:creationId xmlns:a16="http://schemas.microsoft.com/office/drawing/2014/main" id="{94DAE871-46C2-4C86-8DC0-BC470AEA42F2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2" name="Rectangle">
            <a:extLst>
              <a:ext uri="{FF2B5EF4-FFF2-40B4-BE49-F238E27FC236}">
                <a16:creationId xmlns:a16="http://schemas.microsoft.com/office/drawing/2014/main" id="{232590CF-0445-4D61-A2D4-F8AD4FF0BC07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3" name="Rectangle">
            <a:extLst>
              <a:ext uri="{FF2B5EF4-FFF2-40B4-BE49-F238E27FC236}">
                <a16:creationId xmlns:a16="http://schemas.microsoft.com/office/drawing/2014/main" id="{54EE63B6-806C-41D3-BE43-1B71155B9368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4" name="Rectangle">
            <a:extLst>
              <a:ext uri="{FF2B5EF4-FFF2-40B4-BE49-F238E27FC236}">
                <a16:creationId xmlns:a16="http://schemas.microsoft.com/office/drawing/2014/main" id="{94C3C3CA-0249-413B-AC61-9A15C9ECBB25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5" name="Rectangle">
            <a:extLst>
              <a:ext uri="{FF2B5EF4-FFF2-40B4-BE49-F238E27FC236}">
                <a16:creationId xmlns:a16="http://schemas.microsoft.com/office/drawing/2014/main" id="{B2C4686B-CA8D-4C86-8753-D9214399922A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6" name="Rectangle">
            <a:extLst>
              <a:ext uri="{FF2B5EF4-FFF2-40B4-BE49-F238E27FC236}">
                <a16:creationId xmlns:a16="http://schemas.microsoft.com/office/drawing/2014/main" id="{26215B3F-03CB-4119-8FC0-F3C71B1A8260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7" name="Rectangle">
            <a:extLst>
              <a:ext uri="{FF2B5EF4-FFF2-40B4-BE49-F238E27FC236}">
                <a16:creationId xmlns:a16="http://schemas.microsoft.com/office/drawing/2014/main" id="{C5900623-45F3-45F6-9BBD-E07EB3DBE2FB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8" name="Rectangle">
            <a:extLst>
              <a:ext uri="{FF2B5EF4-FFF2-40B4-BE49-F238E27FC236}">
                <a16:creationId xmlns:a16="http://schemas.microsoft.com/office/drawing/2014/main" id="{13DD6817-A993-43FE-8941-AB8D7C35DE36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9" name="Rectangle">
            <a:extLst>
              <a:ext uri="{FF2B5EF4-FFF2-40B4-BE49-F238E27FC236}">
                <a16:creationId xmlns:a16="http://schemas.microsoft.com/office/drawing/2014/main" id="{E593C7EE-D355-43D6-BA31-398BF36192F5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0" name="Rectangle">
            <a:extLst>
              <a:ext uri="{FF2B5EF4-FFF2-40B4-BE49-F238E27FC236}">
                <a16:creationId xmlns:a16="http://schemas.microsoft.com/office/drawing/2014/main" id="{E72FCDDE-59DA-48FF-9C67-5DCBF41A6922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1" name="Rectangle">
            <a:extLst>
              <a:ext uri="{FF2B5EF4-FFF2-40B4-BE49-F238E27FC236}">
                <a16:creationId xmlns:a16="http://schemas.microsoft.com/office/drawing/2014/main" id="{9D62EDF9-7FE4-405C-98E2-E563D27A94B4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2" name="Rectangle">
            <a:extLst>
              <a:ext uri="{FF2B5EF4-FFF2-40B4-BE49-F238E27FC236}">
                <a16:creationId xmlns:a16="http://schemas.microsoft.com/office/drawing/2014/main" id="{6E8733F5-BCB6-4D8F-B7A3-132B04D44B2E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3" name="Rectangle">
            <a:extLst>
              <a:ext uri="{FF2B5EF4-FFF2-40B4-BE49-F238E27FC236}">
                <a16:creationId xmlns:a16="http://schemas.microsoft.com/office/drawing/2014/main" id="{D6FF0361-4C05-4E9D-97DD-37734C0AF154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4" name="Rectangle">
            <a:extLst>
              <a:ext uri="{FF2B5EF4-FFF2-40B4-BE49-F238E27FC236}">
                <a16:creationId xmlns:a16="http://schemas.microsoft.com/office/drawing/2014/main" id="{844103E5-682E-4085-A4F2-96B1E05A035D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5" name="Rectangle">
            <a:extLst>
              <a:ext uri="{FF2B5EF4-FFF2-40B4-BE49-F238E27FC236}">
                <a16:creationId xmlns:a16="http://schemas.microsoft.com/office/drawing/2014/main" id="{3926753E-053D-4580-AA75-497DB1C93237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6" name="Rectangle">
            <a:extLst>
              <a:ext uri="{FF2B5EF4-FFF2-40B4-BE49-F238E27FC236}">
                <a16:creationId xmlns:a16="http://schemas.microsoft.com/office/drawing/2014/main" id="{61B212EB-5B26-4BE6-9E80-1D7FABBE6B4A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7" name="Rectangle">
            <a:extLst>
              <a:ext uri="{FF2B5EF4-FFF2-40B4-BE49-F238E27FC236}">
                <a16:creationId xmlns:a16="http://schemas.microsoft.com/office/drawing/2014/main" id="{F0CB680D-5CBB-4791-A643-FC93B792986F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8" name="Rectangle">
            <a:extLst>
              <a:ext uri="{FF2B5EF4-FFF2-40B4-BE49-F238E27FC236}">
                <a16:creationId xmlns:a16="http://schemas.microsoft.com/office/drawing/2014/main" id="{F53C31F5-1E69-48DE-89F9-E76EFFE49B2D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9" name="Rectangle">
            <a:extLst>
              <a:ext uri="{FF2B5EF4-FFF2-40B4-BE49-F238E27FC236}">
                <a16:creationId xmlns:a16="http://schemas.microsoft.com/office/drawing/2014/main" id="{134C8680-F961-46F1-A958-C5E9C760B1B8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0" name="Rectangle">
            <a:extLst>
              <a:ext uri="{FF2B5EF4-FFF2-40B4-BE49-F238E27FC236}">
                <a16:creationId xmlns:a16="http://schemas.microsoft.com/office/drawing/2014/main" id="{7F1C510E-63A9-40A3-84AF-D5B4A66C2164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1" name="Rectangle">
            <a:extLst>
              <a:ext uri="{FF2B5EF4-FFF2-40B4-BE49-F238E27FC236}">
                <a16:creationId xmlns:a16="http://schemas.microsoft.com/office/drawing/2014/main" id="{3CC166F6-D049-48C6-9706-18E9EA1A913C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2" name="Rectangle">
            <a:extLst>
              <a:ext uri="{FF2B5EF4-FFF2-40B4-BE49-F238E27FC236}">
                <a16:creationId xmlns:a16="http://schemas.microsoft.com/office/drawing/2014/main" id="{5EBC1DB2-18FC-4769-A275-92BA43897B7E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3" name="Rectangle">
            <a:extLst>
              <a:ext uri="{FF2B5EF4-FFF2-40B4-BE49-F238E27FC236}">
                <a16:creationId xmlns:a16="http://schemas.microsoft.com/office/drawing/2014/main" id="{CE5EB000-6139-42FF-86E0-8AD98B705BCD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4" name="Rectangle">
            <a:extLst>
              <a:ext uri="{FF2B5EF4-FFF2-40B4-BE49-F238E27FC236}">
                <a16:creationId xmlns:a16="http://schemas.microsoft.com/office/drawing/2014/main" id="{505F91E8-2885-41B4-8AAF-F389F148D11E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617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">
            <a:extLst>
              <a:ext uri="{FF2B5EF4-FFF2-40B4-BE49-F238E27FC236}">
                <a16:creationId xmlns:a16="http://schemas.microsoft.com/office/drawing/2014/main" id="{6601AB1D-0E2E-4666-BCC2-8CC1DF29271D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7" name="Rectangle">
            <a:extLst>
              <a:ext uri="{FF2B5EF4-FFF2-40B4-BE49-F238E27FC236}">
                <a16:creationId xmlns:a16="http://schemas.microsoft.com/office/drawing/2014/main" id="{A4C87442-FFE4-4452-B753-DA895A5CC9B8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8" name="Rectangle">
            <a:extLst>
              <a:ext uri="{FF2B5EF4-FFF2-40B4-BE49-F238E27FC236}">
                <a16:creationId xmlns:a16="http://schemas.microsoft.com/office/drawing/2014/main" id="{F80CF694-BCB1-4D35-98D9-4DE5AB9D478F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9" name="Rectangle">
            <a:extLst>
              <a:ext uri="{FF2B5EF4-FFF2-40B4-BE49-F238E27FC236}">
                <a16:creationId xmlns:a16="http://schemas.microsoft.com/office/drawing/2014/main" id="{13A20CCC-3CB3-42D5-B879-C797A47E00AE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0" name="Rectangle">
            <a:extLst>
              <a:ext uri="{FF2B5EF4-FFF2-40B4-BE49-F238E27FC236}">
                <a16:creationId xmlns:a16="http://schemas.microsoft.com/office/drawing/2014/main" id="{7AD80A41-14CC-4193-831A-CAED0AD2DDE1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1" name="Rectangle">
            <a:extLst>
              <a:ext uri="{FF2B5EF4-FFF2-40B4-BE49-F238E27FC236}">
                <a16:creationId xmlns:a16="http://schemas.microsoft.com/office/drawing/2014/main" id="{7855FA0F-EE1A-4F57-A0B3-812003A253A2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2" name="Rectangle">
            <a:extLst>
              <a:ext uri="{FF2B5EF4-FFF2-40B4-BE49-F238E27FC236}">
                <a16:creationId xmlns:a16="http://schemas.microsoft.com/office/drawing/2014/main" id="{175C3BA2-D51E-4571-934A-2D7648CCC06F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3" name="Rectangle">
            <a:extLst>
              <a:ext uri="{FF2B5EF4-FFF2-40B4-BE49-F238E27FC236}">
                <a16:creationId xmlns:a16="http://schemas.microsoft.com/office/drawing/2014/main" id="{9D4516C5-2CF1-408C-950D-B76983C4E1CB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4" name="Rectangle">
            <a:extLst>
              <a:ext uri="{FF2B5EF4-FFF2-40B4-BE49-F238E27FC236}">
                <a16:creationId xmlns:a16="http://schemas.microsoft.com/office/drawing/2014/main" id="{AD46AC5D-BFBA-4631-9F5F-DFC753060776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5" name="Rectangle">
            <a:extLst>
              <a:ext uri="{FF2B5EF4-FFF2-40B4-BE49-F238E27FC236}">
                <a16:creationId xmlns:a16="http://schemas.microsoft.com/office/drawing/2014/main" id="{23BE929A-F931-4C49-ADE2-0DD46809A42D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6" name="Rectangle">
            <a:extLst>
              <a:ext uri="{FF2B5EF4-FFF2-40B4-BE49-F238E27FC236}">
                <a16:creationId xmlns:a16="http://schemas.microsoft.com/office/drawing/2014/main" id="{DD3AAFF9-194C-4BFA-B297-35D4EF2C2C9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7" name="Rectangle">
            <a:extLst>
              <a:ext uri="{FF2B5EF4-FFF2-40B4-BE49-F238E27FC236}">
                <a16:creationId xmlns:a16="http://schemas.microsoft.com/office/drawing/2014/main" id="{2F3A2549-B0D6-4811-92E5-52F418F045D2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8" name="Rectangle">
            <a:extLst>
              <a:ext uri="{FF2B5EF4-FFF2-40B4-BE49-F238E27FC236}">
                <a16:creationId xmlns:a16="http://schemas.microsoft.com/office/drawing/2014/main" id="{02C77D0F-EFA3-422E-B4A2-2CCC6974D21C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9" name="Rectangle">
            <a:extLst>
              <a:ext uri="{FF2B5EF4-FFF2-40B4-BE49-F238E27FC236}">
                <a16:creationId xmlns:a16="http://schemas.microsoft.com/office/drawing/2014/main" id="{2EE6814F-A40B-446F-B45B-3B307F37198D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0" name="Rectangle">
            <a:extLst>
              <a:ext uri="{FF2B5EF4-FFF2-40B4-BE49-F238E27FC236}">
                <a16:creationId xmlns:a16="http://schemas.microsoft.com/office/drawing/2014/main" id="{2DAD8B96-8B9C-4F14-95CB-E6C7D3FAE5E9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1" name="Rectangle">
            <a:extLst>
              <a:ext uri="{FF2B5EF4-FFF2-40B4-BE49-F238E27FC236}">
                <a16:creationId xmlns:a16="http://schemas.microsoft.com/office/drawing/2014/main" id="{68265373-DAE7-4371-ADDE-79403699D174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2" name="Rectangle">
            <a:extLst>
              <a:ext uri="{FF2B5EF4-FFF2-40B4-BE49-F238E27FC236}">
                <a16:creationId xmlns:a16="http://schemas.microsoft.com/office/drawing/2014/main" id="{05A22B1C-E1FB-49C4-A200-1C8CDB7D2C5E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3" name="Rectangle">
            <a:extLst>
              <a:ext uri="{FF2B5EF4-FFF2-40B4-BE49-F238E27FC236}">
                <a16:creationId xmlns:a16="http://schemas.microsoft.com/office/drawing/2014/main" id="{DB3F1BBF-1B13-41C1-9BC0-78D5EF128E69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4" name="Rectangle">
            <a:extLst>
              <a:ext uri="{FF2B5EF4-FFF2-40B4-BE49-F238E27FC236}">
                <a16:creationId xmlns:a16="http://schemas.microsoft.com/office/drawing/2014/main" id="{E3E0E69D-5C2D-400C-8F50-9F2878BA4077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5" name="Rectangle">
            <a:extLst>
              <a:ext uri="{FF2B5EF4-FFF2-40B4-BE49-F238E27FC236}">
                <a16:creationId xmlns:a16="http://schemas.microsoft.com/office/drawing/2014/main" id="{C460FBA9-12C1-4CA1-AEF9-41C95FCCB7EF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6" name="Rectangle">
            <a:extLst>
              <a:ext uri="{FF2B5EF4-FFF2-40B4-BE49-F238E27FC236}">
                <a16:creationId xmlns:a16="http://schemas.microsoft.com/office/drawing/2014/main" id="{A8CEFC18-3406-4EA5-BA38-A051D7C5EA5C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7" name="Rectangle">
            <a:extLst>
              <a:ext uri="{FF2B5EF4-FFF2-40B4-BE49-F238E27FC236}">
                <a16:creationId xmlns:a16="http://schemas.microsoft.com/office/drawing/2014/main" id="{04F0BAD8-4258-498F-87CD-D8B55201DDCA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8" name="Rectangle">
            <a:extLst>
              <a:ext uri="{FF2B5EF4-FFF2-40B4-BE49-F238E27FC236}">
                <a16:creationId xmlns:a16="http://schemas.microsoft.com/office/drawing/2014/main" id="{4DE96A18-F099-40BA-A6FE-D718B64A2C56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9" name="Rectangle">
            <a:extLst>
              <a:ext uri="{FF2B5EF4-FFF2-40B4-BE49-F238E27FC236}">
                <a16:creationId xmlns:a16="http://schemas.microsoft.com/office/drawing/2014/main" id="{C37E058C-1E09-4FF0-A677-62F57C38B02C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0" name="Rectangle">
            <a:extLst>
              <a:ext uri="{FF2B5EF4-FFF2-40B4-BE49-F238E27FC236}">
                <a16:creationId xmlns:a16="http://schemas.microsoft.com/office/drawing/2014/main" id="{51BE7F03-B21A-4A9C-8534-E8230A842878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1" name="Rectangle">
            <a:extLst>
              <a:ext uri="{FF2B5EF4-FFF2-40B4-BE49-F238E27FC236}">
                <a16:creationId xmlns:a16="http://schemas.microsoft.com/office/drawing/2014/main" id="{BFB22C31-AE92-43E0-9C2B-EC94B9F3CCD3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2" name="Rectangle">
            <a:extLst>
              <a:ext uri="{FF2B5EF4-FFF2-40B4-BE49-F238E27FC236}">
                <a16:creationId xmlns:a16="http://schemas.microsoft.com/office/drawing/2014/main" id="{92E5374B-65EC-41A5-AD89-62A102B9210E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447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Rectangle">
            <a:extLst>
              <a:ext uri="{FF2B5EF4-FFF2-40B4-BE49-F238E27FC236}">
                <a16:creationId xmlns:a16="http://schemas.microsoft.com/office/drawing/2014/main" id="{F5888DE3-9E77-4896-BCC0-53853BC6A62C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5" name="Rectangle">
            <a:extLst>
              <a:ext uri="{FF2B5EF4-FFF2-40B4-BE49-F238E27FC236}">
                <a16:creationId xmlns:a16="http://schemas.microsoft.com/office/drawing/2014/main" id="{718E3A6C-854A-4EA7-B8A4-9FB308573669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6" name="Rectangle">
            <a:extLst>
              <a:ext uri="{FF2B5EF4-FFF2-40B4-BE49-F238E27FC236}">
                <a16:creationId xmlns:a16="http://schemas.microsoft.com/office/drawing/2014/main" id="{7741BF98-8FD2-4C65-A72D-916A5EEFCB49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7" name="Rectangle">
            <a:extLst>
              <a:ext uri="{FF2B5EF4-FFF2-40B4-BE49-F238E27FC236}">
                <a16:creationId xmlns:a16="http://schemas.microsoft.com/office/drawing/2014/main" id="{DD6487E1-9EE7-4BC8-9E38-46BDB03838C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8" name="Rectangle">
            <a:extLst>
              <a:ext uri="{FF2B5EF4-FFF2-40B4-BE49-F238E27FC236}">
                <a16:creationId xmlns:a16="http://schemas.microsoft.com/office/drawing/2014/main" id="{35D1638A-B09A-4630-9B68-0DF460AC23A9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9" name="Rectangle">
            <a:extLst>
              <a:ext uri="{FF2B5EF4-FFF2-40B4-BE49-F238E27FC236}">
                <a16:creationId xmlns:a16="http://schemas.microsoft.com/office/drawing/2014/main" id="{0F4B1E21-3299-4A73-A7D5-FFE1C2087FE9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0" name="Rectangle">
            <a:extLst>
              <a:ext uri="{FF2B5EF4-FFF2-40B4-BE49-F238E27FC236}">
                <a16:creationId xmlns:a16="http://schemas.microsoft.com/office/drawing/2014/main" id="{CA17769B-8E1C-4477-BAF9-1CB991B421CE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1" name="Rectangle">
            <a:extLst>
              <a:ext uri="{FF2B5EF4-FFF2-40B4-BE49-F238E27FC236}">
                <a16:creationId xmlns:a16="http://schemas.microsoft.com/office/drawing/2014/main" id="{BA8FAC15-BA87-4C6A-B05E-76EF2C21E2FE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2" name="Rectangle">
            <a:extLst>
              <a:ext uri="{FF2B5EF4-FFF2-40B4-BE49-F238E27FC236}">
                <a16:creationId xmlns:a16="http://schemas.microsoft.com/office/drawing/2014/main" id="{38E03B3F-9145-4FE8-860C-0C257ECF4980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3" name="Rectangle">
            <a:extLst>
              <a:ext uri="{FF2B5EF4-FFF2-40B4-BE49-F238E27FC236}">
                <a16:creationId xmlns:a16="http://schemas.microsoft.com/office/drawing/2014/main" id="{FC58EAE4-0DC0-48CE-9583-0759A9511F73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4" name="Rectangle">
            <a:extLst>
              <a:ext uri="{FF2B5EF4-FFF2-40B4-BE49-F238E27FC236}">
                <a16:creationId xmlns:a16="http://schemas.microsoft.com/office/drawing/2014/main" id="{7F424A9E-F018-457C-A777-403B10812539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5" name="Rectangle">
            <a:extLst>
              <a:ext uri="{FF2B5EF4-FFF2-40B4-BE49-F238E27FC236}">
                <a16:creationId xmlns:a16="http://schemas.microsoft.com/office/drawing/2014/main" id="{145B812B-6A93-4672-BEE0-6D8915175ED9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6" name="Rectangle">
            <a:extLst>
              <a:ext uri="{FF2B5EF4-FFF2-40B4-BE49-F238E27FC236}">
                <a16:creationId xmlns:a16="http://schemas.microsoft.com/office/drawing/2014/main" id="{BBECD8D9-5338-46FC-BA2C-99285F9E3BA7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7" name="Rectangle">
            <a:extLst>
              <a:ext uri="{FF2B5EF4-FFF2-40B4-BE49-F238E27FC236}">
                <a16:creationId xmlns:a16="http://schemas.microsoft.com/office/drawing/2014/main" id="{8D01649D-5C89-4632-AB4D-6F9980F7C5E3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8" name="Rectangle">
            <a:extLst>
              <a:ext uri="{FF2B5EF4-FFF2-40B4-BE49-F238E27FC236}">
                <a16:creationId xmlns:a16="http://schemas.microsoft.com/office/drawing/2014/main" id="{14B27275-D948-40DE-9E73-FB12ADF48A2F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9" name="Rectangle">
            <a:extLst>
              <a:ext uri="{FF2B5EF4-FFF2-40B4-BE49-F238E27FC236}">
                <a16:creationId xmlns:a16="http://schemas.microsoft.com/office/drawing/2014/main" id="{993ABEDF-1198-41E3-B778-E38040AEB8B4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0" name="Rectangle">
            <a:extLst>
              <a:ext uri="{FF2B5EF4-FFF2-40B4-BE49-F238E27FC236}">
                <a16:creationId xmlns:a16="http://schemas.microsoft.com/office/drawing/2014/main" id="{D4EB62C6-ACB5-4496-B0E6-7E4353D3414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1" name="Rectangle">
            <a:extLst>
              <a:ext uri="{FF2B5EF4-FFF2-40B4-BE49-F238E27FC236}">
                <a16:creationId xmlns:a16="http://schemas.microsoft.com/office/drawing/2014/main" id="{193FA312-C071-48BE-A11F-A94C4F8369A8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2" name="Rectangle">
            <a:extLst>
              <a:ext uri="{FF2B5EF4-FFF2-40B4-BE49-F238E27FC236}">
                <a16:creationId xmlns:a16="http://schemas.microsoft.com/office/drawing/2014/main" id="{7A131862-7731-45CE-AA65-CBF11A9DC2E0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3" name="Rectangle">
            <a:extLst>
              <a:ext uri="{FF2B5EF4-FFF2-40B4-BE49-F238E27FC236}">
                <a16:creationId xmlns:a16="http://schemas.microsoft.com/office/drawing/2014/main" id="{359BB400-F4BA-4D6A-8E68-F30435F802FD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4" name="Rectangle">
            <a:extLst>
              <a:ext uri="{FF2B5EF4-FFF2-40B4-BE49-F238E27FC236}">
                <a16:creationId xmlns:a16="http://schemas.microsoft.com/office/drawing/2014/main" id="{87DA417F-1B78-4FE9-ADC7-CE3B41C17793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5" name="Rectangle">
            <a:extLst>
              <a:ext uri="{FF2B5EF4-FFF2-40B4-BE49-F238E27FC236}">
                <a16:creationId xmlns:a16="http://schemas.microsoft.com/office/drawing/2014/main" id="{2FB9FF2B-ED30-4A43-B35D-FA3434F6A76F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6" name="Rectangle">
            <a:extLst>
              <a:ext uri="{FF2B5EF4-FFF2-40B4-BE49-F238E27FC236}">
                <a16:creationId xmlns:a16="http://schemas.microsoft.com/office/drawing/2014/main" id="{925989E9-D1F8-41BF-9A2F-1DF3FD0900D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7" name="Rectangle">
            <a:extLst>
              <a:ext uri="{FF2B5EF4-FFF2-40B4-BE49-F238E27FC236}">
                <a16:creationId xmlns:a16="http://schemas.microsoft.com/office/drawing/2014/main" id="{0D3D91B3-00D4-4B69-A691-ACC10E2031BF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8" name="Rectangle">
            <a:extLst>
              <a:ext uri="{FF2B5EF4-FFF2-40B4-BE49-F238E27FC236}">
                <a16:creationId xmlns:a16="http://schemas.microsoft.com/office/drawing/2014/main" id="{3DA63FAB-AAEB-4BDE-9D6C-053CE8A2AEFE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09" name="Rectangle">
            <a:extLst>
              <a:ext uri="{FF2B5EF4-FFF2-40B4-BE49-F238E27FC236}">
                <a16:creationId xmlns:a16="http://schemas.microsoft.com/office/drawing/2014/main" id="{29EC4FC1-1C23-4D86-B5C2-A52F3BFF0C7D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0" name="Rectangle">
            <a:extLst>
              <a:ext uri="{FF2B5EF4-FFF2-40B4-BE49-F238E27FC236}">
                <a16:creationId xmlns:a16="http://schemas.microsoft.com/office/drawing/2014/main" id="{17397B5D-4B32-4C36-8A86-E327C646B02B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386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">
            <a:extLst>
              <a:ext uri="{FF2B5EF4-FFF2-40B4-BE49-F238E27FC236}">
                <a16:creationId xmlns:a16="http://schemas.microsoft.com/office/drawing/2014/main" id="{5E9F3189-2C0E-4F4B-BC22-F6C8603A5E5F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3" name="Rectangle">
            <a:extLst>
              <a:ext uri="{FF2B5EF4-FFF2-40B4-BE49-F238E27FC236}">
                <a16:creationId xmlns:a16="http://schemas.microsoft.com/office/drawing/2014/main" id="{D4B17D2C-627F-4784-9C51-8442E3978A75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4" name="Rectangle">
            <a:extLst>
              <a:ext uri="{FF2B5EF4-FFF2-40B4-BE49-F238E27FC236}">
                <a16:creationId xmlns:a16="http://schemas.microsoft.com/office/drawing/2014/main" id="{26308513-23A4-4637-ABDD-D42EC5D0B4F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5" name="Rectangle">
            <a:extLst>
              <a:ext uri="{FF2B5EF4-FFF2-40B4-BE49-F238E27FC236}">
                <a16:creationId xmlns:a16="http://schemas.microsoft.com/office/drawing/2014/main" id="{3A350A5C-B9A6-4425-83AF-74864505AEE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6" name="Rectangle">
            <a:extLst>
              <a:ext uri="{FF2B5EF4-FFF2-40B4-BE49-F238E27FC236}">
                <a16:creationId xmlns:a16="http://schemas.microsoft.com/office/drawing/2014/main" id="{92E946BE-F3E1-4574-AD49-0DD04526AAA8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7" name="Rectangle">
            <a:extLst>
              <a:ext uri="{FF2B5EF4-FFF2-40B4-BE49-F238E27FC236}">
                <a16:creationId xmlns:a16="http://schemas.microsoft.com/office/drawing/2014/main" id="{35088BCB-014F-45A7-8C36-105C503E646F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8" name="Rectangle">
            <a:extLst>
              <a:ext uri="{FF2B5EF4-FFF2-40B4-BE49-F238E27FC236}">
                <a16:creationId xmlns:a16="http://schemas.microsoft.com/office/drawing/2014/main" id="{C9002E13-67F5-413E-A986-5D2CEF26F39A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19" name="Rectangle">
            <a:extLst>
              <a:ext uri="{FF2B5EF4-FFF2-40B4-BE49-F238E27FC236}">
                <a16:creationId xmlns:a16="http://schemas.microsoft.com/office/drawing/2014/main" id="{B8855FB3-19F0-4915-83F8-7F339233EC49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0" name="Rectangle">
            <a:extLst>
              <a:ext uri="{FF2B5EF4-FFF2-40B4-BE49-F238E27FC236}">
                <a16:creationId xmlns:a16="http://schemas.microsoft.com/office/drawing/2014/main" id="{44B5E79D-ED30-4501-B380-AA8DDB574B65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1" name="Rectangle">
            <a:extLst>
              <a:ext uri="{FF2B5EF4-FFF2-40B4-BE49-F238E27FC236}">
                <a16:creationId xmlns:a16="http://schemas.microsoft.com/office/drawing/2014/main" id="{A8B5A062-CA1A-4933-9E8E-57C1DF1DA42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2" name="Rectangle">
            <a:extLst>
              <a:ext uri="{FF2B5EF4-FFF2-40B4-BE49-F238E27FC236}">
                <a16:creationId xmlns:a16="http://schemas.microsoft.com/office/drawing/2014/main" id="{4E0A55C4-AC3D-42D1-A920-35ED0C71CA29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3" name="Rectangle">
            <a:extLst>
              <a:ext uri="{FF2B5EF4-FFF2-40B4-BE49-F238E27FC236}">
                <a16:creationId xmlns:a16="http://schemas.microsoft.com/office/drawing/2014/main" id="{4C05E95E-8774-4A32-972F-89626950B0EE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4" name="Rectangle">
            <a:extLst>
              <a:ext uri="{FF2B5EF4-FFF2-40B4-BE49-F238E27FC236}">
                <a16:creationId xmlns:a16="http://schemas.microsoft.com/office/drawing/2014/main" id="{63C00828-9333-499D-AAFE-5AA16C2DF3BA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5" name="Rectangle">
            <a:extLst>
              <a:ext uri="{FF2B5EF4-FFF2-40B4-BE49-F238E27FC236}">
                <a16:creationId xmlns:a16="http://schemas.microsoft.com/office/drawing/2014/main" id="{83E56683-9B00-4A68-B1C1-3B5AEBF836D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6" name="Rectangle">
            <a:extLst>
              <a:ext uri="{FF2B5EF4-FFF2-40B4-BE49-F238E27FC236}">
                <a16:creationId xmlns:a16="http://schemas.microsoft.com/office/drawing/2014/main" id="{75EAFFFD-EEFD-416F-A51F-0C01AC5921B2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7" name="Rectangle">
            <a:extLst>
              <a:ext uri="{FF2B5EF4-FFF2-40B4-BE49-F238E27FC236}">
                <a16:creationId xmlns:a16="http://schemas.microsoft.com/office/drawing/2014/main" id="{E18FF7C3-F9ED-4B22-83BB-25376D0D1CA8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8" name="Rectangle">
            <a:extLst>
              <a:ext uri="{FF2B5EF4-FFF2-40B4-BE49-F238E27FC236}">
                <a16:creationId xmlns:a16="http://schemas.microsoft.com/office/drawing/2014/main" id="{7315D4A0-959D-44AE-8749-699ABB6946D8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9" name="Rectangle">
            <a:extLst>
              <a:ext uri="{FF2B5EF4-FFF2-40B4-BE49-F238E27FC236}">
                <a16:creationId xmlns:a16="http://schemas.microsoft.com/office/drawing/2014/main" id="{71B1B0E5-DE23-401B-B986-CB85AEE32824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0" name="Rectangle">
            <a:extLst>
              <a:ext uri="{FF2B5EF4-FFF2-40B4-BE49-F238E27FC236}">
                <a16:creationId xmlns:a16="http://schemas.microsoft.com/office/drawing/2014/main" id="{5E956AF1-87CE-459F-89CC-17E6748502FE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1" name="Rectangle">
            <a:extLst>
              <a:ext uri="{FF2B5EF4-FFF2-40B4-BE49-F238E27FC236}">
                <a16:creationId xmlns:a16="http://schemas.microsoft.com/office/drawing/2014/main" id="{165DB841-80B3-4561-823D-AFBBBFF667E3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2" name="Rectangle">
            <a:extLst>
              <a:ext uri="{FF2B5EF4-FFF2-40B4-BE49-F238E27FC236}">
                <a16:creationId xmlns:a16="http://schemas.microsoft.com/office/drawing/2014/main" id="{D71258FB-46CC-4159-8B9C-EB7922FDA0A3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3" name="Rectangle">
            <a:extLst>
              <a:ext uri="{FF2B5EF4-FFF2-40B4-BE49-F238E27FC236}">
                <a16:creationId xmlns:a16="http://schemas.microsoft.com/office/drawing/2014/main" id="{B40F16B3-E9D1-4549-BADB-43DA6A1A8E6D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4" name="Rectangle">
            <a:extLst>
              <a:ext uri="{FF2B5EF4-FFF2-40B4-BE49-F238E27FC236}">
                <a16:creationId xmlns:a16="http://schemas.microsoft.com/office/drawing/2014/main" id="{2767BFB4-CAB5-4B9A-83BE-9A20B8145BDF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5" name="Rectangle">
            <a:extLst>
              <a:ext uri="{FF2B5EF4-FFF2-40B4-BE49-F238E27FC236}">
                <a16:creationId xmlns:a16="http://schemas.microsoft.com/office/drawing/2014/main" id="{CC60F88D-6E0E-44BC-9FB8-B0B5373372AE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6" name="Rectangle">
            <a:extLst>
              <a:ext uri="{FF2B5EF4-FFF2-40B4-BE49-F238E27FC236}">
                <a16:creationId xmlns:a16="http://schemas.microsoft.com/office/drawing/2014/main" id="{4C15A522-B800-4854-8829-076130F63237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7" name="Rectangle">
            <a:extLst>
              <a:ext uri="{FF2B5EF4-FFF2-40B4-BE49-F238E27FC236}">
                <a16:creationId xmlns:a16="http://schemas.microsoft.com/office/drawing/2014/main" id="{14AE5101-678E-4749-A2FF-DC8F1AA0A5EA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8" name="Rectangle">
            <a:extLst>
              <a:ext uri="{FF2B5EF4-FFF2-40B4-BE49-F238E27FC236}">
                <a16:creationId xmlns:a16="http://schemas.microsoft.com/office/drawing/2014/main" id="{9F1F95ED-91D4-46CF-828E-C57D75956E08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287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angle">
            <a:extLst>
              <a:ext uri="{FF2B5EF4-FFF2-40B4-BE49-F238E27FC236}">
                <a16:creationId xmlns:a16="http://schemas.microsoft.com/office/drawing/2014/main" id="{FD6EE468-4ACF-4D02-A60F-51038DAD59A8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1" name="Rectangle">
            <a:extLst>
              <a:ext uri="{FF2B5EF4-FFF2-40B4-BE49-F238E27FC236}">
                <a16:creationId xmlns:a16="http://schemas.microsoft.com/office/drawing/2014/main" id="{A116B03F-B1C1-4E2F-82D1-0DE6DD195EE2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2" name="Rectangle">
            <a:extLst>
              <a:ext uri="{FF2B5EF4-FFF2-40B4-BE49-F238E27FC236}">
                <a16:creationId xmlns:a16="http://schemas.microsoft.com/office/drawing/2014/main" id="{08CFF972-22B4-4B9A-9BE1-4FFE749B8C8D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3" name="Rectangle">
            <a:extLst>
              <a:ext uri="{FF2B5EF4-FFF2-40B4-BE49-F238E27FC236}">
                <a16:creationId xmlns:a16="http://schemas.microsoft.com/office/drawing/2014/main" id="{DAC14A6F-6628-4C71-9CFC-D16605CF5DF1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4" name="Rectangle">
            <a:extLst>
              <a:ext uri="{FF2B5EF4-FFF2-40B4-BE49-F238E27FC236}">
                <a16:creationId xmlns:a16="http://schemas.microsoft.com/office/drawing/2014/main" id="{753A2D94-20AC-4225-AD34-B4723F7F6376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5" name="Rectangle">
            <a:extLst>
              <a:ext uri="{FF2B5EF4-FFF2-40B4-BE49-F238E27FC236}">
                <a16:creationId xmlns:a16="http://schemas.microsoft.com/office/drawing/2014/main" id="{EAFA7F5E-7DE9-47E6-A930-5F2C5061FE7D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6" name="Rectangle">
            <a:extLst>
              <a:ext uri="{FF2B5EF4-FFF2-40B4-BE49-F238E27FC236}">
                <a16:creationId xmlns:a16="http://schemas.microsoft.com/office/drawing/2014/main" id="{F03FA8DD-EAD1-4B5E-95C2-C7B9814FD442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7" name="Rectangle">
            <a:extLst>
              <a:ext uri="{FF2B5EF4-FFF2-40B4-BE49-F238E27FC236}">
                <a16:creationId xmlns:a16="http://schemas.microsoft.com/office/drawing/2014/main" id="{01768100-4F72-449F-9AA9-17F93BFE0CE3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8" name="Rectangle">
            <a:extLst>
              <a:ext uri="{FF2B5EF4-FFF2-40B4-BE49-F238E27FC236}">
                <a16:creationId xmlns:a16="http://schemas.microsoft.com/office/drawing/2014/main" id="{72F45876-78B5-4C5B-AC0B-9BD97E002F85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9" name="Rectangle">
            <a:extLst>
              <a:ext uri="{FF2B5EF4-FFF2-40B4-BE49-F238E27FC236}">
                <a16:creationId xmlns:a16="http://schemas.microsoft.com/office/drawing/2014/main" id="{A53323E8-7826-45E6-9C3B-D4B6744430D0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0" name="Rectangle">
            <a:extLst>
              <a:ext uri="{FF2B5EF4-FFF2-40B4-BE49-F238E27FC236}">
                <a16:creationId xmlns:a16="http://schemas.microsoft.com/office/drawing/2014/main" id="{6068FFC0-1CF5-4627-8160-26D5249B6747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1" name="Rectangle">
            <a:extLst>
              <a:ext uri="{FF2B5EF4-FFF2-40B4-BE49-F238E27FC236}">
                <a16:creationId xmlns:a16="http://schemas.microsoft.com/office/drawing/2014/main" id="{15D1EAED-C895-45CD-8C14-06057BAFCE38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2" name="Rectangle">
            <a:extLst>
              <a:ext uri="{FF2B5EF4-FFF2-40B4-BE49-F238E27FC236}">
                <a16:creationId xmlns:a16="http://schemas.microsoft.com/office/drawing/2014/main" id="{7C733DA4-DF07-4ABA-940F-44EC02CD260F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30815912-31C1-4D71-88C7-33C49E516BED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4" name="Rectangle">
            <a:extLst>
              <a:ext uri="{FF2B5EF4-FFF2-40B4-BE49-F238E27FC236}">
                <a16:creationId xmlns:a16="http://schemas.microsoft.com/office/drawing/2014/main" id="{1B4F7ED2-4E66-4D24-8997-BF366B9CE591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5" name="Rectangle">
            <a:extLst>
              <a:ext uri="{FF2B5EF4-FFF2-40B4-BE49-F238E27FC236}">
                <a16:creationId xmlns:a16="http://schemas.microsoft.com/office/drawing/2014/main" id="{4A64D42A-3168-4D22-9601-8A8544C1B5CD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BC3B32E7-F0AA-49A3-9840-1E3BA0F0FBF2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7" name="Rectangle">
            <a:extLst>
              <a:ext uri="{FF2B5EF4-FFF2-40B4-BE49-F238E27FC236}">
                <a16:creationId xmlns:a16="http://schemas.microsoft.com/office/drawing/2014/main" id="{5A2B3E3B-B3FC-424B-9918-687464A2D36F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8" name="Rectangle">
            <a:extLst>
              <a:ext uri="{FF2B5EF4-FFF2-40B4-BE49-F238E27FC236}">
                <a16:creationId xmlns:a16="http://schemas.microsoft.com/office/drawing/2014/main" id="{AE77335B-12AB-4261-B95E-FCE7CA41FC85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9" name="Rectangle">
            <a:extLst>
              <a:ext uri="{FF2B5EF4-FFF2-40B4-BE49-F238E27FC236}">
                <a16:creationId xmlns:a16="http://schemas.microsoft.com/office/drawing/2014/main" id="{BCD837EF-C728-4954-B4EE-1D6EC7FFEB01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0" name="Rectangle">
            <a:extLst>
              <a:ext uri="{FF2B5EF4-FFF2-40B4-BE49-F238E27FC236}">
                <a16:creationId xmlns:a16="http://schemas.microsoft.com/office/drawing/2014/main" id="{6620CACB-EB81-4735-8F27-BE9A8CAAEB1D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ectangle">
            <a:extLst>
              <a:ext uri="{FF2B5EF4-FFF2-40B4-BE49-F238E27FC236}">
                <a16:creationId xmlns:a16="http://schemas.microsoft.com/office/drawing/2014/main" id="{EF1FADF0-4D3B-4E48-8EA5-6A43703724D2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2" name="Rectangle">
            <a:extLst>
              <a:ext uri="{FF2B5EF4-FFF2-40B4-BE49-F238E27FC236}">
                <a16:creationId xmlns:a16="http://schemas.microsoft.com/office/drawing/2014/main" id="{E15DC6B2-CC15-456B-BCD6-D10A11613AE1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3" name="Rectangle">
            <a:extLst>
              <a:ext uri="{FF2B5EF4-FFF2-40B4-BE49-F238E27FC236}">
                <a16:creationId xmlns:a16="http://schemas.microsoft.com/office/drawing/2014/main" id="{29668C3B-4258-4A39-80E9-94B0E5540351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Rectangle">
            <a:extLst>
              <a:ext uri="{FF2B5EF4-FFF2-40B4-BE49-F238E27FC236}">
                <a16:creationId xmlns:a16="http://schemas.microsoft.com/office/drawing/2014/main" id="{834A138E-5086-4A78-9140-B1E769249498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ectangle">
            <a:extLst>
              <a:ext uri="{FF2B5EF4-FFF2-40B4-BE49-F238E27FC236}">
                <a16:creationId xmlns:a16="http://schemas.microsoft.com/office/drawing/2014/main" id="{F1DF58F4-8DD7-466C-96F4-895AB00FA841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6" name="Rectangle">
            <a:extLst>
              <a:ext uri="{FF2B5EF4-FFF2-40B4-BE49-F238E27FC236}">
                <a16:creationId xmlns:a16="http://schemas.microsoft.com/office/drawing/2014/main" id="{7EE006AC-EA85-4649-BD70-3221F220F4AB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438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Rectangle">
            <a:extLst>
              <a:ext uri="{FF2B5EF4-FFF2-40B4-BE49-F238E27FC236}">
                <a16:creationId xmlns:a16="http://schemas.microsoft.com/office/drawing/2014/main" id="{24C4C120-2950-4712-AC6A-CC84F19CF2F7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9" name="Rectangle">
            <a:extLst>
              <a:ext uri="{FF2B5EF4-FFF2-40B4-BE49-F238E27FC236}">
                <a16:creationId xmlns:a16="http://schemas.microsoft.com/office/drawing/2014/main" id="{D28F386E-9122-4363-94C2-409DD7B7C9B9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0" name="Rectangle">
            <a:extLst>
              <a:ext uri="{FF2B5EF4-FFF2-40B4-BE49-F238E27FC236}">
                <a16:creationId xmlns:a16="http://schemas.microsoft.com/office/drawing/2014/main" id="{7FE8C60C-55DD-4347-9E1C-D0FA7625165F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1" name="Rectangle">
            <a:extLst>
              <a:ext uri="{FF2B5EF4-FFF2-40B4-BE49-F238E27FC236}">
                <a16:creationId xmlns:a16="http://schemas.microsoft.com/office/drawing/2014/main" id="{A8AB32F8-F777-4106-A108-A5C2A9BED0E6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Rectangle">
            <a:extLst>
              <a:ext uri="{FF2B5EF4-FFF2-40B4-BE49-F238E27FC236}">
                <a16:creationId xmlns:a16="http://schemas.microsoft.com/office/drawing/2014/main" id="{88149238-1FF2-4CA1-B866-001F65B48E24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ectangle">
            <a:extLst>
              <a:ext uri="{FF2B5EF4-FFF2-40B4-BE49-F238E27FC236}">
                <a16:creationId xmlns:a16="http://schemas.microsoft.com/office/drawing/2014/main" id="{2CAB9854-34B1-461A-BE2B-FB8B84932559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4" name="Rectangle">
            <a:extLst>
              <a:ext uri="{FF2B5EF4-FFF2-40B4-BE49-F238E27FC236}">
                <a16:creationId xmlns:a16="http://schemas.microsoft.com/office/drawing/2014/main" id="{EBA0F94E-A635-4566-B566-CF1CD6696F58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5" name="Rectangle">
            <a:extLst>
              <a:ext uri="{FF2B5EF4-FFF2-40B4-BE49-F238E27FC236}">
                <a16:creationId xmlns:a16="http://schemas.microsoft.com/office/drawing/2014/main" id="{C2B14DDA-12F9-4726-8416-97CB4B2790D0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E928EC2A-565A-4A86-8C8F-2C5EE9A2593E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7" name="Rectangle">
            <a:extLst>
              <a:ext uri="{FF2B5EF4-FFF2-40B4-BE49-F238E27FC236}">
                <a16:creationId xmlns:a16="http://schemas.microsoft.com/office/drawing/2014/main" id="{1846C7F4-A5AD-46F7-812F-B0C293C781C7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8" name="Rectangle">
            <a:extLst>
              <a:ext uri="{FF2B5EF4-FFF2-40B4-BE49-F238E27FC236}">
                <a16:creationId xmlns:a16="http://schemas.microsoft.com/office/drawing/2014/main" id="{CBB92067-2803-4C37-9AC7-C179C9B5B89C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9" name="Rectangle">
            <a:extLst>
              <a:ext uri="{FF2B5EF4-FFF2-40B4-BE49-F238E27FC236}">
                <a16:creationId xmlns:a16="http://schemas.microsoft.com/office/drawing/2014/main" id="{7921DADB-FC8E-45ED-8FD0-18F0E267F890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0" name="Rectangle">
            <a:extLst>
              <a:ext uri="{FF2B5EF4-FFF2-40B4-BE49-F238E27FC236}">
                <a16:creationId xmlns:a16="http://schemas.microsoft.com/office/drawing/2014/main" id="{2397763D-2688-4A91-A869-7B7DADBCDD04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Rectangle">
            <a:extLst>
              <a:ext uri="{FF2B5EF4-FFF2-40B4-BE49-F238E27FC236}">
                <a16:creationId xmlns:a16="http://schemas.microsoft.com/office/drawing/2014/main" id="{47EC3DAD-21BC-462D-B454-83769A60714E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ectangle">
            <a:extLst>
              <a:ext uri="{FF2B5EF4-FFF2-40B4-BE49-F238E27FC236}">
                <a16:creationId xmlns:a16="http://schemas.microsoft.com/office/drawing/2014/main" id="{BBFC1BBA-3DD4-4938-8525-F4A6E7C1108C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3" name="Rectangle">
            <a:extLst>
              <a:ext uri="{FF2B5EF4-FFF2-40B4-BE49-F238E27FC236}">
                <a16:creationId xmlns:a16="http://schemas.microsoft.com/office/drawing/2014/main" id="{7F00652D-24C1-46F4-8CC9-93699104F4C2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4" name="Rectangle">
            <a:extLst>
              <a:ext uri="{FF2B5EF4-FFF2-40B4-BE49-F238E27FC236}">
                <a16:creationId xmlns:a16="http://schemas.microsoft.com/office/drawing/2014/main" id="{4AA46D5C-BECC-4B9A-8E2D-B5F0B00BF9A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C1FEA08A-B3FB-4FCC-A62C-D22D1DAA5658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6" name="Rectangle">
            <a:extLst>
              <a:ext uri="{FF2B5EF4-FFF2-40B4-BE49-F238E27FC236}">
                <a16:creationId xmlns:a16="http://schemas.microsoft.com/office/drawing/2014/main" id="{64E943A8-EBE9-48A0-B639-0CBAEB511416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7" name="Rectangle">
            <a:extLst>
              <a:ext uri="{FF2B5EF4-FFF2-40B4-BE49-F238E27FC236}">
                <a16:creationId xmlns:a16="http://schemas.microsoft.com/office/drawing/2014/main" id="{0FA1CC1B-ACB3-40D9-9E5E-4C74CAC33C1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8" name="Rectangle">
            <a:extLst>
              <a:ext uri="{FF2B5EF4-FFF2-40B4-BE49-F238E27FC236}">
                <a16:creationId xmlns:a16="http://schemas.microsoft.com/office/drawing/2014/main" id="{BFB9B06C-9E63-46E0-8A96-AE398FBE3067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9" name="Rectangle">
            <a:extLst>
              <a:ext uri="{FF2B5EF4-FFF2-40B4-BE49-F238E27FC236}">
                <a16:creationId xmlns:a16="http://schemas.microsoft.com/office/drawing/2014/main" id="{B9F4A704-C6EF-41B3-BB18-9B8C73BA2136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Rectangle">
            <a:extLst>
              <a:ext uri="{FF2B5EF4-FFF2-40B4-BE49-F238E27FC236}">
                <a16:creationId xmlns:a16="http://schemas.microsoft.com/office/drawing/2014/main" id="{A2C133F4-8606-442E-BC72-2ED67B13998A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ectangle">
            <a:extLst>
              <a:ext uri="{FF2B5EF4-FFF2-40B4-BE49-F238E27FC236}">
                <a16:creationId xmlns:a16="http://schemas.microsoft.com/office/drawing/2014/main" id="{BC5C49D6-E80A-4C73-BF35-0C80241E2466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2" name="Rectangle">
            <a:extLst>
              <a:ext uri="{FF2B5EF4-FFF2-40B4-BE49-F238E27FC236}">
                <a16:creationId xmlns:a16="http://schemas.microsoft.com/office/drawing/2014/main" id="{A714F52C-554E-4605-BF06-D13FEBFAA53C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3" name="Rectangle">
            <a:extLst>
              <a:ext uri="{FF2B5EF4-FFF2-40B4-BE49-F238E27FC236}">
                <a16:creationId xmlns:a16="http://schemas.microsoft.com/office/drawing/2014/main" id="{74D7590D-E250-42EB-A0B1-BEC31542D618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C4C9FB94-06C6-4268-9F5C-1EE8C8FD72C4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935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0D694737-25D2-45C2-AB13-1341170DB99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2182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EBC6-0A79-EAAA-F8F8-ADF467379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A7630548-4F15-3BD8-6A89-E1DEE77D5D4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691A040E-7614-D750-25E6-54B078966CBE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8297143" cy="124136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</p:txBody>
      </p:sp>
    </p:spTree>
    <p:extLst>
      <p:ext uri="{BB962C8B-B14F-4D97-AF65-F5344CB8AC3E}">
        <p14:creationId xmlns:p14="http://schemas.microsoft.com/office/powerpoint/2010/main" val="3327889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E34F-F8C1-C382-AD04-3A8B0E4A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B4114945-29ED-4F40-16E9-C7B8FEFAF2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34F670AE-926D-88A0-F177-3021CEAF67F1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4784497" cy="351891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8936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607A-818C-33C5-A90A-18482D37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22903127-F1B3-34D7-2C9D-2703A730876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1B1DB852-CB9D-03DD-3496-F86AE3AEA4EB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4784497" cy="465768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repita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042283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D195-56FB-C728-15C0-D843058E7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2A3A5A3E-6A92-5BFD-AB0F-FFE3B1E805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2EE0FE12-655B-29CE-C015-3D64DD4BE5F7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9054896" cy="57964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repita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de </a:t>
            </a:r>
            <a:r>
              <a:rPr dirty="0" err="1"/>
              <a:t>maior</a:t>
            </a:r>
            <a:r>
              <a:rPr dirty="0"/>
              <a:t> valor de current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2848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D0160-B371-9E79-2148-2CB76367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5DE9E41C-A838-17B2-CF9C-CD4092EE8BC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3930EFFB-36E0-2BCD-F3A4-6B45F64B5C26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9054896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repita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de </a:t>
            </a:r>
            <a:r>
              <a:rPr dirty="0" err="1"/>
              <a:t>maior</a:t>
            </a:r>
            <a:r>
              <a:rPr dirty="0"/>
              <a:t> valor de current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neighbor </a:t>
            </a:r>
            <a:r>
              <a:rPr dirty="0" err="1"/>
              <a:t>não</a:t>
            </a:r>
            <a:r>
              <a:rPr dirty="0"/>
              <a:t> for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735429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D495A-415E-0917-177B-CFACB52F6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6A59ED65-D0EE-8E29-0AB9-275A579E841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4030CFA1-5C12-F037-E0E8-CA952AF1161E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9054896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repita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de </a:t>
            </a:r>
            <a:r>
              <a:rPr dirty="0" err="1"/>
              <a:t>maior</a:t>
            </a:r>
            <a:r>
              <a:rPr dirty="0"/>
              <a:t> valor de current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neighbor </a:t>
            </a:r>
            <a:r>
              <a:rPr dirty="0" err="1"/>
              <a:t>não</a:t>
            </a:r>
            <a:r>
              <a:rPr dirty="0"/>
              <a:t> for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retorne</a:t>
            </a:r>
            <a:r>
              <a:rPr dirty="0"/>
              <a:t> current</a:t>
            </a:r>
          </a:p>
        </p:txBody>
      </p:sp>
    </p:spTree>
    <p:extLst>
      <p:ext uri="{BB962C8B-B14F-4D97-AF65-F5344CB8AC3E}">
        <p14:creationId xmlns:p14="http://schemas.microsoft.com/office/powerpoint/2010/main" val="261307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0097-C577-6D3B-1600-3881EEC9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Hill Climbing">
            <a:extLst>
              <a:ext uri="{FF2B5EF4-FFF2-40B4-BE49-F238E27FC236}">
                <a16:creationId xmlns:a16="http://schemas.microsoft.com/office/drawing/2014/main" id="{B6DA1F7D-53B1-FF5F-5EC3-1E26702AB3F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  <p:sp>
        <p:nvSpPr>
          <p:cNvPr id="697" name="function Hill-Climb(problem):…">
            <a:extLst>
              <a:ext uri="{FF2B5EF4-FFF2-40B4-BE49-F238E27FC236}">
                <a16:creationId xmlns:a16="http://schemas.microsoft.com/office/drawing/2014/main" id="{FC221FE3-8B5B-5B33-14A7-C0678108A668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19402227" cy="7995920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HC(problem):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repita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de </a:t>
            </a:r>
            <a:r>
              <a:rPr dirty="0" err="1"/>
              <a:t>maior</a:t>
            </a:r>
            <a:r>
              <a:rPr dirty="0"/>
              <a:t> valor de current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neighbor </a:t>
            </a:r>
            <a:r>
              <a:rPr dirty="0" err="1"/>
              <a:t>não</a:t>
            </a:r>
            <a:r>
              <a:rPr dirty="0"/>
              <a:t> for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retorne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current = neighbor</a:t>
            </a:r>
          </a:p>
        </p:txBody>
      </p:sp>
    </p:spTree>
    <p:extLst>
      <p:ext uri="{BB962C8B-B14F-4D97-AF65-F5344CB8AC3E}">
        <p14:creationId xmlns:p14="http://schemas.microsoft.com/office/powerpoint/2010/main" val="633945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quare">
            <a:extLst>
              <a:ext uri="{FF2B5EF4-FFF2-40B4-BE49-F238E27FC236}">
                <a16:creationId xmlns:a16="http://schemas.microsoft.com/office/drawing/2014/main" id="{E00E46B8-A314-472D-A9B0-44E6A6253BA8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Square">
            <a:extLst>
              <a:ext uri="{FF2B5EF4-FFF2-40B4-BE49-F238E27FC236}">
                <a16:creationId xmlns:a16="http://schemas.microsoft.com/office/drawing/2014/main" id="{25180FDA-162A-44A2-8C69-60F71750CB89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1" name="Square">
            <a:extLst>
              <a:ext uri="{FF2B5EF4-FFF2-40B4-BE49-F238E27FC236}">
                <a16:creationId xmlns:a16="http://schemas.microsoft.com/office/drawing/2014/main" id="{224AF432-FF31-4E2A-B6E2-BCF219F6318B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2" name="Square">
            <a:extLst>
              <a:ext uri="{FF2B5EF4-FFF2-40B4-BE49-F238E27FC236}">
                <a16:creationId xmlns:a16="http://schemas.microsoft.com/office/drawing/2014/main" id="{B09B27C2-2835-4EA7-92B1-44A9FB44B35A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3" name="Square">
            <a:extLst>
              <a:ext uri="{FF2B5EF4-FFF2-40B4-BE49-F238E27FC236}">
                <a16:creationId xmlns:a16="http://schemas.microsoft.com/office/drawing/2014/main" id="{6E97F958-64BF-45CE-8D82-8CB717EE0566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4" name="Square">
            <a:extLst>
              <a:ext uri="{FF2B5EF4-FFF2-40B4-BE49-F238E27FC236}">
                <a16:creationId xmlns:a16="http://schemas.microsoft.com/office/drawing/2014/main" id="{3726FBB3-7F27-4C96-BFCD-126AB1C64D36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Square">
            <a:extLst>
              <a:ext uri="{FF2B5EF4-FFF2-40B4-BE49-F238E27FC236}">
                <a16:creationId xmlns:a16="http://schemas.microsoft.com/office/drawing/2014/main" id="{D8188B32-9495-41EA-8E9F-554459007AAB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Square">
            <a:extLst>
              <a:ext uri="{FF2B5EF4-FFF2-40B4-BE49-F238E27FC236}">
                <a16:creationId xmlns:a16="http://schemas.microsoft.com/office/drawing/2014/main" id="{DD80DFB9-BBB3-46B1-89C5-A390F1A9F94F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7" name="Square">
            <a:extLst>
              <a:ext uri="{FF2B5EF4-FFF2-40B4-BE49-F238E27FC236}">
                <a16:creationId xmlns:a16="http://schemas.microsoft.com/office/drawing/2014/main" id="{1490E0B8-FB1D-4CE4-AF73-CC01C9048832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8" name="Square">
            <a:extLst>
              <a:ext uri="{FF2B5EF4-FFF2-40B4-BE49-F238E27FC236}">
                <a16:creationId xmlns:a16="http://schemas.microsoft.com/office/drawing/2014/main" id="{90ACAA30-4AFE-4A39-8572-23318F40CAD2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Square">
            <a:extLst>
              <a:ext uri="{FF2B5EF4-FFF2-40B4-BE49-F238E27FC236}">
                <a16:creationId xmlns:a16="http://schemas.microsoft.com/office/drawing/2014/main" id="{9B8FBEC2-11BB-48CB-900E-38299531AC57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0" name="Square">
            <a:extLst>
              <a:ext uri="{FF2B5EF4-FFF2-40B4-BE49-F238E27FC236}">
                <a16:creationId xmlns:a16="http://schemas.microsoft.com/office/drawing/2014/main" id="{2F35F1B2-94F4-48FE-936F-25AF2DB28A38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1" name="Square">
            <a:extLst>
              <a:ext uri="{FF2B5EF4-FFF2-40B4-BE49-F238E27FC236}">
                <a16:creationId xmlns:a16="http://schemas.microsoft.com/office/drawing/2014/main" id="{F2497EA4-21D6-4A04-8DE7-44E898E841BA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2" name="Square">
            <a:extLst>
              <a:ext uri="{FF2B5EF4-FFF2-40B4-BE49-F238E27FC236}">
                <a16:creationId xmlns:a16="http://schemas.microsoft.com/office/drawing/2014/main" id="{34DAC55C-77DC-4403-AFB3-EA1193D7CE68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3" name="Square">
            <a:extLst>
              <a:ext uri="{FF2B5EF4-FFF2-40B4-BE49-F238E27FC236}">
                <a16:creationId xmlns:a16="http://schemas.microsoft.com/office/drawing/2014/main" id="{A821A83F-2F7F-4230-84C0-0C3BE9C0614E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4" name="Square">
            <a:extLst>
              <a:ext uri="{FF2B5EF4-FFF2-40B4-BE49-F238E27FC236}">
                <a16:creationId xmlns:a16="http://schemas.microsoft.com/office/drawing/2014/main" id="{9A04CAB2-6C22-4FBE-A67E-312A3596FDA7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5" name="Square">
            <a:extLst>
              <a:ext uri="{FF2B5EF4-FFF2-40B4-BE49-F238E27FC236}">
                <a16:creationId xmlns:a16="http://schemas.microsoft.com/office/drawing/2014/main" id="{E7482E00-93DA-43EE-8065-76B9AA61831F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6" name="Square">
            <a:extLst>
              <a:ext uri="{FF2B5EF4-FFF2-40B4-BE49-F238E27FC236}">
                <a16:creationId xmlns:a16="http://schemas.microsoft.com/office/drawing/2014/main" id="{538CED05-C1DA-48C2-9D1C-0FD71EF6EFA1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7" name="Square">
            <a:extLst>
              <a:ext uri="{FF2B5EF4-FFF2-40B4-BE49-F238E27FC236}">
                <a16:creationId xmlns:a16="http://schemas.microsoft.com/office/drawing/2014/main" id="{58236CC2-77A9-49A2-958B-745AFE328AB3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8" name="Square">
            <a:extLst>
              <a:ext uri="{FF2B5EF4-FFF2-40B4-BE49-F238E27FC236}">
                <a16:creationId xmlns:a16="http://schemas.microsoft.com/office/drawing/2014/main" id="{5DBB0622-2F1C-4E45-9789-B78EF4F67E1D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9" name="Square">
            <a:extLst>
              <a:ext uri="{FF2B5EF4-FFF2-40B4-BE49-F238E27FC236}">
                <a16:creationId xmlns:a16="http://schemas.microsoft.com/office/drawing/2014/main" id="{44D647B5-0FB0-4E48-826A-F18EC2E6D70B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0" name="Square">
            <a:extLst>
              <a:ext uri="{FF2B5EF4-FFF2-40B4-BE49-F238E27FC236}">
                <a16:creationId xmlns:a16="http://schemas.microsoft.com/office/drawing/2014/main" id="{6887A70F-54D0-43EB-905E-5666D60D47AD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1" name="Square">
            <a:extLst>
              <a:ext uri="{FF2B5EF4-FFF2-40B4-BE49-F238E27FC236}">
                <a16:creationId xmlns:a16="http://schemas.microsoft.com/office/drawing/2014/main" id="{ACD4D5F8-FB94-4A33-AF1E-9FC9F7E6DE52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2" name="Square">
            <a:extLst>
              <a:ext uri="{FF2B5EF4-FFF2-40B4-BE49-F238E27FC236}">
                <a16:creationId xmlns:a16="http://schemas.microsoft.com/office/drawing/2014/main" id="{329397F6-505F-4AEB-9B4D-23F60CDF870E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3" name="Square">
            <a:extLst>
              <a:ext uri="{FF2B5EF4-FFF2-40B4-BE49-F238E27FC236}">
                <a16:creationId xmlns:a16="http://schemas.microsoft.com/office/drawing/2014/main" id="{090CA602-42AC-48FA-A31C-D4B728AC4059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4" name="Square">
            <a:extLst>
              <a:ext uri="{FF2B5EF4-FFF2-40B4-BE49-F238E27FC236}">
                <a16:creationId xmlns:a16="http://schemas.microsoft.com/office/drawing/2014/main" id="{2CAAC56B-0876-4DE4-B455-BD092FEC4CDC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5" name="Square">
            <a:extLst>
              <a:ext uri="{FF2B5EF4-FFF2-40B4-BE49-F238E27FC236}">
                <a16:creationId xmlns:a16="http://schemas.microsoft.com/office/drawing/2014/main" id="{6E55CF2A-4B4B-4797-BB31-FF1632DA4559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6" name="Square">
            <a:extLst>
              <a:ext uri="{FF2B5EF4-FFF2-40B4-BE49-F238E27FC236}">
                <a16:creationId xmlns:a16="http://schemas.microsoft.com/office/drawing/2014/main" id="{5478A4C0-0244-4255-80A0-ED9AFFFFCDC3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7" name="Square">
            <a:extLst>
              <a:ext uri="{FF2B5EF4-FFF2-40B4-BE49-F238E27FC236}">
                <a16:creationId xmlns:a16="http://schemas.microsoft.com/office/drawing/2014/main" id="{B890D373-80DF-4104-B080-02F922A7305D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8" name="Square">
            <a:extLst>
              <a:ext uri="{FF2B5EF4-FFF2-40B4-BE49-F238E27FC236}">
                <a16:creationId xmlns:a16="http://schemas.microsoft.com/office/drawing/2014/main" id="{C53E03B7-C212-4C5F-ABFE-ED1C00996660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9" name="Square">
            <a:extLst>
              <a:ext uri="{FF2B5EF4-FFF2-40B4-BE49-F238E27FC236}">
                <a16:creationId xmlns:a16="http://schemas.microsoft.com/office/drawing/2014/main" id="{4F41434C-F40A-40A8-B35E-9BBDD64A59B4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0" name="Square">
            <a:extLst>
              <a:ext uri="{FF2B5EF4-FFF2-40B4-BE49-F238E27FC236}">
                <a16:creationId xmlns:a16="http://schemas.microsoft.com/office/drawing/2014/main" id="{7C64F30E-22B4-4DC2-A394-FC8F8D9E9FEB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1" name="Square">
            <a:extLst>
              <a:ext uri="{FF2B5EF4-FFF2-40B4-BE49-F238E27FC236}">
                <a16:creationId xmlns:a16="http://schemas.microsoft.com/office/drawing/2014/main" id="{1DD104D3-134F-42DB-A2F0-5D16F24CCA28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2" name="Square">
            <a:extLst>
              <a:ext uri="{FF2B5EF4-FFF2-40B4-BE49-F238E27FC236}">
                <a16:creationId xmlns:a16="http://schemas.microsoft.com/office/drawing/2014/main" id="{4CF8C88E-A73D-4AD3-B07C-5ED379F1FB7A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3" name="Square">
            <a:extLst>
              <a:ext uri="{FF2B5EF4-FFF2-40B4-BE49-F238E27FC236}">
                <a16:creationId xmlns:a16="http://schemas.microsoft.com/office/drawing/2014/main" id="{DB94E2DF-DBAC-4EBE-84FE-E19E231A4CAE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4" name="Square">
            <a:extLst>
              <a:ext uri="{FF2B5EF4-FFF2-40B4-BE49-F238E27FC236}">
                <a16:creationId xmlns:a16="http://schemas.microsoft.com/office/drawing/2014/main" id="{5AAF1744-C290-43B9-A851-CCD9912615A0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5" name="Square">
            <a:extLst>
              <a:ext uri="{FF2B5EF4-FFF2-40B4-BE49-F238E27FC236}">
                <a16:creationId xmlns:a16="http://schemas.microsoft.com/office/drawing/2014/main" id="{E1EBA645-7A14-4126-A495-DAE294E90A32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6" name="Square">
            <a:extLst>
              <a:ext uri="{FF2B5EF4-FFF2-40B4-BE49-F238E27FC236}">
                <a16:creationId xmlns:a16="http://schemas.microsoft.com/office/drawing/2014/main" id="{32C11F79-C8ED-4717-89A3-0610EDD97EED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7" name="Square">
            <a:extLst>
              <a:ext uri="{FF2B5EF4-FFF2-40B4-BE49-F238E27FC236}">
                <a16:creationId xmlns:a16="http://schemas.microsoft.com/office/drawing/2014/main" id="{92F6E283-FD82-488A-A668-79CAA36621D7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8" name="Square">
            <a:extLst>
              <a:ext uri="{FF2B5EF4-FFF2-40B4-BE49-F238E27FC236}">
                <a16:creationId xmlns:a16="http://schemas.microsoft.com/office/drawing/2014/main" id="{622EC56C-9B1C-4097-8C1D-CFDFA9C8B938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9" name="Square">
            <a:extLst>
              <a:ext uri="{FF2B5EF4-FFF2-40B4-BE49-F238E27FC236}">
                <a16:creationId xmlns:a16="http://schemas.microsoft.com/office/drawing/2014/main" id="{3E179A3E-A993-473C-9707-805B552A4582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0" name="Square">
            <a:extLst>
              <a:ext uri="{FF2B5EF4-FFF2-40B4-BE49-F238E27FC236}">
                <a16:creationId xmlns:a16="http://schemas.microsoft.com/office/drawing/2014/main" id="{3B87279F-DA9C-4752-89F3-01130C16DC8A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1" name="Square">
            <a:extLst>
              <a:ext uri="{FF2B5EF4-FFF2-40B4-BE49-F238E27FC236}">
                <a16:creationId xmlns:a16="http://schemas.microsoft.com/office/drawing/2014/main" id="{63024A67-2E96-4214-96D0-0733B618250E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2" name="Square">
            <a:extLst>
              <a:ext uri="{FF2B5EF4-FFF2-40B4-BE49-F238E27FC236}">
                <a16:creationId xmlns:a16="http://schemas.microsoft.com/office/drawing/2014/main" id="{2722EF74-FAAA-4358-9124-95CAE57AD1A8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3" name="Square">
            <a:extLst>
              <a:ext uri="{FF2B5EF4-FFF2-40B4-BE49-F238E27FC236}">
                <a16:creationId xmlns:a16="http://schemas.microsoft.com/office/drawing/2014/main" id="{6F435DF3-8C27-45AD-87F3-1C6B0543A1D4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4" name="Square">
            <a:extLst>
              <a:ext uri="{FF2B5EF4-FFF2-40B4-BE49-F238E27FC236}">
                <a16:creationId xmlns:a16="http://schemas.microsoft.com/office/drawing/2014/main" id="{E81D7A1D-7EBC-4BED-9FB2-B165812A005C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5" name="Square">
            <a:extLst>
              <a:ext uri="{FF2B5EF4-FFF2-40B4-BE49-F238E27FC236}">
                <a16:creationId xmlns:a16="http://schemas.microsoft.com/office/drawing/2014/main" id="{FA10AA76-6126-43DC-A644-96772101B457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6" name="Square">
            <a:extLst>
              <a:ext uri="{FF2B5EF4-FFF2-40B4-BE49-F238E27FC236}">
                <a16:creationId xmlns:a16="http://schemas.microsoft.com/office/drawing/2014/main" id="{BEF1DC5B-74F8-4825-A1B1-3F03D54556E5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7" name="Square">
            <a:extLst>
              <a:ext uri="{FF2B5EF4-FFF2-40B4-BE49-F238E27FC236}">
                <a16:creationId xmlns:a16="http://schemas.microsoft.com/office/drawing/2014/main" id="{4FCB386D-B8D1-4651-8851-603C3323FB92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8" name="Square">
            <a:extLst>
              <a:ext uri="{FF2B5EF4-FFF2-40B4-BE49-F238E27FC236}">
                <a16:creationId xmlns:a16="http://schemas.microsoft.com/office/drawing/2014/main" id="{C6BB8734-AE18-44C4-B0D8-22884021F0D4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9" name="Home">
            <a:extLst>
              <a:ext uri="{FF2B5EF4-FFF2-40B4-BE49-F238E27FC236}">
                <a16:creationId xmlns:a16="http://schemas.microsoft.com/office/drawing/2014/main" id="{20778AB4-6B51-4794-8862-31ED39B2AD64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0" name="Home">
            <a:extLst>
              <a:ext uri="{FF2B5EF4-FFF2-40B4-BE49-F238E27FC236}">
                <a16:creationId xmlns:a16="http://schemas.microsoft.com/office/drawing/2014/main" id="{09A144DF-12E6-44B8-A823-994B010D2629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1" name="Home">
            <a:extLst>
              <a:ext uri="{FF2B5EF4-FFF2-40B4-BE49-F238E27FC236}">
                <a16:creationId xmlns:a16="http://schemas.microsoft.com/office/drawing/2014/main" id="{3EB4A2A5-CDAD-4834-BBEF-CB1EA2FCE1FE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2" name="Home">
            <a:extLst>
              <a:ext uri="{FF2B5EF4-FFF2-40B4-BE49-F238E27FC236}">
                <a16:creationId xmlns:a16="http://schemas.microsoft.com/office/drawing/2014/main" id="{8753CF14-E596-4502-8EEF-8D5ED0C3BDFD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3" name="Cost: 17">
            <a:extLst>
              <a:ext uri="{FF2B5EF4-FFF2-40B4-BE49-F238E27FC236}">
                <a16:creationId xmlns:a16="http://schemas.microsoft.com/office/drawing/2014/main" id="{355040CD-A21D-4B27-9C54-3BA860CE78A9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17</a:t>
            </a:r>
          </a:p>
        </p:txBody>
      </p:sp>
      <p:sp>
        <p:nvSpPr>
          <p:cNvPr id="754" name="Rounded Rectangle">
            <a:extLst>
              <a:ext uri="{FF2B5EF4-FFF2-40B4-BE49-F238E27FC236}">
                <a16:creationId xmlns:a16="http://schemas.microsoft.com/office/drawing/2014/main" id="{0D4B995F-61C3-412D-B67B-1CAD09C287CB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5" name="Rectangle">
            <a:extLst>
              <a:ext uri="{FF2B5EF4-FFF2-40B4-BE49-F238E27FC236}">
                <a16:creationId xmlns:a16="http://schemas.microsoft.com/office/drawing/2014/main" id="{673F1985-5FD5-4592-A113-43A8D4F284D4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6" name="Rectangle">
            <a:extLst>
              <a:ext uri="{FF2B5EF4-FFF2-40B4-BE49-F238E27FC236}">
                <a16:creationId xmlns:a16="http://schemas.microsoft.com/office/drawing/2014/main" id="{0DFFC961-6E07-4916-8621-155F05D4C1E6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7" name="Circle">
            <a:extLst>
              <a:ext uri="{FF2B5EF4-FFF2-40B4-BE49-F238E27FC236}">
                <a16:creationId xmlns:a16="http://schemas.microsoft.com/office/drawing/2014/main" id="{031DE2E7-B74D-4F5F-A069-C22468F279EC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8" name="Line">
            <a:extLst>
              <a:ext uri="{FF2B5EF4-FFF2-40B4-BE49-F238E27FC236}">
                <a16:creationId xmlns:a16="http://schemas.microsoft.com/office/drawing/2014/main" id="{EB766C8E-5F56-48D1-B222-636F01FA17D1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9" name="Line">
            <a:extLst>
              <a:ext uri="{FF2B5EF4-FFF2-40B4-BE49-F238E27FC236}">
                <a16:creationId xmlns:a16="http://schemas.microsoft.com/office/drawing/2014/main" id="{2DD4C4B5-DABD-4EA6-BEAC-27C444CF9DFE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2" name="Rounded Rectangle">
            <a:extLst>
              <a:ext uri="{FF2B5EF4-FFF2-40B4-BE49-F238E27FC236}">
                <a16:creationId xmlns:a16="http://schemas.microsoft.com/office/drawing/2014/main" id="{22C9D267-BD13-405E-9BE7-CC74DA7255FC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3" name="Rectangle">
            <a:extLst>
              <a:ext uri="{FF2B5EF4-FFF2-40B4-BE49-F238E27FC236}">
                <a16:creationId xmlns:a16="http://schemas.microsoft.com/office/drawing/2014/main" id="{F512C44B-3424-47D5-A3C5-4924E41DCA98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4" name="Rectangle">
            <a:extLst>
              <a:ext uri="{FF2B5EF4-FFF2-40B4-BE49-F238E27FC236}">
                <a16:creationId xmlns:a16="http://schemas.microsoft.com/office/drawing/2014/main" id="{CC4EC286-0069-4C25-8EB0-64AF6E04EA00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5" name="Circle">
            <a:extLst>
              <a:ext uri="{FF2B5EF4-FFF2-40B4-BE49-F238E27FC236}">
                <a16:creationId xmlns:a16="http://schemas.microsoft.com/office/drawing/2014/main" id="{BD0243E3-E7FF-461A-A248-0890BB049B51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6" name="Line">
            <a:extLst>
              <a:ext uri="{FF2B5EF4-FFF2-40B4-BE49-F238E27FC236}">
                <a16:creationId xmlns:a16="http://schemas.microsoft.com/office/drawing/2014/main" id="{4F2D1C96-B688-4744-992E-9C32D662ED6B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7" name="Line">
            <a:extLst>
              <a:ext uri="{FF2B5EF4-FFF2-40B4-BE49-F238E27FC236}">
                <a16:creationId xmlns:a16="http://schemas.microsoft.com/office/drawing/2014/main" id="{099811E0-0742-4A48-BCCA-16520F93A6EC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0" name="Rounded Rectangle">
            <a:extLst>
              <a:ext uri="{FF2B5EF4-FFF2-40B4-BE49-F238E27FC236}">
                <a16:creationId xmlns:a16="http://schemas.microsoft.com/office/drawing/2014/main" id="{59C05CC8-AF06-40C0-ACAD-03B67C7B5E12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1" name="Rectangle">
            <a:extLst>
              <a:ext uri="{FF2B5EF4-FFF2-40B4-BE49-F238E27FC236}">
                <a16:creationId xmlns:a16="http://schemas.microsoft.com/office/drawing/2014/main" id="{BC56AFB9-62B5-4E17-A7B1-DFB492280D4E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2" name="Rectangle">
            <a:extLst>
              <a:ext uri="{FF2B5EF4-FFF2-40B4-BE49-F238E27FC236}">
                <a16:creationId xmlns:a16="http://schemas.microsoft.com/office/drawing/2014/main" id="{25AD05C7-6EDC-4F2D-9966-804615943C18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3" name="Circle">
            <a:extLst>
              <a:ext uri="{FF2B5EF4-FFF2-40B4-BE49-F238E27FC236}">
                <a16:creationId xmlns:a16="http://schemas.microsoft.com/office/drawing/2014/main" id="{E021B458-2C93-419B-8399-67E83A05293E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4" name="Line">
            <a:extLst>
              <a:ext uri="{FF2B5EF4-FFF2-40B4-BE49-F238E27FC236}">
                <a16:creationId xmlns:a16="http://schemas.microsoft.com/office/drawing/2014/main" id="{FC0391F2-1318-4EE4-A7EF-CE4F5559295B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5" name="Line">
            <a:extLst>
              <a:ext uri="{FF2B5EF4-FFF2-40B4-BE49-F238E27FC236}">
                <a16:creationId xmlns:a16="http://schemas.microsoft.com/office/drawing/2014/main" id="{9C2CC080-C389-4C7A-AC14-8560DC047C16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8" name="Rounded Rectangle">
            <a:extLst>
              <a:ext uri="{FF2B5EF4-FFF2-40B4-BE49-F238E27FC236}">
                <a16:creationId xmlns:a16="http://schemas.microsoft.com/office/drawing/2014/main" id="{96F635C2-F166-49F2-A226-3A27155EA315}"/>
              </a:ext>
            </a:extLst>
          </p:cNvPr>
          <p:cNvSpPr>
            <a:spLocks noGrp="1"/>
          </p:cNvSpPr>
          <p:nvPr/>
        </p:nvSpPr>
        <p:spPr>
          <a:xfrm>
            <a:off x="21017211" y="8096866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9" name="Rectangle">
            <a:extLst>
              <a:ext uri="{FF2B5EF4-FFF2-40B4-BE49-F238E27FC236}">
                <a16:creationId xmlns:a16="http://schemas.microsoft.com/office/drawing/2014/main" id="{19B7CC87-E4BF-415E-A728-20310E54E917}"/>
              </a:ext>
            </a:extLst>
          </p:cNvPr>
          <p:cNvSpPr>
            <a:spLocks noGrp="1"/>
          </p:cNvSpPr>
          <p:nvPr/>
        </p:nvSpPr>
        <p:spPr>
          <a:xfrm>
            <a:off x="21421957" y="9412150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0" name="Rectangle">
            <a:extLst>
              <a:ext uri="{FF2B5EF4-FFF2-40B4-BE49-F238E27FC236}">
                <a16:creationId xmlns:a16="http://schemas.microsoft.com/office/drawing/2014/main" id="{1FCE3EEA-7762-4A3B-AC3E-F50892DEA173}"/>
              </a:ext>
            </a:extLst>
          </p:cNvPr>
          <p:cNvSpPr>
            <a:spLocks noGrp="1"/>
          </p:cNvSpPr>
          <p:nvPr/>
        </p:nvSpPr>
        <p:spPr>
          <a:xfrm>
            <a:off x="21727671" y="9412150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1" name="Circle">
            <a:extLst>
              <a:ext uri="{FF2B5EF4-FFF2-40B4-BE49-F238E27FC236}">
                <a16:creationId xmlns:a16="http://schemas.microsoft.com/office/drawing/2014/main" id="{BA025304-66C0-4CAC-870A-9A9D193875EB}"/>
              </a:ext>
            </a:extLst>
          </p:cNvPr>
          <p:cNvSpPr>
            <a:spLocks noGrp="1"/>
          </p:cNvSpPr>
          <p:nvPr/>
        </p:nvSpPr>
        <p:spPr>
          <a:xfrm>
            <a:off x="21265977" y="8188089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2" name="Line">
            <a:extLst>
              <a:ext uri="{FF2B5EF4-FFF2-40B4-BE49-F238E27FC236}">
                <a16:creationId xmlns:a16="http://schemas.microsoft.com/office/drawing/2014/main" id="{041E786E-33E6-48C2-A34A-0CFFB812F232}"/>
              </a:ext>
            </a:extLst>
          </p:cNvPr>
          <p:cNvSpPr>
            <a:spLocks noGrp="1"/>
          </p:cNvSpPr>
          <p:nvPr/>
        </p:nvSpPr>
        <p:spPr>
          <a:xfrm>
            <a:off x="21390028" y="8630651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3" name="Line">
            <a:extLst>
              <a:ext uri="{FF2B5EF4-FFF2-40B4-BE49-F238E27FC236}">
                <a16:creationId xmlns:a16="http://schemas.microsoft.com/office/drawing/2014/main" id="{72D82A63-03A9-41AD-BF7C-391C6FBA6F44}"/>
              </a:ext>
            </a:extLst>
          </p:cNvPr>
          <p:cNvSpPr>
            <a:spLocks noGrp="1"/>
          </p:cNvSpPr>
          <p:nvPr/>
        </p:nvSpPr>
        <p:spPr>
          <a:xfrm flipV="1">
            <a:off x="21708539" y="8312140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6" name="Rounded Rectangle">
            <a:extLst>
              <a:ext uri="{FF2B5EF4-FFF2-40B4-BE49-F238E27FC236}">
                <a16:creationId xmlns:a16="http://schemas.microsoft.com/office/drawing/2014/main" id="{DF899AA7-6165-4F89-BF07-628E52800FE4}"/>
              </a:ext>
            </a:extLst>
          </p:cNvPr>
          <p:cNvSpPr>
            <a:spLocks noGrp="1"/>
          </p:cNvSpPr>
          <p:nvPr/>
        </p:nvSpPr>
        <p:spPr>
          <a:xfrm>
            <a:off x="21017211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7" name="Rectangle">
            <a:extLst>
              <a:ext uri="{FF2B5EF4-FFF2-40B4-BE49-F238E27FC236}">
                <a16:creationId xmlns:a16="http://schemas.microsoft.com/office/drawing/2014/main" id="{2B26EE41-DB63-45C9-B77F-00EAE0724B24}"/>
              </a:ext>
            </a:extLst>
          </p:cNvPr>
          <p:cNvSpPr>
            <a:spLocks noGrp="1"/>
          </p:cNvSpPr>
          <p:nvPr/>
        </p:nvSpPr>
        <p:spPr>
          <a:xfrm>
            <a:off x="21421957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8" name="Rectangle">
            <a:extLst>
              <a:ext uri="{FF2B5EF4-FFF2-40B4-BE49-F238E27FC236}">
                <a16:creationId xmlns:a16="http://schemas.microsoft.com/office/drawing/2014/main" id="{BC98C202-0283-4F37-89C2-7F25952EB591}"/>
              </a:ext>
            </a:extLst>
          </p:cNvPr>
          <p:cNvSpPr>
            <a:spLocks noGrp="1"/>
          </p:cNvSpPr>
          <p:nvPr/>
        </p:nvSpPr>
        <p:spPr>
          <a:xfrm>
            <a:off x="21727671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9" name="Circle">
            <a:extLst>
              <a:ext uri="{FF2B5EF4-FFF2-40B4-BE49-F238E27FC236}">
                <a16:creationId xmlns:a16="http://schemas.microsoft.com/office/drawing/2014/main" id="{0C66BEAA-E871-4168-AE9F-08E95376509C}"/>
              </a:ext>
            </a:extLst>
          </p:cNvPr>
          <p:cNvSpPr>
            <a:spLocks noGrp="1"/>
          </p:cNvSpPr>
          <p:nvPr/>
        </p:nvSpPr>
        <p:spPr>
          <a:xfrm>
            <a:off x="21265977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0" name="Line">
            <a:extLst>
              <a:ext uri="{FF2B5EF4-FFF2-40B4-BE49-F238E27FC236}">
                <a16:creationId xmlns:a16="http://schemas.microsoft.com/office/drawing/2014/main" id="{25634BD3-3FAF-4E8F-9EB7-67F5DF50267C}"/>
              </a:ext>
            </a:extLst>
          </p:cNvPr>
          <p:cNvSpPr>
            <a:spLocks noGrp="1"/>
          </p:cNvSpPr>
          <p:nvPr/>
        </p:nvSpPr>
        <p:spPr>
          <a:xfrm>
            <a:off x="21390028" y="8630652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1" name="Line">
            <a:extLst>
              <a:ext uri="{FF2B5EF4-FFF2-40B4-BE49-F238E27FC236}">
                <a16:creationId xmlns:a16="http://schemas.microsoft.com/office/drawing/2014/main" id="{7372FAE3-9C4A-45D7-BC55-909A371B1909}"/>
              </a:ext>
            </a:extLst>
          </p:cNvPr>
          <p:cNvSpPr>
            <a:spLocks noGrp="1"/>
          </p:cNvSpPr>
          <p:nvPr/>
        </p:nvSpPr>
        <p:spPr>
          <a:xfrm flipV="1">
            <a:off x="21708539" y="8312141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4" name="Rounded Rectangle">
            <a:extLst>
              <a:ext uri="{FF2B5EF4-FFF2-40B4-BE49-F238E27FC236}">
                <a16:creationId xmlns:a16="http://schemas.microsoft.com/office/drawing/2014/main" id="{73EA8D82-8BF5-4057-B836-F59362FEB440}"/>
              </a:ext>
            </a:extLst>
          </p:cNvPr>
          <p:cNvSpPr>
            <a:spLocks noGrp="1"/>
          </p:cNvSpPr>
          <p:nvPr/>
        </p:nvSpPr>
        <p:spPr>
          <a:xfrm>
            <a:off x="21017211" y="8103326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5" name="Rectangle">
            <a:extLst>
              <a:ext uri="{FF2B5EF4-FFF2-40B4-BE49-F238E27FC236}">
                <a16:creationId xmlns:a16="http://schemas.microsoft.com/office/drawing/2014/main" id="{010088C7-9791-43AB-85BC-A8256D51393F}"/>
              </a:ext>
            </a:extLst>
          </p:cNvPr>
          <p:cNvSpPr>
            <a:spLocks noGrp="1"/>
          </p:cNvSpPr>
          <p:nvPr/>
        </p:nvSpPr>
        <p:spPr>
          <a:xfrm>
            <a:off x="21421957" y="9418610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6" name="Rectangle">
            <a:extLst>
              <a:ext uri="{FF2B5EF4-FFF2-40B4-BE49-F238E27FC236}">
                <a16:creationId xmlns:a16="http://schemas.microsoft.com/office/drawing/2014/main" id="{236D4DE6-E5A9-4CB3-AEC5-54596B6CA3E9}"/>
              </a:ext>
            </a:extLst>
          </p:cNvPr>
          <p:cNvSpPr>
            <a:spLocks noGrp="1"/>
          </p:cNvSpPr>
          <p:nvPr/>
        </p:nvSpPr>
        <p:spPr>
          <a:xfrm>
            <a:off x="21727671" y="9418610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7" name="Circle">
            <a:extLst>
              <a:ext uri="{FF2B5EF4-FFF2-40B4-BE49-F238E27FC236}">
                <a16:creationId xmlns:a16="http://schemas.microsoft.com/office/drawing/2014/main" id="{BB257415-2019-4C3C-884E-027944265CA2}"/>
              </a:ext>
            </a:extLst>
          </p:cNvPr>
          <p:cNvSpPr>
            <a:spLocks noGrp="1"/>
          </p:cNvSpPr>
          <p:nvPr/>
        </p:nvSpPr>
        <p:spPr>
          <a:xfrm>
            <a:off x="21265977" y="8194549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8" name="Line">
            <a:extLst>
              <a:ext uri="{FF2B5EF4-FFF2-40B4-BE49-F238E27FC236}">
                <a16:creationId xmlns:a16="http://schemas.microsoft.com/office/drawing/2014/main" id="{23BE3539-C45E-4B5D-94A0-FE57F1E914CA}"/>
              </a:ext>
            </a:extLst>
          </p:cNvPr>
          <p:cNvSpPr>
            <a:spLocks noGrp="1"/>
          </p:cNvSpPr>
          <p:nvPr/>
        </p:nvSpPr>
        <p:spPr>
          <a:xfrm>
            <a:off x="21390028" y="8637111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9" name="Line">
            <a:extLst>
              <a:ext uri="{FF2B5EF4-FFF2-40B4-BE49-F238E27FC236}">
                <a16:creationId xmlns:a16="http://schemas.microsoft.com/office/drawing/2014/main" id="{9107A31B-CE22-4B96-9CBC-1BE06F174EBD}"/>
              </a:ext>
            </a:extLst>
          </p:cNvPr>
          <p:cNvSpPr>
            <a:spLocks noGrp="1"/>
          </p:cNvSpPr>
          <p:nvPr/>
        </p:nvSpPr>
        <p:spPr>
          <a:xfrm flipV="1">
            <a:off x="21708539" y="8318600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2" name="Rounded Rectangle">
            <a:extLst>
              <a:ext uri="{FF2B5EF4-FFF2-40B4-BE49-F238E27FC236}">
                <a16:creationId xmlns:a16="http://schemas.microsoft.com/office/drawing/2014/main" id="{0C829D3D-AB69-4EB9-A241-8BE762663231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3" name="Rectangle">
            <a:extLst>
              <a:ext uri="{FF2B5EF4-FFF2-40B4-BE49-F238E27FC236}">
                <a16:creationId xmlns:a16="http://schemas.microsoft.com/office/drawing/2014/main" id="{7989CA31-D40B-4831-8A1B-DDE1E4A3FE12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4" name="Rectangle">
            <a:extLst>
              <a:ext uri="{FF2B5EF4-FFF2-40B4-BE49-F238E27FC236}">
                <a16:creationId xmlns:a16="http://schemas.microsoft.com/office/drawing/2014/main" id="{A438BCF5-6AA1-46BA-BB1A-842CC6A4AB07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5" name="Circle">
            <a:extLst>
              <a:ext uri="{FF2B5EF4-FFF2-40B4-BE49-F238E27FC236}">
                <a16:creationId xmlns:a16="http://schemas.microsoft.com/office/drawing/2014/main" id="{E0F72D35-4059-4436-833E-296E75C07AA9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6" name="Line">
            <a:extLst>
              <a:ext uri="{FF2B5EF4-FFF2-40B4-BE49-F238E27FC236}">
                <a16:creationId xmlns:a16="http://schemas.microsoft.com/office/drawing/2014/main" id="{301A7F45-8507-44D8-8609-4E95E92AA156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7" name="Line">
            <a:extLst>
              <a:ext uri="{FF2B5EF4-FFF2-40B4-BE49-F238E27FC236}">
                <a16:creationId xmlns:a16="http://schemas.microsoft.com/office/drawing/2014/main" id="{9A17B814-0067-4873-A785-4604F1F07866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0" name="Rounded Rectangle">
            <a:extLst>
              <a:ext uri="{FF2B5EF4-FFF2-40B4-BE49-F238E27FC236}">
                <a16:creationId xmlns:a16="http://schemas.microsoft.com/office/drawing/2014/main" id="{01193ECF-8FB2-4786-AD93-16CBFFFFDB5C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1" name="Rectangle">
            <a:extLst>
              <a:ext uri="{FF2B5EF4-FFF2-40B4-BE49-F238E27FC236}">
                <a16:creationId xmlns:a16="http://schemas.microsoft.com/office/drawing/2014/main" id="{BF9B5B6C-E45F-4BDC-864D-3AC9AA39D926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2" name="Rectangle">
            <a:extLst>
              <a:ext uri="{FF2B5EF4-FFF2-40B4-BE49-F238E27FC236}">
                <a16:creationId xmlns:a16="http://schemas.microsoft.com/office/drawing/2014/main" id="{2526B0F2-AE6B-44FA-98B5-4A0F2DD3A900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3" name="Circle">
            <a:extLst>
              <a:ext uri="{FF2B5EF4-FFF2-40B4-BE49-F238E27FC236}">
                <a16:creationId xmlns:a16="http://schemas.microsoft.com/office/drawing/2014/main" id="{A626B16C-00D3-4C47-BA14-509FDCBE48BE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4" name="Line">
            <a:extLst>
              <a:ext uri="{FF2B5EF4-FFF2-40B4-BE49-F238E27FC236}">
                <a16:creationId xmlns:a16="http://schemas.microsoft.com/office/drawing/2014/main" id="{1601B2F3-9DB0-4798-87DD-7D098DBFB3BF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5" name="Line">
            <a:extLst>
              <a:ext uri="{FF2B5EF4-FFF2-40B4-BE49-F238E27FC236}">
                <a16:creationId xmlns:a16="http://schemas.microsoft.com/office/drawing/2014/main" id="{1890E759-B13D-411F-896F-36EE0E598B20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236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quare">
            <a:extLst>
              <a:ext uri="{FF2B5EF4-FFF2-40B4-BE49-F238E27FC236}">
                <a16:creationId xmlns:a16="http://schemas.microsoft.com/office/drawing/2014/main" id="{EAEE61FE-88E8-469C-B40E-18DDE7CCF14E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0" name="Square">
            <a:extLst>
              <a:ext uri="{FF2B5EF4-FFF2-40B4-BE49-F238E27FC236}">
                <a16:creationId xmlns:a16="http://schemas.microsoft.com/office/drawing/2014/main" id="{A77195CC-180B-4EFE-9408-194627CEEACD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1" name="Square">
            <a:extLst>
              <a:ext uri="{FF2B5EF4-FFF2-40B4-BE49-F238E27FC236}">
                <a16:creationId xmlns:a16="http://schemas.microsoft.com/office/drawing/2014/main" id="{0585F5FD-0AC8-4791-9724-DFDC37D61877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2" name="Square">
            <a:extLst>
              <a:ext uri="{FF2B5EF4-FFF2-40B4-BE49-F238E27FC236}">
                <a16:creationId xmlns:a16="http://schemas.microsoft.com/office/drawing/2014/main" id="{13E07D80-1CB4-45E3-BB27-F4AFAD3C863B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3" name="Square">
            <a:extLst>
              <a:ext uri="{FF2B5EF4-FFF2-40B4-BE49-F238E27FC236}">
                <a16:creationId xmlns:a16="http://schemas.microsoft.com/office/drawing/2014/main" id="{02FAE4C2-5FAC-4DC3-B1F4-3A31FC5C3410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4" name="Square">
            <a:extLst>
              <a:ext uri="{FF2B5EF4-FFF2-40B4-BE49-F238E27FC236}">
                <a16:creationId xmlns:a16="http://schemas.microsoft.com/office/drawing/2014/main" id="{903E7A48-443A-428C-914D-B194E98EEABA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5" name="Square">
            <a:extLst>
              <a:ext uri="{FF2B5EF4-FFF2-40B4-BE49-F238E27FC236}">
                <a16:creationId xmlns:a16="http://schemas.microsoft.com/office/drawing/2014/main" id="{AC735BF7-BE67-4389-8831-2DFBD0454CC8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6" name="Square">
            <a:extLst>
              <a:ext uri="{FF2B5EF4-FFF2-40B4-BE49-F238E27FC236}">
                <a16:creationId xmlns:a16="http://schemas.microsoft.com/office/drawing/2014/main" id="{983AE42F-0681-4AF3-95E8-4E9310C5899E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7" name="Square">
            <a:extLst>
              <a:ext uri="{FF2B5EF4-FFF2-40B4-BE49-F238E27FC236}">
                <a16:creationId xmlns:a16="http://schemas.microsoft.com/office/drawing/2014/main" id="{E5C019AE-400F-45EE-99E4-AD02D7FF8A4E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8" name="Square">
            <a:extLst>
              <a:ext uri="{FF2B5EF4-FFF2-40B4-BE49-F238E27FC236}">
                <a16:creationId xmlns:a16="http://schemas.microsoft.com/office/drawing/2014/main" id="{61121CA6-36BB-4EB8-8CBF-C129C03FD0FC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9" name="Square">
            <a:extLst>
              <a:ext uri="{FF2B5EF4-FFF2-40B4-BE49-F238E27FC236}">
                <a16:creationId xmlns:a16="http://schemas.microsoft.com/office/drawing/2014/main" id="{568DCF36-0B91-4518-8796-0F9A51DAC35D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0" name="Square">
            <a:extLst>
              <a:ext uri="{FF2B5EF4-FFF2-40B4-BE49-F238E27FC236}">
                <a16:creationId xmlns:a16="http://schemas.microsoft.com/office/drawing/2014/main" id="{462D5EC3-A64B-49C3-B1D5-35C104D3F6D9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1" name="Square">
            <a:extLst>
              <a:ext uri="{FF2B5EF4-FFF2-40B4-BE49-F238E27FC236}">
                <a16:creationId xmlns:a16="http://schemas.microsoft.com/office/drawing/2014/main" id="{0D7D2D28-7E71-4E95-948A-6D7CD6F2809B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2" name="Square">
            <a:extLst>
              <a:ext uri="{FF2B5EF4-FFF2-40B4-BE49-F238E27FC236}">
                <a16:creationId xmlns:a16="http://schemas.microsoft.com/office/drawing/2014/main" id="{54EB39A4-272A-413F-A038-8967C0D223FF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3" name="Square">
            <a:extLst>
              <a:ext uri="{FF2B5EF4-FFF2-40B4-BE49-F238E27FC236}">
                <a16:creationId xmlns:a16="http://schemas.microsoft.com/office/drawing/2014/main" id="{4FCF2955-4471-4A11-9AEA-D9D14373B782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4" name="Square">
            <a:extLst>
              <a:ext uri="{FF2B5EF4-FFF2-40B4-BE49-F238E27FC236}">
                <a16:creationId xmlns:a16="http://schemas.microsoft.com/office/drawing/2014/main" id="{1D8C1D59-14D3-4538-9629-6C7351133940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5" name="Square">
            <a:extLst>
              <a:ext uri="{FF2B5EF4-FFF2-40B4-BE49-F238E27FC236}">
                <a16:creationId xmlns:a16="http://schemas.microsoft.com/office/drawing/2014/main" id="{9B6C344D-086D-421F-98E3-E9539C83A003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6" name="Square">
            <a:extLst>
              <a:ext uri="{FF2B5EF4-FFF2-40B4-BE49-F238E27FC236}">
                <a16:creationId xmlns:a16="http://schemas.microsoft.com/office/drawing/2014/main" id="{96A39F2D-FDFF-4A72-8382-2005A29A4515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7" name="Square">
            <a:extLst>
              <a:ext uri="{FF2B5EF4-FFF2-40B4-BE49-F238E27FC236}">
                <a16:creationId xmlns:a16="http://schemas.microsoft.com/office/drawing/2014/main" id="{8A3BE454-B770-4883-9E9D-A9152AE26F4F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8" name="Square">
            <a:extLst>
              <a:ext uri="{FF2B5EF4-FFF2-40B4-BE49-F238E27FC236}">
                <a16:creationId xmlns:a16="http://schemas.microsoft.com/office/drawing/2014/main" id="{4EC4CAE1-82A4-4CC7-9226-06084C0BE0DE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9" name="Square">
            <a:extLst>
              <a:ext uri="{FF2B5EF4-FFF2-40B4-BE49-F238E27FC236}">
                <a16:creationId xmlns:a16="http://schemas.microsoft.com/office/drawing/2014/main" id="{B31251C9-4D10-4BD3-B484-234D3F607532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0" name="Square">
            <a:extLst>
              <a:ext uri="{FF2B5EF4-FFF2-40B4-BE49-F238E27FC236}">
                <a16:creationId xmlns:a16="http://schemas.microsoft.com/office/drawing/2014/main" id="{50D80B47-D491-4350-8C95-AC3CAB0B4D35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1" name="Square">
            <a:extLst>
              <a:ext uri="{FF2B5EF4-FFF2-40B4-BE49-F238E27FC236}">
                <a16:creationId xmlns:a16="http://schemas.microsoft.com/office/drawing/2014/main" id="{39DDEED5-9027-4F20-8B9C-C7E41EA4BCB4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2" name="Square">
            <a:extLst>
              <a:ext uri="{FF2B5EF4-FFF2-40B4-BE49-F238E27FC236}">
                <a16:creationId xmlns:a16="http://schemas.microsoft.com/office/drawing/2014/main" id="{66944C5A-4AE6-421F-B2F8-C813159B7C52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3" name="Square">
            <a:extLst>
              <a:ext uri="{FF2B5EF4-FFF2-40B4-BE49-F238E27FC236}">
                <a16:creationId xmlns:a16="http://schemas.microsoft.com/office/drawing/2014/main" id="{3798EB47-2B4D-4660-B300-6A921C6CE6D1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4" name="Square">
            <a:extLst>
              <a:ext uri="{FF2B5EF4-FFF2-40B4-BE49-F238E27FC236}">
                <a16:creationId xmlns:a16="http://schemas.microsoft.com/office/drawing/2014/main" id="{FC4FFD3C-866C-4C65-9EC8-D93592869012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5" name="Square">
            <a:extLst>
              <a:ext uri="{FF2B5EF4-FFF2-40B4-BE49-F238E27FC236}">
                <a16:creationId xmlns:a16="http://schemas.microsoft.com/office/drawing/2014/main" id="{79B8EFBA-77EC-4D1C-9052-73E5DB11ACA9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6" name="Square">
            <a:extLst>
              <a:ext uri="{FF2B5EF4-FFF2-40B4-BE49-F238E27FC236}">
                <a16:creationId xmlns:a16="http://schemas.microsoft.com/office/drawing/2014/main" id="{651B22C4-68D4-42E5-942F-D7E95289EAAB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7" name="Square">
            <a:extLst>
              <a:ext uri="{FF2B5EF4-FFF2-40B4-BE49-F238E27FC236}">
                <a16:creationId xmlns:a16="http://schemas.microsoft.com/office/drawing/2014/main" id="{A103AF78-85C3-47F0-B08B-56E8E70E8050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8" name="Square">
            <a:extLst>
              <a:ext uri="{FF2B5EF4-FFF2-40B4-BE49-F238E27FC236}">
                <a16:creationId xmlns:a16="http://schemas.microsoft.com/office/drawing/2014/main" id="{089348F1-F294-422A-952C-B3FC71191A5A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9" name="Square">
            <a:extLst>
              <a:ext uri="{FF2B5EF4-FFF2-40B4-BE49-F238E27FC236}">
                <a16:creationId xmlns:a16="http://schemas.microsoft.com/office/drawing/2014/main" id="{E0CBC024-36DD-4761-8286-611C2167AF33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0" name="Square">
            <a:extLst>
              <a:ext uri="{FF2B5EF4-FFF2-40B4-BE49-F238E27FC236}">
                <a16:creationId xmlns:a16="http://schemas.microsoft.com/office/drawing/2014/main" id="{68523F77-C8BA-4287-BD54-D081354392B8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1" name="Square">
            <a:extLst>
              <a:ext uri="{FF2B5EF4-FFF2-40B4-BE49-F238E27FC236}">
                <a16:creationId xmlns:a16="http://schemas.microsoft.com/office/drawing/2014/main" id="{A6ED37DB-2978-44B4-ACC6-3FC8EA74C406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2" name="Square">
            <a:extLst>
              <a:ext uri="{FF2B5EF4-FFF2-40B4-BE49-F238E27FC236}">
                <a16:creationId xmlns:a16="http://schemas.microsoft.com/office/drawing/2014/main" id="{EC9D458D-C623-449A-ABC4-E68A23CB25E8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3" name="Square">
            <a:extLst>
              <a:ext uri="{FF2B5EF4-FFF2-40B4-BE49-F238E27FC236}">
                <a16:creationId xmlns:a16="http://schemas.microsoft.com/office/drawing/2014/main" id="{6014FBEB-C9AC-4F07-AAB1-9BDA249C0ACB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4" name="Square">
            <a:extLst>
              <a:ext uri="{FF2B5EF4-FFF2-40B4-BE49-F238E27FC236}">
                <a16:creationId xmlns:a16="http://schemas.microsoft.com/office/drawing/2014/main" id="{0F2DD22E-7FD1-4C11-A939-5C3695B46EFB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5" name="Square">
            <a:extLst>
              <a:ext uri="{FF2B5EF4-FFF2-40B4-BE49-F238E27FC236}">
                <a16:creationId xmlns:a16="http://schemas.microsoft.com/office/drawing/2014/main" id="{18941882-D8C1-4807-8A27-904859676715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6" name="Square">
            <a:extLst>
              <a:ext uri="{FF2B5EF4-FFF2-40B4-BE49-F238E27FC236}">
                <a16:creationId xmlns:a16="http://schemas.microsoft.com/office/drawing/2014/main" id="{62B5421D-3787-4A35-8A65-EA87ED41ED10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7" name="Square">
            <a:extLst>
              <a:ext uri="{FF2B5EF4-FFF2-40B4-BE49-F238E27FC236}">
                <a16:creationId xmlns:a16="http://schemas.microsoft.com/office/drawing/2014/main" id="{769719E8-1B88-4DB4-80F9-9313E626EF31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8" name="Square">
            <a:extLst>
              <a:ext uri="{FF2B5EF4-FFF2-40B4-BE49-F238E27FC236}">
                <a16:creationId xmlns:a16="http://schemas.microsoft.com/office/drawing/2014/main" id="{66CB1B63-803A-4297-B4E8-4768E8910734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9" name="Square">
            <a:extLst>
              <a:ext uri="{FF2B5EF4-FFF2-40B4-BE49-F238E27FC236}">
                <a16:creationId xmlns:a16="http://schemas.microsoft.com/office/drawing/2014/main" id="{38B1A36C-900E-4FC0-BC71-FCCE9095B830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0" name="Square">
            <a:extLst>
              <a:ext uri="{FF2B5EF4-FFF2-40B4-BE49-F238E27FC236}">
                <a16:creationId xmlns:a16="http://schemas.microsoft.com/office/drawing/2014/main" id="{63F16C46-41F6-479D-BD9E-5EA4B5D11CE4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1" name="Square">
            <a:extLst>
              <a:ext uri="{FF2B5EF4-FFF2-40B4-BE49-F238E27FC236}">
                <a16:creationId xmlns:a16="http://schemas.microsoft.com/office/drawing/2014/main" id="{6DD8DDB6-6ECB-4F93-9FA6-F0FEF2DA8891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2" name="Square">
            <a:extLst>
              <a:ext uri="{FF2B5EF4-FFF2-40B4-BE49-F238E27FC236}">
                <a16:creationId xmlns:a16="http://schemas.microsoft.com/office/drawing/2014/main" id="{35981785-070C-4E70-9DEA-3DEBCEA92B9E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3" name="Square">
            <a:extLst>
              <a:ext uri="{FF2B5EF4-FFF2-40B4-BE49-F238E27FC236}">
                <a16:creationId xmlns:a16="http://schemas.microsoft.com/office/drawing/2014/main" id="{5B464290-9314-4B1D-824C-4B254CB480FB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4" name="Square">
            <a:extLst>
              <a:ext uri="{FF2B5EF4-FFF2-40B4-BE49-F238E27FC236}">
                <a16:creationId xmlns:a16="http://schemas.microsoft.com/office/drawing/2014/main" id="{D309A95C-5F0E-45D2-93DE-3321A68C77C7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5" name="Square">
            <a:extLst>
              <a:ext uri="{FF2B5EF4-FFF2-40B4-BE49-F238E27FC236}">
                <a16:creationId xmlns:a16="http://schemas.microsoft.com/office/drawing/2014/main" id="{0BEF56BE-C6E3-45D8-8F6B-57C0E7F41ED1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6" name="Square">
            <a:extLst>
              <a:ext uri="{FF2B5EF4-FFF2-40B4-BE49-F238E27FC236}">
                <a16:creationId xmlns:a16="http://schemas.microsoft.com/office/drawing/2014/main" id="{602CDBD0-D4E0-4CBE-968F-4A12022C71F2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7" name="Square">
            <a:extLst>
              <a:ext uri="{FF2B5EF4-FFF2-40B4-BE49-F238E27FC236}">
                <a16:creationId xmlns:a16="http://schemas.microsoft.com/office/drawing/2014/main" id="{15F263DA-90E1-4358-93EF-9D74FECA37B1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8" name="Square">
            <a:extLst>
              <a:ext uri="{FF2B5EF4-FFF2-40B4-BE49-F238E27FC236}">
                <a16:creationId xmlns:a16="http://schemas.microsoft.com/office/drawing/2014/main" id="{D63888DC-4DBF-457C-8520-D318F35CE9C1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9" name="Home">
            <a:extLst>
              <a:ext uri="{FF2B5EF4-FFF2-40B4-BE49-F238E27FC236}">
                <a16:creationId xmlns:a16="http://schemas.microsoft.com/office/drawing/2014/main" id="{267687B4-A5A3-4637-9101-AB23FF09981B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0" name="Home">
            <a:extLst>
              <a:ext uri="{FF2B5EF4-FFF2-40B4-BE49-F238E27FC236}">
                <a16:creationId xmlns:a16="http://schemas.microsoft.com/office/drawing/2014/main" id="{4A1AF49F-AD76-41C5-9A25-2A526527E186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1" name="Home">
            <a:extLst>
              <a:ext uri="{FF2B5EF4-FFF2-40B4-BE49-F238E27FC236}">
                <a16:creationId xmlns:a16="http://schemas.microsoft.com/office/drawing/2014/main" id="{46265F4F-577E-4964-9303-1FEC77CD80DF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2" name="Home">
            <a:extLst>
              <a:ext uri="{FF2B5EF4-FFF2-40B4-BE49-F238E27FC236}">
                <a16:creationId xmlns:a16="http://schemas.microsoft.com/office/drawing/2014/main" id="{4426A799-B651-493E-972D-1DC94BFF5D56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3" name="Cost: 17">
            <a:extLst>
              <a:ext uri="{FF2B5EF4-FFF2-40B4-BE49-F238E27FC236}">
                <a16:creationId xmlns:a16="http://schemas.microsoft.com/office/drawing/2014/main" id="{19EB16FF-E220-4400-A34B-7D780A891484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17</a:t>
            </a:r>
          </a:p>
        </p:txBody>
      </p:sp>
      <p:sp>
        <p:nvSpPr>
          <p:cNvPr id="874" name="Rounded Rectangle">
            <a:extLst>
              <a:ext uri="{FF2B5EF4-FFF2-40B4-BE49-F238E27FC236}">
                <a16:creationId xmlns:a16="http://schemas.microsoft.com/office/drawing/2014/main" id="{A8F27708-F633-4BC1-B229-DAAC623D7AF9}"/>
              </a:ext>
            </a:extLst>
          </p:cNvPr>
          <p:cNvSpPr>
            <a:spLocks noGrp="1"/>
          </p:cNvSpPr>
          <p:nvPr/>
        </p:nvSpPr>
        <p:spPr>
          <a:xfrm>
            <a:off x="832688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5" name="Rectangle">
            <a:extLst>
              <a:ext uri="{FF2B5EF4-FFF2-40B4-BE49-F238E27FC236}">
                <a16:creationId xmlns:a16="http://schemas.microsoft.com/office/drawing/2014/main" id="{2AC96805-0EFB-4616-A2A6-1630BE141F61}"/>
              </a:ext>
            </a:extLst>
          </p:cNvPr>
          <p:cNvSpPr>
            <a:spLocks noGrp="1"/>
          </p:cNvSpPr>
          <p:nvPr/>
        </p:nvSpPr>
        <p:spPr>
          <a:xfrm>
            <a:off x="873162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6" name="Rectangle">
            <a:extLst>
              <a:ext uri="{FF2B5EF4-FFF2-40B4-BE49-F238E27FC236}">
                <a16:creationId xmlns:a16="http://schemas.microsoft.com/office/drawing/2014/main" id="{B3ABCF7A-65BB-4901-8937-C39B9BB545D1}"/>
              </a:ext>
            </a:extLst>
          </p:cNvPr>
          <p:cNvSpPr>
            <a:spLocks noGrp="1"/>
          </p:cNvSpPr>
          <p:nvPr/>
        </p:nvSpPr>
        <p:spPr>
          <a:xfrm>
            <a:off x="903734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7" name="Circle">
            <a:extLst>
              <a:ext uri="{FF2B5EF4-FFF2-40B4-BE49-F238E27FC236}">
                <a16:creationId xmlns:a16="http://schemas.microsoft.com/office/drawing/2014/main" id="{32582A1B-2618-40F9-99DC-B910DB718257}"/>
              </a:ext>
            </a:extLst>
          </p:cNvPr>
          <p:cNvSpPr>
            <a:spLocks noGrp="1"/>
          </p:cNvSpPr>
          <p:nvPr/>
        </p:nvSpPr>
        <p:spPr>
          <a:xfrm>
            <a:off x="857564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8" name="Line">
            <a:extLst>
              <a:ext uri="{FF2B5EF4-FFF2-40B4-BE49-F238E27FC236}">
                <a16:creationId xmlns:a16="http://schemas.microsoft.com/office/drawing/2014/main" id="{F5ABEAFC-0329-4E8C-9213-2A77703C8668}"/>
              </a:ext>
            </a:extLst>
          </p:cNvPr>
          <p:cNvSpPr>
            <a:spLocks noGrp="1"/>
          </p:cNvSpPr>
          <p:nvPr/>
        </p:nvSpPr>
        <p:spPr>
          <a:xfrm>
            <a:off x="8699700" y="2167886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9" name="Line">
            <a:extLst>
              <a:ext uri="{FF2B5EF4-FFF2-40B4-BE49-F238E27FC236}">
                <a16:creationId xmlns:a16="http://schemas.microsoft.com/office/drawing/2014/main" id="{CB400033-1329-4CA7-BB07-AD0E842999CF}"/>
              </a:ext>
            </a:extLst>
          </p:cNvPr>
          <p:cNvSpPr>
            <a:spLocks noGrp="1"/>
          </p:cNvSpPr>
          <p:nvPr/>
        </p:nvSpPr>
        <p:spPr>
          <a:xfrm flipV="1">
            <a:off x="9018211" y="1849375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2" name="Rounded Rectangle">
            <a:extLst>
              <a:ext uri="{FF2B5EF4-FFF2-40B4-BE49-F238E27FC236}">
                <a16:creationId xmlns:a16="http://schemas.microsoft.com/office/drawing/2014/main" id="{FC903EB5-11F7-473D-940F-AAB3BA8EAC8F}"/>
              </a:ext>
            </a:extLst>
          </p:cNvPr>
          <p:cNvSpPr>
            <a:spLocks noGrp="1"/>
          </p:cNvSpPr>
          <p:nvPr/>
        </p:nvSpPr>
        <p:spPr>
          <a:xfrm>
            <a:off x="10444349" y="3790509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3" name="Rectangle">
            <a:extLst>
              <a:ext uri="{FF2B5EF4-FFF2-40B4-BE49-F238E27FC236}">
                <a16:creationId xmlns:a16="http://schemas.microsoft.com/office/drawing/2014/main" id="{DE1D79A2-2F3F-4F9F-9E71-AA823616D1CC}"/>
              </a:ext>
            </a:extLst>
          </p:cNvPr>
          <p:cNvSpPr>
            <a:spLocks noGrp="1"/>
          </p:cNvSpPr>
          <p:nvPr/>
        </p:nvSpPr>
        <p:spPr>
          <a:xfrm>
            <a:off x="10849095" y="5105793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4" name="Rectangle">
            <a:extLst>
              <a:ext uri="{FF2B5EF4-FFF2-40B4-BE49-F238E27FC236}">
                <a16:creationId xmlns:a16="http://schemas.microsoft.com/office/drawing/2014/main" id="{A9192E35-6E08-4D4B-B4A8-ABA2C24AC793}"/>
              </a:ext>
            </a:extLst>
          </p:cNvPr>
          <p:cNvSpPr>
            <a:spLocks noGrp="1"/>
          </p:cNvSpPr>
          <p:nvPr/>
        </p:nvSpPr>
        <p:spPr>
          <a:xfrm>
            <a:off x="11154809" y="5105793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5" name="Circle">
            <a:extLst>
              <a:ext uri="{FF2B5EF4-FFF2-40B4-BE49-F238E27FC236}">
                <a16:creationId xmlns:a16="http://schemas.microsoft.com/office/drawing/2014/main" id="{C92D229D-D72C-4DC2-B7C3-B54E91980A6C}"/>
              </a:ext>
            </a:extLst>
          </p:cNvPr>
          <p:cNvSpPr>
            <a:spLocks noGrp="1"/>
          </p:cNvSpPr>
          <p:nvPr/>
        </p:nvSpPr>
        <p:spPr>
          <a:xfrm>
            <a:off x="10693115" y="3881732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6" name="Line">
            <a:extLst>
              <a:ext uri="{FF2B5EF4-FFF2-40B4-BE49-F238E27FC236}">
                <a16:creationId xmlns:a16="http://schemas.microsoft.com/office/drawing/2014/main" id="{99CD5AC3-B154-48C2-A78E-53B229A772C1}"/>
              </a:ext>
            </a:extLst>
          </p:cNvPr>
          <p:cNvSpPr>
            <a:spLocks noGrp="1"/>
          </p:cNvSpPr>
          <p:nvPr/>
        </p:nvSpPr>
        <p:spPr>
          <a:xfrm>
            <a:off x="10817166" y="4324294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7" name="Line">
            <a:extLst>
              <a:ext uri="{FF2B5EF4-FFF2-40B4-BE49-F238E27FC236}">
                <a16:creationId xmlns:a16="http://schemas.microsoft.com/office/drawing/2014/main" id="{BEF5AD39-C91D-48C9-9D18-2392429B2B71}"/>
              </a:ext>
            </a:extLst>
          </p:cNvPr>
          <p:cNvSpPr>
            <a:spLocks noGrp="1"/>
          </p:cNvSpPr>
          <p:nvPr/>
        </p:nvSpPr>
        <p:spPr>
          <a:xfrm flipV="1">
            <a:off x="11135677" y="4005783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0" name="Rounded Rectangle">
            <a:extLst>
              <a:ext uri="{FF2B5EF4-FFF2-40B4-BE49-F238E27FC236}">
                <a16:creationId xmlns:a16="http://schemas.microsoft.com/office/drawing/2014/main" id="{4D79A7E0-1120-4E84-A3B9-C362C547CD72}"/>
              </a:ext>
            </a:extLst>
          </p:cNvPr>
          <p:cNvSpPr>
            <a:spLocks noGrp="1"/>
          </p:cNvSpPr>
          <p:nvPr/>
        </p:nvSpPr>
        <p:spPr>
          <a:xfrm>
            <a:off x="12561813" y="1634101"/>
            <a:ext cx="1382661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1" name="Rectangle">
            <a:extLst>
              <a:ext uri="{FF2B5EF4-FFF2-40B4-BE49-F238E27FC236}">
                <a16:creationId xmlns:a16="http://schemas.microsoft.com/office/drawing/2014/main" id="{0FD07DC2-DDBE-456C-9A10-FDC1BF8CC64D}"/>
              </a:ext>
            </a:extLst>
          </p:cNvPr>
          <p:cNvSpPr>
            <a:spLocks noGrp="1"/>
          </p:cNvSpPr>
          <p:nvPr/>
        </p:nvSpPr>
        <p:spPr>
          <a:xfrm>
            <a:off x="1296655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2" name="Rectangle">
            <a:extLst>
              <a:ext uri="{FF2B5EF4-FFF2-40B4-BE49-F238E27FC236}">
                <a16:creationId xmlns:a16="http://schemas.microsoft.com/office/drawing/2014/main" id="{A12C8B22-3B68-42D4-8AD4-4C8B7FCEEEF6}"/>
              </a:ext>
            </a:extLst>
          </p:cNvPr>
          <p:cNvSpPr>
            <a:spLocks noGrp="1"/>
          </p:cNvSpPr>
          <p:nvPr/>
        </p:nvSpPr>
        <p:spPr>
          <a:xfrm>
            <a:off x="13272274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3" name="Circle">
            <a:extLst>
              <a:ext uri="{FF2B5EF4-FFF2-40B4-BE49-F238E27FC236}">
                <a16:creationId xmlns:a16="http://schemas.microsoft.com/office/drawing/2014/main" id="{8EAE06E7-EB6D-40D6-8E9C-EEE647D14623}"/>
              </a:ext>
            </a:extLst>
          </p:cNvPr>
          <p:cNvSpPr>
            <a:spLocks noGrp="1"/>
          </p:cNvSpPr>
          <p:nvPr/>
        </p:nvSpPr>
        <p:spPr>
          <a:xfrm>
            <a:off x="12810579" y="1725324"/>
            <a:ext cx="885128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4" name="Line">
            <a:extLst>
              <a:ext uri="{FF2B5EF4-FFF2-40B4-BE49-F238E27FC236}">
                <a16:creationId xmlns:a16="http://schemas.microsoft.com/office/drawing/2014/main" id="{312A2D32-9937-4F4B-92AF-F2992644D7BB}"/>
              </a:ext>
            </a:extLst>
          </p:cNvPr>
          <p:cNvSpPr>
            <a:spLocks noGrp="1"/>
          </p:cNvSpPr>
          <p:nvPr/>
        </p:nvSpPr>
        <p:spPr>
          <a:xfrm>
            <a:off x="12934630" y="2167886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5" name="Line">
            <a:extLst>
              <a:ext uri="{FF2B5EF4-FFF2-40B4-BE49-F238E27FC236}">
                <a16:creationId xmlns:a16="http://schemas.microsoft.com/office/drawing/2014/main" id="{AE8BA843-A2CF-4D0D-A737-38F4C19B9FF5}"/>
              </a:ext>
            </a:extLst>
          </p:cNvPr>
          <p:cNvSpPr>
            <a:spLocks noGrp="1"/>
          </p:cNvSpPr>
          <p:nvPr/>
        </p:nvSpPr>
        <p:spPr>
          <a:xfrm flipV="1">
            <a:off x="13253141" y="1849375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8" name="Rounded Rectangle">
            <a:extLst>
              <a:ext uri="{FF2B5EF4-FFF2-40B4-BE49-F238E27FC236}">
                <a16:creationId xmlns:a16="http://schemas.microsoft.com/office/drawing/2014/main" id="{EB83EC7C-06ED-4CB1-A3DB-197E50B467B3}"/>
              </a:ext>
            </a:extLst>
          </p:cNvPr>
          <p:cNvSpPr>
            <a:spLocks noGrp="1"/>
          </p:cNvSpPr>
          <p:nvPr/>
        </p:nvSpPr>
        <p:spPr>
          <a:xfrm>
            <a:off x="21017211" y="5946918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9" name="Rectangle">
            <a:extLst>
              <a:ext uri="{FF2B5EF4-FFF2-40B4-BE49-F238E27FC236}">
                <a16:creationId xmlns:a16="http://schemas.microsoft.com/office/drawing/2014/main" id="{8557FFAF-0255-4C4F-AA0F-7C8B3DD51B5F}"/>
              </a:ext>
            </a:extLst>
          </p:cNvPr>
          <p:cNvSpPr>
            <a:spLocks noGrp="1"/>
          </p:cNvSpPr>
          <p:nvPr/>
        </p:nvSpPr>
        <p:spPr>
          <a:xfrm>
            <a:off x="21421957" y="7262202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0" name="Rectangle">
            <a:extLst>
              <a:ext uri="{FF2B5EF4-FFF2-40B4-BE49-F238E27FC236}">
                <a16:creationId xmlns:a16="http://schemas.microsoft.com/office/drawing/2014/main" id="{09DE0C89-BA1E-4AE3-A28F-961CD8A79CB9}"/>
              </a:ext>
            </a:extLst>
          </p:cNvPr>
          <p:cNvSpPr>
            <a:spLocks noGrp="1"/>
          </p:cNvSpPr>
          <p:nvPr/>
        </p:nvSpPr>
        <p:spPr>
          <a:xfrm>
            <a:off x="21727671" y="7262202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1" name="Circle">
            <a:extLst>
              <a:ext uri="{FF2B5EF4-FFF2-40B4-BE49-F238E27FC236}">
                <a16:creationId xmlns:a16="http://schemas.microsoft.com/office/drawing/2014/main" id="{6C1EFB43-6F2B-4DEA-BBBB-618791CCB53C}"/>
              </a:ext>
            </a:extLst>
          </p:cNvPr>
          <p:cNvSpPr>
            <a:spLocks noGrp="1"/>
          </p:cNvSpPr>
          <p:nvPr/>
        </p:nvSpPr>
        <p:spPr>
          <a:xfrm>
            <a:off x="21265977" y="6038141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2" name="Line">
            <a:extLst>
              <a:ext uri="{FF2B5EF4-FFF2-40B4-BE49-F238E27FC236}">
                <a16:creationId xmlns:a16="http://schemas.microsoft.com/office/drawing/2014/main" id="{A4BCE64C-1322-4F2F-A61B-0A46BFBE087F}"/>
              </a:ext>
            </a:extLst>
          </p:cNvPr>
          <p:cNvSpPr>
            <a:spLocks noGrp="1"/>
          </p:cNvSpPr>
          <p:nvPr/>
        </p:nvSpPr>
        <p:spPr>
          <a:xfrm>
            <a:off x="21390028" y="6480703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3" name="Line">
            <a:extLst>
              <a:ext uri="{FF2B5EF4-FFF2-40B4-BE49-F238E27FC236}">
                <a16:creationId xmlns:a16="http://schemas.microsoft.com/office/drawing/2014/main" id="{2771662C-64DF-4ECF-8FBF-9CE72ECC22E7}"/>
              </a:ext>
            </a:extLst>
          </p:cNvPr>
          <p:cNvSpPr>
            <a:spLocks noGrp="1"/>
          </p:cNvSpPr>
          <p:nvPr/>
        </p:nvSpPr>
        <p:spPr>
          <a:xfrm flipV="1">
            <a:off x="21708539" y="6162192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6" name="Rounded Rectangle">
            <a:extLst>
              <a:ext uri="{FF2B5EF4-FFF2-40B4-BE49-F238E27FC236}">
                <a16:creationId xmlns:a16="http://schemas.microsoft.com/office/drawing/2014/main" id="{5D4ED299-629E-48C3-982F-1DC08D68E3E7}"/>
              </a:ext>
            </a:extLst>
          </p:cNvPr>
          <p:cNvSpPr>
            <a:spLocks noGrp="1"/>
          </p:cNvSpPr>
          <p:nvPr/>
        </p:nvSpPr>
        <p:spPr>
          <a:xfrm>
            <a:off x="18899745" y="8096866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7" name="Rectangle">
            <a:extLst>
              <a:ext uri="{FF2B5EF4-FFF2-40B4-BE49-F238E27FC236}">
                <a16:creationId xmlns:a16="http://schemas.microsoft.com/office/drawing/2014/main" id="{8BBFFF29-1EA1-4A97-A5C2-028E968F5DBC}"/>
              </a:ext>
            </a:extLst>
          </p:cNvPr>
          <p:cNvSpPr>
            <a:spLocks noGrp="1"/>
          </p:cNvSpPr>
          <p:nvPr/>
        </p:nvSpPr>
        <p:spPr>
          <a:xfrm>
            <a:off x="19304491" y="9412150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8" name="Rectangle">
            <a:extLst>
              <a:ext uri="{FF2B5EF4-FFF2-40B4-BE49-F238E27FC236}">
                <a16:creationId xmlns:a16="http://schemas.microsoft.com/office/drawing/2014/main" id="{AE39FA0A-F3B4-4FF4-95FC-F914120CE029}"/>
              </a:ext>
            </a:extLst>
          </p:cNvPr>
          <p:cNvSpPr>
            <a:spLocks noGrp="1"/>
          </p:cNvSpPr>
          <p:nvPr/>
        </p:nvSpPr>
        <p:spPr>
          <a:xfrm>
            <a:off x="19610205" y="9412150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9" name="Circle">
            <a:extLst>
              <a:ext uri="{FF2B5EF4-FFF2-40B4-BE49-F238E27FC236}">
                <a16:creationId xmlns:a16="http://schemas.microsoft.com/office/drawing/2014/main" id="{62FF28D4-05A0-4856-A406-754659F61BD4}"/>
              </a:ext>
            </a:extLst>
          </p:cNvPr>
          <p:cNvSpPr>
            <a:spLocks noGrp="1"/>
          </p:cNvSpPr>
          <p:nvPr/>
        </p:nvSpPr>
        <p:spPr>
          <a:xfrm>
            <a:off x="19148511" y="8188089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0" name="Line">
            <a:extLst>
              <a:ext uri="{FF2B5EF4-FFF2-40B4-BE49-F238E27FC236}">
                <a16:creationId xmlns:a16="http://schemas.microsoft.com/office/drawing/2014/main" id="{4564F139-3F9C-4751-BAC8-D6AC3E2A4497}"/>
              </a:ext>
            </a:extLst>
          </p:cNvPr>
          <p:cNvSpPr>
            <a:spLocks noGrp="1"/>
          </p:cNvSpPr>
          <p:nvPr/>
        </p:nvSpPr>
        <p:spPr>
          <a:xfrm>
            <a:off x="19272562" y="8630651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1" name="Line">
            <a:extLst>
              <a:ext uri="{FF2B5EF4-FFF2-40B4-BE49-F238E27FC236}">
                <a16:creationId xmlns:a16="http://schemas.microsoft.com/office/drawing/2014/main" id="{1694F78A-24B0-4B98-8CF0-1EEF24827494}"/>
              </a:ext>
            </a:extLst>
          </p:cNvPr>
          <p:cNvSpPr>
            <a:spLocks noGrp="1"/>
          </p:cNvSpPr>
          <p:nvPr/>
        </p:nvSpPr>
        <p:spPr>
          <a:xfrm flipV="1">
            <a:off x="19591073" y="8312140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4" name="Rounded Rectangle">
            <a:extLst>
              <a:ext uri="{FF2B5EF4-FFF2-40B4-BE49-F238E27FC236}">
                <a16:creationId xmlns:a16="http://schemas.microsoft.com/office/drawing/2014/main" id="{504C66D0-F4E6-4059-9F09-8E4B9C60B9DE}"/>
              </a:ext>
            </a:extLst>
          </p:cNvPr>
          <p:cNvSpPr>
            <a:spLocks noGrp="1"/>
          </p:cNvSpPr>
          <p:nvPr/>
        </p:nvSpPr>
        <p:spPr>
          <a:xfrm>
            <a:off x="21017211" y="10259734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>
              <a:alpha val="60000"/>
            </a:srgbClr>
          </a:solidFill>
          <a:ln w="63500">
            <a:solidFill>
              <a:srgbClr val="000000">
                <a:alpha val="60000"/>
              </a:srgb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5" name="Rectangle">
            <a:extLst>
              <a:ext uri="{FF2B5EF4-FFF2-40B4-BE49-F238E27FC236}">
                <a16:creationId xmlns:a16="http://schemas.microsoft.com/office/drawing/2014/main" id="{0C0DEB04-C318-46B8-8155-286D7FEE0009}"/>
              </a:ext>
            </a:extLst>
          </p:cNvPr>
          <p:cNvSpPr>
            <a:spLocks noGrp="1"/>
          </p:cNvSpPr>
          <p:nvPr/>
        </p:nvSpPr>
        <p:spPr>
          <a:xfrm>
            <a:off x="21421957" y="11575018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6" name="Rectangle">
            <a:extLst>
              <a:ext uri="{FF2B5EF4-FFF2-40B4-BE49-F238E27FC236}">
                <a16:creationId xmlns:a16="http://schemas.microsoft.com/office/drawing/2014/main" id="{7A9D0D70-EE11-437A-9FDE-A29C0E735AA3}"/>
              </a:ext>
            </a:extLst>
          </p:cNvPr>
          <p:cNvSpPr>
            <a:spLocks noGrp="1"/>
          </p:cNvSpPr>
          <p:nvPr/>
        </p:nvSpPr>
        <p:spPr>
          <a:xfrm>
            <a:off x="21727671" y="11575018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7" name="Circle">
            <a:extLst>
              <a:ext uri="{FF2B5EF4-FFF2-40B4-BE49-F238E27FC236}">
                <a16:creationId xmlns:a16="http://schemas.microsoft.com/office/drawing/2014/main" id="{ADC1E446-35F6-4463-98B7-715F8A812A88}"/>
              </a:ext>
            </a:extLst>
          </p:cNvPr>
          <p:cNvSpPr>
            <a:spLocks noGrp="1"/>
          </p:cNvSpPr>
          <p:nvPr/>
        </p:nvSpPr>
        <p:spPr>
          <a:xfrm>
            <a:off x="21265977" y="10350957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8" name="Line">
            <a:extLst>
              <a:ext uri="{FF2B5EF4-FFF2-40B4-BE49-F238E27FC236}">
                <a16:creationId xmlns:a16="http://schemas.microsoft.com/office/drawing/2014/main" id="{815E06D5-7CD0-45EE-B471-501128B89F32}"/>
              </a:ext>
            </a:extLst>
          </p:cNvPr>
          <p:cNvSpPr>
            <a:spLocks noGrp="1"/>
          </p:cNvSpPr>
          <p:nvPr/>
        </p:nvSpPr>
        <p:spPr>
          <a:xfrm>
            <a:off x="21390028" y="10793519"/>
            <a:ext cx="637025" cy="1"/>
          </a:xfrm>
          <a:prstGeom prst="line">
            <a:avLst/>
          </a:prstGeom>
          <a:noFill/>
          <a:ln w="190500">
            <a:solidFill>
              <a:srgbClr val="93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9" name="Line">
            <a:extLst>
              <a:ext uri="{FF2B5EF4-FFF2-40B4-BE49-F238E27FC236}">
                <a16:creationId xmlns:a16="http://schemas.microsoft.com/office/drawing/2014/main" id="{2FDB6B40-93D0-4696-838D-0BB01119ED39}"/>
              </a:ext>
            </a:extLst>
          </p:cNvPr>
          <p:cNvSpPr>
            <a:spLocks noGrp="1"/>
          </p:cNvSpPr>
          <p:nvPr/>
        </p:nvSpPr>
        <p:spPr>
          <a:xfrm flipV="1">
            <a:off x="21708539" y="10475008"/>
            <a:ext cx="1" cy="637025"/>
          </a:xfrm>
          <a:prstGeom prst="line">
            <a:avLst/>
          </a:prstGeom>
          <a:noFill/>
          <a:ln w="190500">
            <a:solidFill>
              <a:srgbClr val="921608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2" name="Rounded Rectangle">
            <a:extLst>
              <a:ext uri="{FF2B5EF4-FFF2-40B4-BE49-F238E27FC236}">
                <a16:creationId xmlns:a16="http://schemas.microsoft.com/office/drawing/2014/main" id="{73168F96-E376-4146-A4EC-62F56A5B4B43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3" name="Rectangle">
            <a:extLst>
              <a:ext uri="{FF2B5EF4-FFF2-40B4-BE49-F238E27FC236}">
                <a16:creationId xmlns:a16="http://schemas.microsoft.com/office/drawing/2014/main" id="{EFC57221-B96E-4DC2-ACD1-0DE5820811F0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4" name="Rectangle">
            <a:extLst>
              <a:ext uri="{FF2B5EF4-FFF2-40B4-BE49-F238E27FC236}">
                <a16:creationId xmlns:a16="http://schemas.microsoft.com/office/drawing/2014/main" id="{F3DED487-7C46-47E6-BFD3-554D600939DC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5" name="Circle">
            <a:extLst>
              <a:ext uri="{FF2B5EF4-FFF2-40B4-BE49-F238E27FC236}">
                <a16:creationId xmlns:a16="http://schemas.microsoft.com/office/drawing/2014/main" id="{713B7601-590D-4105-B237-EB5A48ACA835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6" name="Line">
            <a:extLst>
              <a:ext uri="{FF2B5EF4-FFF2-40B4-BE49-F238E27FC236}">
                <a16:creationId xmlns:a16="http://schemas.microsoft.com/office/drawing/2014/main" id="{7921657C-F594-4C32-A78F-182924A53F97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7" name="Line">
            <a:extLst>
              <a:ext uri="{FF2B5EF4-FFF2-40B4-BE49-F238E27FC236}">
                <a16:creationId xmlns:a16="http://schemas.microsoft.com/office/drawing/2014/main" id="{B0673911-FA57-46AA-81B6-79C43A6B9755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0" name="Rounded Rectangle">
            <a:extLst>
              <a:ext uri="{FF2B5EF4-FFF2-40B4-BE49-F238E27FC236}">
                <a16:creationId xmlns:a16="http://schemas.microsoft.com/office/drawing/2014/main" id="{6B6A9703-34DD-4CD4-A182-42194B19F1EC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1" name="Rectangle">
            <a:extLst>
              <a:ext uri="{FF2B5EF4-FFF2-40B4-BE49-F238E27FC236}">
                <a16:creationId xmlns:a16="http://schemas.microsoft.com/office/drawing/2014/main" id="{B58B4846-B716-4D52-8578-E0EEB548FF6C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2" name="Rectangle">
            <a:extLst>
              <a:ext uri="{FF2B5EF4-FFF2-40B4-BE49-F238E27FC236}">
                <a16:creationId xmlns:a16="http://schemas.microsoft.com/office/drawing/2014/main" id="{EF937B00-40D1-4FBD-8956-097877761E05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3" name="Circle">
            <a:extLst>
              <a:ext uri="{FF2B5EF4-FFF2-40B4-BE49-F238E27FC236}">
                <a16:creationId xmlns:a16="http://schemas.microsoft.com/office/drawing/2014/main" id="{A6AA3DBD-17E0-40F2-8D35-7DFDB6F42C69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4" name="Line">
            <a:extLst>
              <a:ext uri="{FF2B5EF4-FFF2-40B4-BE49-F238E27FC236}">
                <a16:creationId xmlns:a16="http://schemas.microsoft.com/office/drawing/2014/main" id="{E017ECC5-4AD7-45CE-93EC-A2BCFC1BF9E0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5" name="Line">
            <a:extLst>
              <a:ext uri="{FF2B5EF4-FFF2-40B4-BE49-F238E27FC236}">
                <a16:creationId xmlns:a16="http://schemas.microsoft.com/office/drawing/2014/main" id="{D3D5F142-7820-425C-BD1E-31372BA2438D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062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Square">
            <a:extLst>
              <a:ext uri="{FF2B5EF4-FFF2-40B4-BE49-F238E27FC236}">
                <a16:creationId xmlns:a16="http://schemas.microsoft.com/office/drawing/2014/main" id="{094D1E1D-DE8A-4DEF-9028-729D52F35BB6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0" name="Square">
            <a:extLst>
              <a:ext uri="{FF2B5EF4-FFF2-40B4-BE49-F238E27FC236}">
                <a16:creationId xmlns:a16="http://schemas.microsoft.com/office/drawing/2014/main" id="{D2545707-DFE4-46D0-8A23-AEF210718B89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1" name="Square">
            <a:extLst>
              <a:ext uri="{FF2B5EF4-FFF2-40B4-BE49-F238E27FC236}">
                <a16:creationId xmlns:a16="http://schemas.microsoft.com/office/drawing/2014/main" id="{21035E0F-0553-446A-813B-CF13552279BA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2" name="Square">
            <a:extLst>
              <a:ext uri="{FF2B5EF4-FFF2-40B4-BE49-F238E27FC236}">
                <a16:creationId xmlns:a16="http://schemas.microsoft.com/office/drawing/2014/main" id="{C1908455-1148-4304-9A85-EC2253C19C9E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3" name="Square">
            <a:extLst>
              <a:ext uri="{FF2B5EF4-FFF2-40B4-BE49-F238E27FC236}">
                <a16:creationId xmlns:a16="http://schemas.microsoft.com/office/drawing/2014/main" id="{9E8B9593-C336-45D2-AFA8-B383AA48AB65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4" name="Square">
            <a:extLst>
              <a:ext uri="{FF2B5EF4-FFF2-40B4-BE49-F238E27FC236}">
                <a16:creationId xmlns:a16="http://schemas.microsoft.com/office/drawing/2014/main" id="{7594C0CA-BF25-4E9A-B8CD-9EE84C20CBBB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5" name="Square">
            <a:extLst>
              <a:ext uri="{FF2B5EF4-FFF2-40B4-BE49-F238E27FC236}">
                <a16:creationId xmlns:a16="http://schemas.microsoft.com/office/drawing/2014/main" id="{11C28DC3-4218-4ED5-A298-B1D1BAB6D0D3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6" name="Square">
            <a:extLst>
              <a:ext uri="{FF2B5EF4-FFF2-40B4-BE49-F238E27FC236}">
                <a16:creationId xmlns:a16="http://schemas.microsoft.com/office/drawing/2014/main" id="{D11A110E-685A-443F-8645-611D386E7CEF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7" name="Square">
            <a:extLst>
              <a:ext uri="{FF2B5EF4-FFF2-40B4-BE49-F238E27FC236}">
                <a16:creationId xmlns:a16="http://schemas.microsoft.com/office/drawing/2014/main" id="{B475A381-EDE1-41A3-8844-80CF662E357A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8" name="Square">
            <a:extLst>
              <a:ext uri="{FF2B5EF4-FFF2-40B4-BE49-F238E27FC236}">
                <a16:creationId xmlns:a16="http://schemas.microsoft.com/office/drawing/2014/main" id="{B3021EC2-354F-4A60-B139-1AB51C789EBE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9" name="Square">
            <a:extLst>
              <a:ext uri="{FF2B5EF4-FFF2-40B4-BE49-F238E27FC236}">
                <a16:creationId xmlns:a16="http://schemas.microsoft.com/office/drawing/2014/main" id="{58CF8CFA-F487-48F5-9F1C-541DE187328E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0" name="Square">
            <a:extLst>
              <a:ext uri="{FF2B5EF4-FFF2-40B4-BE49-F238E27FC236}">
                <a16:creationId xmlns:a16="http://schemas.microsoft.com/office/drawing/2014/main" id="{AF34611B-679B-4EEC-B0EC-5127A228A764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1" name="Square">
            <a:extLst>
              <a:ext uri="{FF2B5EF4-FFF2-40B4-BE49-F238E27FC236}">
                <a16:creationId xmlns:a16="http://schemas.microsoft.com/office/drawing/2014/main" id="{61E5871D-FC25-48D5-B5F1-D2088F9123E5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2" name="Square">
            <a:extLst>
              <a:ext uri="{FF2B5EF4-FFF2-40B4-BE49-F238E27FC236}">
                <a16:creationId xmlns:a16="http://schemas.microsoft.com/office/drawing/2014/main" id="{9BEE7DEE-A0B5-4F2B-BABC-53A9EB75D38B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3" name="Square">
            <a:extLst>
              <a:ext uri="{FF2B5EF4-FFF2-40B4-BE49-F238E27FC236}">
                <a16:creationId xmlns:a16="http://schemas.microsoft.com/office/drawing/2014/main" id="{74E13734-E073-4613-8CDE-9446B6DFCB38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4" name="Square">
            <a:extLst>
              <a:ext uri="{FF2B5EF4-FFF2-40B4-BE49-F238E27FC236}">
                <a16:creationId xmlns:a16="http://schemas.microsoft.com/office/drawing/2014/main" id="{54FA50A6-032F-40DC-BEE6-5E159D74E6A4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5" name="Square">
            <a:extLst>
              <a:ext uri="{FF2B5EF4-FFF2-40B4-BE49-F238E27FC236}">
                <a16:creationId xmlns:a16="http://schemas.microsoft.com/office/drawing/2014/main" id="{275D89EB-7B59-4E89-BE9B-BE6F97E8BC50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6" name="Square">
            <a:extLst>
              <a:ext uri="{FF2B5EF4-FFF2-40B4-BE49-F238E27FC236}">
                <a16:creationId xmlns:a16="http://schemas.microsoft.com/office/drawing/2014/main" id="{7A5515C0-2C60-4C03-B9EC-FCAF34F4BD31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7" name="Square">
            <a:extLst>
              <a:ext uri="{FF2B5EF4-FFF2-40B4-BE49-F238E27FC236}">
                <a16:creationId xmlns:a16="http://schemas.microsoft.com/office/drawing/2014/main" id="{7F674A65-98CB-4749-B7F9-6256925D8574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8" name="Square">
            <a:extLst>
              <a:ext uri="{FF2B5EF4-FFF2-40B4-BE49-F238E27FC236}">
                <a16:creationId xmlns:a16="http://schemas.microsoft.com/office/drawing/2014/main" id="{6006CC66-BF4A-443C-AC19-C652FB10CAD7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9" name="Square">
            <a:extLst>
              <a:ext uri="{FF2B5EF4-FFF2-40B4-BE49-F238E27FC236}">
                <a16:creationId xmlns:a16="http://schemas.microsoft.com/office/drawing/2014/main" id="{A7F2166A-A7C0-4700-9E23-6E6BEF3DC948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0" name="Square">
            <a:extLst>
              <a:ext uri="{FF2B5EF4-FFF2-40B4-BE49-F238E27FC236}">
                <a16:creationId xmlns:a16="http://schemas.microsoft.com/office/drawing/2014/main" id="{51C5DB86-B5BC-4F7D-815A-5B712A4D7828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1" name="Square">
            <a:extLst>
              <a:ext uri="{FF2B5EF4-FFF2-40B4-BE49-F238E27FC236}">
                <a16:creationId xmlns:a16="http://schemas.microsoft.com/office/drawing/2014/main" id="{BB80B0E3-1803-4B6A-AD32-9CB3F041B056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2" name="Square">
            <a:extLst>
              <a:ext uri="{FF2B5EF4-FFF2-40B4-BE49-F238E27FC236}">
                <a16:creationId xmlns:a16="http://schemas.microsoft.com/office/drawing/2014/main" id="{09864217-8919-4AA6-A5B5-26C271801AEE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3" name="Square">
            <a:extLst>
              <a:ext uri="{FF2B5EF4-FFF2-40B4-BE49-F238E27FC236}">
                <a16:creationId xmlns:a16="http://schemas.microsoft.com/office/drawing/2014/main" id="{90EBA834-32B7-4CD1-91AA-C018672155BF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4" name="Square">
            <a:extLst>
              <a:ext uri="{FF2B5EF4-FFF2-40B4-BE49-F238E27FC236}">
                <a16:creationId xmlns:a16="http://schemas.microsoft.com/office/drawing/2014/main" id="{4775F233-71C4-4EB1-9881-FDE1ED92E409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5" name="Square">
            <a:extLst>
              <a:ext uri="{FF2B5EF4-FFF2-40B4-BE49-F238E27FC236}">
                <a16:creationId xmlns:a16="http://schemas.microsoft.com/office/drawing/2014/main" id="{246A0E30-9D18-4C0D-9901-88EE4591DDF9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6" name="Square">
            <a:extLst>
              <a:ext uri="{FF2B5EF4-FFF2-40B4-BE49-F238E27FC236}">
                <a16:creationId xmlns:a16="http://schemas.microsoft.com/office/drawing/2014/main" id="{FDD63715-7364-4FC0-9761-9C18E45B8E4B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7" name="Square">
            <a:extLst>
              <a:ext uri="{FF2B5EF4-FFF2-40B4-BE49-F238E27FC236}">
                <a16:creationId xmlns:a16="http://schemas.microsoft.com/office/drawing/2014/main" id="{6D306CBD-5667-4AD8-83CE-BB903B0045DF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8" name="Square">
            <a:extLst>
              <a:ext uri="{FF2B5EF4-FFF2-40B4-BE49-F238E27FC236}">
                <a16:creationId xmlns:a16="http://schemas.microsoft.com/office/drawing/2014/main" id="{A4A4D292-3B16-45D6-B42D-53C1690E2E6E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9" name="Square">
            <a:extLst>
              <a:ext uri="{FF2B5EF4-FFF2-40B4-BE49-F238E27FC236}">
                <a16:creationId xmlns:a16="http://schemas.microsoft.com/office/drawing/2014/main" id="{C97D70A8-51C2-45B6-A10D-2C8F7B4E76A2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0" name="Square">
            <a:extLst>
              <a:ext uri="{FF2B5EF4-FFF2-40B4-BE49-F238E27FC236}">
                <a16:creationId xmlns:a16="http://schemas.microsoft.com/office/drawing/2014/main" id="{04D168B0-B0B5-49B5-AB86-B4EF677CE1DD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1" name="Square">
            <a:extLst>
              <a:ext uri="{FF2B5EF4-FFF2-40B4-BE49-F238E27FC236}">
                <a16:creationId xmlns:a16="http://schemas.microsoft.com/office/drawing/2014/main" id="{3CD33488-2531-4AEF-A72C-BDFE9F93A490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2" name="Square">
            <a:extLst>
              <a:ext uri="{FF2B5EF4-FFF2-40B4-BE49-F238E27FC236}">
                <a16:creationId xmlns:a16="http://schemas.microsoft.com/office/drawing/2014/main" id="{B3509EAE-0FF7-4D35-A77D-794F603523BE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3" name="Square">
            <a:extLst>
              <a:ext uri="{FF2B5EF4-FFF2-40B4-BE49-F238E27FC236}">
                <a16:creationId xmlns:a16="http://schemas.microsoft.com/office/drawing/2014/main" id="{6EE00F2E-0037-4D23-B30E-9760D0F24581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4" name="Square">
            <a:extLst>
              <a:ext uri="{FF2B5EF4-FFF2-40B4-BE49-F238E27FC236}">
                <a16:creationId xmlns:a16="http://schemas.microsoft.com/office/drawing/2014/main" id="{DA81D82F-B95C-4B5C-9EBF-9CA34BF7C375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5" name="Square">
            <a:extLst>
              <a:ext uri="{FF2B5EF4-FFF2-40B4-BE49-F238E27FC236}">
                <a16:creationId xmlns:a16="http://schemas.microsoft.com/office/drawing/2014/main" id="{CC55EC82-6249-44CF-8B97-A319B5F6F693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6" name="Square">
            <a:extLst>
              <a:ext uri="{FF2B5EF4-FFF2-40B4-BE49-F238E27FC236}">
                <a16:creationId xmlns:a16="http://schemas.microsoft.com/office/drawing/2014/main" id="{B58AB56D-17BC-4634-A9C1-D91C244B47A6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7" name="Square">
            <a:extLst>
              <a:ext uri="{FF2B5EF4-FFF2-40B4-BE49-F238E27FC236}">
                <a16:creationId xmlns:a16="http://schemas.microsoft.com/office/drawing/2014/main" id="{13CD92B0-92D0-4DC3-B6FD-3442380A3E04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8" name="Square">
            <a:extLst>
              <a:ext uri="{FF2B5EF4-FFF2-40B4-BE49-F238E27FC236}">
                <a16:creationId xmlns:a16="http://schemas.microsoft.com/office/drawing/2014/main" id="{8A1A5FAA-6C7B-44FE-B94B-0B98F5CFA5E7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9" name="Square">
            <a:extLst>
              <a:ext uri="{FF2B5EF4-FFF2-40B4-BE49-F238E27FC236}">
                <a16:creationId xmlns:a16="http://schemas.microsoft.com/office/drawing/2014/main" id="{F1A40626-1B81-4B9A-89C9-BCAA44D7C7C8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0" name="Square">
            <a:extLst>
              <a:ext uri="{FF2B5EF4-FFF2-40B4-BE49-F238E27FC236}">
                <a16:creationId xmlns:a16="http://schemas.microsoft.com/office/drawing/2014/main" id="{D735B24B-363D-469F-B4D5-6361F2D2BE6E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1" name="Square">
            <a:extLst>
              <a:ext uri="{FF2B5EF4-FFF2-40B4-BE49-F238E27FC236}">
                <a16:creationId xmlns:a16="http://schemas.microsoft.com/office/drawing/2014/main" id="{5C6A3F6E-DEEB-48F4-BB09-AED8B851DC23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2" name="Square">
            <a:extLst>
              <a:ext uri="{FF2B5EF4-FFF2-40B4-BE49-F238E27FC236}">
                <a16:creationId xmlns:a16="http://schemas.microsoft.com/office/drawing/2014/main" id="{BE344AAA-033C-425A-8E0A-BB820AEDD4DF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3" name="Square">
            <a:extLst>
              <a:ext uri="{FF2B5EF4-FFF2-40B4-BE49-F238E27FC236}">
                <a16:creationId xmlns:a16="http://schemas.microsoft.com/office/drawing/2014/main" id="{9F053DF8-C27A-4D91-A3B5-F944C44765B1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4" name="Square">
            <a:extLst>
              <a:ext uri="{FF2B5EF4-FFF2-40B4-BE49-F238E27FC236}">
                <a16:creationId xmlns:a16="http://schemas.microsoft.com/office/drawing/2014/main" id="{2183A24F-0C44-490B-BA77-B4D14C922C36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5" name="Square">
            <a:extLst>
              <a:ext uri="{FF2B5EF4-FFF2-40B4-BE49-F238E27FC236}">
                <a16:creationId xmlns:a16="http://schemas.microsoft.com/office/drawing/2014/main" id="{797F21E8-7DB1-45F0-968F-5AE2F5E4F1AF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6" name="Square">
            <a:extLst>
              <a:ext uri="{FF2B5EF4-FFF2-40B4-BE49-F238E27FC236}">
                <a16:creationId xmlns:a16="http://schemas.microsoft.com/office/drawing/2014/main" id="{1BDE3031-FA5E-4234-9FBD-87A1C6AB25EF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7" name="Square">
            <a:extLst>
              <a:ext uri="{FF2B5EF4-FFF2-40B4-BE49-F238E27FC236}">
                <a16:creationId xmlns:a16="http://schemas.microsoft.com/office/drawing/2014/main" id="{7DC5F254-FA2C-4A55-BCA2-3066F1B7597E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8" name="Square">
            <a:extLst>
              <a:ext uri="{FF2B5EF4-FFF2-40B4-BE49-F238E27FC236}">
                <a16:creationId xmlns:a16="http://schemas.microsoft.com/office/drawing/2014/main" id="{9952FCC6-1E52-4D78-AC61-8460467AFA53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89" name="Line">
            <a:extLst>
              <a:ext uri="{FF2B5EF4-FFF2-40B4-BE49-F238E27FC236}">
                <a16:creationId xmlns:a16="http://schemas.microsoft.com/office/drawing/2014/main" id="{CDCFA6EF-83F0-4AB9-AFFC-5AAC7B450DDD}"/>
              </a:ext>
            </a:extLst>
          </p:cNvPr>
          <p:cNvSpPr>
            <a:spLocks noGrp="1"/>
          </p:cNvSpPr>
          <p:nvPr/>
        </p:nvSpPr>
        <p:spPr>
          <a:xfrm flipH="1">
            <a:off x="6864310" y="2418183"/>
            <a:ext cx="1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0" name="Line">
            <a:extLst>
              <a:ext uri="{FF2B5EF4-FFF2-40B4-BE49-F238E27FC236}">
                <a16:creationId xmlns:a16="http://schemas.microsoft.com/office/drawing/2014/main" id="{3818420C-6073-45FB-B3AF-F4AB6264EBF9}"/>
              </a:ext>
            </a:extLst>
          </p:cNvPr>
          <p:cNvSpPr>
            <a:spLocks noGrp="1"/>
          </p:cNvSpPr>
          <p:nvPr/>
        </p:nvSpPr>
        <p:spPr>
          <a:xfrm>
            <a:off x="6864310" y="2545183"/>
            <a:ext cx="4483319" cy="0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2" name="Line">
            <a:extLst>
              <a:ext uri="{FF2B5EF4-FFF2-40B4-BE49-F238E27FC236}">
                <a16:creationId xmlns:a16="http://schemas.microsoft.com/office/drawing/2014/main" id="{77F474F0-336E-49A1-8892-577B3A1E5AB5}"/>
              </a:ext>
            </a:extLst>
          </p:cNvPr>
          <p:cNvSpPr>
            <a:spLocks noGrp="1"/>
          </p:cNvSpPr>
          <p:nvPr/>
        </p:nvSpPr>
        <p:spPr>
          <a:xfrm flipH="1" flipV="1">
            <a:off x="15529222" y="9014406"/>
            <a:ext cx="5845113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3" name="Line">
            <a:extLst>
              <a:ext uri="{FF2B5EF4-FFF2-40B4-BE49-F238E27FC236}">
                <a16:creationId xmlns:a16="http://schemas.microsoft.com/office/drawing/2014/main" id="{4A85D401-4566-49B3-ADA8-850F6482AC69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5" name="Home">
            <a:extLst>
              <a:ext uri="{FF2B5EF4-FFF2-40B4-BE49-F238E27FC236}">
                <a16:creationId xmlns:a16="http://schemas.microsoft.com/office/drawing/2014/main" id="{696F2F05-2035-4A79-85EF-919100B3D516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96" name="Line">
            <a:extLst>
              <a:ext uri="{FF2B5EF4-FFF2-40B4-BE49-F238E27FC236}">
                <a16:creationId xmlns:a16="http://schemas.microsoft.com/office/drawing/2014/main" id="{8CA1CDBB-1B79-4515-9078-C38BFFFF51C9}"/>
              </a:ext>
            </a:extLst>
          </p:cNvPr>
          <p:cNvSpPr>
            <a:spLocks noGrp="1"/>
          </p:cNvSpPr>
          <p:nvPr/>
        </p:nvSpPr>
        <p:spPr>
          <a:xfrm>
            <a:off x="4879439" y="9014408"/>
            <a:ext cx="634275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7" name="Line">
            <a:extLst>
              <a:ext uri="{FF2B5EF4-FFF2-40B4-BE49-F238E27FC236}">
                <a16:creationId xmlns:a16="http://schemas.microsoft.com/office/drawing/2014/main" id="{5C4A3EC8-C487-4F2F-9D29-364EE291C7B8}"/>
              </a:ext>
            </a:extLst>
          </p:cNvPr>
          <p:cNvSpPr>
            <a:spLocks noGrp="1"/>
          </p:cNvSpPr>
          <p:nvPr/>
        </p:nvSpPr>
        <p:spPr>
          <a:xfrm flipH="1">
            <a:off x="11095191" y="2895932"/>
            <a:ext cx="1" cy="6245478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99" name="Rounded Rectangle">
            <a:extLst>
              <a:ext uri="{FF2B5EF4-FFF2-40B4-BE49-F238E27FC236}">
                <a16:creationId xmlns:a16="http://schemas.microsoft.com/office/drawing/2014/main" id="{233EE468-95C2-477B-97F1-51392D2AB85A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0" name="Rectangle">
            <a:extLst>
              <a:ext uri="{FF2B5EF4-FFF2-40B4-BE49-F238E27FC236}">
                <a16:creationId xmlns:a16="http://schemas.microsoft.com/office/drawing/2014/main" id="{2B7AFE2A-B1DF-4FF4-A472-72DEB3566ED5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1" name="Rectangle">
            <a:extLst>
              <a:ext uri="{FF2B5EF4-FFF2-40B4-BE49-F238E27FC236}">
                <a16:creationId xmlns:a16="http://schemas.microsoft.com/office/drawing/2014/main" id="{F178D740-9755-4CDE-94BE-20240344F2C9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2" name="Circle">
            <a:extLst>
              <a:ext uri="{FF2B5EF4-FFF2-40B4-BE49-F238E27FC236}">
                <a16:creationId xmlns:a16="http://schemas.microsoft.com/office/drawing/2014/main" id="{B3E8EAC2-A8D4-4B93-8A8D-7EB9CAB4FABF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3" name="Line">
            <a:extLst>
              <a:ext uri="{FF2B5EF4-FFF2-40B4-BE49-F238E27FC236}">
                <a16:creationId xmlns:a16="http://schemas.microsoft.com/office/drawing/2014/main" id="{F6080DF8-EA4E-41F4-B0EE-CF9D523D8B92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4" name="Line">
            <a:extLst>
              <a:ext uri="{FF2B5EF4-FFF2-40B4-BE49-F238E27FC236}">
                <a16:creationId xmlns:a16="http://schemas.microsoft.com/office/drawing/2014/main" id="{42FACCA1-5FDE-4224-A48A-230E3C31D6B8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7" name="Home">
            <a:extLst>
              <a:ext uri="{FF2B5EF4-FFF2-40B4-BE49-F238E27FC236}">
                <a16:creationId xmlns:a16="http://schemas.microsoft.com/office/drawing/2014/main" id="{DC2005AE-8352-4C10-8E26-AB5F2D039FC7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08" name="Line">
            <a:extLst>
              <a:ext uri="{FF2B5EF4-FFF2-40B4-BE49-F238E27FC236}">
                <a16:creationId xmlns:a16="http://schemas.microsoft.com/office/drawing/2014/main" id="{5A23FA6A-24F1-4F52-A095-91E975B546BC}"/>
              </a:ext>
            </a:extLst>
          </p:cNvPr>
          <p:cNvSpPr>
            <a:spLocks noGrp="1"/>
          </p:cNvSpPr>
          <p:nvPr/>
        </p:nvSpPr>
        <p:spPr>
          <a:xfrm flipV="1">
            <a:off x="19537835" y="2478705"/>
            <a:ext cx="219677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09" name="Line">
            <a:extLst>
              <a:ext uri="{FF2B5EF4-FFF2-40B4-BE49-F238E27FC236}">
                <a16:creationId xmlns:a16="http://schemas.microsoft.com/office/drawing/2014/main" id="{CCBB3E71-F25B-4AE5-9350-4E30391B08DA}"/>
              </a:ext>
            </a:extLst>
          </p:cNvPr>
          <p:cNvSpPr>
            <a:spLocks noGrp="1"/>
          </p:cNvSpPr>
          <p:nvPr/>
        </p:nvSpPr>
        <p:spPr>
          <a:xfrm flipH="1">
            <a:off x="21607603" y="2351705"/>
            <a:ext cx="1" cy="6245477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1" name="Home">
            <a:extLst>
              <a:ext uri="{FF2B5EF4-FFF2-40B4-BE49-F238E27FC236}">
                <a16:creationId xmlns:a16="http://schemas.microsoft.com/office/drawing/2014/main" id="{B7199955-A393-4738-B00F-15DAF5906A27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12" name="Rounded Rectangle">
            <a:extLst>
              <a:ext uri="{FF2B5EF4-FFF2-40B4-BE49-F238E27FC236}">
                <a16:creationId xmlns:a16="http://schemas.microsoft.com/office/drawing/2014/main" id="{42E2C408-BECB-473D-8D0B-EC117F1721E4}"/>
              </a:ext>
            </a:extLst>
          </p:cNvPr>
          <p:cNvSpPr>
            <a:spLocks noGrp="1"/>
          </p:cNvSpPr>
          <p:nvPr/>
        </p:nvSpPr>
        <p:spPr>
          <a:xfrm>
            <a:off x="21017210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3" name="Rectangle">
            <a:extLst>
              <a:ext uri="{FF2B5EF4-FFF2-40B4-BE49-F238E27FC236}">
                <a16:creationId xmlns:a16="http://schemas.microsoft.com/office/drawing/2014/main" id="{9CB0C964-7051-4EAD-8E13-0CC1CE78DE13}"/>
              </a:ext>
            </a:extLst>
          </p:cNvPr>
          <p:cNvSpPr>
            <a:spLocks noGrp="1"/>
          </p:cNvSpPr>
          <p:nvPr/>
        </p:nvSpPr>
        <p:spPr>
          <a:xfrm>
            <a:off x="21421956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4" name="Rectangle">
            <a:extLst>
              <a:ext uri="{FF2B5EF4-FFF2-40B4-BE49-F238E27FC236}">
                <a16:creationId xmlns:a16="http://schemas.microsoft.com/office/drawing/2014/main" id="{E2FFDD68-833C-4940-B6EB-294494E90AF9}"/>
              </a:ext>
            </a:extLst>
          </p:cNvPr>
          <p:cNvSpPr>
            <a:spLocks noGrp="1"/>
          </p:cNvSpPr>
          <p:nvPr/>
        </p:nvSpPr>
        <p:spPr>
          <a:xfrm>
            <a:off x="21727670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5" name="Circle">
            <a:extLst>
              <a:ext uri="{FF2B5EF4-FFF2-40B4-BE49-F238E27FC236}">
                <a16:creationId xmlns:a16="http://schemas.microsoft.com/office/drawing/2014/main" id="{A0807EA2-CB5E-4DA0-B996-B8093E49651D}"/>
              </a:ext>
            </a:extLst>
          </p:cNvPr>
          <p:cNvSpPr>
            <a:spLocks noGrp="1"/>
          </p:cNvSpPr>
          <p:nvPr/>
        </p:nvSpPr>
        <p:spPr>
          <a:xfrm>
            <a:off x="21265976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6" name="Line">
            <a:extLst>
              <a:ext uri="{FF2B5EF4-FFF2-40B4-BE49-F238E27FC236}">
                <a16:creationId xmlns:a16="http://schemas.microsoft.com/office/drawing/2014/main" id="{411471D1-22C0-4766-8C67-6B2E47C3F7A1}"/>
              </a:ext>
            </a:extLst>
          </p:cNvPr>
          <p:cNvSpPr>
            <a:spLocks noGrp="1"/>
          </p:cNvSpPr>
          <p:nvPr/>
        </p:nvSpPr>
        <p:spPr>
          <a:xfrm>
            <a:off x="21390027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7" name="Line">
            <a:extLst>
              <a:ext uri="{FF2B5EF4-FFF2-40B4-BE49-F238E27FC236}">
                <a16:creationId xmlns:a16="http://schemas.microsoft.com/office/drawing/2014/main" id="{48E1832A-204C-4AC9-B3EA-5C6616069762}"/>
              </a:ext>
            </a:extLst>
          </p:cNvPr>
          <p:cNvSpPr>
            <a:spLocks noGrp="1"/>
          </p:cNvSpPr>
          <p:nvPr/>
        </p:nvSpPr>
        <p:spPr>
          <a:xfrm flipV="1">
            <a:off x="21708538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0" name="Home">
            <a:extLst>
              <a:ext uri="{FF2B5EF4-FFF2-40B4-BE49-F238E27FC236}">
                <a16:creationId xmlns:a16="http://schemas.microsoft.com/office/drawing/2014/main" id="{63D9EF49-5917-4B3A-A3C4-4FAD29AA2ED0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21" name="Cost: 17">
            <a:extLst>
              <a:ext uri="{FF2B5EF4-FFF2-40B4-BE49-F238E27FC236}">
                <a16:creationId xmlns:a16="http://schemas.microsoft.com/office/drawing/2014/main" id="{58D15A00-23E1-4111-941F-09C9DA2A5E80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17</a:t>
            </a:r>
          </a:p>
        </p:txBody>
      </p:sp>
    </p:spTree>
    <p:extLst>
      <p:ext uri="{BB962C8B-B14F-4D97-AF65-F5344CB8AC3E}">
        <p14:creationId xmlns:p14="http://schemas.microsoft.com/office/powerpoint/2010/main" val="6768297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Square">
            <a:extLst>
              <a:ext uri="{FF2B5EF4-FFF2-40B4-BE49-F238E27FC236}">
                <a16:creationId xmlns:a16="http://schemas.microsoft.com/office/drawing/2014/main" id="{2EDDF60A-E7A0-4E87-B79E-61C1CD5CD7BB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4" name="Square">
            <a:extLst>
              <a:ext uri="{FF2B5EF4-FFF2-40B4-BE49-F238E27FC236}">
                <a16:creationId xmlns:a16="http://schemas.microsoft.com/office/drawing/2014/main" id="{F13CB7BE-5611-4E50-BD82-6A4F76FDD4C9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5" name="Square">
            <a:extLst>
              <a:ext uri="{FF2B5EF4-FFF2-40B4-BE49-F238E27FC236}">
                <a16:creationId xmlns:a16="http://schemas.microsoft.com/office/drawing/2014/main" id="{5F7CFE42-B725-4E6F-A638-8D81B7C83C7D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6" name="Square">
            <a:extLst>
              <a:ext uri="{FF2B5EF4-FFF2-40B4-BE49-F238E27FC236}">
                <a16:creationId xmlns:a16="http://schemas.microsoft.com/office/drawing/2014/main" id="{CB9364C9-B11C-426F-AF92-B25E6165E017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7" name="Square">
            <a:extLst>
              <a:ext uri="{FF2B5EF4-FFF2-40B4-BE49-F238E27FC236}">
                <a16:creationId xmlns:a16="http://schemas.microsoft.com/office/drawing/2014/main" id="{68B901E7-AB65-49A1-B072-73134B9C6567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8" name="Square">
            <a:extLst>
              <a:ext uri="{FF2B5EF4-FFF2-40B4-BE49-F238E27FC236}">
                <a16:creationId xmlns:a16="http://schemas.microsoft.com/office/drawing/2014/main" id="{C70E8F72-0A5A-4D35-A3E4-DDCD61A24C18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9" name="Square">
            <a:extLst>
              <a:ext uri="{FF2B5EF4-FFF2-40B4-BE49-F238E27FC236}">
                <a16:creationId xmlns:a16="http://schemas.microsoft.com/office/drawing/2014/main" id="{159D4719-0E3F-40C9-B625-FAC80D911580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0" name="Square">
            <a:extLst>
              <a:ext uri="{FF2B5EF4-FFF2-40B4-BE49-F238E27FC236}">
                <a16:creationId xmlns:a16="http://schemas.microsoft.com/office/drawing/2014/main" id="{89F72807-09D1-49AA-98D6-3C7E2FF82327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1" name="Square">
            <a:extLst>
              <a:ext uri="{FF2B5EF4-FFF2-40B4-BE49-F238E27FC236}">
                <a16:creationId xmlns:a16="http://schemas.microsoft.com/office/drawing/2014/main" id="{CB211ABA-B68B-4F37-B92E-383C5E44C3EE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2" name="Square">
            <a:extLst>
              <a:ext uri="{FF2B5EF4-FFF2-40B4-BE49-F238E27FC236}">
                <a16:creationId xmlns:a16="http://schemas.microsoft.com/office/drawing/2014/main" id="{32442C77-0B53-43D3-AA26-6100EACA083C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3" name="Square">
            <a:extLst>
              <a:ext uri="{FF2B5EF4-FFF2-40B4-BE49-F238E27FC236}">
                <a16:creationId xmlns:a16="http://schemas.microsoft.com/office/drawing/2014/main" id="{CBBEC50F-9FB8-4E60-BA36-FB9656E2A0C5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4" name="Square">
            <a:extLst>
              <a:ext uri="{FF2B5EF4-FFF2-40B4-BE49-F238E27FC236}">
                <a16:creationId xmlns:a16="http://schemas.microsoft.com/office/drawing/2014/main" id="{C07FFBFC-64D7-49A9-B79F-A6B13B4576FA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5" name="Square">
            <a:extLst>
              <a:ext uri="{FF2B5EF4-FFF2-40B4-BE49-F238E27FC236}">
                <a16:creationId xmlns:a16="http://schemas.microsoft.com/office/drawing/2014/main" id="{58993E13-E1B6-460A-ADD7-082F04B658B1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6" name="Square">
            <a:extLst>
              <a:ext uri="{FF2B5EF4-FFF2-40B4-BE49-F238E27FC236}">
                <a16:creationId xmlns:a16="http://schemas.microsoft.com/office/drawing/2014/main" id="{315CFD29-803A-4EA4-8C2F-108CEE429365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7" name="Square">
            <a:extLst>
              <a:ext uri="{FF2B5EF4-FFF2-40B4-BE49-F238E27FC236}">
                <a16:creationId xmlns:a16="http://schemas.microsoft.com/office/drawing/2014/main" id="{C7B2CB5A-5752-48E2-BCB2-5EF641F15F84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8" name="Square">
            <a:extLst>
              <a:ext uri="{FF2B5EF4-FFF2-40B4-BE49-F238E27FC236}">
                <a16:creationId xmlns:a16="http://schemas.microsoft.com/office/drawing/2014/main" id="{6FAC2687-FFD1-4001-9A44-AE48B672ED11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9" name="Square">
            <a:extLst>
              <a:ext uri="{FF2B5EF4-FFF2-40B4-BE49-F238E27FC236}">
                <a16:creationId xmlns:a16="http://schemas.microsoft.com/office/drawing/2014/main" id="{0239CBC7-9CE9-46B7-80C3-AB3FB62A1AD5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0" name="Square">
            <a:extLst>
              <a:ext uri="{FF2B5EF4-FFF2-40B4-BE49-F238E27FC236}">
                <a16:creationId xmlns:a16="http://schemas.microsoft.com/office/drawing/2014/main" id="{97B30073-D175-4EF8-9C24-3EEDC74EF7DE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1" name="Square">
            <a:extLst>
              <a:ext uri="{FF2B5EF4-FFF2-40B4-BE49-F238E27FC236}">
                <a16:creationId xmlns:a16="http://schemas.microsoft.com/office/drawing/2014/main" id="{9A145DE7-8DF0-4978-9E7E-EDEF4F51647D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2" name="Square">
            <a:extLst>
              <a:ext uri="{FF2B5EF4-FFF2-40B4-BE49-F238E27FC236}">
                <a16:creationId xmlns:a16="http://schemas.microsoft.com/office/drawing/2014/main" id="{3882A6C5-9893-4817-A473-8E128A6D80F5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3" name="Square">
            <a:extLst>
              <a:ext uri="{FF2B5EF4-FFF2-40B4-BE49-F238E27FC236}">
                <a16:creationId xmlns:a16="http://schemas.microsoft.com/office/drawing/2014/main" id="{D2C08825-CC9B-412F-98CB-4FDDBD7D1E9E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4" name="Square">
            <a:extLst>
              <a:ext uri="{FF2B5EF4-FFF2-40B4-BE49-F238E27FC236}">
                <a16:creationId xmlns:a16="http://schemas.microsoft.com/office/drawing/2014/main" id="{E1DE21FF-6334-43BC-B299-52439E324DAE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5" name="Square">
            <a:extLst>
              <a:ext uri="{FF2B5EF4-FFF2-40B4-BE49-F238E27FC236}">
                <a16:creationId xmlns:a16="http://schemas.microsoft.com/office/drawing/2014/main" id="{BB121A4D-74B9-4A27-A255-A4E0A63F6463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6" name="Square">
            <a:extLst>
              <a:ext uri="{FF2B5EF4-FFF2-40B4-BE49-F238E27FC236}">
                <a16:creationId xmlns:a16="http://schemas.microsoft.com/office/drawing/2014/main" id="{AD0C6FA8-C10A-4FF9-8D6B-9CE8E95D50CC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7" name="Square">
            <a:extLst>
              <a:ext uri="{FF2B5EF4-FFF2-40B4-BE49-F238E27FC236}">
                <a16:creationId xmlns:a16="http://schemas.microsoft.com/office/drawing/2014/main" id="{7FB175C0-6E1C-46C3-ACC2-596B6DC70EE0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8" name="Square">
            <a:extLst>
              <a:ext uri="{FF2B5EF4-FFF2-40B4-BE49-F238E27FC236}">
                <a16:creationId xmlns:a16="http://schemas.microsoft.com/office/drawing/2014/main" id="{D2E74947-067C-44D3-9D65-A3B8FE08BB4C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9" name="Square">
            <a:extLst>
              <a:ext uri="{FF2B5EF4-FFF2-40B4-BE49-F238E27FC236}">
                <a16:creationId xmlns:a16="http://schemas.microsoft.com/office/drawing/2014/main" id="{6ED7BD29-8FC4-4068-97B1-4FB8A685030E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0" name="Square">
            <a:extLst>
              <a:ext uri="{FF2B5EF4-FFF2-40B4-BE49-F238E27FC236}">
                <a16:creationId xmlns:a16="http://schemas.microsoft.com/office/drawing/2014/main" id="{9101B548-8987-4EA6-AB8D-14EC30184F9C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1" name="Square">
            <a:extLst>
              <a:ext uri="{FF2B5EF4-FFF2-40B4-BE49-F238E27FC236}">
                <a16:creationId xmlns:a16="http://schemas.microsoft.com/office/drawing/2014/main" id="{ACC91B31-AFCA-468A-B786-17D27BD5E3E6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2" name="Square">
            <a:extLst>
              <a:ext uri="{FF2B5EF4-FFF2-40B4-BE49-F238E27FC236}">
                <a16:creationId xmlns:a16="http://schemas.microsoft.com/office/drawing/2014/main" id="{87231BF3-70CD-468A-8EB4-2A0DE0F45EF8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3" name="Square">
            <a:extLst>
              <a:ext uri="{FF2B5EF4-FFF2-40B4-BE49-F238E27FC236}">
                <a16:creationId xmlns:a16="http://schemas.microsoft.com/office/drawing/2014/main" id="{0C47D11F-B443-4129-9098-27680F887EB4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4" name="Square">
            <a:extLst>
              <a:ext uri="{FF2B5EF4-FFF2-40B4-BE49-F238E27FC236}">
                <a16:creationId xmlns:a16="http://schemas.microsoft.com/office/drawing/2014/main" id="{01D15A53-AF6A-4E06-A64C-AE3A4C0F998D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5" name="Square">
            <a:extLst>
              <a:ext uri="{FF2B5EF4-FFF2-40B4-BE49-F238E27FC236}">
                <a16:creationId xmlns:a16="http://schemas.microsoft.com/office/drawing/2014/main" id="{26B882AF-36DF-4128-A676-B56AE5D03E99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6" name="Square">
            <a:extLst>
              <a:ext uri="{FF2B5EF4-FFF2-40B4-BE49-F238E27FC236}">
                <a16:creationId xmlns:a16="http://schemas.microsoft.com/office/drawing/2014/main" id="{3EAB952A-B66B-4932-9161-3D5A17CB4558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7" name="Square">
            <a:extLst>
              <a:ext uri="{FF2B5EF4-FFF2-40B4-BE49-F238E27FC236}">
                <a16:creationId xmlns:a16="http://schemas.microsoft.com/office/drawing/2014/main" id="{3ED15874-6C7E-441B-A79A-D2300E3DC1E0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8" name="Square">
            <a:extLst>
              <a:ext uri="{FF2B5EF4-FFF2-40B4-BE49-F238E27FC236}">
                <a16:creationId xmlns:a16="http://schemas.microsoft.com/office/drawing/2014/main" id="{D07EF902-CC8A-4434-A3BD-DB0D1F258DED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9" name="Square">
            <a:extLst>
              <a:ext uri="{FF2B5EF4-FFF2-40B4-BE49-F238E27FC236}">
                <a16:creationId xmlns:a16="http://schemas.microsoft.com/office/drawing/2014/main" id="{B87A3F21-4738-4409-9EF1-0BA7E6947ED8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0" name="Square">
            <a:extLst>
              <a:ext uri="{FF2B5EF4-FFF2-40B4-BE49-F238E27FC236}">
                <a16:creationId xmlns:a16="http://schemas.microsoft.com/office/drawing/2014/main" id="{66AC1C20-5531-44AF-BEF3-F50813BD89F5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1" name="Square">
            <a:extLst>
              <a:ext uri="{FF2B5EF4-FFF2-40B4-BE49-F238E27FC236}">
                <a16:creationId xmlns:a16="http://schemas.microsoft.com/office/drawing/2014/main" id="{910B84AC-33BD-4083-AF3C-08CEFD0E9DF6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2" name="Square">
            <a:extLst>
              <a:ext uri="{FF2B5EF4-FFF2-40B4-BE49-F238E27FC236}">
                <a16:creationId xmlns:a16="http://schemas.microsoft.com/office/drawing/2014/main" id="{FC887D26-258F-4868-B124-58258107CDE8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3" name="Square">
            <a:extLst>
              <a:ext uri="{FF2B5EF4-FFF2-40B4-BE49-F238E27FC236}">
                <a16:creationId xmlns:a16="http://schemas.microsoft.com/office/drawing/2014/main" id="{8B7743AF-863E-4B2F-8F05-797C9731BA41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4" name="Square">
            <a:extLst>
              <a:ext uri="{FF2B5EF4-FFF2-40B4-BE49-F238E27FC236}">
                <a16:creationId xmlns:a16="http://schemas.microsoft.com/office/drawing/2014/main" id="{BBC285CF-7E6D-4553-96FB-C2DE83122C86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5" name="Square">
            <a:extLst>
              <a:ext uri="{FF2B5EF4-FFF2-40B4-BE49-F238E27FC236}">
                <a16:creationId xmlns:a16="http://schemas.microsoft.com/office/drawing/2014/main" id="{AADE494B-A503-4FD8-A815-62EB9BC8C4D1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6" name="Square">
            <a:extLst>
              <a:ext uri="{FF2B5EF4-FFF2-40B4-BE49-F238E27FC236}">
                <a16:creationId xmlns:a16="http://schemas.microsoft.com/office/drawing/2014/main" id="{BB1A66D1-A0BC-4E55-9D06-C6A3BD70140A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7" name="Square">
            <a:extLst>
              <a:ext uri="{FF2B5EF4-FFF2-40B4-BE49-F238E27FC236}">
                <a16:creationId xmlns:a16="http://schemas.microsoft.com/office/drawing/2014/main" id="{238CE58F-87CF-49E4-A1D9-D6733A4F7F40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8" name="Square">
            <a:extLst>
              <a:ext uri="{FF2B5EF4-FFF2-40B4-BE49-F238E27FC236}">
                <a16:creationId xmlns:a16="http://schemas.microsoft.com/office/drawing/2014/main" id="{D9F0AD75-75FB-4B04-B28F-03CD99949CAA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9" name="Square">
            <a:extLst>
              <a:ext uri="{FF2B5EF4-FFF2-40B4-BE49-F238E27FC236}">
                <a16:creationId xmlns:a16="http://schemas.microsoft.com/office/drawing/2014/main" id="{0439F47F-FFD0-4FDC-A7C6-A381B0239F2C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0" name="Square">
            <a:extLst>
              <a:ext uri="{FF2B5EF4-FFF2-40B4-BE49-F238E27FC236}">
                <a16:creationId xmlns:a16="http://schemas.microsoft.com/office/drawing/2014/main" id="{55CD0A36-D1D6-46C6-AB23-46408E6A00A2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1" name="Square">
            <a:extLst>
              <a:ext uri="{FF2B5EF4-FFF2-40B4-BE49-F238E27FC236}">
                <a16:creationId xmlns:a16="http://schemas.microsoft.com/office/drawing/2014/main" id="{5C7C323F-AB9F-4ADB-9B3E-C1B748A947FA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2" name="Square">
            <a:extLst>
              <a:ext uri="{FF2B5EF4-FFF2-40B4-BE49-F238E27FC236}">
                <a16:creationId xmlns:a16="http://schemas.microsoft.com/office/drawing/2014/main" id="{F7AEBF4D-7A64-45DA-878F-BC94CB0F50C7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3" name="Line">
            <a:extLst>
              <a:ext uri="{FF2B5EF4-FFF2-40B4-BE49-F238E27FC236}">
                <a16:creationId xmlns:a16="http://schemas.microsoft.com/office/drawing/2014/main" id="{78B674A7-DD9D-4099-9DBE-F830D19C5C5F}"/>
              </a:ext>
            </a:extLst>
          </p:cNvPr>
          <p:cNvSpPr>
            <a:spLocks noGrp="1"/>
          </p:cNvSpPr>
          <p:nvPr/>
        </p:nvSpPr>
        <p:spPr>
          <a:xfrm flipH="1">
            <a:off x="6864310" y="2418183"/>
            <a:ext cx="1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4" name="Line">
            <a:extLst>
              <a:ext uri="{FF2B5EF4-FFF2-40B4-BE49-F238E27FC236}">
                <a16:creationId xmlns:a16="http://schemas.microsoft.com/office/drawing/2014/main" id="{BDA679F9-4EAF-404F-AB43-D7C1EF8B89DD}"/>
              </a:ext>
            </a:extLst>
          </p:cNvPr>
          <p:cNvSpPr>
            <a:spLocks noGrp="1"/>
          </p:cNvSpPr>
          <p:nvPr/>
        </p:nvSpPr>
        <p:spPr>
          <a:xfrm>
            <a:off x="6864310" y="2545183"/>
            <a:ext cx="4483319" cy="0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6" name="Home">
            <a:extLst>
              <a:ext uri="{FF2B5EF4-FFF2-40B4-BE49-F238E27FC236}">
                <a16:creationId xmlns:a16="http://schemas.microsoft.com/office/drawing/2014/main" id="{2CD244F2-790A-48A5-A81E-4B9E616DBBB4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77" name="Line">
            <a:extLst>
              <a:ext uri="{FF2B5EF4-FFF2-40B4-BE49-F238E27FC236}">
                <a16:creationId xmlns:a16="http://schemas.microsoft.com/office/drawing/2014/main" id="{303F50B3-4272-4428-8948-18F63242AB28}"/>
              </a:ext>
            </a:extLst>
          </p:cNvPr>
          <p:cNvSpPr>
            <a:spLocks noGrp="1"/>
          </p:cNvSpPr>
          <p:nvPr/>
        </p:nvSpPr>
        <p:spPr>
          <a:xfrm>
            <a:off x="4879439" y="9014408"/>
            <a:ext cx="634275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8" name="Line">
            <a:extLst>
              <a:ext uri="{FF2B5EF4-FFF2-40B4-BE49-F238E27FC236}">
                <a16:creationId xmlns:a16="http://schemas.microsoft.com/office/drawing/2014/main" id="{A61BD343-49E4-4AFF-AE3C-48A2B8856EC0}"/>
              </a:ext>
            </a:extLst>
          </p:cNvPr>
          <p:cNvSpPr>
            <a:spLocks noGrp="1"/>
          </p:cNvSpPr>
          <p:nvPr/>
        </p:nvSpPr>
        <p:spPr>
          <a:xfrm flipH="1">
            <a:off x="11095191" y="2895932"/>
            <a:ext cx="1" cy="6245478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0" name="Rounded Rectangle">
            <a:extLst>
              <a:ext uri="{FF2B5EF4-FFF2-40B4-BE49-F238E27FC236}">
                <a16:creationId xmlns:a16="http://schemas.microsoft.com/office/drawing/2014/main" id="{AC49104D-31EE-4749-8C3A-37716FE9B974}"/>
              </a:ext>
            </a:extLst>
          </p:cNvPr>
          <p:cNvSpPr>
            <a:spLocks noGrp="1"/>
          </p:cNvSpPr>
          <p:nvPr/>
        </p:nvSpPr>
        <p:spPr>
          <a:xfrm>
            <a:off x="10403863" y="1634101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1" name="Rectangle">
            <a:extLst>
              <a:ext uri="{FF2B5EF4-FFF2-40B4-BE49-F238E27FC236}">
                <a16:creationId xmlns:a16="http://schemas.microsoft.com/office/drawing/2014/main" id="{2C8E74A0-0917-4504-AC17-6B140D603F54}"/>
              </a:ext>
            </a:extLst>
          </p:cNvPr>
          <p:cNvSpPr>
            <a:spLocks noGrp="1"/>
          </p:cNvSpPr>
          <p:nvPr/>
        </p:nvSpPr>
        <p:spPr>
          <a:xfrm>
            <a:off x="10808609" y="2949385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2" name="Rectangle">
            <a:extLst>
              <a:ext uri="{FF2B5EF4-FFF2-40B4-BE49-F238E27FC236}">
                <a16:creationId xmlns:a16="http://schemas.microsoft.com/office/drawing/2014/main" id="{E1322D46-1C8F-47CC-9C51-744B68588353}"/>
              </a:ext>
            </a:extLst>
          </p:cNvPr>
          <p:cNvSpPr>
            <a:spLocks noGrp="1"/>
          </p:cNvSpPr>
          <p:nvPr/>
        </p:nvSpPr>
        <p:spPr>
          <a:xfrm>
            <a:off x="11114323" y="2949385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3" name="Circle">
            <a:extLst>
              <a:ext uri="{FF2B5EF4-FFF2-40B4-BE49-F238E27FC236}">
                <a16:creationId xmlns:a16="http://schemas.microsoft.com/office/drawing/2014/main" id="{6946A8ED-5BF4-452C-A70A-8DEA8DE811AD}"/>
              </a:ext>
            </a:extLst>
          </p:cNvPr>
          <p:cNvSpPr>
            <a:spLocks noGrp="1"/>
          </p:cNvSpPr>
          <p:nvPr/>
        </p:nvSpPr>
        <p:spPr>
          <a:xfrm>
            <a:off x="10652629" y="1725324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4" name="Line">
            <a:extLst>
              <a:ext uri="{FF2B5EF4-FFF2-40B4-BE49-F238E27FC236}">
                <a16:creationId xmlns:a16="http://schemas.microsoft.com/office/drawing/2014/main" id="{22D89368-C2D7-4A48-A1C6-DEA7BA861D69}"/>
              </a:ext>
            </a:extLst>
          </p:cNvPr>
          <p:cNvSpPr>
            <a:spLocks noGrp="1"/>
          </p:cNvSpPr>
          <p:nvPr/>
        </p:nvSpPr>
        <p:spPr>
          <a:xfrm>
            <a:off x="10776680" y="2167886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5" name="Line">
            <a:extLst>
              <a:ext uri="{FF2B5EF4-FFF2-40B4-BE49-F238E27FC236}">
                <a16:creationId xmlns:a16="http://schemas.microsoft.com/office/drawing/2014/main" id="{CA15C8D9-637F-47D3-A8C7-63F96EAC33D0}"/>
              </a:ext>
            </a:extLst>
          </p:cNvPr>
          <p:cNvSpPr>
            <a:spLocks noGrp="1"/>
          </p:cNvSpPr>
          <p:nvPr/>
        </p:nvSpPr>
        <p:spPr>
          <a:xfrm flipV="1">
            <a:off x="11095191" y="1849375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8" name="Home">
            <a:extLst>
              <a:ext uri="{FF2B5EF4-FFF2-40B4-BE49-F238E27FC236}">
                <a16:creationId xmlns:a16="http://schemas.microsoft.com/office/drawing/2014/main" id="{16B94C20-6039-44B3-B0C5-0BA763650D1A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89" name="Line">
            <a:extLst>
              <a:ext uri="{FF2B5EF4-FFF2-40B4-BE49-F238E27FC236}">
                <a16:creationId xmlns:a16="http://schemas.microsoft.com/office/drawing/2014/main" id="{08F10F7E-D3BA-4BA2-8FBD-379DB2C8337A}"/>
              </a:ext>
            </a:extLst>
          </p:cNvPr>
          <p:cNvSpPr>
            <a:spLocks noGrp="1"/>
          </p:cNvSpPr>
          <p:nvPr/>
        </p:nvSpPr>
        <p:spPr>
          <a:xfrm flipH="1" flipV="1">
            <a:off x="15529223" y="9014406"/>
            <a:ext cx="416905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0" name="Line">
            <a:extLst>
              <a:ext uri="{FF2B5EF4-FFF2-40B4-BE49-F238E27FC236}">
                <a16:creationId xmlns:a16="http://schemas.microsoft.com/office/drawing/2014/main" id="{A2FC1FA9-5500-420A-BF51-8CF6A53580F6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2" name="Line">
            <a:extLst>
              <a:ext uri="{FF2B5EF4-FFF2-40B4-BE49-F238E27FC236}">
                <a16:creationId xmlns:a16="http://schemas.microsoft.com/office/drawing/2014/main" id="{DA27AF2D-A9EA-4343-B659-88EC00B3673A}"/>
              </a:ext>
            </a:extLst>
          </p:cNvPr>
          <p:cNvSpPr>
            <a:spLocks noGrp="1"/>
          </p:cNvSpPr>
          <p:nvPr/>
        </p:nvSpPr>
        <p:spPr>
          <a:xfrm>
            <a:off x="19591074" y="3166711"/>
            <a:ext cx="1" cy="5443170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3" name="Home">
            <a:extLst>
              <a:ext uri="{FF2B5EF4-FFF2-40B4-BE49-F238E27FC236}">
                <a16:creationId xmlns:a16="http://schemas.microsoft.com/office/drawing/2014/main" id="{C7D63FE4-DB20-4C4C-AFE9-E5748633F302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94" name="Rounded Rectangle">
            <a:extLst>
              <a:ext uri="{FF2B5EF4-FFF2-40B4-BE49-F238E27FC236}">
                <a16:creationId xmlns:a16="http://schemas.microsoft.com/office/drawing/2014/main" id="{40A2455C-2F5B-4120-9B1F-D8DC82218427}"/>
              </a:ext>
            </a:extLst>
          </p:cNvPr>
          <p:cNvSpPr>
            <a:spLocks noGrp="1"/>
          </p:cNvSpPr>
          <p:nvPr/>
        </p:nvSpPr>
        <p:spPr>
          <a:xfrm>
            <a:off x="18899745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5" name="Rectangle">
            <a:extLst>
              <a:ext uri="{FF2B5EF4-FFF2-40B4-BE49-F238E27FC236}">
                <a16:creationId xmlns:a16="http://schemas.microsoft.com/office/drawing/2014/main" id="{88411A8C-9749-4EBE-9C63-D222D0807E4E}"/>
              </a:ext>
            </a:extLst>
          </p:cNvPr>
          <p:cNvSpPr>
            <a:spLocks noGrp="1"/>
          </p:cNvSpPr>
          <p:nvPr/>
        </p:nvSpPr>
        <p:spPr>
          <a:xfrm>
            <a:off x="19304491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6" name="Rectangle">
            <a:extLst>
              <a:ext uri="{FF2B5EF4-FFF2-40B4-BE49-F238E27FC236}">
                <a16:creationId xmlns:a16="http://schemas.microsoft.com/office/drawing/2014/main" id="{CD6F0CB5-1FFA-4BE8-80D5-7E1BFBF537C6}"/>
              </a:ext>
            </a:extLst>
          </p:cNvPr>
          <p:cNvSpPr>
            <a:spLocks noGrp="1"/>
          </p:cNvSpPr>
          <p:nvPr/>
        </p:nvSpPr>
        <p:spPr>
          <a:xfrm>
            <a:off x="19610205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7" name="Circle">
            <a:extLst>
              <a:ext uri="{FF2B5EF4-FFF2-40B4-BE49-F238E27FC236}">
                <a16:creationId xmlns:a16="http://schemas.microsoft.com/office/drawing/2014/main" id="{B0554E91-B8C2-4C4C-9395-E0906D95886B}"/>
              </a:ext>
            </a:extLst>
          </p:cNvPr>
          <p:cNvSpPr>
            <a:spLocks noGrp="1"/>
          </p:cNvSpPr>
          <p:nvPr/>
        </p:nvSpPr>
        <p:spPr>
          <a:xfrm>
            <a:off x="19148511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8" name="Line">
            <a:extLst>
              <a:ext uri="{FF2B5EF4-FFF2-40B4-BE49-F238E27FC236}">
                <a16:creationId xmlns:a16="http://schemas.microsoft.com/office/drawing/2014/main" id="{DB18E321-026F-4DD7-B16B-85D11F8F76B7}"/>
              </a:ext>
            </a:extLst>
          </p:cNvPr>
          <p:cNvSpPr>
            <a:spLocks noGrp="1"/>
          </p:cNvSpPr>
          <p:nvPr/>
        </p:nvSpPr>
        <p:spPr>
          <a:xfrm>
            <a:off x="19272562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9" name="Line">
            <a:extLst>
              <a:ext uri="{FF2B5EF4-FFF2-40B4-BE49-F238E27FC236}">
                <a16:creationId xmlns:a16="http://schemas.microsoft.com/office/drawing/2014/main" id="{B8DE9980-5E37-426E-B7E5-A77DB03AF31E}"/>
              </a:ext>
            </a:extLst>
          </p:cNvPr>
          <p:cNvSpPr>
            <a:spLocks noGrp="1"/>
          </p:cNvSpPr>
          <p:nvPr/>
        </p:nvSpPr>
        <p:spPr>
          <a:xfrm flipV="1">
            <a:off x="19591073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2" name="Home">
            <a:extLst>
              <a:ext uri="{FF2B5EF4-FFF2-40B4-BE49-F238E27FC236}">
                <a16:creationId xmlns:a16="http://schemas.microsoft.com/office/drawing/2014/main" id="{7B31DBA3-79E1-41DA-A659-7A8EB495AACD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03" name="Cost: 15">
            <a:extLst>
              <a:ext uri="{FF2B5EF4-FFF2-40B4-BE49-F238E27FC236}">
                <a16:creationId xmlns:a16="http://schemas.microsoft.com/office/drawing/2014/main" id="{2AACC01D-053D-4369-8143-983FDB73E972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15</a:t>
            </a:r>
          </a:p>
        </p:txBody>
      </p:sp>
    </p:spTree>
    <p:extLst>
      <p:ext uri="{BB962C8B-B14F-4D97-AF65-F5344CB8AC3E}">
        <p14:creationId xmlns:p14="http://schemas.microsoft.com/office/powerpoint/2010/main" val="299489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Square">
            <a:extLst>
              <a:ext uri="{FF2B5EF4-FFF2-40B4-BE49-F238E27FC236}">
                <a16:creationId xmlns:a16="http://schemas.microsoft.com/office/drawing/2014/main" id="{96FE2C76-DDED-4E55-AF99-FD7408885519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6" name="Square">
            <a:extLst>
              <a:ext uri="{FF2B5EF4-FFF2-40B4-BE49-F238E27FC236}">
                <a16:creationId xmlns:a16="http://schemas.microsoft.com/office/drawing/2014/main" id="{F1279CFF-E03E-48A6-B7D8-58BCA63B8470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7" name="Square">
            <a:extLst>
              <a:ext uri="{FF2B5EF4-FFF2-40B4-BE49-F238E27FC236}">
                <a16:creationId xmlns:a16="http://schemas.microsoft.com/office/drawing/2014/main" id="{D3916F7C-C684-4D49-9605-2855B772B79D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8" name="Square">
            <a:extLst>
              <a:ext uri="{FF2B5EF4-FFF2-40B4-BE49-F238E27FC236}">
                <a16:creationId xmlns:a16="http://schemas.microsoft.com/office/drawing/2014/main" id="{ADC6F808-25B9-4AFF-9E01-D07B884B047B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09" name="Square">
            <a:extLst>
              <a:ext uri="{FF2B5EF4-FFF2-40B4-BE49-F238E27FC236}">
                <a16:creationId xmlns:a16="http://schemas.microsoft.com/office/drawing/2014/main" id="{63C943FE-F70A-4A16-86C9-7DEE3ED21538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0" name="Square">
            <a:extLst>
              <a:ext uri="{FF2B5EF4-FFF2-40B4-BE49-F238E27FC236}">
                <a16:creationId xmlns:a16="http://schemas.microsoft.com/office/drawing/2014/main" id="{A4DCF4DB-C6A5-49B6-BCEB-755909390402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1" name="Square">
            <a:extLst>
              <a:ext uri="{FF2B5EF4-FFF2-40B4-BE49-F238E27FC236}">
                <a16:creationId xmlns:a16="http://schemas.microsoft.com/office/drawing/2014/main" id="{DF93CFB7-F205-4912-8B59-154556DE4FBD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2" name="Square">
            <a:extLst>
              <a:ext uri="{FF2B5EF4-FFF2-40B4-BE49-F238E27FC236}">
                <a16:creationId xmlns:a16="http://schemas.microsoft.com/office/drawing/2014/main" id="{B4FABA8B-ABB5-48C4-828B-8AFFE32AB779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3" name="Square">
            <a:extLst>
              <a:ext uri="{FF2B5EF4-FFF2-40B4-BE49-F238E27FC236}">
                <a16:creationId xmlns:a16="http://schemas.microsoft.com/office/drawing/2014/main" id="{B72A14DA-C796-4662-ABFB-BE160992080D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4" name="Square">
            <a:extLst>
              <a:ext uri="{FF2B5EF4-FFF2-40B4-BE49-F238E27FC236}">
                <a16:creationId xmlns:a16="http://schemas.microsoft.com/office/drawing/2014/main" id="{E716A203-E2CF-47F4-85A2-CDAE2BA37539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5" name="Square">
            <a:extLst>
              <a:ext uri="{FF2B5EF4-FFF2-40B4-BE49-F238E27FC236}">
                <a16:creationId xmlns:a16="http://schemas.microsoft.com/office/drawing/2014/main" id="{84B805F6-0D10-499D-88B2-81DCB8B3530C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6" name="Square">
            <a:extLst>
              <a:ext uri="{FF2B5EF4-FFF2-40B4-BE49-F238E27FC236}">
                <a16:creationId xmlns:a16="http://schemas.microsoft.com/office/drawing/2014/main" id="{38C66970-90D7-4BDC-82EB-6E07A9B4C315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7" name="Square">
            <a:extLst>
              <a:ext uri="{FF2B5EF4-FFF2-40B4-BE49-F238E27FC236}">
                <a16:creationId xmlns:a16="http://schemas.microsoft.com/office/drawing/2014/main" id="{5C4808C4-919D-479F-AE9F-D259933EC48B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8" name="Square">
            <a:extLst>
              <a:ext uri="{FF2B5EF4-FFF2-40B4-BE49-F238E27FC236}">
                <a16:creationId xmlns:a16="http://schemas.microsoft.com/office/drawing/2014/main" id="{27156126-D81C-449E-A788-53E001D00402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9" name="Square">
            <a:extLst>
              <a:ext uri="{FF2B5EF4-FFF2-40B4-BE49-F238E27FC236}">
                <a16:creationId xmlns:a16="http://schemas.microsoft.com/office/drawing/2014/main" id="{87795AF9-EB1F-4159-83F3-088A0A58425E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0" name="Square">
            <a:extLst>
              <a:ext uri="{FF2B5EF4-FFF2-40B4-BE49-F238E27FC236}">
                <a16:creationId xmlns:a16="http://schemas.microsoft.com/office/drawing/2014/main" id="{A36540CD-8115-4CE4-95E2-89F1D0561245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1" name="Square">
            <a:extLst>
              <a:ext uri="{FF2B5EF4-FFF2-40B4-BE49-F238E27FC236}">
                <a16:creationId xmlns:a16="http://schemas.microsoft.com/office/drawing/2014/main" id="{29C7C2E0-F1EB-4922-A293-638EEE31C3EE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2" name="Square">
            <a:extLst>
              <a:ext uri="{FF2B5EF4-FFF2-40B4-BE49-F238E27FC236}">
                <a16:creationId xmlns:a16="http://schemas.microsoft.com/office/drawing/2014/main" id="{0E33BE43-BF10-4C05-AFC0-EC90C3220B4E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3" name="Square">
            <a:extLst>
              <a:ext uri="{FF2B5EF4-FFF2-40B4-BE49-F238E27FC236}">
                <a16:creationId xmlns:a16="http://schemas.microsoft.com/office/drawing/2014/main" id="{205088A3-E747-48D9-A0AF-C9AB7961B491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4" name="Square">
            <a:extLst>
              <a:ext uri="{FF2B5EF4-FFF2-40B4-BE49-F238E27FC236}">
                <a16:creationId xmlns:a16="http://schemas.microsoft.com/office/drawing/2014/main" id="{BFE67708-7063-4639-B7C3-3712F41271F3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5" name="Square">
            <a:extLst>
              <a:ext uri="{FF2B5EF4-FFF2-40B4-BE49-F238E27FC236}">
                <a16:creationId xmlns:a16="http://schemas.microsoft.com/office/drawing/2014/main" id="{F639703C-B86A-4D18-A1FD-894272201F5C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6" name="Square">
            <a:extLst>
              <a:ext uri="{FF2B5EF4-FFF2-40B4-BE49-F238E27FC236}">
                <a16:creationId xmlns:a16="http://schemas.microsoft.com/office/drawing/2014/main" id="{79EEA766-395B-47BE-A8C4-D748EFD9D0C3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7" name="Square">
            <a:extLst>
              <a:ext uri="{FF2B5EF4-FFF2-40B4-BE49-F238E27FC236}">
                <a16:creationId xmlns:a16="http://schemas.microsoft.com/office/drawing/2014/main" id="{0B9E993F-DCE7-414D-82CB-8EDAA28ED978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8" name="Square">
            <a:extLst>
              <a:ext uri="{FF2B5EF4-FFF2-40B4-BE49-F238E27FC236}">
                <a16:creationId xmlns:a16="http://schemas.microsoft.com/office/drawing/2014/main" id="{5B7E5A45-E848-401E-84BE-2D970E3BB9C5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9" name="Square">
            <a:extLst>
              <a:ext uri="{FF2B5EF4-FFF2-40B4-BE49-F238E27FC236}">
                <a16:creationId xmlns:a16="http://schemas.microsoft.com/office/drawing/2014/main" id="{A07409D3-4F01-4557-BA9A-5613EF87E5DE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0" name="Square">
            <a:extLst>
              <a:ext uri="{FF2B5EF4-FFF2-40B4-BE49-F238E27FC236}">
                <a16:creationId xmlns:a16="http://schemas.microsoft.com/office/drawing/2014/main" id="{FDE3020C-CD3D-4777-9B8F-2D9DD5AFC9C6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1" name="Square">
            <a:extLst>
              <a:ext uri="{FF2B5EF4-FFF2-40B4-BE49-F238E27FC236}">
                <a16:creationId xmlns:a16="http://schemas.microsoft.com/office/drawing/2014/main" id="{190E102E-420B-4236-A5C5-517745E1E43E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2" name="Square">
            <a:extLst>
              <a:ext uri="{FF2B5EF4-FFF2-40B4-BE49-F238E27FC236}">
                <a16:creationId xmlns:a16="http://schemas.microsoft.com/office/drawing/2014/main" id="{62C5E3C2-9E86-4EC5-8A1C-7D9DFA23C8D7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3" name="Square">
            <a:extLst>
              <a:ext uri="{FF2B5EF4-FFF2-40B4-BE49-F238E27FC236}">
                <a16:creationId xmlns:a16="http://schemas.microsoft.com/office/drawing/2014/main" id="{4E180FE1-FAFF-4095-A999-0B0B1F6A950D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4" name="Square">
            <a:extLst>
              <a:ext uri="{FF2B5EF4-FFF2-40B4-BE49-F238E27FC236}">
                <a16:creationId xmlns:a16="http://schemas.microsoft.com/office/drawing/2014/main" id="{4D3F1A13-F0CF-424F-9E0F-4C34C6383EC3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5" name="Square">
            <a:extLst>
              <a:ext uri="{FF2B5EF4-FFF2-40B4-BE49-F238E27FC236}">
                <a16:creationId xmlns:a16="http://schemas.microsoft.com/office/drawing/2014/main" id="{B609F783-58DD-488E-9A67-7FA4E23C1E7B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6" name="Square">
            <a:extLst>
              <a:ext uri="{FF2B5EF4-FFF2-40B4-BE49-F238E27FC236}">
                <a16:creationId xmlns:a16="http://schemas.microsoft.com/office/drawing/2014/main" id="{260AC1D2-110B-426C-92D5-FB3781B8820C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7" name="Square">
            <a:extLst>
              <a:ext uri="{FF2B5EF4-FFF2-40B4-BE49-F238E27FC236}">
                <a16:creationId xmlns:a16="http://schemas.microsoft.com/office/drawing/2014/main" id="{9412CA89-2C22-41DA-BAC9-D5C1CCC1F9E1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8" name="Square">
            <a:extLst>
              <a:ext uri="{FF2B5EF4-FFF2-40B4-BE49-F238E27FC236}">
                <a16:creationId xmlns:a16="http://schemas.microsoft.com/office/drawing/2014/main" id="{753B5C1F-E923-4C5F-9E77-2A5DFBDF31BD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9" name="Square">
            <a:extLst>
              <a:ext uri="{FF2B5EF4-FFF2-40B4-BE49-F238E27FC236}">
                <a16:creationId xmlns:a16="http://schemas.microsoft.com/office/drawing/2014/main" id="{3540878B-6585-4A6D-B393-3565215AB271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0" name="Square">
            <a:extLst>
              <a:ext uri="{FF2B5EF4-FFF2-40B4-BE49-F238E27FC236}">
                <a16:creationId xmlns:a16="http://schemas.microsoft.com/office/drawing/2014/main" id="{B974672C-1B77-4CC1-A3DA-CA0928450DBA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1" name="Square">
            <a:extLst>
              <a:ext uri="{FF2B5EF4-FFF2-40B4-BE49-F238E27FC236}">
                <a16:creationId xmlns:a16="http://schemas.microsoft.com/office/drawing/2014/main" id="{DFEFFD5C-5C2A-4463-96D2-33C08A863769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2" name="Square">
            <a:extLst>
              <a:ext uri="{FF2B5EF4-FFF2-40B4-BE49-F238E27FC236}">
                <a16:creationId xmlns:a16="http://schemas.microsoft.com/office/drawing/2014/main" id="{331D49A4-CADD-4F6C-B4B8-615BEDB8D8CA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3" name="Square">
            <a:extLst>
              <a:ext uri="{FF2B5EF4-FFF2-40B4-BE49-F238E27FC236}">
                <a16:creationId xmlns:a16="http://schemas.microsoft.com/office/drawing/2014/main" id="{A1515279-A181-41C2-B70A-8048A4070967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4" name="Square">
            <a:extLst>
              <a:ext uri="{FF2B5EF4-FFF2-40B4-BE49-F238E27FC236}">
                <a16:creationId xmlns:a16="http://schemas.microsoft.com/office/drawing/2014/main" id="{2366E026-D367-468A-98EE-9B7373B36A52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5" name="Square">
            <a:extLst>
              <a:ext uri="{FF2B5EF4-FFF2-40B4-BE49-F238E27FC236}">
                <a16:creationId xmlns:a16="http://schemas.microsoft.com/office/drawing/2014/main" id="{32BCB4A5-9228-4F45-A38E-C9BD4043119F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6" name="Square">
            <a:extLst>
              <a:ext uri="{FF2B5EF4-FFF2-40B4-BE49-F238E27FC236}">
                <a16:creationId xmlns:a16="http://schemas.microsoft.com/office/drawing/2014/main" id="{440729B4-AC13-46D4-9B88-637A4AF04762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7" name="Square">
            <a:extLst>
              <a:ext uri="{FF2B5EF4-FFF2-40B4-BE49-F238E27FC236}">
                <a16:creationId xmlns:a16="http://schemas.microsoft.com/office/drawing/2014/main" id="{2790428A-DFF5-45C9-BAB7-75B61B064E50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8" name="Square">
            <a:extLst>
              <a:ext uri="{FF2B5EF4-FFF2-40B4-BE49-F238E27FC236}">
                <a16:creationId xmlns:a16="http://schemas.microsoft.com/office/drawing/2014/main" id="{6AC32B47-46A5-4B5E-A96D-F5CD5424DBDC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9" name="Square">
            <a:extLst>
              <a:ext uri="{FF2B5EF4-FFF2-40B4-BE49-F238E27FC236}">
                <a16:creationId xmlns:a16="http://schemas.microsoft.com/office/drawing/2014/main" id="{A5E78797-AAD1-4FA0-91A7-F4B7E3FAABE4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0" name="Square">
            <a:extLst>
              <a:ext uri="{FF2B5EF4-FFF2-40B4-BE49-F238E27FC236}">
                <a16:creationId xmlns:a16="http://schemas.microsoft.com/office/drawing/2014/main" id="{C7FA527B-1B87-4EE9-8B8D-AA3EFC9DEC17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1" name="Square">
            <a:extLst>
              <a:ext uri="{FF2B5EF4-FFF2-40B4-BE49-F238E27FC236}">
                <a16:creationId xmlns:a16="http://schemas.microsoft.com/office/drawing/2014/main" id="{1A246B74-5349-4090-A534-CA0C43F51C4D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2" name="Square">
            <a:extLst>
              <a:ext uri="{FF2B5EF4-FFF2-40B4-BE49-F238E27FC236}">
                <a16:creationId xmlns:a16="http://schemas.microsoft.com/office/drawing/2014/main" id="{5856E292-103F-4BC3-969A-37CCCED539CD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3" name="Square">
            <a:extLst>
              <a:ext uri="{FF2B5EF4-FFF2-40B4-BE49-F238E27FC236}">
                <a16:creationId xmlns:a16="http://schemas.microsoft.com/office/drawing/2014/main" id="{08006415-6BC5-485E-80F0-6462A244841A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4" name="Square">
            <a:extLst>
              <a:ext uri="{FF2B5EF4-FFF2-40B4-BE49-F238E27FC236}">
                <a16:creationId xmlns:a16="http://schemas.microsoft.com/office/drawing/2014/main" id="{7430C08D-AD3F-40D2-B05E-F3A0778D7D7E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5" name="Group">
            <a:extLst>
              <a:ext uri="{FF2B5EF4-FFF2-40B4-BE49-F238E27FC236}">
                <a16:creationId xmlns:a16="http://schemas.microsoft.com/office/drawing/2014/main" id="{DC12C80F-577E-4411-A2BD-EC8AA23D4909}"/>
              </a:ext>
            </a:extLst>
          </p:cNvPr>
          <p:cNvSpPr>
            <a:spLocks noGrp="1"/>
          </p:cNvSpPr>
          <p:nvPr/>
        </p:nvSpPr>
        <p:spPr>
          <a:xfrm>
            <a:off x="7174928" y="4845296"/>
            <a:ext cx="4172699" cy="1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6" name="Home">
            <a:extLst>
              <a:ext uri="{FF2B5EF4-FFF2-40B4-BE49-F238E27FC236}">
                <a16:creationId xmlns:a16="http://schemas.microsoft.com/office/drawing/2014/main" id="{185D606C-17B0-4EE2-86E2-1EEBDF1974F2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57" name="Line">
            <a:extLst>
              <a:ext uri="{FF2B5EF4-FFF2-40B4-BE49-F238E27FC236}">
                <a16:creationId xmlns:a16="http://schemas.microsoft.com/office/drawing/2014/main" id="{92C0EAAF-61D6-4998-8F90-C609E2DDD482}"/>
              </a:ext>
            </a:extLst>
          </p:cNvPr>
          <p:cNvSpPr>
            <a:spLocks noGrp="1"/>
          </p:cNvSpPr>
          <p:nvPr/>
        </p:nvSpPr>
        <p:spPr>
          <a:xfrm>
            <a:off x="4879439" y="9014407"/>
            <a:ext cx="634275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8" name="Line">
            <a:extLst>
              <a:ext uri="{FF2B5EF4-FFF2-40B4-BE49-F238E27FC236}">
                <a16:creationId xmlns:a16="http://schemas.microsoft.com/office/drawing/2014/main" id="{5C459CE1-438D-4FB6-ABD3-ABCE9B3B5DFC}"/>
              </a:ext>
            </a:extLst>
          </p:cNvPr>
          <p:cNvSpPr>
            <a:spLocks noGrp="1"/>
          </p:cNvSpPr>
          <p:nvPr/>
        </p:nvSpPr>
        <p:spPr>
          <a:xfrm flipH="1">
            <a:off x="11095191" y="5387323"/>
            <a:ext cx="1" cy="3754086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0" name="Rounded Rectangle">
            <a:extLst>
              <a:ext uri="{FF2B5EF4-FFF2-40B4-BE49-F238E27FC236}">
                <a16:creationId xmlns:a16="http://schemas.microsoft.com/office/drawing/2014/main" id="{86DDF31E-5A1A-4D80-B89E-62255FB40C6C}"/>
              </a:ext>
            </a:extLst>
          </p:cNvPr>
          <p:cNvSpPr>
            <a:spLocks noGrp="1"/>
          </p:cNvSpPr>
          <p:nvPr/>
        </p:nvSpPr>
        <p:spPr>
          <a:xfrm>
            <a:off x="10397993" y="3790509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1" name="Rectangle">
            <a:extLst>
              <a:ext uri="{FF2B5EF4-FFF2-40B4-BE49-F238E27FC236}">
                <a16:creationId xmlns:a16="http://schemas.microsoft.com/office/drawing/2014/main" id="{411FC299-DF17-424D-B721-949B5E7BD4D2}"/>
              </a:ext>
            </a:extLst>
          </p:cNvPr>
          <p:cNvSpPr>
            <a:spLocks noGrp="1"/>
          </p:cNvSpPr>
          <p:nvPr/>
        </p:nvSpPr>
        <p:spPr>
          <a:xfrm>
            <a:off x="10802739" y="5105793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2" name="Rectangle">
            <a:extLst>
              <a:ext uri="{FF2B5EF4-FFF2-40B4-BE49-F238E27FC236}">
                <a16:creationId xmlns:a16="http://schemas.microsoft.com/office/drawing/2014/main" id="{95FFB493-4308-4685-AA21-EBF4E9DA61E2}"/>
              </a:ext>
            </a:extLst>
          </p:cNvPr>
          <p:cNvSpPr>
            <a:spLocks noGrp="1"/>
          </p:cNvSpPr>
          <p:nvPr/>
        </p:nvSpPr>
        <p:spPr>
          <a:xfrm>
            <a:off x="11108453" y="5105793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3" name="Circle">
            <a:extLst>
              <a:ext uri="{FF2B5EF4-FFF2-40B4-BE49-F238E27FC236}">
                <a16:creationId xmlns:a16="http://schemas.microsoft.com/office/drawing/2014/main" id="{0FE89867-A746-4CF8-AFED-A79105B52652}"/>
              </a:ext>
            </a:extLst>
          </p:cNvPr>
          <p:cNvSpPr>
            <a:spLocks noGrp="1"/>
          </p:cNvSpPr>
          <p:nvPr/>
        </p:nvSpPr>
        <p:spPr>
          <a:xfrm>
            <a:off x="10646759" y="3881732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4" name="Line">
            <a:extLst>
              <a:ext uri="{FF2B5EF4-FFF2-40B4-BE49-F238E27FC236}">
                <a16:creationId xmlns:a16="http://schemas.microsoft.com/office/drawing/2014/main" id="{81A74E42-099C-4A0D-967F-6DFAD595556D}"/>
              </a:ext>
            </a:extLst>
          </p:cNvPr>
          <p:cNvSpPr>
            <a:spLocks noGrp="1"/>
          </p:cNvSpPr>
          <p:nvPr/>
        </p:nvSpPr>
        <p:spPr>
          <a:xfrm>
            <a:off x="10770810" y="4324294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5" name="Line">
            <a:extLst>
              <a:ext uri="{FF2B5EF4-FFF2-40B4-BE49-F238E27FC236}">
                <a16:creationId xmlns:a16="http://schemas.microsoft.com/office/drawing/2014/main" id="{DA2AD874-15CE-41B2-A3D9-EDD33E2CFFEB}"/>
              </a:ext>
            </a:extLst>
          </p:cNvPr>
          <p:cNvSpPr>
            <a:spLocks noGrp="1"/>
          </p:cNvSpPr>
          <p:nvPr/>
        </p:nvSpPr>
        <p:spPr>
          <a:xfrm flipV="1">
            <a:off x="11089321" y="4005783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8" name="Home">
            <a:extLst>
              <a:ext uri="{FF2B5EF4-FFF2-40B4-BE49-F238E27FC236}">
                <a16:creationId xmlns:a16="http://schemas.microsoft.com/office/drawing/2014/main" id="{BFF02BA9-DF01-4A27-97CD-F337CF9D7817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69" name="Line">
            <a:extLst>
              <a:ext uri="{FF2B5EF4-FFF2-40B4-BE49-F238E27FC236}">
                <a16:creationId xmlns:a16="http://schemas.microsoft.com/office/drawing/2014/main" id="{3613B405-510C-46D7-AA4E-D6B6A8B61E98}"/>
              </a:ext>
            </a:extLst>
          </p:cNvPr>
          <p:cNvSpPr>
            <a:spLocks noGrp="1"/>
          </p:cNvSpPr>
          <p:nvPr/>
        </p:nvSpPr>
        <p:spPr>
          <a:xfrm flipH="1" flipV="1">
            <a:off x="15529223" y="9014406"/>
            <a:ext cx="416905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0" name="Line">
            <a:extLst>
              <a:ext uri="{FF2B5EF4-FFF2-40B4-BE49-F238E27FC236}">
                <a16:creationId xmlns:a16="http://schemas.microsoft.com/office/drawing/2014/main" id="{B794BED8-54A2-441C-AB43-8AADC039E62B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2" name="Line">
            <a:extLst>
              <a:ext uri="{FF2B5EF4-FFF2-40B4-BE49-F238E27FC236}">
                <a16:creationId xmlns:a16="http://schemas.microsoft.com/office/drawing/2014/main" id="{A4969650-AFA6-49B7-9604-C3EBB8F3B73A}"/>
              </a:ext>
            </a:extLst>
          </p:cNvPr>
          <p:cNvSpPr>
            <a:spLocks noGrp="1"/>
          </p:cNvSpPr>
          <p:nvPr/>
        </p:nvSpPr>
        <p:spPr>
          <a:xfrm>
            <a:off x="19591074" y="3166711"/>
            <a:ext cx="1" cy="5443170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3" name="Home">
            <a:extLst>
              <a:ext uri="{FF2B5EF4-FFF2-40B4-BE49-F238E27FC236}">
                <a16:creationId xmlns:a16="http://schemas.microsoft.com/office/drawing/2014/main" id="{E0EED12B-6DB8-4933-8754-C763E99EA3EC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74" name="Rounded Rectangle">
            <a:extLst>
              <a:ext uri="{FF2B5EF4-FFF2-40B4-BE49-F238E27FC236}">
                <a16:creationId xmlns:a16="http://schemas.microsoft.com/office/drawing/2014/main" id="{E3DD91CD-51F6-4946-B686-0C0AEEA315DC}"/>
              </a:ext>
            </a:extLst>
          </p:cNvPr>
          <p:cNvSpPr>
            <a:spLocks noGrp="1"/>
          </p:cNvSpPr>
          <p:nvPr/>
        </p:nvSpPr>
        <p:spPr>
          <a:xfrm>
            <a:off x="18899745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5" name="Rectangle">
            <a:extLst>
              <a:ext uri="{FF2B5EF4-FFF2-40B4-BE49-F238E27FC236}">
                <a16:creationId xmlns:a16="http://schemas.microsoft.com/office/drawing/2014/main" id="{4EABE8B2-E9A9-4205-838F-BC4C40B18744}"/>
              </a:ext>
            </a:extLst>
          </p:cNvPr>
          <p:cNvSpPr>
            <a:spLocks noGrp="1"/>
          </p:cNvSpPr>
          <p:nvPr/>
        </p:nvSpPr>
        <p:spPr>
          <a:xfrm>
            <a:off x="19304491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6" name="Rectangle">
            <a:extLst>
              <a:ext uri="{FF2B5EF4-FFF2-40B4-BE49-F238E27FC236}">
                <a16:creationId xmlns:a16="http://schemas.microsoft.com/office/drawing/2014/main" id="{2D222141-4923-436F-90DA-B749651C8CE7}"/>
              </a:ext>
            </a:extLst>
          </p:cNvPr>
          <p:cNvSpPr>
            <a:spLocks noGrp="1"/>
          </p:cNvSpPr>
          <p:nvPr/>
        </p:nvSpPr>
        <p:spPr>
          <a:xfrm>
            <a:off x="19610205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7" name="Circle">
            <a:extLst>
              <a:ext uri="{FF2B5EF4-FFF2-40B4-BE49-F238E27FC236}">
                <a16:creationId xmlns:a16="http://schemas.microsoft.com/office/drawing/2014/main" id="{5612F67A-7451-43D9-BAA1-68E816578962}"/>
              </a:ext>
            </a:extLst>
          </p:cNvPr>
          <p:cNvSpPr>
            <a:spLocks noGrp="1"/>
          </p:cNvSpPr>
          <p:nvPr/>
        </p:nvSpPr>
        <p:spPr>
          <a:xfrm>
            <a:off x="19148511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8" name="Line">
            <a:extLst>
              <a:ext uri="{FF2B5EF4-FFF2-40B4-BE49-F238E27FC236}">
                <a16:creationId xmlns:a16="http://schemas.microsoft.com/office/drawing/2014/main" id="{732CBD31-09C0-41DE-BBFE-03C4CDAA1442}"/>
              </a:ext>
            </a:extLst>
          </p:cNvPr>
          <p:cNvSpPr>
            <a:spLocks noGrp="1"/>
          </p:cNvSpPr>
          <p:nvPr/>
        </p:nvSpPr>
        <p:spPr>
          <a:xfrm>
            <a:off x="19272562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9" name="Line">
            <a:extLst>
              <a:ext uri="{FF2B5EF4-FFF2-40B4-BE49-F238E27FC236}">
                <a16:creationId xmlns:a16="http://schemas.microsoft.com/office/drawing/2014/main" id="{CCF014D2-D53D-44D9-A8DB-15F0404EF39E}"/>
              </a:ext>
            </a:extLst>
          </p:cNvPr>
          <p:cNvSpPr>
            <a:spLocks noGrp="1"/>
          </p:cNvSpPr>
          <p:nvPr/>
        </p:nvSpPr>
        <p:spPr>
          <a:xfrm flipV="1">
            <a:off x="19591073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2" name="Home">
            <a:extLst>
              <a:ext uri="{FF2B5EF4-FFF2-40B4-BE49-F238E27FC236}">
                <a16:creationId xmlns:a16="http://schemas.microsoft.com/office/drawing/2014/main" id="{873E7283-D593-4EFA-972F-093983EB61B7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83" name="Cost: 13">
            <a:extLst>
              <a:ext uri="{FF2B5EF4-FFF2-40B4-BE49-F238E27FC236}">
                <a16:creationId xmlns:a16="http://schemas.microsoft.com/office/drawing/2014/main" id="{C4B13CBB-1BF6-493C-88BA-C41FFDB4D10C}"/>
              </a:ext>
            </a:extLst>
          </p:cNvPr>
          <p:cNvSpPr>
            <a:spLocks noGrp="1"/>
          </p:cNvSpPr>
          <p:nvPr/>
        </p:nvSpPr>
        <p:spPr>
          <a:xfrm>
            <a:off x="19827346" y="321449"/>
            <a:ext cx="295208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13</a:t>
            </a:r>
          </a:p>
        </p:txBody>
      </p:sp>
    </p:spTree>
    <p:extLst>
      <p:ext uri="{BB962C8B-B14F-4D97-AF65-F5344CB8AC3E}">
        <p14:creationId xmlns:p14="http://schemas.microsoft.com/office/powerpoint/2010/main" val="783390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Square">
            <a:extLst>
              <a:ext uri="{FF2B5EF4-FFF2-40B4-BE49-F238E27FC236}">
                <a16:creationId xmlns:a16="http://schemas.microsoft.com/office/drawing/2014/main" id="{335D9384-F9E9-4417-A708-E071BAD4E280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6" name="Square">
            <a:extLst>
              <a:ext uri="{FF2B5EF4-FFF2-40B4-BE49-F238E27FC236}">
                <a16:creationId xmlns:a16="http://schemas.microsoft.com/office/drawing/2014/main" id="{0B35D698-BC27-4496-9FA7-8FA597E51451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7" name="Square">
            <a:extLst>
              <a:ext uri="{FF2B5EF4-FFF2-40B4-BE49-F238E27FC236}">
                <a16:creationId xmlns:a16="http://schemas.microsoft.com/office/drawing/2014/main" id="{556AA00E-CE89-46E1-AFFA-4CFB1DE92D7D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8" name="Square">
            <a:extLst>
              <a:ext uri="{FF2B5EF4-FFF2-40B4-BE49-F238E27FC236}">
                <a16:creationId xmlns:a16="http://schemas.microsoft.com/office/drawing/2014/main" id="{63543015-24D6-4F73-9583-1CDE3B2183F7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9" name="Square">
            <a:extLst>
              <a:ext uri="{FF2B5EF4-FFF2-40B4-BE49-F238E27FC236}">
                <a16:creationId xmlns:a16="http://schemas.microsoft.com/office/drawing/2014/main" id="{4E880010-61A1-4039-B061-735DCAC60077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0" name="Square">
            <a:extLst>
              <a:ext uri="{FF2B5EF4-FFF2-40B4-BE49-F238E27FC236}">
                <a16:creationId xmlns:a16="http://schemas.microsoft.com/office/drawing/2014/main" id="{A72D6DE2-B9A9-495C-B751-510371B1C2B3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1" name="Square">
            <a:extLst>
              <a:ext uri="{FF2B5EF4-FFF2-40B4-BE49-F238E27FC236}">
                <a16:creationId xmlns:a16="http://schemas.microsoft.com/office/drawing/2014/main" id="{66C71397-5446-4739-8570-471C4DA5F960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2" name="Square">
            <a:extLst>
              <a:ext uri="{FF2B5EF4-FFF2-40B4-BE49-F238E27FC236}">
                <a16:creationId xmlns:a16="http://schemas.microsoft.com/office/drawing/2014/main" id="{5DFDA00B-0146-4ABC-8025-22E5673E4510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3" name="Square">
            <a:extLst>
              <a:ext uri="{FF2B5EF4-FFF2-40B4-BE49-F238E27FC236}">
                <a16:creationId xmlns:a16="http://schemas.microsoft.com/office/drawing/2014/main" id="{34B16BA1-D035-4380-BD7E-E823EFAE0B10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4" name="Square">
            <a:extLst>
              <a:ext uri="{FF2B5EF4-FFF2-40B4-BE49-F238E27FC236}">
                <a16:creationId xmlns:a16="http://schemas.microsoft.com/office/drawing/2014/main" id="{4F3DD9E2-1FF1-4C3C-A15E-E10A08EE20B0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5" name="Square">
            <a:extLst>
              <a:ext uri="{FF2B5EF4-FFF2-40B4-BE49-F238E27FC236}">
                <a16:creationId xmlns:a16="http://schemas.microsoft.com/office/drawing/2014/main" id="{B9D15686-1CA7-4002-B967-FD35B72C8583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6" name="Square">
            <a:extLst>
              <a:ext uri="{FF2B5EF4-FFF2-40B4-BE49-F238E27FC236}">
                <a16:creationId xmlns:a16="http://schemas.microsoft.com/office/drawing/2014/main" id="{06E9AE63-D788-417A-90F5-038A902B197B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7" name="Square">
            <a:extLst>
              <a:ext uri="{FF2B5EF4-FFF2-40B4-BE49-F238E27FC236}">
                <a16:creationId xmlns:a16="http://schemas.microsoft.com/office/drawing/2014/main" id="{A1C7FFD2-8CEB-490D-93B9-4499BD670C30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8" name="Square">
            <a:extLst>
              <a:ext uri="{FF2B5EF4-FFF2-40B4-BE49-F238E27FC236}">
                <a16:creationId xmlns:a16="http://schemas.microsoft.com/office/drawing/2014/main" id="{B45EB650-6D2E-48B0-B453-B05CA9CD85D1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9" name="Square">
            <a:extLst>
              <a:ext uri="{FF2B5EF4-FFF2-40B4-BE49-F238E27FC236}">
                <a16:creationId xmlns:a16="http://schemas.microsoft.com/office/drawing/2014/main" id="{115A2E38-2293-4F70-B318-47E1FE4F035D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0" name="Square">
            <a:extLst>
              <a:ext uri="{FF2B5EF4-FFF2-40B4-BE49-F238E27FC236}">
                <a16:creationId xmlns:a16="http://schemas.microsoft.com/office/drawing/2014/main" id="{0FBDA9F0-B1CF-474C-BDA8-7503054EC84C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1" name="Square">
            <a:extLst>
              <a:ext uri="{FF2B5EF4-FFF2-40B4-BE49-F238E27FC236}">
                <a16:creationId xmlns:a16="http://schemas.microsoft.com/office/drawing/2014/main" id="{18E9C2F7-4BEA-4A1E-A535-D7F238C5CCE6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2" name="Square">
            <a:extLst>
              <a:ext uri="{FF2B5EF4-FFF2-40B4-BE49-F238E27FC236}">
                <a16:creationId xmlns:a16="http://schemas.microsoft.com/office/drawing/2014/main" id="{D8ADDE67-9946-423A-81FA-FE9A1C4EF486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3" name="Square">
            <a:extLst>
              <a:ext uri="{FF2B5EF4-FFF2-40B4-BE49-F238E27FC236}">
                <a16:creationId xmlns:a16="http://schemas.microsoft.com/office/drawing/2014/main" id="{6B01A683-96E4-48F0-8442-379CA2862FF0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4" name="Square">
            <a:extLst>
              <a:ext uri="{FF2B5EF4-FFF2-40B4-BE49-F238E27FC236}">
                <a16:creationId xmlns:a16="http://schemas.microsoft.com/office/drawing/2014/main" id="{30DF5C5E-1F31-4205-91A2-D10674E1B4AA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5" name="Square">
            <a:extLst>
              <a:ext uri="{FF2B5EF4-FFF2-40B4-BE49-F238E27FC236}">
                <a16:creationId xmlns:a16="http://schemas.microsoft.com/office/drawing/2014/main" id="{3042B88C-F780-49F9-868A-6C9CCBFC36D2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6" name="Square">
            <a:extLst>
              <a:ext uri="{FF2B5EF4-FFF2-40B4-BE49-F238E27FC236}">
                <a16:creationId xmlns:a16="http://schemas.microsoft.com/office/drawing/2014/main" id="{44546A6A-824F-49CE-B39C-09DD4B00655F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7" name="Square">
            <a:extLst>
              <a:ext uri="{FF2B5EF4-FFF2-40B4-BE49-F238E27FC236}">
                <a16:creationId xmlns:a16="http://schemas.microsoft.com/office/drawing/2014/main" id="{A6D5FE2E-2467-4CA8-AF69-B9D0F14DCB62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8" name="Square">
            <a:extLst>
              <a:ext uri="{FF2B5EF4-FFF2-40B4-BE49-F238E27FC236}">
                <a16:creationId xmlns:a16="http://schemas.microsoft.com/office/drawing/2014/main" id="{106F0EFB-8F45-443E-9B97-60C8D3E846FA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9" name="Square">
            <a:extLst>
              <a:ext uri="{FF2B5EF4-FFF2-40B4-BE49-F238E27FC236}">
                <a16:creationId xmlns:a16="http://schemas.microsoft.com/office/drawing/2014/main" id="{785E9881-2620-461E-8A5D-9EE59BE3EF7A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0" name="Square">
            <a:extLst>
              <a:ext uri="{FF2B5EF4-FFF2-40B4-BE49-F238E27FC236}">
                <a16:creationId xmlns:a16="http://schemas.microsoft.com/office/drawing/2014/main" id="{297CCF3F-C8BC-4B05-ADEB-E9E08E0ECFC7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1" name="Square">
            <a:extLst>
              <a:ext uri="{FF2B5EF4-FFF2-40B4-BE49-F238E27FC236}">
                <a16:creationId xmlns:a16="http://schemas.microsoft.com/office/drawing/2014/main" id="{3C488DCA-459E-4723-9EA9-51634EE401A9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2" name="Square">
            <a:extLst>
              <a:ext uri="{FF2B5EF4-FFF2-40B4-BE49-F238E27FC236}">
                <a16:creationId xmlns:a16="http://schemas.microsoft.com/office/drawing/2014/main" id="{03CECA74-9FB3-4E47-AEC5-19EB7C04E744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3" name="Square">
            <a:extLst>
              <a:ext uri="{FF2B5EF4-FFF2-40B4-BE49-F238E27FC236}">
                <a16:creationId xmlns:a16="http://schemas.microsoft.com/office/drawing/2014/main" id="{4E24943F-886C-404E-90C1-AE7A4FEA569F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4" name="Square">
            <a:extLst>
              <a:ext uri="{FF2B5EF4-FFF2-40B4-BE49-F238E27FC236}">
                <a16:creationId xmlns:a16="http://schemas.microsoft.com/office/drawing/2014/main" id="{A879D28F-F1A2-49BC-AF30-F57FF4A9039C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5" name="Square">
            <a:extLst>
              <a:ext uri="{FF2B5EF4-FFF2-40B4-BE49-F238E27FC236}">
                <a16:creationId xmlns:a16="http://schemas.microsoft.com/office/drawing/2014/main" id="{1F4ADE80-F427-46D7-94D7-1C139A6E3927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6" name="Square">
            <a:extLst>
              <a:ext uri="{FF2B5EF4-FFF2-40B4-BE49-F238E27FC236}">
                <a16:creationId xmlns:a16="http://schemas.microsoft.com/office/drawing/2014/main" id="{B9FB725A-94A3-4578-B163-CD402FFE918F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7" name="Square">
            <a:extLst>
              <a:ext uri="{FF2B5EF4-FFF2-40B4-BE49-F238E27FC236}">
                <a16:creationId xmlns:a16="http://schemas.microsoft.com/office/drawing/2014/main" id="{8C4DD2A3-218A-49F7-9477-F567235D9B2C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8" name="Square">
            <a:extLst>
              <a:ext uri="{FF2B5EF4-FFF2-40B4-BE49-F238E27FC236}">
                <a16:creationId xmlns:a16="http://schemas.microsoft.com/office/drawing/2014/main" id="{22D28CA9-5ACA-4565-A090-251495E2111B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9" name="Square">
            <a:extLst>
              <a:ext uri="{FF2B5EF4-FFF2-40B4-BE49-F238E27FC236}">
                <a16:creationId xmlns:a16="http://schemas.microsoft.com/office/drawing/2014/main" id="{232F5AC3-5549-4A6A-9E9F-444E54651C69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0" name="Square">
            <a:extLst>
              <a:ext uri="{FF2B5EF4-FFF2-40B4-BE49-F238E27FC236}">
                <a16:creationId xmlns:a16="http://schemas.microsoft.com/office/drawing/2014/main" id="{23AF5CD9-E45D-4C89-86EF-8585276C42FA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1" name="Square">
            <a:extLst>
              <a:ext uri="{FF2B5EF4-FFF2-40B4-BE49-F238E27FC236}">
                <a16:creationId xmlns:a16="http://schemas.microsoft.com/office/drawing/2014/main" id="{F017ED8B-A8D9-437F-B633-2C6D305139B3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2" name="Square">
            <a:extLst>
              <a:ext uri="{FF2B5EF4-FFF2-40B4-BE49-F238E27FC236}">
                <a16:creationId xmlns:a16="http://schemas.microsoft.com/office/drawing/2014/main" id="{9D9060FF-19F3-4107-A6B2-C442BEFB31CA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3" name="Square">
            <a:extLst>
              <a:ext uri="{FF2B5EF4-FFF2-40B4-BE49-F238E27FC236}">
                <a16:creationId xmlns:a16="http://schemas.microsoft.com/office/drawing/2014/main" id="{5B454020-BB9E-4D6D-AD40-0C8AC5B69707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4" name="Square">
            <a:extLst>
              <a:ext uri="{FF2B5EF4-FFF2-40B4-BE49-F238E27FC236}">
                <a16:creationId xmlns:a16="http://schemas.microsoft.com/office/drawing/2014/main" id="{C63C8B64-90DC-4375-9F15-AA34F73E924D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5" name="Square">
            <a:extLst>
              <a:ext uri="{FF2B5EF4-FFF2-40B4-BE49-F238E27FC236}">
                <a16:creationId xmlns:a16="http://schemas.microsoft.com/office/drawing/2014/main" id="{294BBAD1-82A3-422B-B078-52B8B460C43F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6" name="Square">
            <a:extLst>
              <a:ext uri="{FF2B5EF4-FFF2-40B4-BE49-F238E27FC236}">
                <a16:creationId xmlns:a16="http://schemas.microsoft.com/office/drawing/2014/main" id="{76F7EEC0-AD90-436B-8187-3D9AC3E7866B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7" name="Square">
            <a:extLst>
              <a:ext uri="{FF2B5EF4-FFF2-40B4-BE49-F238E27FC236}">
                <a16:creationId xmlns:a16="http://schemas.microsoft.com/office/drawing/2014/main" id="{1F04CE6E-C761-4706-951A-F56F31E25390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8" name="Square">
            <a:extLst>
              <a:ext uri="{FF2B5EF4-FFF2-40B4-BE49-F238E27FC236}">
                <a16:creationId xmlns:a16="http://schemas.microsoft.com/office/drawing/2014/main" id="{71738FED-6323-4F82-88E9-6CDE94669DF2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9" name="Square">
            <a:extLst>
              <a:ext uri="{FF2B5EF4-FFF2-40B4-BE49-F238E27FC236}">
                <a16:creationId xmlns:a16="http://schemas.microsoft.com/office/drawing/2014/main" id="{B6657D81-AB24-4332-8A86-08FB61F57E4C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0" name="Square">
            <a:extLst>
              <a:ext uri="{FF2B5EF4-FFF2-40B4-BE49-F238E27FC236}">
                <a16:creationId xmlns:a16="http://schemas.microsoft.com/office/drawing/2014/main" id="{D20CB5AE-23B6-486A-9D41-F266566F7F2B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1" name="Square">
            <a:extLst>
              <a:ext uri="{FF2B5EF4-FFF2-40B4-BE49-F238E27FC236}">
                <a16:creationId xmlns:a16="http://schemas.microsoft.com/office/drawing/2014/main" id="{C4647B62-8657-4022-9321-3FEBFB577D44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2" name="Square">
            <a:extLst>
              <a:ext uri="{FF2B5EF4-FFF2-40B4-BE49-F238E27FC236}">
                <a16:creationId xmlns:a16="http://schemas.microsoft.com/office/drawing/2014/main" id="{B6B3C04A-19F2-436B-AD13-0AAD619731F4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3" name="Square">
            <a:extLst>
              <a:ext uri="{FF2B5EF4-FFF2-40B4-BE49-F238E27FC236}">
                <a16:creationId xmlns:a16="http://schemas.microsoft.com/office/drawing/2014/main" id="{C6F6DD0B-31FD-416E-BE76-78FFE724FFD7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4" name="Square">
            <a:extLst>
              <a:ext uri="{FF2B5EF4-FFF2-40B4-BE49-F238E27FC236}">
                <a16:creationId xmlns:a16="http://schemas.microsoft.com/office/drawing/2014/main" id="{DB3BACC0-74C0-4531-84E5-4007803CF5F9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5" name="Group">
            <a:extLst>
              <a:ext uri="{FF2B5EF4-FFF2-40B4-BE49-F238E27FC236}">
                <a16:creationId xmlns:a16="http://schemas.microsoft.com/office/drawing/2014/main" id="{20DD7F84-6F5D-429B-A120-9FBE16D92A0D}"/>
              </a:ext>
            </a:extLst>
          </p:cNvPr>
          <p:cNvSpPr>
            <a:spLocks noGrp="1"/>
          </p:cNvSpPr>
          <p:nvPr/>
        </p:nvSpPr>
        <p:spPr>
          <a:xfrm>
            <a:off x="7174928" y="4845296"/>
            <a:ext cx="1953663" cy="1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6" name="Home">
            <a:extLst>
              <a:ext uri="{FF2B5EF4-FFF2-40B4-BE49-F238E27FC236}">
                <a16:creationId xmlns:a16="http://schemas.microsoft.com/office/drawing/2014/main" id="{5EE0EF50-E3E9-4EDB-9B67-97DF26D885B2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37" name="Line">
            <a:extLst>
              <a:ext uri="{FF2B5EF4-FFF2-40B4-BE49-F238E27FC236}">
                <a16:creationId xmlns:a16="http://schemas.microsoft.com/office/drawing/2014/main" id="{BBBC2302-6E6E-42DD-97BE-6D53B7AF8C6B}"/>
              </a:ext>
            </a:extLst>
          </p:cNvPr>
          <p:cNvSpPr>
            <a:spLocks noGrp="1"/>
          </p:cNvSpPr>
          <p:nvPr/>
        </p:nvSpPr>
        <p:spPr>
          <a:xfrm>
            <a:off x="4879439" y="9014407"/>
            <a:ext cx="4224645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38" name="Line">
            <a:extLst>
              <a:ext uri="{FF2B5EF4-FFF2-40B4-BE49-F238E27FC236}">
                <a16:creationId xmlns:a16="http://schemas.microsoft.com/office/drawing/2014/main" id="{1EE20BFB-0A0D-47D9-9D60-2E8DA840BA44}"/>
              </a:ext>
            </a:extLst>
          </p:cNvPr>
          <p:cNvSpPr>
            <a:spLocks noGrp="1"/>
          </p:cNvSpPr>
          <p:nvPr/>
        </p:nvSpPr>
        <p:spPr>
          <a:xfrm flipH="1">
            <a:off x="9014137" y="5442088"/>
            <a:ext cx="1" cy="369875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0" name="Rounded Rectangle">
            <a:extLst>
              <a:ext uri="{FF2B5EF4-FFF2-40B4-BE49-F238E27FC236}">
                <a16:creationId xmlns:a16="http://schemas.microsoft.com/office/drawing/2014/main" id="{3271E155-FC99-48A8-84B4-447AD039E155}"/>
              </a:ext>
            </a:extLst>
          </p:cNvPr>
          <p:cNvSpPr>
            <a:spLocks noGrp="1"/>
          </p:cNvSpPr>
          <p:nvPr/>
        </p:nvSpPr>
        <p:spPr>
          <a:xfrm>
            <a:off x="8326883" y="3790509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1" name="Rectangle">
            <a:extLst>
              <a:ext uri="{FF2B5EF4-FFF2-40B4-BE49-F238E27FC236}">
                <a16:creationId xmlns:a16="http://schemas.microsoft.com/office/drawing/2014/main" id="{540EB42E-0A07-4A1B-BD12-1D8C210D46A6}"/>
              </a:ext>
            </a:extLst>
          </p:cNvPr>
          <p:cNvSpPr>
            <a:spLocks noGrp="1"/>
          </p:cNvSpPr>
          <p:nvPr/>
        </p:nvSpPr>
        <p:spPr>
          <a:xfrm>
            <a:off x="8731629" y="5105793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2" name="Rectangle">
            <a:extLst>
              <a:ext uri="{FF2B5EF4-FFF2-40B4-BE49-F238E27FC236}">
                <a16:creationId xmlns:a16="http://schemas.microsoft.com/office/drawing/2014/main" id="{C89F455F-1038-4B10-9637-37E926B091C2}"/>
              </a:ext>
            </a:extLst>
          </p:cNvPr>
          <p:cNvSpPr>
            <a:spLocks noGrp="1"/>
          </p:cNvSpPr>
          <p:nvPr/>
        </p:nvSpPr>
        <p:spPr>
          <a:xfrm>
            <a:off x="9037343" y="5105793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3" name="Circle">
            <a:extLst>
              <a:ext uri="{FF2B5EF4-FFF2-40B4-BE49-F238E27FC236}">
                <a16:creationId xmlns:a16="http://schemas.microsoft.com/office/drawing/2014/main" id="{B1C4187B-4179-4842-9D03-EE4C0988B1AB}"/>
              </a:ext>
            </a:extLst>
          </p:cNvPr>
          <p:cNvSpPr>
            <a:spLocks noGrp="1"/>
          </p:cNvSpPr>
          <p:nvPr/>
        </p:nvSpPr>
        <p:spPr>
          <a:xfrm>
            <a:off x="8575649" y="3881732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4" name="Line">
            <a:extLst>
              <a:ext uri="{FF2B5EF4-FFF2-40B4-BE49-F238E27FC236}">
                <a16:creationId xmlns:a16="http://schemas.microsoft.com/office/drawing/2014/main" id="{45BF48D1-E7FE-4ACE-BFEF-27AF8143A24B}"/>
              </a:ext>
            </a:extLst>
          </p:cNvPr>
          <p:cNvSpPr>
            <a:spLocks noGrp="1"/>
          </p:cNvSpPr>
          <p:nvPr/>
        </p:nvSpPr>
        <p:spPr>
          <a:xfrm>
            <a:off x="8699700" y="4324294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5" name="Line">
            <a:extLst>
              <a:ext uri="{FF2B5EF4-FFF2-40B4-BE49-F238E27FC236}">
                <a16:creationId xmlns:a16="http://schemas.microsoft.com/office/drawing/2014/main" id="{87D7FCA6-87BB-4539-831A-C7207B79F051}"/>
              </a:ext>
            </a:extLst>
          </p:cNvPr>
          <p:cNvSpPr>
            <a:spLocks noGrp="1"/>
          </p:cNvSpPr>
          <p:nvPr/>
        </p:nvSpPr>
        <p:spPr>
          <a:xfrm flipV="1">
            <a:off x="9018211" y="4005783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48" name="Home">
            <a:extLst>
              <a:ext uri="{FF2B5EF4-FFF2-40B4-BE49-F238E27FC236}">
                <a16:creationId xmlns:a16="http://schemas.microsoft.com/office/drawing/2014/main" id="{291582A9-D944-4792-9541-F4A497EC8280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49" name="Line">
            <a:extLst>
              <a:ext uri="{FF2B5EF4-FFF2-40B4-BE49-F238E27FC236}">
                <a16:creationId xmlns:a16="http://schemas.microsoft.com/office/drawing/2014/main" id="{3F9B6820-B107-4CBE-AB14-7E5385F8B947}"/>
              </a:ext>
            </a:extLst>
          </p:cNvPr>
          <p:cNvSpPr>
            <a:spLocks noGrp="1"/>
          </p:cNvSpPr>
          <p:nvPr/>
        </p:nvSpPr>
        <p:spPr>
          <a:xfrm flipH="1" flipV="1">
            <a:off x="15529223" y="9014406"/>
            <a:ext cx="416905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0" name="Line">
            <a:extLst>
              <a:ext uri="{FF2B5EF4-FFF2-40B4-BE49-F238E27FC236}">
                <a16:creationId xmlns:a16="http://schemas.microsoft.com/office/drawing/2014/main" id="{C6A4D3A2-4451-4556-96E9-9C00DE9F1753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2" name="Line">
            <a:extLst>
              <a:ext uri="{FF2B5EF4-FFF2-40B4-BE49-F238E27FC236}">
                <a16:creationId xmlns:a16="http://schemas.microsoft.com/office/drawing/2014/main" id="{AA076A30-633D-4381-9CF2-2B97A09D7605}"/>
              </a:ext>
            </a:extLst>
          </p:cNvPr>
          <p:cNvSpPr>
            <a:spLocks noGrp="1"/>
          </p:cNvSpPr>
          <p:nvPr/>
        </p:nvSpPr>
        <p:spPr>
          <a:xfrm>
            <a:off x="19591074" y="3166711"/>
            <a:ext cx="1" cy="5443170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3" name="Home">
            <a:extLst>
              <a:ext uri="{FF2B5EF4-FFF2-40B4-BE49-F238E27FC236}">
                <a16:creationId xmlns:a16="http://schemas.microsoft.com/office/drawing/2014/main" id="{806D19E9-CC3C-4A25-921C-D255C12581E8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54" name="Rounded Rectangle">
            <a:extLst>
              <a:ext uri="{FF2B5EF4-FFF2-40B4-BE49-F238E27FC236}">
                <a16:creationId xmlns:a16="http://schemas.microsoft.com/office/drawing/2014/main" id="{4839F8EC-C350-4CB0-AD65-21312647DB9B}"/>
              </a:ext>
            </a:extLst>
          </p:cNvPr>
          <p:cNvSpPr>
            <a:spLocks noGrp="1"/>
          </p:cNvSpPr>
          <p:nvPr/>
        </p:nvSpPr>
        <p:spPr>
          <a:xfrm>
            <a:off x="18899745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5" name="Rectangle">
            <a:extLst>
              <a:ext uri="{FF2B5EF4-FFF2-40B4-BE49-F238E27FC236}">
                <a16:creationId xmlns:a16="http://schemas.microsoft.com/office/drawing/2014/main" id="{BA8C9B54-970A-4A2C-9455-96A4F72370A4}"/>
              </a:ext>
            </a:extLst>
          </p:cNvPr>
          <p:cNvSpPr>
            <a:spLocks noGrp="1"/>
          </p:cNvSpPr>
          <p:nvPr/>
        </p:nvSpPr>
        <p:spPr>
          <a:xfrm>
            <a:off x="19304491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6" name="Rectangle">
            <a:extLst>
              <a:ext uri="{FF2B5EF4-FFF2-40B4-BE49-F238E27FC236}">
                <a16:creationId xmlns:a16="http://schemas.microsoft.com/office/drawing/2014/main" id="{8376BA50-1B8D-4B8C-B4AA-0B671C6CE582}"/>
              </a:ext>
            </a:extLst>
          </p:cNvPr>
          <p:cNvSpPr>
            <a:spLocks noGrp="1"/>
          </p:cNvSpPr>
          <p:nvPr/>
        </p:nvSpPr>
        <p:spPr>
          <a:xfrm>
            <a:off x="19610205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7" name="Circle">
            <a:extLst>
              <a:ext uri="{FF2B5EF4-FFF2-40B4-BE49-F238E27FC236}">
                <a16:creationId xmlns:a16="http://schemas.microsoft.com/office/drawing/2014/main" id="{A61741B1-4699-4F13-B802-6FFACDCADCFA}"/>
              </a:ext>
            </a:extLst>
          </p:cNvPr>
          <p:cNvSpPr>
            <a:spLocks noGrp="1"/>
          </p:cNvSpPr>
          <p:nvPr/>
        </p:nvSpPr>
        <p:spPr>
          <a:xfrm>
            <a:off x="19148511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8" name="Line">
            <a:extLst>
              <a:ext uri="{FF2B5EF4-FFF2-40B4-BE49-F238E27FC236}">
                <a16:creationId xmlns:a16="http://schemas.microsoft.com/office/drawing/2014/main" id="{3599A7D0-2764-4AF0-871E-4F306FD646ED}"/>
              </a:ext>
            </a:extLst>
          </p:cNvPr>
          <p:cNvSpPr>
            <a:spLocks noGrp="1"/>
          </p:cNvSpPr>
          <p:nvPr/>
        </p:nvSpPr>
        <p:spPr>
          <a:xfrm>
            <a:off x="19272562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59" name="Line">
            <a:extLst>
              <a:ext uri="{FF2B5EF4-FFF2-40B4-BE49-F238E27FC236}">
                <a16:creationId xmlns:a16="http://schemas.microsoft.com/office/drawing/2014/main" id="{EAEA73CF-FBA9-40CD-A646-053E2BBDFC7A}"/>
              </a:ext>
            </a:extLst>
          </p:cNvPr>
          <p:cNvSpPr>
            <a:spLocks noGrp="1"/>
          </p:cNvSpPr>
          <p:nvPr/>
        </p:nvSpPr>
        <p:spPr>
          <a:xfrm flipV="1">
            <a:off x="19591073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2" name="Home">
            <a:extLst>
              <a:ext uri="{FF2B5EF4-FFF2-40B4-BE49-F238E27FC236}">
                <a16:creationId xmlns:a16="http://schemas.microsoft.com/office/drawing/2014/main" id="{9346C65A-D2A1-410B-A733-4B2623A6BDF3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63" name="Cost: 11">
            <a:extLst>
              <a:ext uri="{FF2B5EF4-FFF2-40B4-BE49-F238E27FC236}">
                <a16:creationId xmlns:a16="http://schemas.microsoft.com/office/drawing/2014/main" id="{FE6904A5-04DE-4EA8-A970-01083B00D8F5}"/>
              </a:ext>
            </a:extLst>
          </p:cNvPr>
          <p:cNvSpPr>
            <a:spLocks noGrp="1"/>
          </p:cNvSpPr>
          <p:nvPr/>
        </p:nvSpPr>
        <p:spPr>
          <a:xfrm>
            <a:off x="19855437" y="321449"/>
            <a:ext cx="289589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11</a:t>
            </a:r>
          </a:p>
        </p:txBody>
      </p:sp>
    </p:spTree>
    <p:extLst>
      <p:ext uri="{BB962C8B-B14F-4D97-AF65-F5344CB8AC3E}">
        <p14:creationId xmlns:p14="http://schemas.microsoft.com/office/powerpoint/2010/main" val="233591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Square">
            <a:extLst>
              <a:ext uri="{FF2B5EF4-FFF2-40B4-BE49-F238E27FC236}">
                <a16:creationId xmlns:a16="http://schemas.microsoft.com/office/drawing/2014/main" id="{0E746FBF-FD61-401B-8CCA-633A1037DEE2}"/>
              </a:ext>
            </a:extLst>
          </p:cNvPr>
          <p:cNvSpPr>
            <a:spLocks noGrp="1"/>
          </p:cNvSpPr>
          <p:nvPr/>
        </p:nvSpPr>
        <p:spPr>
          <a:xfrm>
            <a:off x="1608826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6" name="Square">
            <a:extLst>
              <a:ext uri="{FF2B5EF4-FFF2-40B4-BE49-F238E27FC236}">
                <a16:creationId xmlns:a16="http://schemas.microsoft.com/office/drawing/2014/main" id="{94B3F6DF-1E87-4D00-A48D-58AE3D9F60E9}"/>
              </a:ext>
            </a:extLst>
          </p:cNvPr>
          <p:cNvSpPr>
            <a:spLocks noGrp="1"/>
          </p:cNvSpPr>
          <p:nvPr/>
        </p:nvSpPr>
        <p:spPr>
          <a:xfrm>
            <a:off x="3721469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7" name="Square">
            <a:extLst>
              <a:ext uri="{FF2B5EF4-FFF2-40B4-BE49-F238E27FC236}">
                <a16:creationId xmlns:a16="http://schemas.microsoft.com/office/drawing/2014/main" id="{25ED4FE0-5F71-4252-B9AF-CF7ADFC2FC0D}"/>
              </a:ext>
            </a:extLst>
          </p:cNvPr>
          <p:cNvSpPr>
            <a:spLocks noGrp="1"/>
          </p:cNvSpPr>
          <p:nvPr/>
        </p:nvSpPr>
        <p:spPr>
          <a:xfrm>
            <a:off x="583893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8" name="Square">
            <a:extLst>
              <a:ext uri="{FF2B5EF4-FFF2-40B4-BE49-F238E27FC236}">
                <a16:creationId xmlns:a16="http://schemas.microsoft.com/office/drawing/2014/main" id="{73A93524-675A-4404-9743-12DF9B71CD51}"/>
              </a:ext>
            </a:extLst>
          </p:cNvPr>
          <p:cNvSpPr>
            <a:spLocks noGrp="1"/>
          </p:cNvSpPr>
          <p:nvPr/>
        </p:nvSpPr>
        <p:spPr>
          <a:xfrm>
            <a:off x="7951578" y="1478550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69" name="Square">
            <a:extLst>
              <a:ext uri="{FF2B5EF4-FFF2-40B4-BE49-F238E27FC236}">
                <a16:creationId xmlns:a16="http://schemas.microsoft.com/office/drawing/2014/main" id="{1299A880-249C-421D-860A-60A9C8506EF1}"/>
              </a:ext>
            </a:extLst>
          </p:cNvPr>
          <p:cNvSpPr>
            <a:spLocks noGrp="1"/>
          </p:cNvSpPr>
          <p:nvPr/>
        </p:nvSpPr>
        <p:spPr>
          <a:xfrm>
            <a:off x="10069045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0" name="Square">
            <a:extLst>
              <a:ext uri="{FF2B5EF4-FFF2-40B4-BE49-F238E27FC236}">
                <a16:creationId xmlns:a16="http://schemas.microsoft.com/office/drawing/2014/main" id="{1FD31129-A7FD-4EF1-A72F-A30D7908077C}"/>
              </a:ext>
            </a:extLst>
          </p:cNvPr>
          <p:cNvSpPr>
            <a:spLocks noGrp="1"/>
          </p:cNvSpPr>
          <p:nvPr/>
        </p:nvSpPr>
        <p:spPr>
          <a:xfrm>
            <a:off x="1218168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1" name="Square">
            <a:extLst>
              <a:ext uri="{FF2B5EF4-FFF2-40B4-BE49-F238E27FC236}">
                <a16:creationId xmlns:a16="http://schemas.microsoft.com/office/drawing/2014/main" id="{4C83B5D7-B57F-4686-A11B-D95DE1CC2D27}"/>
              </a:ext>
            </a:extLst>
          </p:cNvPr>
          <p:cNvSpPr>
            <a:spLocks noGrp="1"/>
          </p:cNvSpPr>
          <p:nvPr/>
        </p:nvSpPr>
        <p:spPr>
          <a:xfrm>
            <a:off x="14294332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2" name="Square">
            <a:extLst>
              <a:ext uri="{FF2B5EF4-FFF2-40B4-BE49-F238E27FC236}">
                <a16:creationId xmlns:a16="http://schemas.microsoft.com/office/drawing/2014/main" id="{337425C2-841B-4AEB-A902-88376DD1DB7A}"/>
              </a:ext>
            </a:extLst>
          </p:cNvPr>
          <p:cNvSpPr>
            <a:spLocks noGrp="1"/>
          </p:cNvSpPr>
          <p:nvPr/>
        </p:nvSpPr>
        <p:spPr>
          <a:xfrm>
            <a:off x="16411798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3" name="Square">
            <a:extLst>
              <a:ext uri="{FF2B5EF4-FFF2-40B4-BE49-F238E27FC236}">
                <a16:creationId xmlns:a16="http://schemas.microsoft.com/office/drawing/2014/main" id="{12C3E876-79EE-4E0D-837D-96975A9CDC84}"/>
              </a:ext>
            </a:extLst>
          </p:cNvPr>
          <p:cNvSpPr>
            <a:spLocks noGrp="1"/>
          </p:cNvSpPr>
          <p:nvPr/>
        </p:nvSpPr>
        <p:spPr>
          <a:xfrm>
            <a:off x="18524441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4" name="Square">
            <a:extLst>
              <a:ext uri="{FF2B5EF4-FFF2-40B4-BE49-F238E27FC236}">
                <a16:creationId xmlns:a16="http://schemas.microsoft.com/office/drawing/2014/main" id="{C537F729-B18C-44D3-A5E7-4008B6400493}"/>
              </a:ext>
            </a:extLst>
          </p:cNvPr>
          <p:cNvSpPr>
            <a:spLocks noGrp="1"/>
          </p:cNvSpPr>
          <p:nvPr/>
        </p:nvSpPr>
        <p:spPr>
          <a:xfrm>
            <a:off x="20641907" y="1478550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5" name="Square">
            <a:extLst>
              <a:ext uri="{FF2B5EF4-FFF2-40B4-BE49-F238E27FC236}">
                <a16:creationId xmlns:a16="http://schemas.microsoft.com/office/drawing/2014/main" id="{1F90A750-9130-482E-9BE3-24091311E88F}"/>
              </a:ext>
            </a:extLst>
          </p:cNvPr>
          <p:cNvSpPr>
            <a:spLocks noGrp="1"/>
          </p:cNvSpPr>
          <p:nvPr/>
        </p:nvSpPr>
        <p:spPr>
          <a:xfrm>
            <a:off x="1608826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6" name="Square">
            <a:extLst>
              <a:ext uri="{FF2B5EF4-FFF2-40B4-BE49-F238E27FC236}">
                <a16:creationId xmlns:a16="http://schemas.microsoft.com/office/drawing/2014/main" id="{6254C5A3-5CB6-49F0-AE47-9DF9CD1903C9}"/>
              </a:ext>
            </a:extLst>
          </p:cNvPr>
          <p:cNvSpPr>
            <a:spLocks noGrp="1"/>
          </p:cNvSpPr>
          <p:nvPr/>
        </p:nvSpPr>
        <p:spPr>
          <a:xfrm>
            <a:off x="3721470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7" name="Square">
            <a:extLst>
              <a:ext uri="{FF2B5EF4-FFF2-40B4-BE49-F238E27FC236}">
                <a16:creationId xmlns:a16="http://schemas.microsoft.com/office/drawing/2014/main" id="{C1E0AF86-BB2A-47CE-8315-16F2F5DDC5BD}"/>
              </a:ext>
            </a:extLst>
          </p:cNvPr>
          <p:cNvSpPr>
            <a:spLocks noGrp="1"/>
          </p:cNvSpPr>
          <p:nvPr/>
        </p:nvSpPr>
        <p:spPr>
          <a:xfrm>
            <a:off x="583893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8" name="Square">
            <a:extLst>
              <a:ext uri="{FF2B5EF4-FFF2-40B4-BE49-F238E27FC236}">
                <a16:creationId xmlns:a16="http://schemas.microsoft.com/office/drawing/2014/main" id="{604FB1B9-F5F8-40A8-A894-61CDD4B2279F}"/>
              </a:ext>
            </a:extLst>
          </p:cNvPr>
          <p:cNvSpPr>
            <a:spLocks noGrp="1"/>
          </p:cNvSpPr>
          <p:nvPr/>
        </p:nvSpPr>
        <p:spPr>
          <a:xfrm>
            <a:off x="7951578" y="3634958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9" name="Square">
            <a:extLst>
              <a:ext uri="{FF2B5EF4-FFF2-40B4-BE49-F238E27FC236}">
                <a16:creationId xmlns:a16="http://schemas.microsoft.com/office/drawing/2014/main" id="{23C0D38A-16A8-4B63-B41F-EA80AF85A167}"/>
              </a:ext>
            </a:extLst>
          </p:cNvPr>
          <p:cNvSpPr>
            <a:spLocks noGrp="1"/>
          </p:cNvSpPr>
          <p:nvPr/>
        </p:nvSpPr>
        <p:spPr>
          <a:xfrm>
            <a:off x="10069045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0" name="Square">
            <a:extLst>
              <a:ext uri="{FF2B5EF4-FFF2-40B4-BE49-F238E27FC236}">
                <a16:creationId xmlns:a16="http://schemas.microsoft.com/office/drawing/2014/main" id="{20A5EE23-2603-4EDF-B737-178FE6FE7BBA}"/>
              </a:ext>
            </a:extLst>
          </p:cNvPr>
          <p:cNvSpPr>
            <a:spLocks noGrp="1"/>
          </p:cNvSpPr>
          <p:nvPr/>
        </p:nvSpPr>
        <p:spPr>
          <a:xfrm>
            <a:off x="1218168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1" name="Square">
            <a:extLst>
              <a:ext uri="{FF2B5EF4-FFF2-40B4-BE49-F238E27FC236}">
                <a16:creationId xmlns:a16="http://schemas.microsoft.com/office/drawing/2014/main" id="{8AA48D60-2BA5-49F9-A4CF-A81292EE5B0A}"/>
              </a:ext>
            </a:extLst>
          </p:cNvPr>
          <p:cNvSpPr>
            <a:spLocks noGrp="1"/>
          </p:cNvSpPr>
          <p:nvPr/>
        </p:nvSpPr>
        <p:spPr>
          <a:xfrm>
            <a:off x="14294332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2" name="Square">
            <a:extLst>
              <a:ext uri="{FF2B5EF4-FFF2-40B4-BE49-F238E27FC236}">
                <a16:creationId xmlns:a16="http://schemas.microsoft.com/office/drawing/2014/main" id="{55DC4844-89CE-4070-9389-EAB85F64FF7C}"/>
              </a:ext>
            </a:extLst>
          </p:cNvPr>
          <p:cNvSpPr>
            <a:spLocks noGrp="1"/>
          </p:cNvSpPr>
          <p:nvPr/>
        </p:nvSpPr>
        <p:spPr>
          <a:xfrm>
            <a:off x="16411798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3" name="Square">
            <a:extLst>
              <a:ext uri="{FF2B5EF4-FFF2-40B4-BE49-F238E27FC236}">
                <a16:creationId xmlns:a16="http://schemas.microsoft.com/office/drawing/2014/main" id="{3C551FAA-B2D8-45E6-BCC7-C515A76EDA2E}"/>
              </a:ext>
            </a:extLst>
          </p:cNvPr>
          <p:cNvSpPr>
            <a:spLocks noGrp="1"/>
          </p:cNvSpPr>
          <p:nvPr/>
        </p:nvSpPr>
        <p:spPr>
          <a:xfrm>
            <a:off x="18524441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4" name="Square">
            <a:extLst>
              <a:ext uri="{FF2B5EF4-FFF2-40B4-BE49-F238E27FC236}">
                <a16:creationId xmlns:a16="http://schemas.microsoft.com/office/drawing/2014/main" id="{1E44932E-2212-485B-8453-A064BC3B59E1}"/>
              </a:ext>
            </a:extLst>
          </p:cNvPr>
          <p:cNvSpPr>
            <a:spLocks noGrp="1"/>
          </p:cNvSpPr>
          <p:nvPr/>
        </p:nvSpPr>
        <p:spPr>
          <a:xfrm>
            <a:off x="20641907" y="3634958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5" name="Square">
            <a:extLst>
              <a:ext uri="{FF2B5EF4-FFF2-40B4-BE49-F238E27FC236}">
                <a16:creationId xmlns:a16="http://schemas.microsoft.com/office/drawing/2014/main" id="{127B993A-C550-42D4-AF60-D43F88A42A4D}"/>
              </a:ext>
            </a:extLst>
          </p:cNvPr>
          <p:cNvSpPr>
            <a:spLocks noGrp="1"/>
          </p:cNvSpPr>
          <p:nvPr/>
        </p:nvSpPr>
        <p:spPr>
          <a:xfrm>
            <a:off x="1608826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6" name="Square">
            <a:extLst>
              <a:ext uri="{FF2B5EF4-FFF2-40B4-BE49-F238E27FC236}">
                <a16:creationId xmlns:a16="http://schemas.microsoft.com/office/drawing/2014/main" id="{7A48A1B9-FB7B-4104-BFEE-67771FE8AEC2}"/>
              </a:ext>
            </a:extLst>
          </p:cNvPr>
          <p:cNvSpPr>
            <a:spLocks noGrp="1"/>
          </p:cNvSpPr>
          <p:nvPr/>
        </p:nvSpPr>
        <p:spPr>
          <a:xfrm>
            <a:off x="3721470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7" name="Square">
            <a:extLst>
              <a:ext uri="{FF2B5EF4-FFF2-40B4-BE49-F238E27FC236}">
                <a16:creationId xmlns:a16="http://schemas.microsoft.com/office/drawing/2014/main" id="{220117D3-0148-4098-B3BF-B6286095C677}"/>
              </a:ext>
            </a:extLst>
          </p:cNvPr>
          <p:cNvSpPr>
            <a:spLocks noGrp="1"/>
          </p:cNvSpPr>
          <p:nvPr/>
        </p:nvSpPr>
        <p:spPr>
          <a:xfrm>
            <a:off x="583893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8" name="Square">
            <a:extLst>
              <a:ext uri="{FF2B5EF4-FFF2-40B4-BE49-F238E27FC236}">
                <a16:creationId xmlns:a16="http://schemas.microsoft.com/office/drawing/2014/main" id="{7A1D082F-75CE-4D08-93E2-974487E95978}"/>
              </a:ext>
            </a:extLst>
          </p:cNvPr>
          <p:cNvSpPr>
            <a:spLocks noGrp="1"/>
          </p:cNvSpPr>
          <p:nvPr/>
        </p:nvSpPr>
        <p:spPr>
          <a:xfrm>
            <a:off x="7951578" y="5791367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9" name="Square">
            <a:extLst>
              <a:ext uri="{FF2B5EF4-FFF2-40B4-BE49-F238E27FC236}">
                <a16:creationId xmlns:a16="http://schemas.microsoft.com/office/drawing/2014/main" id="{F6CFA7A3-B578-4CB4-A532-420900E078C3}"/>
              </a:ext>
            </a:extLst>
          </p:cNvPr>
          <p:cNvSpPr>
            <a:spLocks noGrp="1"/>
          </p:cNvSpPr>
          <p:nvPr/>
        </p:nvSpPr>
        <p:spPr>
          <a:xfrm>
            <a:off x="10069045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0" name="Square">
            <a:extLst>
              <a:ext uri="{FF2B5EF4-FFF2-40B4-BE49-F238E27FC236}">
                <a16:creationId xmlns:a16="http://schemas.microsoft.com/office/drawing/2014/main" id="{F103DF07-A0A1-447E-8762-7B3114129F4E}"/>
              </a:ext>
            </a:extLst>
          </p:cNvPr>
          <p:cNvSpPr>
            <a:spLocks noGrp="1"/>
          </p:cNvSpPr>
          <p:nvPr/>
        </p:nvSpPr>
        <p:spPr>
          <a:xfrm>
            <a:off x="1218168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1" name="Square">
            <a:extLst>
              <a:ext uri="{FF2B5EF4-FFF2-40B4-BE49-F238E27FC236}">
                <a16:creationId xmlns:a16="http://schemas.microsoft.com/office/drawing/2014/main" id="{25A078CB-02C4-4953-A466-B87347205874}"/>
              </a:ext>
            </a:extLst>
          </p:cNvPr>
          <p:cNvSpPr>
            <a:spLocks noGrp="1"/>
          </p:cNvSpPr>
          <p:nvPr/>
        </p:nvSpPr>
        <p:spPr>
          <a:xfrm>
            <a:off x="14294332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2" name="Square">
            <a:extLst>
              <a:ext uri="{FF2B5EF4-FFF2-40B4-BE49-F238E27FC236}">
                <a16:creationId xmlns:a16="http://schemas.microsoft.com/office/drawing/2014/main" id="{10ABF25F-F688-456A-9B91-E6BE943EDBF4}"/>
              </a:ext>
            </a:extLst>
          </p:cNvPr>
          <p:cNvSpPr>
            <a:spLocks noGrp="1"/>
          </p:cNvSpPr>
          <p:nvPr/>
        </p:nvSpPr>
        <p:spPr>
          <a:xfrm>
            <a:off x="16411798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3" name="Square">
            <a:extLst>
              <a:ext uri="{FF2B5EF4-FFF2-40B4-BE49-F238E27FC236}">
                <a16:creationId xmlns:a16="http://schemas.microsoft.com/office/drawing/2014/main" id="{65A85A4B-63DF-47FA-9CEB-D587D597508C}"/>
              </a:ext>
            </a:extLst>
          </p:cNvPr>
          <p:cNvSpPr>
            <a:spLocks noGrp="1"/>
          </p:cNvSpPr>
          <p:nvPr/>
        </p:nvSpPr>
        <p:spPr>
          <a:xfrm>
            <a:off x="18524441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4" name="Square">
            <a:extLst>
              <a:ext uri="{FF2B5EF4-FFF2-40B4-BE49-F238E27FC236}">
                <a16:creationId xmlns:a16="http://schemas.microsoft.com/office/drawing/2014/main" id="{348AA3D4-D1BA-417A-9B1C-E7D3846075A7}"/>
              </a:ext>
            </a:extLst>
          </p:cNvPr>
          <p:cNvSpPr>
            <a:spLocks noGrp="1"/>
          </p:cNvSpPr>
          <p:nvPr/>
        </p:nvSpPr>
        <p:spPr>
          <a:xfrm>
            <a:off x="20641907" y="5791367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5" name="Square">
            <a:extLst>
              <a:ext uri="{FF2B5EF4-FFF2-40B4-BE49-F238E27FC236}">
                <a16:creationId xmlns:a16="http://schemas.microsoft.com/office/drawing/2014/main" id="{3587EE74-63E2-465D-9D4E-4B72B6839F8D}"/>
              </a:ext>
            </a:extLst>
          </p:cNvPr>
          <p:cNvSpPr>
            <a:spLocks noGrp="1"/>
          </p:cNvSpPr>
          <p:nvPr/>
        </p:nvSpPr>
        <p:spPr>
          <a:xfrm>
            <a:off x="160882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6" name="Square">
            <a:extLst>
              <a:ext uri="{FF2B5EF4-FFF2-40B4-BE49-F238E27FC236}">
                <a16:creationId xmlns:a16="http://schemas.microsoft.com/office/drawing/2014/main" id="{94B9383F-1FB7-4F76-81CE-EDE1BA2A2652}"/>
              </a:ext>
            </a:extLst>
          </p:cNvPr>
          <p:cNvSpPr>
            <a:spLocks noGrp="1"/>
          </p:cNvSpPr>
          <p:nvPr/>
        </p:nvSpPr>
        <p:spPr>
          <a:xfrm>
            <a:off x="3721470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7" name="Square">
            <a:extLst>
              <a:ext uri="{FF2B5EF4-FFF2-40B4-BE49-F238E27FC236}">
                <a16:creationId xmlns:a16="http://schemas.microsoft.com/office/drawing/2014/main" id="{18ABD396-7D15-468B-BA24-48B4EB10A7F3}"/>
              </a:ext>
            </a:extLst>
          </p:cNvPr>
          <p:cNvSpPr>
            <a:spLocks noGrp="1"/>
          </p:cNvSpPr>
          <p:nvPr/>
        </p:nvSpPr>
        <p:spPr>
          <a:xfrm>
            <a:off x="583893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8" name="Square">
            <a:extLst>
              <a:ext uri="{FF2B5EF4-FFF2-40B4-BE49-F238E27FC236}">
                <a16:creationId xmlns:a16="http://schemas.microsoft.com/office/drawing/2014/main" id="{AB996E8D-5BC1-4064-86C1-3492B55A0A3D}"/>
              </a:ext>
            </a:extLst>
          </p:cNvPr>
          <p:cNvSpPr>
            <a:spLocks noGrp="1"/>
          </p:cNvSpPr>
          <p:nvPr/>
        </p:nvSpPr>
        <p:spPr>
          <a:xfrm>
            <a:off x="795157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99" name="Square">
            <a:extLst>
              <a:ext uri="{FF2B5EF4-FFF2-40B4-BE49-F238E27FC236}">
                <a16:creationId xmlns:a16="http://schemas.microsoft.com/office/drawing/2014/main" id="{AF7FF25D-4EAD-4897-B5A5-AFF5179D1247}"/>
              </a:ext>
            </a:extLst>
          </p:cNvPr>
          <p:cNvSpPr>
            <a:spLocks noGrp="1"/>
          </p:cNvSpPr>
          <p:nvPr/>
        </p:nvSpPr>
        <p:spPr>
          <a:xfrm>
            <a:off x="10069045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0" name="Square">
            <a:extLst>
              <a:ext uri="{FF2B5EF4-FFF2-40B4-BE49-F238E27FC236}">
                <a16:creationId xmlns:a16="http://schemas.microsoft.com/office/drawing/2014/main" id="{4C22F7FD-0091-45AD-B956-C9A6D3A8109A}"/>
              </a:ext>
            </a:extLst>
          </p:cNvPr>
          <p:cNvSpPr>
            <a:spLocks noGrp="1"/>
          </p:cNvSpPr>
          <p:nvPr/>
        </p:nvSpPr>
        <p:spPr>
          <a:xfrm>
            <a:off x="12181689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1" name="Square">
            <a:extLst>
              <a:ext uri="{FF2B5EF4-FFF2-40B4-BE49-F238E27FC236}">
                <a16:creationId xmlns:a16="http://schemas.microsoft.com/office/drawing/2014/main" id="{3F860C25-B365-464B-942F-4D0B3614140C}"/>
              </a:ext>
            </a:extLst>
          </p:cNvPr>
          <p:cNvSpPr>
            <a:spLocks noGrp="1"/>
          </p:cNvSpPr>
          <p:nvPr/>
        </p:nvSpPr>
        <p:spPr>
          <a:xfrm>
            <a:off x="14294332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2" name="Square">
            <a:extLst>
              <a:ext uri="{FF2B5EF4-FFF2-40B4-BE49-F238E27FC236}">
                <a16:creationId xmlns:a16="http://schemas.microsoft.com/office/drawing/2014/main" id="{4AD7703C-2165-4BF2-96EB-298A0BFFA9D8}"/>
              </a:ext>
            </a:extLst>
          </p:cNvPr>
          <p:cNvSpPr>
            <a:spLocks noGrp="1"/>
          </p:cNvSpPr>
          <p:nvPr/>
        </p:nvSpPr>
        <p:spPr>
          <a:xfrm>
            <a:off x="16411798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3" name="Square">
            <a:extLst>
              <a:ext uri="{FF2B5EF4-FFF2-40B4-BE49-F238E27FC236}">
                <a16:creationId xmlns:a16="http://schemas.microsoft.com/office/drawing/2014/main" id="{7CA94D33-27C9-4E02-A9A3-52A5A2BB0DAA}"/>
              </a:ext>
            </a:extLst>
          </p:cNvPr>
          <p:cNvSpPr>
            <a:spLocks noGrp="1"/>
          </p:cNvSpPr>
          <p:nvPr/>
        </p:nvSpPr>
        <p:spPr>
          <a:xfrm>
            <a:off x="18524441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4" name="Square">
            <a:extLst>
              <a:ext uri="{FF2B5EF4-FFF2-40B4-BE49-F238E27FC236}">
                <a16:creationId xmlns:a16="http://schemas.microsoft.com/office/drawing/2014/main" id="{02E8671C-664D-4B53-BAD4-F56CC3AEE628}"/>
              </a:ext>
            </a:extLst>
          </p:cNvPr>
          <p:cNvSpPr>
            <a:spLocks noGrp="1"/>
          </p:cNvSpPr>
          <p:nvPr/>
        </p:nvSpPr>
        <p:spPr>
          <a:xfrm>
            <a:off x="20641907" y="7947775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5" name="Square">
            <a:extLst>
              <a:ext uri="{FF2B5EF4-FFF2-40B4-BE49-F238E27FC236}">
                <a16:creationId xmlns:a16="http://schemas.microsoft.com/office/drawing/2014/main" id="{B626D151-7E36-4686-9F00-7C336CA76A81}"/>
              </a:ext>
            </a:extLst>
          </p:cNvPr>
          <p:cNvSpPr>
            <a:spLocks noGrp="1"/>
          </p:cNvSpPr>
          <p:nvPr/>
        </p:nvSpPr>
        <p:spPr>
          <a:xfrm>
            <a:off x="1608826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6" name="Square">
            <a:extLst>
              <a:ext uri="{FF2B5EF4-FFF2-40B4-BE49-F238E27FC236}">
                <a16:creationId xmlns:a16="http://schemas.microsoft.com/office/drawing/2014/main" id="{F58E03C3-A6DD-4F46-BAC8-F0F544F4F735}"/>
              </a:ext>
            </a:extLst>
          </p:cNvPr>
          <p:cNvSpPr>
            <a:spLocks noGrp="1"/>
          </p:cNvSpPr>
          <p:nvPr/>
        </p:nvSpPr>
        <p:spPr>
          <a:xfrm>
            <a:off x="3721470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7" name="Square">
            <a:extLst>
              <a:ext uri="{FF2B5EF4-FFF2-40B4-BE49-F238E27FC236}">
                <a16:creationId xmlns:a16="http://schemas.microsoft.com/office/drawing/2014/main" id="{01BDFCF0-1BBA-40EB-8C35-F5BF7644A483}"/>
              </a:ext>
            </a:extLst>
          </p:cNvPr>
          <p:cNvSpPr>
            <a:spLocks noGrp="1"/>
          </p:cNvSpPr>
          <p:nvPr/>
        </p:nvSpPr>
        <p:spPr>
          <a:xfrm>
            <a:off x="583893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8" name="Square">
            <a:extLst>
              <a:ext uri="{FF2B5EF4-FFF2-40B4-BE49-F238E27FC236}">
                <a16:creationId xmlns:a16="http://schemas.microsoft.com/office/drawing/2014/main" id="{B11CB014-10A2-428B-9AC2-78B76B18CE9A}"/>
              </a:ext>
            </a:extLst>
          </p:cNvPr>
          <p:cNvSpPr>
            <a:spLocks noGrp="1"/>
          </p:cNvSpPr>
          <p:nvPr/>
        </p:nvSpPr>
        <p:spPr>
          <a:xfrm>
            <a:off x="7951578" y="10104183"/>
            <a:ext cx="2133268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9" name="Square">
            <a:extLst>
              <a:ext uri="{FF2B5EF4-FFF2-40B4-BE49-F238E27FC236}">
                <a16:creationId xmlns:a16="http://schemas.microsoft.com/office/drawing/2014/main" id="{9100AE12-B032-44AB-A5A4-68FBF670B26F}"/>
              </a:ext>
            </a:extLst>
          </p:cNvPr>
          <p:cNvSpPr>
            <a:spLocks noGrp="1"/>
          </p:cNvSpPr>
          <p:nvPr/>
        </p:nvSpPr>
        <p:spPr>
          <a:xfrm>
            <a:off x="10069045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0" name="Square">
            <a:extLst>
              <a:ext uri="{FF2B5EF4-FFF2-40B4-BE49-F238E27FC236}">
                <a16:creationId xmlns:a16="http://schemas.microsoft.com/office/drawing/2014/main" id="{E628136A-C7CD-4897-80C8-A31B60126E29}"/>
              </a:ext>
            </a:extLst>
          </p:cNvPr>
          <p:cNvSpPr>
            <a:spLocks noGrp="1"/>
          </p:cNvSpPr>
          <p:nvPr/>
        </p:nvSpPr>
        <p:spPr>
          <a:xfrm>
            <a:off x="1218168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1" name="Square">
            <a:extLst>
              <a:ext uri="{FF2B5EF4-FFF2-40B4-BE49-F238E27FC236}">
                <a16:creationId xmlns:a16="http://schemas.microsoft.com/office/drawing/2014/main" id="{6D0C7431-2D03-4526-BC01-628F301869E8}"/>
              </a:ext>
            </a:extLst>
          </p:cNvPr>
          <p:cNvSpPr>
            <a:spLocks noGrp="1"/>
          </p:cNvSpPr>
          <p:nvPr/>
        </p:nvSpPr>
        <p:spPr>
          <a:xfrm>
            <a:off x="14294332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2" name="Square">
            <a:extLst>
              <a:ext uri="{FF2B5EF4-FFF2-40B4-BE49-F238E27FC236}">
                <a16:creationId xmlns:a16="http://schemas.microsoft.com/office/drawing/2014/main" id="{89660FD3-AB61-45E6-90A0-9F5706A4A7DC}"/>
              </a:ext>
            </a:extLst>
          </p:cNvPr>
          <p:cNvSpPr>
            <a:spLocks noGrp="1"/>
          </p:cNvSpPr>
          <p:nvPr/>
        </p:nvSpPr>
        <p:spPr>
          <a:xfrm>
            <a:off x="16411798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3" name="Square">
            <a:extLst>
              <a:ext uri="{FF2B5EF4-FFF2-40B4-BE49-F238E27FC236}">
                <a16:creationId xmlns:a16="http://schemas.microsoft.com/office/drawing/2014/main" id="{DCD07197-BBC6-4612-93E3-996CF834ECD1}"/>
              </a:ext>
            </a:extLst>
          </p:cNvPr>
          <p:cNvSpPr>
            <a:spLocks noGrp="1"/>
          </p:cNvSpPr>
          <p:nvPr/>
        </p:nvSpPr>
        <p:spPr>
          <a:xfrm>
            <a:off x="18524441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4" name="Square">
            <a:extLst>
              <a:ext uri="{FF2B5EF4-FFF2-40B4-BE49-F238E27FC236}">
                <a16:creationId xmlns:a16="http://schemas.microsoft.com/office/drawing/2014/main" id="{306531A0-27E3-4BAB-B379-7E5A28846E9A}"/>
              </a:ext>
            </a:extLst>
          </p:cNvPr>
          <p:cNvSpPr>
            <a:spLocks noGrp="1"/>
          </p:cNvSpPr>
          <p:nvPr/>
        </p:nvSpPr>
        <p:spPr>
          <a:xfrm>
            <a:off x="20641907" y="10104183"/>
            <a:ext cx="2133267" cy="2133267"/>
          </a:xfrm>
          <a:prstGeom prst="rect">
            <a:avLst/>
          </a:prstGeom>
          <a:solidFill>
            <a:srgbClr val="000000"/>
          </a:solidFill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5" name="Line">
            <a:extLst>
              <a:ext uri="{FF2B5EF4-FFF2-40B4-BE49-F238E27FC236}">
                <a16:creationId xmlns:a16="http://schemas.microsoft.com/office/drawing/2014/main" id="{74C05AC3-27CC-43F0-9904-5B3CD8BC8FED}"/>
              </a:ext>
            </a:extLst>
          </p:cNvPr>
          <p:cNvSpPr>
            <a:spLocks noGrp="1"/>
          </p:cNvSpPr>
          <p:nvPr/>
        </p:nvSpPr>
        <p:spPr>
          <a:xfrm>
            <a:off x="6905568" y="5338085"/>
            <a:ext cx="1" cy="1932661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6" name="Home">
            <a:extLst>
              <a:ext uri="{FF2B5EF4-FFF2-40B4-BE49-F238E27FC236}">
                <a16:creationId xmlns:a16="http://schemas.microsoft.com/office/drawing/2014/main" id="{E1C429FC-6EC6-4BE5-976D-B2D098FA7E06}"/>
              </a:ext>
            </a:extLst>
          </p:cNvPr>
          <p:cNvSpPr>
            <a:spLocks noGrp="1"/>
          </p:cNvSpPr>
          <p:nvPr/>
        </p:nvSpPr>
        <p:spPr>
          <a:xfrm>
            <a:off x="6249902" y="4114322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17" name="Line">
            <a:extLst>
              <a:ext uri="{FF2B5EF4-FFF2-40B4-BE49-F238E27FC236}">
                <a16:creationId xmlns:a16="http://schemas.microsoft.com/office/drawing/2014/main" id="{AE52F58D-97E7-4129-B24D-1B5F549CF932}"/>
              </a:ext>
            </a:extLst>
          </p:cNvPr>
          <p:cNvSpPr>
            <a:spLocks noGrp="1"/>
          </p:cNvSpPr>
          <p:nvPr/>
        </p:nvSpPr>
        <p:spPr>
          <a:xfrm>
            <a:off x="4879439" y="9014407"/>
            <a:ext cx="2188564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8" name="Line">
            <a:extLst>
              <a:ext uri="{FF2B5EF4-FFF2-40B4-BE49-F238E27FC236}">
                <a16:creationId xmlns:a16="http://schemas.microsoft.com/office/drawing/2014/main" id="{67ECC10B-2C8E-4346-9E6A-E728BB85E9E2}"/>
              </a:ext>
            </a:extLst>
          </p:cNvPr>
          <p:cNvSpPr>
            <a:spLocks noGrp="1"/>
          </p:cNvSpPr>
          <p:nvPr/>
        </p:nvSpPr>
        <p:spPr>
          <a:xfrm flipH="1">
            <a:off x="6945070" y="6791914"/>
            <a:ext cx="1" cy="2334069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0" name="Rounded Rectangle">
            <a:extLst>
              <a:ext uri="{FF2B5EF4-FFF2-40B4-BE49-F238E27FC236}">
                <a16:creationId xmlns:a16="http://schemas.microsoft.com/office/drawing/2014/main" id="{0ECDC5B6-8FBB-4009-BA57-04C1B2932FEA}"/>
              </a:ext>
            </a:extLst>
          </p:cNvPr>
          <p:cNvSpPr>
            <a:spLocks noGrp="1"/>
          </p:cNvSpPr>
          <p:nvPr/>
        </p:nvSpPr>
        <p:spPr>
          <a:xfrm>
            <a:off x="6214239" y="5946918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1" name="Rectangle">
            <a:extLst>
              <a:ext uri="{FF2B5EF4-FFF2-40B4-BE49-F238E27FC236}">
                <a16:creationId xmlns:a16="http://schemas.microsoft.com/office/drawing/2014/main" id="{25D4C4D4-0081-486D-BD2B-AD3AC7DC38B3}"/>
              </a:ext>
            </a:extLst>
          </p:cNvPr>
          <p:cNvSpPr>
            <a:spLocks noGrp="1"/>
          </p:cNvSpPr>
          <p:nvPr/>
        </p:nvSpPr>
        <p:spPr>
          <a:xfrm>
            <a:off x="6618985" y="7262202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2" name="Rectangle">
            <a:extLst>
              <a:ext uri="{FF2B5EF4-FFF2-40B4-BE49-F238E27FC236}">
                <a16:creationId xmlns:a16="http://schemas.microsoft.com/office/drawing/2014/main" id="{9B46818E-11FF-485B-88AA-867E8D4538C6}"/>
              </a:ext>
            </a:extLst>
          </p:cNvPr>
          <p:cNvSpPr>
            <a:spLocks noGrp="1"/>
          </p:cNvSpPr>
          <p:nvPr/>
        </p:nvSpPr>
        <p:spPr>
          <a:xfrm>
            <a:off x="6924699" y="7262202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3" name="Circle">
            <a:extLst>
              <a:ext uri="{FF2B5EF4-FFF2-40B4-BE49-F238E27FC236}">
                <a16:creationId xmlns:a16="http://schemas.microsoft.com/office/drawing/2014/main" id="{850B8CA0-42EF-4801-B1A3-EE5E149797FE}"/>
              </a:ext>
            </a:extLst>
          </p:cNvPr>
          <p:cNvSpPr>
            <a:spLocks noGrp="1"/>
          </p:cNvSpPr>
          <p:nvPr/>
        </p:nvSpPr>
        <p:spPr>
          <a:xfrm>
            <a:off x="6463005" y="6038141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4" name="Line">
            <a:extLst>
              <a:ext uri="{FF2B5EF4-FFF2-40B4-BE49-F238E27FC236}">
                <a16:creationId xmlns:a16="http://schemas.microsoft.com/office/drawing/2014/main" id="{1B2F497A-2250-4FBF-841E-619098E182D8}"/>
              </a:ext>
            </a:extLst>
          </p:cNvPr>
          <p:cNvSpPr>
            <a:spLocks noGrp="1"/>
          </p:cNvSpPr>
          <p:nvPr/>
        </p:nvSpPr>
        <p:spPr>
          <a:xfrm>
            <a:off x="6587056" y="6480703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5" name="Line">
            <a:extLst>
              <a:ext uri="{FF2B5EF4-FFF2-40B4-BE49-F238E27FC236}">
                <a16:creationId xmlns:a16="http://schemas.microsoft.com/office/drawing/2014/main" id="{D47B1684-05E1-40E3-B733-3EC9E27B0A20}"/>
              </a:ext>
            </a:extLst>
          </p:cNvPr>
          <p:cNvSpPr>
            <a:spLocks noGrp="1"/>
          </p:cNvSpPr>
          <p:nvPr/>
        </p:nvSpPr>
        <p:spPr>
          <a:xfrm flipV="1">
            <a:off x="6905567" y="6162192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8" name="Home">
            <a:extLst>
              <a:ext uri="{FF2B5EF4-FFF2-40B4-BE49-F238E27FC236}">
                <a16:creationId xmlns:a16="http://schemas.microsoft.com/office/drawing/2014/main" id="{77F659CE-2B84-41E3-B2C5-E4F3736DD36A}"/>
              </a:ext>
            </a:extLst>
          </p:cNvPr>
          <p:cNvSpPr>
            <a:spLocks noGrp="1"/>
          </p:cNvSpPr>
          <p:nvPr/>
        </p:nvSpPr>
        <p:spPr>
          <a:xfrm>
            <a:off x="4132437" y="8427138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29" name="Line">
            <a:extLst>
              <a:ext uri="{FF2B5EF4-FFF2-40B4-BE49-F238E27FC236}">
                <a16:creationId xmlns:a16="http://schemas.microsoft.com/office/drawing/2014/main" id="{6D2C8D6F-7929-46DA-A596-8596E151B334}"/>
              </a:ext>
            </a:extLst>
          </p:cNvPr>
          <p:cNvSpPr>
            <a:spLocks noGrp="1"/>
          </p:cNvSpPr>
          <p:nvPr/>
        </p:nvSpPr>
        <p:spPr>
          <a:xfrm flipH="1" flipV="1">
            <a:off x="15529223" y="9014406"/>
            <a:ext cx="4169050" cy="1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0" name="Line">
            <a:extLst>
              <a:ext uri="{FF2B5EF4-FFF2-40B4-BE49-F238E27FC236}">
                <a16:creationId xmlns:a16="http://schemas.microsoft.com/office/drawing/2014/main" id="{183AF28B-3AF0-4E51-A5DB-BDA176B40332}"/>
              </a:ext>
            </a:extLst>
          </p:cNvPr>
          <p:cNvSpPr>
            <a:spLocks noGrp="1"/>
          </p:cNvSpPr>
          <p:nvPr/>
        </p:nvSpPr>
        <p:spPr>
          <a:xfrm flipH="1">
            <a:off x="15402223" y="8887407"/>
            <a:ext cx="2" cy="1932662"/>
          </a:xfrm>
          <a:prstGeom prst="line">
            <a:avLst/>
          </a:prstGeom>
          <a:noFill/>
          <a:ln w="2540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2" name="Line">
            <a:extLst>
              <a:ext uri="{FF2B5EF4-FFF2-40B4-BE49-F238E27FC236}">
                <a16:creationId xmlns:a16="http://schemas.microsoft.com/office/drawing/2014/main" id="{434D1747-7AFC-4A9A-8FA1-E64122BBA74F}"/>
              </a:ext>
            </a:extLst>
          </p:cNvPr>
          <p:cNvSpPr>
            <a:spLocks noGrp="1"/>
          </p:cNvSpPr>
          <p:nvPr/>
        </p:nvSpPr>
        <p:spPr>
          <a:xfrm>
            <a:off x="19591074" y="3166711"/>
            <a:ext cx="1" cy="5443170"/>
          </a:xfrm>
          <a:prstGeom prst="line">
            <a:avLst/>
          </a:prstGeom>
          <a:ln w="2540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3" name="Home">
            <a:extLst>
              <a:ext uri="{FF2B5EF4-FFF2-40B4-BE49-F238E27FC236}">
                <a16:creationId xmlns:a16="http://schemas.microsoft.com/office/drawing/2014/main" id="{68AA93A7-819A-43E3-BB88-CB90B746C56F}"/>
              </a:ext>
            </a:extLst>
          </p:cNvPr>
          <p:cNvSpPr>
            <a:spLocks noGrp="1"/>
          </p:cNvSpPr>
          <p:nvPr/>
        </p:nvSpPr>
        <p:spPr>
          <a:xfrm>
            <a:off x="18935408" y="1957914"/>
            <a:ext cx="1311333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34" name="Rounded Rectangle">
            <a:extLst>
              <a:ext uri="{FF2B5EF4-FFF2-40B4-BE49-F238E27FC236}">
                <a16:creationId xmlns:a16="http://schemas.microsoft.com/office/drawing/2014/main" id="{C7114295-98D8-4FF7-9C34-B600A360E84C}"/>
              </a:ext>
            </a:extLst>
          </p:cNvPr>
          <p:cNvSpPr>
            <a:spLocks noGrp="1"/>
          </p:cNvSpPr>
          <p:nvPr/>
        </p:nvSpPr>
        <p:spPr>
          <a:xfrm>
            <a:off x="18899745" y="8096867"/>
            <a:ext cx="1382660" cy="1822166"/>
          </a:xfrm>
          <a:prstGeom prst="roundRect">
            <a:avLst>
              <a:gd name="adj" fmla="val 717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5" name="Rectangle">
            <a:extLst>
              <a:ext uri="{FF2B5EF4-FFF2-40B4-BE49-F238E27FC236}">
                <a16:creationId xmlns:a16="http://schemas.microsoft.com/office/drawing/2014/main" id="{D18FF66A-11E7-4D69-8A58-1F82FB3ECCFD}"/>
              </a:ext>
            </a:extLst>
          </p:cNvPr>
          <p:cNvSpPr>
            <a:spLocks noGrp="1"/>
          </p:cNvSpPr>
          <p:nvPr/>
        </p:nvSpPr>
        <p:spPr>
          <a:xfrm>
            <a:off x="19304491" y="9412151"/>
            <a:ext cx="267453" cy="501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6" name="Rectangle">
            <a:extLst>
              <a:ext uri="{FF2B5EF4-FFF2-40B4-BE49-F238E27FC236}">
                <a16:creationId xmlns:a16="http://schemas.microsoft.com/office/drawing/2014/main" id="{56596B61-FAA0-4C5C-8058-B095FB614794}"/>
              </a:ext>
            </a:extLst>
          </p:cNvPr>
          <p:cNvSpPr>
            <a:spLocks noGrp="1"/>
          </p:cNvSpPr>
          <p:nvPr/>
        </p:nvSpPr>
        <p:spPr>
          <a:xfrm>
            <a:off x="19610205" y="9412151"/>
            <a:ext cx="267452" cy="492782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7" name="Circle">
            <a:extLst>
              <a:ext uri="{FF2B5EF4-FFF2-40B4-BE49-F238E27FC236}">
                <a16:creationId xmlns:a16="http://schemas.microsoft.com/office/drawing/2014/main" id="{111526E5-71D4-4A41-8AB4-BE3B49911EE9}"/>
              </a:ext>
            </a:extLst>
          </p:cNvPr>
          <p:cNvSpPr>
            <a:spLocks noGrp="1"/>
          </p:cNvSpPr>
          <p:nvPr/>
        </p:nvSpPr>
        <p:spPr>
          <a:xfrm>
            <a:off x="19148511" y="8188090"/>
            <a:ext cx="885127" cy="885127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8" name="Line">
            <a:extLst>
              <a:ext uri="{FF2B5EF4-FFF2-40B4-BE49-F238E27FC236}">
                <a16:creationId xmlns:a16="http://schemas.microsoft.com/office/drawing/2014/main" id="{07BA54BD-929C-4F04-80B9-0EAA43174A7E}"/>
              </a:ext>
            </a:extLst>
          </p:cNvPr>
          <p:cNvSpPr>
            <a:spLocks noGrp="1"/>
          </p:cNvSpPr>
          <p:nvPr/>
        </p:nvSpPr>
        <p:spPr>
          <a:xfrm>
            <a:off x="19272562" y="8630652"/>
            <a:ext cx="637025" cy="1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9" name="Line">
            <a:extLst>
              <a:ext uri="{FF2B5EF4-FFF2-40B4-BE49-F238E27FC236}">
                <a16:creationId xmlns:a16="http://schemas.microsoft.com/office/drawing/2014/main" id="{F48763FF-9AAF-4885-81DB-AA4AC6D76C61}"/>
              </a:ext>
            </a:extLst>
          </p:cNvPr>
          <p:cNvSpPr>
            <a:spLocks noGrp="1"/>
          </p:cNvSpPr>
          <p:nvPr/>
        </p:nvSpPr>
        <p:spPr>
          <a:xfrm flipV="1">
            <a:off x="19591073" y="8312141"/>
            <a:ext cx="1" cy="637025"/>
          </a:xfrm>
          <a:prstGeom prst="line">
            <a:avLst/>
          </a:prstGeom>
          <a:noFill/>
          <a:ln w="190500">
            <a:solidFill>
              <a:schemeClr val="accent5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2" name="Home">
            <a:extLst>
              <a:ext uri="{FF2B5EF4-FFF2-40B4-BE49-F238E27FC236}">
                <a16:creationId xmlns:a16="http://schemas.microsoft.com/office/drawing/2014/main" id="{0183C773-1AD2-4326-9DD0-13D2643013CB}"/>
              </a:ext>
            </a:extLst>
          </p:cNvPr>
          <p:cNvSpPr>
            <a:spLocks noGrp="1"/>
          </p:cNvSpPr>
          <p:nvPr/>
        </p:nvSpPr>
        <p:spPr>
          <a:xfrm>
            <a:off x="14705299" y="10583546"/>
            <a:ext cx="1311332" cy="117454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43" name="Cost: 9">
            <a:extLst>
              <a:ext uri="{FF2B5EF4-FFF2-40B4-BE49-F238E27FC236}">
                <a16:creationId xmlns:a16="http://schemas.microsoft.com/office/drawing/2014/main" id="{BBA8CFFE-BA29-48E4-A49A-19D5CBA4875F}"/>
              </a:ext>
            </a:extLst>
          </p:cNvPr>
          <p:cNvSpPr>
            <a:spLocks noGrp="1"/>
          </p:cNvSpPr>
          <p:nvPr/>
        </p:nvSpPr>
        <p:spPr>
          <a:xfrm>
            <a:off x="20039240" y="321449"/>
            <a:ext cx="2528293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Custo: 9</a:t>
            </a:r>
          </a:p>
        </p:txBody>
      </p:sp>
    </p:spTree>
    <p:extLst>
      <p:ext uri="{BB962C8B-B14F-4D97-AF65-F5344CB8AC3E}">
        <p14:creationId xmlns:p14="http://schemas.microsoft.com/office/powerpoint/2010/main" val="83955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Rectangle">
            <a:extLst>
              <a:ext uri="{FF2B5EF4-FFF2-40B4-BE49-F238E27FC236}">
                <a16:creationId xmlns:a16="http://schemas.microsoft.com/office/drawing/2014/main" id="{E533A280-23D8-4B33-8500-CA897E5EFB56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6" name="Rectangle">
            <a:extLst>
              <a:ext uri="{FF2B5EF4-FFF2-40B4-BE49-F238E27FC236}">
                <a16:creationId xmlns:a16="http://schemas.microsoft.com/office/drawing/2014/main" id="{59C96381-D27F-497F-9B79-60CFAE2C9BB3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7" name="Rectangle">
            <a:extLst>
              <a:ext uri="{FF2B5EF4-FFF2-40B4-BE49-F238E27FC236}">
                <a16:creationId xmlns:a16="http://schemas.microsoft.com/office/drawing/2014/main" id="{00F7BBB9-744A-492F-8989-1BF04D06F01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8" name="Rectangle">
            <a:extLst>
              <a:ext uri="{FF2B5EF4-FFF2-40B4-BE49-F238E27FC236}">
                <a16:creationId xmlns:a16="http://schemas.microsoft.com/office/drawing/2014/main" id="{E0057C64-C260-4780-9545-CAD7009D93C1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9" name="Rectangle">
            <a:extLst>
              <a:ext uri="{FF2B5EF4-FFF2-40B4-BE49-F238E27FC236}">
                <a16:creationId xmlns:a16="http://schemas.microsoft.com/office/drawing/2014/main" id="{DE3CAFB4-674C-44BF-AE22-8F2495695D85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0" name="Rectangle">
            <a:extLst>
              <a:ext uri="{FF2B5EF4-FFF2-40B4-BE49-F238E27FC236}">
                <a16:creationId xmlns:a16="http://schemas.microsoft.com/office/drawing/2014/main" id="{B3030BF7-6E73-4E8D-BF53-99FA109F78B7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1" name="Rectangle">
            <a:extLst>
              <a:ext uri="{FF2B5EF4-FFF2-40B4-BE49-F238E27FC236}">
                <a16:creationId xmlns:a16="http://schemas.microsoft.com/office/drawing/2014/main" id="{D9631900-B558-4E2E-B395-31A2C40E137B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2" name="Rectangle">
            <a:extLst>
              <a:ext uri="{FF2B5EF4-FFF2-40B4-BE49-F238E27FC236}">
                <a16:creationId xmlns:a16="http://schemas.microsoft.com/office/drawing/2014/main" id="{386B280D-9A39-4376-9CCF-8BBC14E5DEC9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3" name="Rectangle">
            <a:extLst>
              <a:ext uri="{FF2B5EF4-FFF2-40B4-BE49-F238E27FC236}">
                <a16:creationId xmlns:a16="http://schemas.microsoft.com/office/drawing/2014/main" id="{D032D401-A83B-4F7A-A1BC-8AAAE2E6E40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4" name="Rectangle">
            <a:extLst>
              <a:ext uri="{FF2B5EF4-FFF2-40B4-BE49-F238E27FC236}">
                <a16:creationId xmlns:a16="http://schemas.microsoft.com/office/drawing/2014/main" id="{34D78461-798A-4566-8240-DE7CF24AB6CB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5" name="Rectangle">
            <a:extLst>
              <a:ext uri="{FF2B5EF4-FFF2-40B4-BE49-F238E27FC236}">
                <a16:creationId xmlns:a16="http://schemas.microsoft.com/office/drawing/2014/main" id="{72EC744C-2BF3-404A-8263-B604263C470B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6" name="Rectangle">
            <a:extLst>
              <a:ext uri="{FF2B5EF4-FFF2-40B4-BE49-F238E27FC236}">
                <a16:creationId xmlns:a16="http://schemas.microsoft.com/office/drawing/2014/main" id="{90F8672D-30CB-4E3B-966A-BDFB46AD8298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7" name="Rectangle">
            <a:extLst>
              <a:ext uri="{FF2B5EF4-FFF2-40B4-BE49-F238E27FC236}">
                <a16:creationId xmlns:a16="http://schemas.microsoft.com/office/drawing/2014/main" id="{BA5C0D30-3010-472B-BEC9-E1F7F1D10D54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8" name="Rectangle">
            <a:extLst>
              <a:ext uri="{FF2B5EF4-FFF2-40B4-BE49-F238E27FC236}">
                <a16:creationId xmlns:a16="http://schemas.microsoft.com/office/drawing/2014/main" id="{17D41B41-873E-4D55-AA37-2C7A0C7CA8C7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9" name="Rectangle">
            <a:extLst>
              <a:ext uri="{FF2B5EF4-FFF2-40B4-BE49-F238E27FC236}">
                <a16:creationId xmlns:a16="http://schemas.microsoft.com/office/drawing/2014/main" id="{75B981E6-BF68-4BC9-8E44-F0B158B987E5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0" name="Rectangle">
            <a:extLst>
              <a:ext uri="{FF2B5EF4-FFF2-40B4-BE49-F238E27FC236}">
                <a16:creationId xmlns:a16="http://schemas.microsoft.com/office/drawing/2014/main" id="{756B4FB4-0BA5-4C40-8C96-3F191E1FD63B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1" name="Rectangle">
            <a:extLst>
              <a:ext uri="{FF2B5EF4-FFF2-40B4-BE49-F238E27FC236}">
                <a16:creationId xmlns:a16="http://schemas.microsoft.com/office/drawing/2014/main" id="{0717D38E-D35A-4542-9CF0-6D75509325CE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2" name="Rectangle">
            <a:extLst>
              <a:ext uri="{FF2B5EF4-FFF2-40B4-BE49-F238E27FC236}">
                <a16:creationId xmlns:a16="http://schemas.microsoft.com/office/drawing/2014/main" id="{1F4016EC-37D2-4505-A7CA-9F68D7A890F3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3" name="Rectangle">
            <a:extLst>
              <a:ext uri="{FF2B5EF4-FFF2-40B4-BE49-F238E27FC236}">
                <a16:creationId xmlns:a16="http://schemas.microsoft.com/office/drawing/2014/main" id="{FC965047-FBEB-45F2-9E31-6A3CDF9FEA81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4" name="Rectangle">
            <a:extLst>
              <a:ext uri="{FF2B5EF4-FFF2-40B4-BE49-F238E27FC236}">
                <a16:creationId xmlns:a16="http://schemas.microsoft.com/office/drawing/2014/main" id="{5ECFDAF1-E3BB-4222-9058-158C164C307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5" name="Rectangle">
            <a:extLst>
              <a:ext uri="{FF2B5EF4-FFF2-40B4-BE49-F238E27FC236}">
                <a16:creationId xmlns:a16="http://schemas.microsoft.com/office/drawing/2014/main" id="{E27E87D6-EAEA-4A59-833F-9BF75AA2BF75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6" name="Rectangle">
            <a:extLst>
              <a:ext uri="{FF2B5EF4-FFF2-40B4-BE49-F238E27FC236}">
                <a16:creationId xmlns:a16="http://schemas.microsoft.com/office/drawing/2014/main" id="{D370807F-98C9-406B-BD2E-448E02DCC0B1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7" name="Rectangle">
            <a:extLst>
              <a:ext uri="{FF2B5EF4-FFF2-40B4-BE49-F238E27FC236}">
                <a16:creationId xmlns:a16="http://schemas.microsoft.com/office/drawing/2014/main" id="{F28F97F7-1A8E-4149-A491-3EA8150673F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8" name="Rectangle">
            <a:extLst>
              <a:ext uri="{FF2B5EF4-FFF2-40B4-BE49-F238E27FC236}">
                <a16:creationId xmlns:a16="http://schemas.microsoft.com/office/drawing/2014/main" id="{E0C801D5-859B-407C-863A-8601A91DCF9F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9" name="Rectangle">
            <a:extLst>
              <a:ext uri="{FF2B5EF4-FFF2-40B4-BE49-F238E27FC236}">
                <a16:creationId xmlns:a16="http://schemas.microsoft.com/office/drawing/2014/main" id="{35960784-E326-49A1-B247-D2973CE5D674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0" name="Rectangle">
            <a:extLst>
              <a:ext uri="{FF2B5EF4-FFF2-40B4-BE49-F238E27FC236}">
                <a16:creationId xmlns:a16="http://schemas.microsoft.com/office/drawing/2014/main" id="{2F820B8D-CB70-4928-B8FB-479AEDD790BC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1" name="Rectangle">
            <a:extLst>
              <a:ext uri="{FF2B5EF4-FFF2-40B4-BE49-F238E27FC236}">
                <a16:creationId xmlns:a16="http://schemas.microsoft.com/office/drawing/2014/main" id="{EC5914DA-168B-4AB4-85C2-DF1808EE8A29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8387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Rectangle">
            <a:extLst>
              <a:ext uri="{FF2B5EF4-FFF2-40B4-BE49-F238E27FC236}">
                <a16:creationId xmlns:a16="http://schemas.microsoft.com/office/drawing/2014/main" id="{BAE1C51F-CD94-493C-B800-F2E62CCAA2F8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4" name="Rectangle">
            <a:extLst>
              <a:ext uri="{FF2B5EF4-FFF2-40B4-BE49-F238E27FC236}">
                <a16:creationId xmlns:a16="http://schemas.microsoft.com/office/drawing/2014/main" id="{9F1F61FD-1193-4B0B-BFFA-0FEDAE4848C8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5" name="Rectangle">
            <a:extLst>
              <a:ext uri="{FF2B5EF4-FFF2-40B4-BE49-F238E27FC236}">
                <a16:creationId xmlns:a16="http://schemas.microsoft.com/office/drawing/2014/main" id="{9D5C1262-7F5B-492C-8120-98599F035945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6" name="Rectangle">
            <a:extLst>
              <a:ext uri="{FF2B5EF4-FFF2-40B4-BE49-F238E27FC236}">
                <a16:creationId xmlns:a16="http://schemas.microsoft.com/office/drawing/2014/main" id="{2EDF1760-8534-4B1D-8CB8-84E4907EF5B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7" name="Rectangle">
            <a:extLst>
              <a:ext uri="{FF2B5EF4-FFF2-40B4-BE49-F238E27FC236}">
                <a16:creationId xmlns:a16="http://schemas.microsoft.com/office/drawing/2014/main" id="{13399256-6658-430A-9FFC-66AD35726BBC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8" name="Rectangle">
            <a:extLst>
              <a:ext uri="{FF2B5EF4-FFF2-40B4-BE49-F238E27FC236}">
                <a16:creationId xmlns:a16="http://schemas.microsoft.com/office/drawing/2014/main" id="{1F03C7C0-373D-429F-B7BC-F0F8E09A296B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9" name="Rectangle">
            <a:extLst>
              <a:ext uri="{FF2B5EF4-FFF2-40B4-BE49-F238E27FC236}">
                <a16:creationId xmlns:a16="http://schemas.microsoft.com/office/drawing/2014/main" id="{ECAA6473-9D92-428F-BE88-EE669D8B8A42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0" name="Rectangle">
            <a:extLst>
              <a:ext uri="{FF2B5EF4-FFF2-40B4-BE49-F238E27FC236}">
                <a16:creationId xmlns:a16="http://schemas.microsoft.com/office/drawing/2014/main" id="{BE7B6D0C-7A99-4B66-813A-CA3C00957E21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1" name="Rectangle">
            <a:extLst>
              <a:ext uri="{FF2B5EF4-FFF2-40B4-BE49-F238E27FC236}">
                <a16:creationId xmlns:a16="http://schemas.microsoft.com/office/drawing/2014/main" id="{CF1A5B93-1FE6-4E6C-B083-60824AD457C5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2" name="Rectangle">
            <a:extLst>
              <a:ext uri="{FF2B5EF4-FFF2-40B4-BE49-F238E27FC236}">
                <a16:creationId xmlns:a16="http://schemas.microsoft.com/office/drawing/2014/main" id="{8B7BC32A-24FE-4E21-85C5-1A561B5ABEAA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3" name="Rectangle">
            <a:extLst>
              <a:ext uri="{FF2B5EF4-FFF2-40B4-BE49-F238E27FC236}">
                <a16:creationId xmlns:a16="http://schemas.microsoft.com/office/drawing/2014/main" id="{875FACFF-587D-488E-AD86-9E598B7CC318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4" name="Rectangle">
            <a:extLst>
              <a:ext uri="{FF2B5EF4-FFF2-40B4-BE49-F238E27FC236}">
                <a16:creationId xmlns:a16="http://schemas.microsoft.com/office/drawing/2014/main" id="{1EDC4E21-88BD-4CE6-9F54-06F1DD81A8B6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5" name="Rectangle">
            <a:extLst>
              <a:ext uri="{FF2B5EF4-FFF2-40B4-BE49-F238E27FC236}">
                <a16:creationId xmlns:a16="http://schemas.microsoft.com/office/drawing/2014/main" id="{29ED5DF7-7626-418D-AA95-5E20D4C1C741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6" name="Rectangle">
            <a:extLst>
              <a:ext uri="{FF2B5EF4-FFF2-40B4-BE49-F238E27FC236}">
                <a16:creationId xmlns:a16="http://schemas.microsoft.com/office/drawing/2014/main" id="{4F3FC392-111E-4A57-9727-1AAC01C19CDA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7" name="Rectangle">
            <a:extLst>
              <a:ext uri="{FF2B5EF4-FFF2-40B4-BE49-F238E27FC236}">
                <a16:creationId xmlns:a16="http://schemas.microsoft.com/office/drawing/2014/main" id="{7E3029BB-9D39-42AC-846E-4AE0FBBC65B8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8" name="Rectangle">
            <a:extLst>
              <a:ext uri="{FF2B5EF4-FFF2-40B4-BE49-F238E27FC236}">
                <a16:creationId xmlns:a16="http://schemas.microsoft.com/office/drawing/2014/main" id="{DFB89B9E-5B9A-4B61-8487-291C758844BA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89" name="Rectangle">
            <a:extLst>
              <a:ext uri="{FF2B5EF4-FFF2-40B4-BE49-F238E27FC236}">
                <a16:creationId xmlns:a16="http://schemas.microsoft.com/office/drawing/2014/main" id="{F8382235-E008-45DC-8FFF-CBA30AC685F5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0" name="Rectangle">
            <a:extLst>
              <a:ext uri="{FF2B5EF4-FFF2-40B4-BE49-F238E27FC236}">
                <a16:creationId xmlns:a16="http://schemas.microsoft.com/office/drawing/2014/main" id="{721B9613-C846-425C-815B-0FCA86373F8F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1" name="Rectangle">
            <a:extLst>
              <a:ext uri="{FF2B5EF4-FFF2-40B4-BE49-F238E27FC236}">
                <a16:creationId xmlns:a16="http://schemas.microsoft.com/office/drawing/2014/main" id="{C40530B4-C718-488C-A221-DCB92523B3B8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2" name="Rectangle">
            <a:extLst>
              <a:ext uri="{FF2B5EF4-FFF2-40B4-BE49-F238E27FC236}">
                <a16:creationId xmlns:a16="http://schemas.microsoft.com/office/drawing/2014/main" id="{F61FFB86-B5C4-4E5F-B28A-023C5BE3D7BB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3" name="Rectangle">
            <a:extLst>
              <a:ext uri="{FF2B5EF4-FFF2-40B4-BE49-F238E27FC236}">
                <a16:creationId xmlns:a16="http://schemas.microsoft.com/office/drawing/2014/main" id="{1DDD3485-196E-4C4D-ADE3-338171C169AB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4" name="Rectangle">
            <a:extLst>
              <a:ext uri="{FF2B5EF4-FFF2-40B4-BE49-F238E27FC236}">
                <a16:creationId xmlns:a16="http://schemas.microsoft.com/office/drawing/2014/main" id="{8A69FD99-7CF4-44BC-8886-7302EB975265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5" name="Rectangle">
            <a:extLst>
              <a:ext uri="{FF2B5EF4-FFF2-40B4-BE49-F238E27FC236}">
                <a16:creationId xmlns:a16="http://schemas.microsoft.com/office/drawing/2014/main" id="{7E3F383E-7D36-4D24-B65D-EF2FB056F856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6" name="Rectangle">
            <a:extLst>
              <a:ext uri="{FF2B5EF4-FFF2-40B4-BE49-F238E27FC236}">
                <a16:creationId xmlns:a16="http://schemas.microsoft.com/office/drawing/2014/main" id="{DDDC4305-9C8C-4050-B9D0-4E0877ED745F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7" name="Rectangle">
            <a:extLst>
              <a:ext uri="{FF2B5EF4-FFF2-40B4-BE49-F238E27FC236}">
                <a16:creationId xmlns:a16="http://schemas.microsoft.com/office/drawing/2014/main" id="{259FBA7F-CB28-4583-8C9B-57D721AEE80C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8" name="Rectangle">
            <a:extLst>
              <a:ext uri="{FF2B5EF4-FFF2-40B4-BE49-F238E27FC236}">
                <a16:creationId xmlns:a16="http://schemas.microsoft.com/office/drawing/2014/main" id="{27695CE6-A629-4413-8053-1280DC2CEB71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99" name="Rectangle">
            <a:extLst>
              <a:ext uri="{FF2B5EF4-FFF2-40B4-BE49-F238E27FC236}">
                <a16:creationId xmlns:a16="http://schemas.microsoft.com/office/drawing/2014/main" id="{29C086E6-20EF-4A64-975A-DD76D9C2F1AF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0" name="global maximum">
            <a:extLst>
              <a:ext uri="{FF2B5EF4-FFF2-40B4-BE49-F238E27FC236}">
                <a16:creationId xmlns:a16="http://schemas.microsoft.com/office/drawing/2014/main" id="{E1F666D6-CAA7-42DB-8A38-789F251E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máximo global</a:t>
            </a:r>
          </a:p>
        </p:txBody>
      </p:sp>
    </p:spTree>
    <p:extLst>
      <p:ext uri="{BB962C8B-B14F-4D97-AF65-F5344CB8AC3E}">
        <p14:creationId xmlns:p14="http://schemas.microsoft.com/office/powerpoint/2010/main" val="735735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Rectangle">
            <a:extLst>
              <a:ext uri="{FF2B5EF4-FFF2-40B4-BE49-F238E27FC236}">
                <a16:creationId xmlns:a16="http://schemas.microsoft.com/office/drawing/2014/main" id="{79639D1C-97FE-4851-A769-DEB079B2D3D7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3" name="Rectangle">
            <a:extLst>
              <a:ext uri="{FF2B5EF4-FFF2-40B4-BE49-F238E27FC236}">
                <a16:creationId xmlns:a16="http://schemas.microsoft.com/office/drawing/2014/main" id="{4E8F188F-2A0A-45D2-A49C-9F04859D7662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4" name="Rectangle">
            <a:extLst>
              <a:ext uri="{FF2B5EF4-FFF2-40B4-BE49-F238E27FC236}">
                <a16:creationId xmlns:a16="http://schemas.microsoft.com/office/drawing/2014/main" id="{3373B809-1F2D-417A-B30B-7194F98B348D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5" name="Rectangle">
            <a:extLst>
              <a:ext uri="{FF2B5EF4-FFF2-40B4-BE49-F238E27FC236}">
                <a16:creationId xmlns:a16="http://schemas.microsoft.com/office/drawing/2014/main" id="{DE91E094-A9B4-41C0-B164-EA0BE9301355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6" name="Rectangle">
            <a:extLst>
              <a:ext uri="{FF2B5EF4-FFF2-40B4-BE49-F238E27FC236}">
                <a16:creationId xmlns:a16="http://schemas.microsoft.com/office/drawing/2014/main" id="{B8B14B54-7D69-46CD-8FBA-109681096240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7" name="Rectangle">
            <a:extLst>
              <a:ext uri="{FF2B5EF4-FFF2-40B4-BE49-F238E27FC236}">
                <a16:creationId xmlns:a16="http://schemas.microsoft.com/office/drawing/2014/main" id="{F074A318-02EB-4857-B663-E0F05DC76E49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8" name="Rectangle">
            <a:extLst>
              <a:ext uri="{FF2B5EF4-FFF2-40B4-BE49-F238E27FC236}">
                <a16:creationId xmlns:a16="http://schemas.microsoft.com/office/drawing/2014/main" id="{66F148DF-0043-4EF9-AEE2-0883BFC7A8A9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09" name="Rectangle">
            <a:extLst>
              <a:ext uri="{FF2B5EF4-FFF2-40B4-BE49-F238E27FC236}">
                <a16:creationId xmlns:a16="http://schemas.microsoft.com/office/drawing/2014/main" id="{2D66A97B-2F07-4C91-8888-9F66466391E8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0" name="Rectangle">
            <a:extLst>
              <a:ext uri="{FF2B5EF4-FFF2-40B4-BE49-F238E27FC236}">
                <a16:creationId xmlns:a16="http://schemas.microsoft.com/office/drawing/2014/main" id="{6E155263-A8E7-493D-B395-8427D6FCB9D1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1" name="Rectangle">
            <a:extLst>
              <a:ext uri="{FF2B5EF4-FFF2-40B4-BE49-F238E27FC236}">
                <a16:creationId xmlns:a16="http://schemas.microsoft.com/office/drawing/2014/main" id="{EE6B6423-4BBF-4AFC-B7AE-6740795F5C9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2" name="Rectangle">
            <a:extLst>
              <a:ext uri="{FF2B5EF4-FFF2-40B4-BE49-F238E27FC236}">
                <a16:creationId xmlns:a16="http://schemas.microsoft.com/office/drawing/2014/main" id="{40356A98-597A-47C3-9265-C439008A36C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3" name="Rectangle">
            <a:extLst>
              <a:ext uri="{FF2B5EF4-FFF2-40B4-BE49-F238E27FC236}">
                <a16:creationId xmlns:a16="http://schemas.microsoft.com/office/drawing/2014/main" id="{A9758519-A63E-4269-852A-BC1C2AC3A3A3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4" name="Rectangle">
            <a:extLst>
              <a:ext uri="{FF2B5EF4-FFF2-40B4-BE49-F238E27FC236}">
                <a16:creationId xmlns:a16="http://schemas.microsoft.com/office/drawing/2014/main" id="{CFE851CC-5757-42AE-BD75-9A74F5305F6C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5" name="Rectangle">
            <a:extLst>
              <a:ext uri="{FF2B5EF4-FFF2-40B4-BE49-F238E27FC236}">
                <a16:creationId xmlns:a16="http://schemas.microsoft.com/office/drawing/2014/main" id="{10A954C0-FD2A-4F82-8953-3C74EC28582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6" name="Rectangle">
            <a:extLst>
              <a:ext uri="{FF2B5EF4-FFF2-40B4-BE49-F238E27FC236}">
                <a16:creationId xmlns:a16="http://schemas.microsoft.com/office/drawing/2014/main" id="{34CC8E48-E176-40C1-98CC-6157D3CA4329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7" name="Rectangle">
            <a:extLst>
              <a:ext uri="{FF2B5EF4-FFF2-40B4-BE49-F238E27FC236}">
                <a16:creationId xmlns:a16="http://schemas.microsoft.com/office/drawing/2014/main" id="{672933F3-50F2-4B9F-AB0C-E62ABEFF24CF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8" name="Rectangle">
            <a:extLst>
              <a:ext uri="{FF2B5EF4-FFF2-40B4-BE49-F238E27FC236}">
                <a16:creationId xmlns:a16="http://schemas.microsoft.com/office/drawing/2014/main" id="{9922EA35-33CA-412A-A89F-10B8DB52E0C2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19" name="Rectangle">
            <a:extLst>
              <a:ext uri="{FF2B5EF4-FFF2-40B4-BE49-F238E27FC236}">
                <a16:creationId xmlns:a16="http://schemas.microsoft.com/office/drawing/2014/main" id="{563E2152-EFC6-41C0-A820-BDEC0BC825C1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0" name="Rectangle">
            <a:extLst>
              <a:ext uri="{FF2B5EF4-FFF2-40B4-BE49-F238E27FC236}">
                <a16:creationId xmlns:a16="http://schemas.microsoft.com/office/drawing/2014/main" id="{5B0CF64C-48AD-4643-9EDD-42B6146ED0A0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1" name="Rectangle">
            <a:extLst>
              <a:ext uri="{FF2B5EF4-FFF2-40B4-BE49-F238E27FC236}">
                <a16:creationId xmlns:a16="http://schemas.microsoft.com/office/drawing/2014/main" id="{37322DD4-4BDB-4FCF-9762-BBD41A7A540B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2" name="Rectangle">
            <a:extLst>
              <a:ext uri="{FF2B5EF4-FFF2-40B4-BE49-F238E27FC236}">
                <a16:creationId xmlns:a16="http://schemas.microsoft.com/office/drawing/2014/main" id="{5177492C-FF10-4FDB-A6D4-D112BD3C990D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3" name="Rectangle">
            <a:extLst>
              <a:ext uri="{FF2B5EF4-FFF2-40B4-BE49-F238E27FC236}">
                <a16:creationId xmlns:a16="http://schemas.microsoft.com/office/drawing/2014/main" id="{59D17741-9E45-4974-B85D-2D0990CA7B8C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4" name="Rectangle">
            <a:extLst>
              <a:ext uri="{FF2B5EF4-FFF2-40B4-BE49-F238E27FC236}">
                <a16:creationId xmlns:a16="http://schemas.microsoft.com/office/drawing/2014/main" id="{4755270E-80BD-4291-B5FA-D930461A5984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5" name="Rectangle">
            <a:extLst>
              <a:ext uri="{FF2B5EF4-FFF2-40B4-BE49-F238E27FC236}">
                <a16:creationId xmlns:a16="http://schemas.microsoft.com/office/drawing/2014/main" id="{A7C80F2C-1880-455E-8360-54AAC41A59B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6" name="Rectangle">
            <a:extLst>
              <a:ext uri="{FF2B5EF4-FFF2-40B4-BE49-F238E27FC236}">
                <a16:creationId xmlns:a16="http://schemas.microsoft.com/office/drawing/2014/main" id="{42901DB4-BD06-4204-8099-643549757341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7" name="Rectangle">
            <a:extLst>
              <a:ext uri="{FF2B5EF4-FFF2-40B4-BE49-F238E27FC236}">
                <a16:creationId xmlns:a16="http://schemas.microsoft.com/office/drawing/2014/main" id="{5B8D8330-EBCE-48A0-B9AA-A122CCDC8D35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8" name="Rectangle">
            <a:extLst>
              <a:ext uri="{FF2B5EF4-FFF2-40B4-BE49-F238E27FC236}">
                <a16:creationId xmlns:a16="http://schemas.microsoft.com/office/drawing/2014/main" id="{C3C70140-1A1E-46D1-9EFA-F108794EDBA2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29" name="local maxima">
            <a:extLst>
              <a:ext uri="{FF2B5EF4-FFF2-40B4-BE49-F238E27FC236}">
                <a16:creationId xmlns:a16="http://schemas.microsoft.com/office/drawing/2014/main" id="{4A2B69C9-FA2A-41C4-8F79-4DCB610F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máximos locais</a:t>
            </a:r>
          </a:p>
        </p:txBody>
      </p:sp>
    </p:spTree>
    <p:extLst>
      <p:ext uri="{BB962C8B-B14F-4D97-AF65-F5344CB8AC3E}">
        <p14:creationId xmlns:p14="http://schemas.microsoft.com/office/powerpoint/2010/main" val="462433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Rectangle">
            <a:extLst>
              <a:ext uri="{FF2B5EF4-FFF2-40B4-BE49-F238E27FC236}">
                <a16:creationId xmlns:a16="http://schemas.microsoft.com/office/drawing/2014/main" id="{972C2AD4-E633-4C5A-AB63-7FACD7EDEF73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2" name="Rectangle">
            <a:extLst>
              <a:ext uri="{FF2B5EF4-FFF2-40B4-BE49-F238E27FC236}">
                <a16:creationId xmlns:a16="http://schemas.microsoft.com/office/drawing/2014/main" id="{D83A6FAB-882C-4A6B-A469-F17798CFC7D5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3" name="Rectangle">
            <a:extLst>
              <a:ext uri="{FF2B5EF4-FFF2-40B4-BE49-F238E27FC236}">
                <a16:creationId xmlns:a16="http://schemas.microsoft.com/office/drawing/2014/main" id="{716C3BDD-AC7A-441F-A23F-43A6587E9BED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4" name="Rectangle">
            <a:extLst>
              <a:ext uri="{FF2B5EF4-FFF2-40B4-BE49-F238E27FC236}">
                <a16:creationId xmlns:a16="http://schemas.microsoft.com/office/drawing/2014/main" id="{E065253F-7AA7-444F-A4ED-1B7E0347FFC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5" name="Rectangle">
            <a:extLst>
              <a:ext uri="{FF2B5EF4-FFF2-40B4-BE49-F238E27FC236}">
                <a16:creationId xmlns:a16="http://schemas.microsoft.com/office/drawing/2014/main" id="{929005CC-9635-4EE3-B84B-78ED1EBBDCF5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6" name="Rectangle">
            <a:extLst>
              <a:ext uri="{FF2B5EF4-FFF2-40B4-BE49-F238E27FC236}">
                <a16:creationId xmlns:a16="http://schemas.microsoft.com/office/drawing/2014/main" id="{5F2A3DB7-3161-46F9-B9A5-ECCA7C45137E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7" name="Rectangle">
            <a:extLst>
              <a:ext uri="{FF2B5EF4-FFF2-40B4-BE49-F238E27FC236}">
                <a16:creationId xmlns:a16="http://schemas.microsoft.com/office/drawing/2014/main" id="{D2109ED0-A141-4DF0-B96F-C2FABF35B250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8" name="Rectangle">
            <a:extLst>
              <a:ext uri="{FF2B5EF4-FFF2-40B4-BE49-F238E27FC236}">
                <a16:creationId xmlns:a16="http://schemas.microsoft.com/office/drawing/2014/main" id="{39006A0F-9D52-47DB-9E94-20262F33750F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39" name="Rectangle">
            <a:extLst>
              <a:ext uri="{FF2B5EF4-FFF2-40B4-BE49-F238E27FC236}">
                <a16:creationId xmlns:a16="http://schemas.microsoft.com/office/drawing/2014/main" id="{83D325D9-2F11-4AB4-8BCC-81441E1F8AD8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0" name="Rectangle">
            <a:extLst>
              <a:ext uri="{FF2B5EF4-FFF2-40B4-BE49-F238E27FC236}">
                <a16:creationId xmlns:a16="http://schemas.microsoft.com/office/drawing/2014/main" id="{E2A8EC36-DDA6-46E0-96C3-9ECA78765971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1" name="Rectangle">
            <a:extLst>
              <a:ext uri="{FF2B5EF4-FFF2-40B4-BE49-F238E27FC236}">
                <a16:creationId xmlns:a16="http://schemas.microsoft.com/office/drawing/2014/main" id="{C54F52CB-DDFC-4C50-A07C-828D7EFAC261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2" name="Rectangle">
            <a:extLst>
              <a:ext uri="{FF2B5EF4-FFF2-40B4-BE49-F238E27FC236}">
                <a16:creationId xmlns:a16="http://schemas.microsoft.com/office/drawing/2014/main" id="{46770ABB-57E8-4B8A-A943-2C3BE833E07D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3" name="Rectangle">
            <a:extLst>
              <a:ext uri="{FF2B5EF4-FFF2-40B4-BE49-F238E27FC236}">
                <a16:creationId xmlns:a16="http://schemas.microsoft.com/office/drawing/2014/main" id="{101761FF-256B-4F1D-AA9B-12A72295255F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4" name="Rectangle">
            <a:extLst>
              <a:ext uri="{FF2B5EF4-FFF2-40B4-BE49-F238E27FC236}">
                <a16:creationId xmlns:a16="http://schemas.microsoft.com/office/drawing/2014/main" id="{400E19BD-7A6B-4A71-A88C-F64AB9FC1D3C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5" name="Rectangle">
            <a:extLst>
              <a:ext uri="{FF2B5EF4-FFF2-40B4-BE49-F238E27FC236}">
                <a16:creationId xmlns:a16="http://schemas.microsoft.com/office/drawing/2014/main" id="{35D69525-1E8A-4E8E-BBA1-756425D805B9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6" name="Rectangle">
            <a:extLst>
              <a:ext uri="{FF2B5EF4-FFF2-40B4-BE49-F238E27FC236}">
                <a16:creationId xmlns:a16="http://schemas.microsoft.com/office/drawing/2014/main" id="{EA2AE703-746F-4741-B608-02EF2532CEF5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7" name="Rectangle">
            <a:extLst>
              <a:ext uri="{FF2B5EF4-FFF2-40B4-BE49-F238E27FC236}">
                <a16:creationId xmlns:a16="http://schemas.microsoft.com/office/drawing/2014/main" id="{A2961938-1FF4-43D1-B263-E8DC0BA653D8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8" name="Rectangle">
            <a:extLst>
              <a:ext uri="{FF2B5EF4-FFF2-40B4-BE49-F238E27FC236}">
                <a16:creationId xmlns:a16="http://schemas.microsoft.com/office/drawing/2014/main" id="{FE479BA9-85F3-4750-9A02-236CC6FEE7E6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49" name="Rectangle">
            <a:extLst>
              <a:ext uri="{FF2B5EF4-FFF2-40B4-BE49-F238E27FC236}">
                <a16:creationId xmlns:a16="http://schemas.microsoft.com/office/drawing/2014/main" id="{3F7F0246-57C4-4FCF-92E0-83F497B58DF5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0" name="Rectangle">
            <a:extLst>
              <a:ext uri="{FF2B5EF4-FFF2-40B4-BE49-F238E27FC236}">
                <a16:creationId xmlns:a16="http://schemas.microsoft.com/office/drawing/2014/main" id="{8C639D67-9779-4E93-873F-F3DA31F1E163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1" name="Rectangle">
            <a:extLst>
              <a:ext uri="{FF2B5EF4-FFF2-40B4-BE49-F238E27FC236}">
                <a16:creationId xmlns:a16="http://schemas.microsoft.com/office/drawing/2014/main" id="{689F7A2E-47B8-4EEF-BDC4-87062D80A703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2" name="Rectangle">
            <a:extLst>
              <a:ext uri="{FF2B5EF4-FFF2-40B4-BE49-F238E27FC236}">
                <a16:creationId xmlns:a16="http://schemas.microsoft.com/office/drawing/2014/main" id="{154BF315-3205-4DBE-A998-56608B2069F6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3" name="Rectangle">
            <a:extLst>
              <a:ext uri="{FF2B5EF4-FFF2-40B4-BE49-F238E27FC236}">
                <a16:creationId xmlns:a16="http://schemas.microsoft.com/office/drawing/2014/main" id="{B934A5AF-09E8-47EE-B003-8A1D6CD15EBD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4" name="Rectangle">
            <a:extLst>
              <a:ext uri="{FF2B5EF4-FFF2-40B4-BE49-F238E27FC236}">
                <a16:creationId xmlns:a16="http://schemas.microsoft.com/office/drawing/2014/main" id="{04113DD9-8680-44FF-8D24-329992A910D8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5" name="Rectangle">
            <a:extLst>
              <a:ext uri="{FF2B5EF4-FFF2-40B4-BE49-F238E27FC236}">
                <a16:creationId xmlns:a16="http://schemas.microsoft.com/office/drawing/2014/main" id="{839660FA-A73B-4B5C-BAD2-7E1AC9AC54D4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6" name="Rectangle">
            <a:extLst>
              <a:ext uri="{FF2B5EF4-FFF2-40B4-BE49-F238E27FC236}">
                <a16:creationId xmlns:a16="http://schemas.microsoft.com/office/drawing/2014/main" id="{736FEF6D-BF69-4A20-8B94-7EFF3F89D8F2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7" name="Rectangle">
            <a:extLst>
              <a:ext uri="{FF2B5EF4-FFF2-40B4-BE49-F238E27FC236}">
                <a16:creationId xmlns:a16="http://schemas.microsoft.com/office/drawing/2014/main" id="{D2A23996-4FAB-4B85-AB49-76BBB08FE9E7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58" name="global minimum">
            <a:extLst>
              <a:ext uri="{FF2B5EF4-FFF2-40B4-BE49-F238E27FC236}">
                <a16:creationId xmlns:a16="http://schemas.microsoft.com/office/drawing/2014/main" id="{5E5A43C9-BAAF-4B60-A7FF-4641CF1A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mínimo global</a:t>
            </a:r>
          </a:p>
        </p:txBody>
      </p:sp>
    </p:spTree>
    <p:extLst>
      <p:ext uri="{BB962C8B-B14F-4D97-AF65-F5344CB8AC3E}">
        <p14:creationId xmlns:p14="http://schemas.microsoft.com/office/powerpoint/2010/main" val="12328181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Rectangle">
            <a:extLst>
              <a:ext uri="{FF2B5EF4-FFF2-40B4-BE49-F238E27FC236}">
                <a16:creationId xmlns:a16="http://schemas.microsoft.com/office/drawing/2014/main" id="{CD7D1176-CFA7-42DD-BE68-F3994B97F929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1" name="Rectangle">
            <a:extLst>
              <a:ext uri="{FF2B5EF4-FFF2-40B4-BE49-F238E27FC236}">
                <a16:creationId xmlns:a16="http://schemas.microsoft.com/office/drawing/2014/main" id="{F77667BC-15A2-4B1E-9526-900C69A6E660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2" name="Rectangle">
            <a:extLst>
              <a:ext uri="{FF2B5EF4-FFF2-40B4-BE49-F238E27FC236}">
                <a16:creationId xmlns:a16="http://schemas.microsoft.com/office/drawing/2014/main" id="{6CD74A39-3DE5-4FA7-88CA-FC05CC1DF14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3" name="Rectangle">
            <a:extLst>
              <a:ext uri="{FF2B5EF4-FFF2-40B4-BE49-F238E27FC236}">
                <a16:creationId xmlns:a16="http://schemas.microsoft.com/office/drawing/2014/main" id="{B4397856-4E61-42E2-AA75-DD9FC2760189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4" name="Rectangle">
            <a:extLst>
              <a:ext uri="{FF2B5EF4-FFF2-40B4-BE49-F238E27FC236}">
                <a16:creationId xmlns:a16="http://schemas.microsoft.com/office/drawing/2014/main" id="{8F0C6776-B6ED-4F7E-87C1-3FC99A17E59F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5" name="Rectangle">
            <a:extLst>
              <a:ext uri="{FF2B5EF4-FFF2-40B4-BE49-F238E27FC236}">
                <a16:creationId xmlns:a16="http://schemas.microsoft.com/office/drawing/2014/main" id="{1B6C654D-1A58-4D58-97BA-8D99F4C0D9F9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6" name="Rectangle">
            <a:extLst>
              <a:ext uri="{FF2B5EF4-FFF2-40B4-BE49-F238E27FC236}">
                <a16:creationId xmlns:a16="http://schemas.microsoft.com/office/drawing/2014/main" id="{06C568F6-B811-498A-8FE4-F032C653DD67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7" name="Rectangle">
            <a:extLst>
              <a:ext uri="{FF2B5EF4-FFF2-40B4-BE49-F238E27FC236}">
                <a16:creationId xmlns:a16="http://schemas.microsoft.com/office/drawing/2014/main" id="{3F4D2733-7119-4E50-B946-43838E5DF9B0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8" name="Rectangle">
            <a:extLst>
              <a:ext uri="{FF2B5EF4-FFF2-40B4-BE49-F238E27FC236}">
                <a16:creationId xmlns:a16="http://schemas.microsoft.com/office/drawing/2014/main" id="{AB42403B-6229-4BD3-8FDF-E1DB0CD2DF4A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69" name="Rectangle">
            <a:extLst>
              <a:ext uri="{FF2B5EF4-FFF2-40B4-BE49-F238E27FC236}">
                <a16:creationId xmlns:a16="http://schemas.microsoft.com/office/drawing/2014/main" id="{CC088FFD-9B1F-4A0E-8DAF-7432087BC3E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0" name="Rectangle">
            <a:extLst>
              <a:ext uri="{FF2B5EF4-FFF2-40B4-BE49-F238E27FC236}">
                <a16:creationId xmlns:a16="http://schemas.microsoft.com/office/drawing/2014/main" id="{11A0AF9C-52FD-4A61-B3D0-15A973A75482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1" name="Rectangle">
            <a:extLst>
              <a:ext uri="{FF2B5EF4-FFF2-40B4-BE49-F238E27FC236}">
                <a16:creationId xmlns:a16="http://schemas.microsoft.com/office/drawing/2014/main" id="{EB18F98E-E554-460D-AD2E-932FAC4952E0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2" name="Rectangle">
            <a:extLst>
              <a:ext uri="{FF2B5EF4-FFF2-40B4-BE49-F238E27FC236}">
                <a16:creationId xmlns:a16="http://schemas.microsoft.com/office/drawing/2014/main" id="{0A302319-9FF7-491A-BA15-FA3E29C1ED3F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3" name="Rectangle">
            <a:extLst>
              <a:ext uri="{FF2B5EF4-FFF2-40B4-BE49-F238E27FC236}">
                <a16:creationId xmlns:a16="http://schemas.microsoft.com/office/drawing/2014/main" id="{C9461F42-9B46-48D4-B49A-57E0D491DC37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4" name="Rectangle">
            <a:extLst>
              <a:ext uri="{FF2B5EF4-FFF2-40B4-BE49-F238E27FC236}">
                <a16:creationId xmlns:a16="http://schemas.microsoft.com/office/drawing/2014/main" id="{C7154EDC-761D-4B36-AE67-83A309B78311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5" name="Rectangle">
            <a:extLst>
              <a:ext uri="{FF2B5EF4-FFF2-40B4-BE49-F238E27FC236}">
                <a16:creationId xmlns:a16="http://schemas.microsoft.com/office/drawing/2014/main" id="{3E459842-7FD2-4203-8016-9148D1B349DA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6" name="Rectangle">
            <a:extLst>
              <a:ext uri="{FF2B5EF4-FFF2-40B4-BE49-F238E27FC236}">
                <a16:creationId xmlns:a16="http://schemas.microsoft.com/office/drawing/2014/main" id="{724799FF-7121-4B3E-B9D0-F5AABCD0F8BB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7" name="Rectangle">
            <a:extLst>
              <a:ext uri="{FF2B5EF4-FFF2-40B4-BE49-F238E27FC236}">
                <a16:creationId xmlns:a16="http://schemas.microsoft.com/office/drawing/2014/main" id="{81ACD1F7-D7F1-44BB-ADB1-B76D8FEFD5F2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8" name="Rectangle">
            <a:extLst>
              <a:ext uri="{FF2B5EF4-FFF2-40B4-BE49-F238E27FC236}">
                <a16:creationId xmlns:a16="http://schemas.microsoft.com/office/drawing/2014/main" id="{072556CE-CBDB-466E-B4DE-B7A5C976308C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79" name="Rectangle">
            <a:extLst>
              <a:ext uri="{FF2B5EF4-FFF2-40B4-BE49-F238E27FC236}">
                <a16:creationId xmlns:a16="http://schemas.microsoft.com/office/drawing/2014/main" id="{859DA3BB-0AEE-4E5A-8B5F-AA1D1AC299E5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0" name="Rectangle">
            <a:extLst>
              <a:ext uri="{FF2B5EF4-FFF2-40B4-BE49-F238E27FC236}">
                <a16:creationId xmlns:a16="http://schemas.microsoft.com/office/drawing/2014/main" id="{BF8F55E0-7771-4378-8C51-12F382DAEEE4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1" name="Rectangle">
            <a:extLst>
              <a:ext uri="{FF2B5EF4-FFF2-40B4-BE49-F238E27FC236}">
                <a16:creationId xmlns:a16="http://schemas.microsoft.com/office/drawing/2014/main" id="{FA8D35D6-0E94-4DDD-9DAD-922A7FFA948C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2" name="Rectangle">
            <a:extLst>
              <a:ext uri="{FF2B5EF4-FFF2-40B4-BE49-F238E27FC236}">
                <a16:creationId xmlns:a16="http://schemas.microsoft.com/office/drawing/2014/main" id="{70AE1371-4656-4C97-AEAF-6E94DB418615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3" name="Rectangle">
            <a:extLst>
              <a:ext uri="{FF2B5EF4-FFF2-40B4-BE49-F238E27FC236}">
                <a16:creationId xmlns:a16="http://schemas.microsoft.com/office/drawing/2014/main" id="{F3669798-4587-4C84-A3B4-5DC2315EA1A6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4" name="Rectangle">
            <a:extLst>
              <a:ext uri="{FF2B5EF4-FFF2-40B4-BE49-F238E27FC236}">
                <a16:creationId xmlns:a16="http://schemas.microsoft.com/office/drawing/2014/main" id="{DE230791-97F9-45BE-86EB-1571156D8976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5" name="Rectangle">
            <a:extLst>
              <a:ext uri="{FF2B5EF4-FFF2-40B4-BE49-F238E27FC236}">
                <a16:creationId xmlns:a16="http://schemas.microsoft.com/office/drawing/2014/main" id="{0700259A-D260-4878-B8CD-0FD3F17F1E60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6" name="Rectangle">
            <a:extLst>
              <a:ext uri="{FF2B5EF4-FFF2-40B4-BE49-F238E27FC236}">
                <a16:creationId xmlns:a16="http://schemas.microsoft.com/office/drawing/2014/main" id="{B3E57430-2874-4077-A798-E2B8E56FD7B4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87" name="local minima">
            <a:extLst>
              <a:ext uri="{FF2B5EF4-FFF2-40B4-BE49-F238E27FC236}">
                <a16:creationId xmlns:a16="http://schemas.microsoft.com/office/drawing/2014/main" id="{6D17E37D-4528-4D77-BC4F-299363A4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mínimos locais</a:t>
            </a:r>
          </a:p>
        </p:txBody>
      </p:sp>
    </p:spTree>
    <p:extLst>
      <p:ext uri="{BB962C8B-B14F-4D97-AF65-F5344CB8AC3E}">
        <p14:creationId xmlns:p14="http://schemas.microsoft.com/office/powerpoint/2010/main" val="1697121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Rectangle">
            <a:extLst>
              <a:ext uri="{FF2B5EF4-FFF2-40B4-BE49-F238E27FC236}">
                <a16:creationId xmlns:a16="http://schemas.microsoft.com/office/drawing/2014/main" id="{9C78DE20-7F1F-4C64-86DE-9427E15EF315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0" name="Rectangle">
            <a:extLst>
              <a:ext uri="{FF2B5EF4-FFF2-40B4-BE49-F238E27FC236}">
                <a16:creationId xmlns:a16="http://schemas.microsoft.com/office/drawing/2014/main" id="{02D5E5D5-626B-46AD-AD0E-8CC919F61B4A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1" name="Rectangle">
            <a:extLst>
              <a:ext uri="{FF2B5EF4-FFF2-40B4-BE49-F238E27FC236}">
                <a16:creationId xmlns:a16="http://schemas.microsoft.com/office/drawing/2014/main" id="{B341EA39-1F9E-4763-8831-35EEC64FADF3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2" name="Rectangle">
            <a:extLst>
              <a:ext uri="{FF2B5EF4-FFF2-40B4-BE49-F238E27FC236}">
                <a16:creationId xmlns:a16="http://schemas.microsoft.com/office/drawing/2014/main" id="{51812F03-E5F8-409A-AD93-720360FA648A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3" name="Rectangle">
            <a:extLst>
              <a:ext uri="{FF2B5EF4-FFF2-40B4-BE49-F238E27FC236}">
                <a16:creationId xmlns:a16="http://schemas.microsoft.com/office/drawing/2014/main" id="{C0D5D6BA-DA2D-4D07-8D63-B520073A7248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4" name="Rectangle">
            <a:extLst>
              <a:ext uri="{FF2B5EF4-FFF2-40B4-BE49-F238E27FC236}">
                <a16:creationId xmlns:a16="http://schemas.microsoft.com/office/drawing/2014/main" id="{439BFAC1-7EA3-4539-8E83-24F91F9328A0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5" name="Rectangle">
            <a:extLst>
              <a:ext uri="{FF2B5EF4-FFF2-40B4-BE49-F238E27FC236}">
                <a16:creationId xmlns:a16="http://schemas.microsoft.com/office/drawing/2014/main" id="{B1DAF5E4-E2DF-4797-81B5-41C524B67BF9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6" name="Rectangle">
            <a:extLst>
              <a:ext uri="{FF2B5EF4-FFF2-40B4-BE49-F238E27FC236}">
                <a16:creationId xmlns:a16="http://schemas.microsoft.com/office/drawing/2014/main" id="{48D9B398-BB2A-4E7F-89D5-5379DDDA87EA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7" name="Rectangle">
            <a:extLst>
              <a:ext uri="{FF2B5EF4-FFF2-40B4-BE49-F238E27FC236}">
                <a16:creationId xmlns:a16="http://schemas.microsoft.com/office/drawing/2014/main" id="{70AE81C9-A1CF-4DCA-B4AD-FC072CA9F828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8" name="Rectangle">
            <a:extLst>
              <a:ext uri="{FF2B5EF4-FFF2-40B4-BE49-F238E27FC236}">
                <a16:creationId xmlns:a16="http://schemas.microsoft.com/office/drawing/2014/main" id="{D676C7EB-BB71-420F-9D98-D70988A37FF0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99" name="Rectangle">
            <a:extLst>
              <a:ext uri="{FF2B5EF4-FFF2-40B4-BE49-F238E27FC236}">
                <a16:creationId xmlns:a16="http://schemas.microsoft.com/office/drawing/2014/main" id="{6A1128D6-9169-48E3-8F02-A6A32D39C05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0" name="Rectangle">
            <a:extLst>
              <a:ext uri="{FF2B5EF4-FFF2-40B4-BE49-F238E27FC236}">
                <a16:creationId xmlns:a16="http://schemas.microsoft.com/office/drawing/2014/main" id="{B31EA89D-D1A2-4DB4-83CD-6FF0D24A42D2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1" name="Rectangle">
            <a:extLst>
              <a:ext uri="{FF2B5EF4-FFF2-40B4-BE49-F238E27FC236}">
                <a16:creationId xmlns:a16="http://schemas.microsoft.com/office/drawing/2014/main" id="{F47BFD02-688F-47DF-820A-057CBF86F3D7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2" name="Rectangle">
            <a:extLst>
              <a:ext uri="{FF2B5EF4-FFF2-40B4-BE49-F238E27FC236}">
                <a16:creationId xmlns:a16="http://schemas.microsoft.com/office/drawing/2014/main" id="{DADF62A7-1537-44EE-A968-0136A7CE74A9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69EE9FF3-3D7E-4CD3-A3BA-8C469FF618BB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5D0829BD-70D4-4C4E-8210-0B9EB06BCF2A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63251EA6-12BD-4B86-9782-2C16C1EBB724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6" name="Rectangle">
            <a:extLst>
              <a:ext uri="{FF2B5EF4-FFF2-40B4-BE49-F238E27FC236}">
                <a16:creationId xmlns:a16="http://schemas.microsoft.com/office/drawing/2014/main" id="{28E2D4D0-BDCB-432E-99A0-31A155D527CF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7" name="Rectangle">
            <a:extLst>
              <a:ext uri="{FF2B5EF4-FFF2-40B4-BE49-F238E27FC236}">
                <a16:creationId xmlns:a16="http://schemas.microsoft.com/office/drawing/2014/main" id="{8E202DB8-BEDA-459B-8091-05D5E0BB00FF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8" name="Rectangle">
            <a:extLst>
              <a:ext uri="{FF2B5EF4-FFF2-40B4-BE49-F238E27FC236}">
                <a16:creationId xmlns:a16="http://schemas.microsoft.com/office/drawing/2014/main" id="{BA53D5FE-2631-499B-A8B5-50BC7718F33C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09" name="Rectangle">
            <a:extLst>
              <a:ext uri="{FF2B5EF4-FFF2-40B4-BE49-F238E27FC236}">
                <a16:creationId xmlns:a16="http://schemas.microsoft.com/office/drawing/2014/main" id="{BB6C5C68-8DF9-4CE7-8960-44A473ED208F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0" name="Rectangle">
            <a:extLst>
              <a:ext uri="{FF2B5EF4-FFF2-40B4-BE49-F238E27FC236}">
                <a16:creationId xmlns:a16="http://schemas.microsoft.com/office/drawing/2014/main" id="{ABC996C5-7780-40AD-AD0F-1DFB9D819129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1" name="Rectangle">
            <a:extLst>
              <a:ext uri="{FF2B5EF4-FFF2-40B4-BE49-F238E27FC236}">
                <a16:creationId xmlns:a16="http://schemas.microsoft.com/office/drawing/2014/main" id="{4D141A09-52C0-433B-8A6F-0D86510C223A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2" name="Rectangle">
            <a:extLst>
              <a:ext uri="{FF2B5EF4-FFF2-40B4-BE49-F238E27FC236}">
                <a16:creationId xmlns:a16="http://schemas.microsoft.com/office/drawing/2014/main" id="{6BC84B55-A395-4764-BFC5-9A558AF23DA3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3" name="Rectangle">
            <a:extLst>
              <a:ext uri="{FF2B5EF4-FFF2-40B4-BE49-F238E27FC236}">
                <a16:creationId xmlns:a16="http://schemas.microsoft.com/office/drawing/2014/main" id="{36074E50-1ADF-4447-A309-CFE9F4117BC9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4" name="Rectangle">
            <a:extLst>
              <a:ext uri="{FF2B5EF4-FFF2-40B4-BE49-F238E27FC236}">
                <a16:creationId xmlns:a16="http://schemas.microsoft.com/office/drawing/2014/main" id="{67995EC9-0CD5-4477-9028-7833D2C1D80E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5" name="Rectangle">
            <a:extLst>
              <a:ext uri="{FF2B5EF4-FFF2-40B4-BE49-F238E27FC236}">
                <a16:creationId xmlns:a16="http://schemas.microsoft.com/office/drawing/2014/main" id="{D97BBAB0-CDBE-449B-B77D-9BC5FC1804B8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6617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Rectangle">
            <a:extLst>
              <a:ext uri="{FF2B5EF4-FFF2-40B4-BE49-F238E27FC236}">
                <a16:creationId xmlns:a16="http://schemas.microsoft.com/office/drawing/2014/main" id="{128F7EEB-A800-4366-98A7-4154BB38F307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8" name="Rectangle">
            <a:extLst>
              <a:ext uri="{FF2B5EF4-FFF2-40B4-BE49-F238E27FC236}">
                <a16:creationId xmlns:a16="http://schemas.microsoft.com/office/drawing/2014/main" id="{084B4A22-FDD3-4328-9D25-347F9F6F03DD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19" name="Rectangle">
            <a:extLst>
              <a:ext uri="{FF2B5EF4-FFF2-40B4-BE49-F238E27FC236}">
                <a16:creationId xmlns:a16="http://schemas.microsoft.com/office/drawing/2014/main" id="{24FEFC05-BB25-4BA3-B1DB-C53867AEBEA1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0" name="Rectangle">
            <a:extLst>
              <a:ext uri="{FF2B5EF4-FFF2-40B4-BE49-F238E27FC236}">
                <a16:creationId xmlns:a16="http://schemas.microsoft.com/office/drawing/2014/main" id="{2E594AEA-1594-4A18-929D-27BDA698412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1" name="Rectangle">
            <a:extLst>
              <a:ext uri="{FF2B5EF4-FFF2-40B4-BE49-F238E27FC236}">
                <a16:creationId xmlns:a16="http://schemas.microsoft.com/office/drawing/2014/main" id="{7008C2E4-E46B-4303-AF3D-0522F867B535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2" name="Rectangle">
            <a:extLst>
              <a:ext uri="{FF2B5EF4-FFF2-40B4-BE49-F238E27FC236}">
                <a16:creationId xmlns:a16="http://schemas.microsoft.com/office/drawing/2014/main" id="{F5DE3CA7-6826-40B1-9674-0BDF294EC9BE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3" name="Rectangle">
            <a:extLst>
              <a:ext uri="{FF2B5EF4-FFF2-40B4-BE49-F238E27FC236}">
                <a16:creationId xmlns:a16="http://schemas.microsoft.com/office/drawing/2014/main" id="{B80BB31E-186F-4C9A-9CF3-6A8B2827406D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4" name="Rectangle">
            <a:extLst>
              <a:ext uri="{FF2B5EF4-FFF2-40B4-BE49-F238E27FC236}">
                <a16:creationId xmlns:a16="http://schemas.microsoft.com/office/drawing/2014/main" id="{6896863B-22E6-4415-80CF-6FC7429A9B3F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5" name="Rectangle">
            <a:extLst>
              <a:ext uri="{FF2B5EF4-FFF2-40B4-BE49-F238E27FC236}">
                <a16:creationId xmlns:a16="http://schemas.microsoft.com/office/drawing/2014/main" id="{FF9C823B-A923-4987-A33B-DB6A1EA4ED16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6" name="Rectangle">
            <a:extLst>
              <a:ext uri="{FF2B5EF4-FFF2-40B4-BE49-F238E27FC236}">
                <a16:creationId xmlns:a16="http://schemas.microsoft.com/office/drawing/2014/main" id="{EEBDDC7C-F42E-4A08-8F11-51E3005D51A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7" name="Rectangle">
            <a:extLst>
              <a:ext uri="{FF2B5EF4-FFF2-40B4-BE49-F238E27FC236}">
                <a16:creationId xmlns:a16="http://schemas.microsoft.com/office/drawing/2014/main" id="{82CFD0CF-9769-499D-92B7-A4DDA145E76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18528C4D-780F-4783-B9C6-B292A49DBC68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BD0125D1-CEC4-462D-BF56-DCCA6449C140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2CC0D106-26C4-451C-A49D-A55343B43FA0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C45E81BE-8D22-46D7-AAC4-2D644B75E9E4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2" name="Rectangle">
            <a:extLst>
              <a:ext uri="{FF2B5EF4-FFF2-40B4-BE49-F238E27FC236}">
                <a16:creationId xmlns:a16="http://schemas.microsoft.com/office/drawing/2014/main" id="{7F591180-30FF-4FD1-9ED7-8F53FD599761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3" name="Rectangle">
            <a:extLst>
              <a:ext uri="{FF2B5EF4-FFF2-40B4-BE49-F238E27FC236}">
                <a16:creationId xmlns:a16="http://schemas.microsoft.com/office/drawing/2014/main" id="{EA8662A5-71ED-441A-A248-6B4DDA3A66DE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4" name="Rectangle">
            <a:extLst>
              <a:ext uri="{FF2B5EF4-FFF2-40B4-BE49-F238E27FC236}">
                <a16:creationId xmlns:a16="http://schemas.microsoft.com/office/drawing/2014/main" id="{58F4AD88-84E5-437C-8FB8-970FD76AD526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5" name="Rectangle">
            <a:extLst>
              <a:ext uri="{FF2B5EF4-FFF2-40B4-BE49-F238E27FC236}">
                <a16:creationId xmlns:a16="http://schemas.microsoft.com/office/drawing/2014/main" id="{4B3FE643-CD2F-4FA8-90D4-DD65BBCE2266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6" name="Rectangle">
            <a:extLst>
              <a:ext uri="{FF2B5EF4-FFF2-40B4-BE49-F238E27FC236}">
                <a16:creationId xmlns:a16="http://schemas.microsoft.com/office/drawing/2014/main" id="{50584777-B775-455C-B689-D1781CD22A0D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7" name="Rectangle">
            <a:extLst>
              <a:ext uri="{FF2B5EF4-FFF2-40B4-BE49-F238E27FC236}">
                <a16:creationId xmlns:a16="http://schemas.microsoft.com/office/drawing/2014/main" id="{03200D48-0ED7-479C-BD1C-F81DC36A9689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8" name="Rectangle">
            <a:extLst>
              <a:ext uri="{FF2B5EF4-FFF2-40B4-BE49-F238E27FC236}">
                <a16:creationId xmlns:a16="http://schemas.microsoft.com/office/drawing/2014/main" id="{125E5124-7489-4277-AE20-A491EDA1A17F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39" name="Rectangle">
            <a:extLst>
              <a:ext uri="{FF2B5EF4-FFF2-40B4-BE49-F238E27FC236}">
                <a16:creationId xmlns:a16="http://schemas.microsoft.com/office/drawing/2014/main" id="{597500CA-55F6-4B7C-B0E7-E64F61F0EEA4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0" name="Rectangle">
            <a:extLst>
              <a:ext uri="{FF2B5EF4-FFF2-40B4-BE49-F238E27FC236}">
                <a16:creationId xmlns:a16="http://schemas.microsoft.com/office/drawing/2014/main" id="{B5432397-3D5B-4F86-8EBA-E0FB06FDD85D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1" name="Rectangle">
            <a:extLst>
              <a:ext uri="{FF2B5EF4-FFF2-40B4-BE49-F238E27FC236}">
                <a16:creationId xmlns:a16="http://schemas.microsoft.com/office/drawing/2014/main" id="{7920EC76-5985-404B-9B5E-B641804FE851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2" name="Rectangle">
            <a:extLst>
              <a:ext uri="{FF2B5EF4-FFF2-40B4-BE49-F238E27FC236}">
                <a16:creationId xmlns:a16="http://schemas.microsoft.com/office/drawing/2014/main" id="{C6E9157C-6774-48EB-8559-BCC741CE8787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3" name="Rectangle">
            <a:extLst>
              <a:ext uri="{FF2B5EF4-FFF2-40B4-BE49-F238E27FC236}">
                <a16:creationId xmlns:a16="http://schemas.microsoft.com/office/drawing/2014/main" id="{9C3B1003-5DC4-43FD-8161-5AE38C63AF9B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586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Rectangle">
            <a:extLst>
              <a:ext uri="{FF2B5EF4-FFF2-40B4-BE49-F238E27FC236}">
                <a16:creationId xmlns:a16="http://schemas.microsoft.com/office/drawing/2014/main" id="{C97C2F9B-52F4-4BD3-A0ED-BE8F714776DA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6" name="Rectangle">
            <a:extLst>
              <a:ext uri="{FF2B5EF4-FFF2-40B4-BE49-F238E27FC236}">
                <a16:creationId xmlns:a16="http://schemas.microsoft.com/office/drawing/2014/main" id="{BA922BAA-6FBF-4470-AE23-E67CE12675B4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7" name="Rectangle">
            <a:extLst>
              <a:ext uri="{FF2B5EF4-FFF2-40B4-BE49-F238E27FC236}">
                <a16:creationId xmlns:a16="http://schemas.microsoft.com/office/drawing/2014/main" id="{9C7A8929-547E-4544-93A8-C979C16361A3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8" name="Rectangle">
            <a:extLst>
              <a:ext uri="{FF2B5EF4-FFF2-40B4-BE49-F238E27FC236}">
                <a16:creationId xmlns:a16="http://schemas.microsoft.com/office/drawing/2014/main" id="{5E6FB108-5A50-4658-8942-D2E053ED7F97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49" name="Rectangle">
            <a:extLst>
              <a:ext uri="{FF2B5EF4-FFF2-40B4-BE49-F238E27FC236}">
                <a16:creationId xmlns:a16="http://schemas.microsoft.com/office/drawing/2014/main" id="{8EB63FFE-399A-4AE0-A0BD-A14F2FC2AABE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0" name="Rectangle">
            <a:extLst>
              <a:ext uri="{FF2B5EF4-FFF2-40B4-BE49-F238E27FC236}">
                <a16:creationId xmlns:a16="http://schemas.microsoft.com/office/drawing/2014/main" id="{2F696B57-3868-49B9-A139-2B0B2EC20847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1" name="Rectangle">
            <a:extLst>
              <a:ext uri="{FF2B5EF4-FFF2-40B4-BE49-F238E27FC236}">
                <a16:creationId xmlns:a16="http://schemas.microsoft.com/office/drawing/2014/main" id="{01808DA0-B255-430D-9B97-ECB33B29D792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2" name="Rectangle">
            <a:extLst>
              <a:ext uri="{FF2B5EF4-FFF2-40B4-BE49-F238E27FC236}">
                <a16:creationId xmlns:a16="http://schemas.microsoft.com/office/drawing/2014/main" id="{D34C76CB-5EC2-4084-A2FA-DAAC8639A57F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3" name="Rectangle">
            <a:extLst>
              <a:ext uri="{FF2B5EF4-FFF2-40B4-BE49-F238E27FC236}">
                <a16:creationId xmlns:a16="http://schemas.microsoft.com/office/drawing/2014/main" id="{CA7BE643-BEE0-4AA5-8E40-39439B5757A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4" name="Rectangle">
            <a:extLst>
              <a:ext uri="{FF2B5EF4-FFF2-40B4-BE49-F238E27FC236}">
                <a16:creationId xmlns:a16="http://schemas.microsoft.com/office/drawing/2014/main" id="{24CAF35D-C29C-4F28-8CCE-F494634C3703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5" name="Rectangle">
            <a:extLst>
              <a:ext uri="{FF2B5EF4-FFF2-40B4-BE49-F238E27FC236}">
                <a16:creationId xmlns:a16="http://schemas.microsoft.com/office/drawing/2014/main" id="{4DCD2875-337F-4B69-97AA-D0CCD47E0FA2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6" name="Rectangle">
            <a:extLst>
              <a:ext uri="{FF2B5EF4-FFF2-40B4-BE49-F238E27FC236}">
                <a16:creationId xmlns:a16="http://schemas.microsoft.com/office/drawing/2014/main" id="{86F832A9-2B7F-47A5-B093-4EF268E064FB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7" name="Rectangle">
            <a:extLst>
              <a:ext uri="{FF2B5EF4-FFF2-40B4-BE49-F238E27FC236}">
                <a16:creationId xmlns:a16="http://schemas.microsoft.com/office/drawing/2014/main" id="{C8271F4F-47B2-41BB-9727-1BE43357E476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8" name="Rectangle">
            <a:extLst>
              <a:ext uri="{FF2B5EF4-FFF2-40B4-BE49-F238E27FC236}">
                <a16:creationId xmlns:a16="http://schemas.microsoft.com/office/drawing/2014/main" id="{2EB61108-A377-48E8-A4A9-7C3B37D43661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59" name="Rectangle">
            <a:extLst>
              <a:ext uri="{FF2B5EF4-FFF2-40B4-BE49-F238E27FC236}">
                <a16:creationId xmlns:a16="http://schemas.microsoft.com/office/drawing/2014/main" id="{BEDA1863-D4B7-4C19-B638-EFBFEC401D62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0" name="Rectangle">
            <a:extLst>
              <a:ext uri="{FF2B5EF4-FFF2-40B4-BE49-F238E27FC236}">
                <a16:creationId xmlns:a16="http://schemas.microsoft.com/office/drawing/2014/main" id="{5BE204FC-E979-46D8-BD81-D16A71E4AD12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1" name="Rectangle">
            <a:extLst>
              <a:ext uri="{FF2B5EF4-FFF2-40B4-BE49-F238E27FC236}">
                <a16:creationId xmlns:a16="http://schemas.microsoft.com/office/drawing/2014/main" id="{6D2440C9-22F5-4B00-A4AC-03E8C880ED3E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2" name="Rectangle">
            <a:extLst>
              <a:ext uri="{FF2B5EF4-FFF2-40B4-BE49-F238E27FC236}">
                <a16:creationId xmlns:a16="http://schemas.microsoft.com/office/drawing/2014/main" id="{E2B32803-F378-4C6F-9B25-8C86EDB5D46F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3" name="Rectangle">
            <a:extLst>
              <a:ext uri="{FF2B5EF4-FFF2-40B4-BE49-F238E27FC236}">
                <a16:creationId xmlns:a16="http://schemas.microsoft.com/office/drawing/2014/main" id="{5F2DEFFE-1693-47B0-BC7F-59005308C433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4" name="Rectangle">
            <a:extLst>
              <a:ext uri="{FF2B5EF4-FFF2-40B4-BE49-F238E27FC236}">
                <a16:creationId xmlns:a16="http://schemas.microsoft.com/office/drawing/2014/main" id="{8243B826-B89A-489F-AF9E-0695C54F45C5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5" name="Rectangle">
            <a:extLst>
              <a:ext uri="{FF2B5EF4-FFF2-40B4-BE49-F238E27FC236}">
                <a16:creationId xmlns:a16="http://schemas.microsoft.com/office/drawing/2014/main" id="{2E18B829-E439-4B88-9EDB-D7A6D63B22A2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6" name="Rectangle">
            <a:extLst>
              <a:ext uri="{FF2B5EF4-FFF2-40B4-BE49-F238E27FC236}">
                <a16:creationId xmlns:a16="http://schemas.microsoft.com/office/drawing/2014/main" id="{0C0EFE29-66EE-49B7-9FA9-5852C8ABAAE9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7" name="Rectangle">
            <a:extLst>
              <a:ext uri="{FF2B5EF4-FFF2-40B4-BE49-F238E27FC236}">
                <a16:creationId xmlns:a16="http://schemas.microsoft.com/office/drawing/2014/main" id="{4655BB17-2884-4E9E-91B8-6E720DD6AD43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8" name="Rectangle">
            <a:extLst>
              <a:ext uri="{FF2B5EF4-FFF2-40B4-BE49-F238E27FC236}">
                <a16:creationId xmlns:a16="http://schemas.microsoft.com/office/drawing/2014/main" id="{EA44BCC3-31D8-4133-A559-B4FC8D44C71A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69" name="Rectangle">
            <a:extLst>
              <a:ext uri="{FF2B5EF4-FFF2-40B4-BE49-F238E27FC236}">
                <a16:creationId xmlns:a16="http://schemas.microsoft.com/office/drawing/2014/main" id="{1305EFDE-DB0F-4312-93CF-EBF60F883D18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0" name="Rectangle">
            <a:extLst>
              <a:ext uri="{FF2B5EF4-FFF2-40B4-BE49-F238E27FC236}">
                <a16:creationId xmlns:a16="http://schemas.microsoft.com/office/drawing/2014/main" id="{CF0E3582-8BF4-4BB9-84A0-6D484A8A95F2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1" name="Rectangle">
            <a:extLst>
              <a:ext uri="{FF2B5EF4-FFF2-40B4-BE49-F238E27FC236}">
                <a16:creationId xmlns:a16="http://schemas.microsoft.com/office/drawing/2014/main" id="{A3AB9A5D-988F-4998-ACEB-A450EC24B1E9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6182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Rectangle">
            <a:extLst>
              <a:ext uri="{FF2B5EF4-FFF2-40B4-BE49-F238E27FC236}">
                <a16:creationId xmlns:a16="http://schemas.microsoft.com/office/drawing/2014/main" id="{8F3A0A10-DB2B-4FE7-9105-92A9301C6016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4" name="Rectangle">
            <a:extLst>
              <a:ext uri="{FF2B5EF4-FFF2-40B4-BE49-F238E27FC236}">
                <a16:creationId xmlns:a16="http://schemas.microsoft.com/office/drawing/2014/main" id="{CBE6EE17-136C-4A1E-B48E-3B40844B358F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5" name="Rectangle">
            <a:extLst>
              <a:ext uri="{FF2B5EF4-FFF2-40B4-BE49-F238E27FC236}">
                <a16:creationId xmlns:a16="http://schemas.microsoft.com/office/drawing/2014/main" id="{A93D823C-B6F6-483E-B3C9-4853C006FBB9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6" name="Rectangle">
            <a:extLst>
              <a:ext uri="{FF2B5EF4-FFF2-40B4-BE49-F238E27FC236}">
                <a16:creationId xmlns:a16="http://schemas.microsoft.com/office/drawing/2014/main" id="{D7C3D345-80BE-49D5-86AF-D8A86D2D9646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7" name="Rectangle">
            <a:extLst>
              <a:ext uri="{FF2B5EF4-FFF2-40B4-BE49-F238E27FC236}">
                <a16:creationId xmlns:a16="http://schemas.microsoft.com/office/drawing/2014/main" id="{9AD5D4BF-41CB-42FD-840A-5C025BD15244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8" name="Rectangle">
            <a:extLst>
              <a:ext uri="{FF2B5EF4-FFF2-40B4-BE49-F238E27FC236}">
                <a16:creationId xmlns:a16="http://schemas.microsoft.com/office/drawing/2014/main" id="{D26607D6-E02F-4606-BC9E-B831D5EC3F4E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79" name="Rectangle">
            <a:extLst>
              <a:ext uri="{FF2B5EF4-FFF2-40B4-BE49-F238E27FC236}">
                <a16:creationId xmlns:a16="http://schemas.microsoft.com/office/drawing/2014/main" id="{2AC07807-BC14-4CDA-8422-DFB7D7B5A77B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0" name="Rectangle">
            <a:extLst>
              <a:ext uri="{FF2B5EF4-FFF2-40B4-BE49-F238E27FC236}">
                <a16:creationId xmlns:a16="http://schemas.microsoft.com/office/drawing/2014/main" id="{C33A9715-95A0-4986-8CF8-B15EBD246C83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1" name="Rectangle">
            <a:extLst>
              <a:ext uri="{FF2B5EF4-FFF2-40B4-BE49-F238E27FC236}">
                <a16:creationId xmlns:a16="http://schemas.microsoft.com/office/drawing/2014/main" id="{583EF028-0342-46FB-994A-3A4BD841FF00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2" name="Rectangle">
            <a:extLst>
              <a:ext uri="{FF2B5EF4-FFF2-40B4-BE49-F238E27FC236}">
                <a16:creationId xmlns:a16="http://schemas.microsoft.com/office/drawing/2014/main" id="{4A286C39-E6CD-4198-9B18-03B167D219E7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3" name="Rectangle">
            <a:extLst>
              <a:ext uri="{FF2B5EF4-FFF2-40B4-BE49-F238E27FC236}">
                <a16:creationId xmlns:a16="http://schemas.microsoft.com/office/drawing/2014/main" id="{69E2AE1E-6EE5-486F-9A57-AB51CCC1299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4" name="Rectangle">
            <a:extLst>
              <a:ext uri="{FF2B5EF4-FFF2-40B4-BE49-F238E27FC236}">
                <a16:creationId xmlns:a16="http://schemas.microsoft.com/office/drawing/2014/main" id="{94FB3842-5399-4446-8DE6-50509E8CD538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5" name="Rectangle">
            <a:extLst>
              <a:ext uri="{FF2B5EF4-FFF2-40B4-BE49-F238E27FC236}">
                <a16:creationId xmlns:a16="http://schemas.microsoft.com/office/drawing/2014/main" id="{129E6908-6B14-4A90-A8A4-876AB111DDD1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6" name="Rectangle">
            <a:extLst>
              <a:ext uri="{FF2B5EF4-FFF2-40B4-BE49-F238E27FC236}">
                <a16:creationId xmlns:a16="http://schemas.microsoft.com/office/drawing/2014/main" id="{8BCB95AA-D44D-4987-9E3D-4BE39B453C9C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7" name="Rectangle">
            <a:extLst>
              <a:ext uri="{FF2B5EF4-FFF2-40B4-BE49-F238E27FC236}">
                <a16:creationId xmlns:a16="http://schemas.microsoft.com/office/drawing/2014/main" id="{8A249060-4D71-4C48-B99D-C4AE9B677D54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8" name="Rectangle">
            <a:extLst>
              <a:ext uri="{FF2B5EF4-FFF2-40B4-BE49-F238E27FC236}">
                <a16:creationId xmlns:a16="http://schemas.microsoft.com/office/drawing/2014/main" id="{5C5EC8D8-F213-443B-8B6D-F519637A5A8D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89" name="Rectangle">
            <a:extLst>
              <a:ext uri="{FF2B5EF4-FFF2-40B4-BE49-F238E27FC236}">
                <a16:creationId xmlns:a16="http://schemas.microsoft.com/office/drawing/2014/main" id="{DC688F43-FE6C-4028-AB84-92336A2FE9F5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0" name="Rectangle">
            <a:extLst>
              <a:ext uri="{FF2B5EF4-FFF2-40B4-BE49-F238E27FC236}">
                <a16:creationId xmlns:a16="http://schemas.microsoft.com/office/drawing/2014/main" id="{F0CDC7AF-EB54-43FE-AF83-DFD0C954A101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1" name="Rectangle">
            <a:extLst>
              <a:ext uri="{FF2B5EF4-FFF2-40B4-BE49-F238E27FC236}">
                <a16:creationId xmlns:a16="http://schemas.microsoft.com/office/drawing/2014/main" id="{7E1F5F1A-5F82-4BA3-AE62-51AD344AC4FC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2" name="Rectangle">
            <a:extLst>
              <a:ext uri="{FF2B5EF4-FFF2-40B4-BE49-F238E27FC236}">
                <a16:creationId xmlns:a16="http://schemas.microsoft.com/office/drawing/2014/main" id="{1C742802-C3E7-49E4-AE9B-B22ECFFAC9D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3" name="Rectangle">
            <a:extLst>
              <a:ext uri="{FF2B5EF4-FFF2-40B4-BE49-F238E27FC236}">
                <a16:creationId xmlns:a16="http://schemas.microsoft.com/office/drawing/2014/main" id="{06A5FA0B-DEA6-45D7-9ACF-2C75D6953DEE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4" name="Rectangle">
            <a:extLst>
              <a:ext uri="{FF2B5EF4-FFF2-40B4-BE49-F238E27FC236}">
                <a16:creationId xmlns:a16="http://schemas.microsoft.com/office/drawing/2014/main" id="{4BABEC06-9B50-451C-A22E-6F829AA92A2D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5" name="Rectangle">
            <a:extLst>
              <a:ext uri="{FF2B5EF4-FFF2-40B4-BE49-F238E27FC236}">
                <a16:creationId xmlns:a16="http://schemas.microsoft.com/office/drawing/2014/main" id="{D5839806-F607-453C-99AA-A74840E64BF0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6" name="Rectangle">
            <a:extLst>
              <a:ext uri="{FF2B5EF4-FFF2-40B4-BE49-F238E27FC236}">
                <a16:creationId xmlns:a16="http://schemas.microsoft.com/office/drawing/2014/main" id="{05D5D3E7-50B9-44BC-B271-443CB5189FFC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7" name="Rectangle">
            <a:extLst>
              <a:ext uri="{FF2B5EF4-FFF2-40B4-BE49-F238E27FC236}">
                <a16:creationId xmlns:a16="http://schemas.microsoft.com/office/drawing/2014/main" id="{49CD6BFC-44F1-4C89-9FA6-B792267C42FE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8" name="Rectangle">
            <a:extLst>
              <a:ext uri="{FF2B5EF4-FFF2-40B4-BE49-F238E27FC236}">
                <a16:creationId xmlns:a16="http://schemas.microsoft.com/office/drawing/2014/main" id="{DA904DC5-8912-4A43-8FEC-8682390BB163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99" name="Rectangle">
            <a:extLst>
              <a:ext uri="{FF2B5EF4-FFF2-40B4-BE49-F238E27FC236}">
                <a16:creationId xmlns:a16="http://schemas.microsoft.com/office/drawing/2014/main" id="{4505FF17-0F23-4C7C-B910-E463ADD15C86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511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Rectangle">
            <a:extLst>
              <a:ext uri="{FF2B5EF4-FFF2-40B4-BE49-F238E27FC236}">
                <a16:creationId xmlns:a16="http://schemas.microsoft.com/office/drawing/2014/main" id="{74363AF4-7CA8-4913-9D54-9C1C0736B6D3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2" name="Rectangle">
            <a:extLst>
              <a:ext uri="{FF2B5EF4-FFF2-40B4-BE49-F238E27FC236}">
                <a16:creationId xmlns:a16="http://schemas.microsoft.com/office/drawing/2014/main" id="{CC74BD00-B74B-43F6-9147-217AB64879AA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3" name="Rectangle">
            <a:extLst>
              <a:ext uri="{FF2B5EF4-FFF2-40B4-BE49-F238E27FC236}">
                <a16:creationId xmlns:a16="http://schemas.microsoft.com/office/drawing/2014/main" id="{5DD31856-F48F-4F6B-B741-242502CC9E83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4" name="Rectangle">
            <a:extLst>
              <a:ext uri="{FF2B5EF4-FFF2-40B4-BE49-F238E27FC236}">
                <a16:creationId xmlns:a16="http://schemas.microsoft.com/office/drawing/2014/main" id="{BF9802F7-8F28-4D6A-9E97-E5B7DBE9CDB0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5" name="Rectangle">
            <a:extLst>
              <a:ext uri="{FF2B5EF4-FFF2-40B4-BE49-F238E27FC236}">
                <a16:creationId xmlns:a16="http://schemas.microsoft.com/office/drawing/2014/main" id="{276FFC81-F2E7-4F38-8B91-6620C7467FC4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6" name="Rectangle">
            <a:extLst>
              <a:ext uri="{FF2B5EF4-FFF2-40B4-BE49-F238E27FC236}">
                <a16:creationId xmlns:a16="http://schemas.microsoft.com/office/drawing/2014/main" id="{112E7084-3ADB-4FAA-A6C9-E94DEAD4CA1D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7" name="Rectangle">
            <a:extLst>
              <a:ext uri="{FF2B5EF4-FFF2-40B4-BE49-F238E27FC236}">
                <a16:creationId xmlns:a16="http://schemas.microsoft.com/office/drawing/2014/main" id="{4F56DF77-669E-4FFD-867D-BE6D94A92175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8" name="Rectangle">
            <a:extLst>
              <a:ext uri="{FF2B5EF4-FFF2-40B4-BE49-F238E27FC236}">
                <a16:creationId xmlns:a16="http://schemas.microsoft.com/office/drawing/2014/main" id="{7DAA9564-85BC-4315-82C5-620968E4CEBB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09" name="Rectangle">
            <a:extLst>
              <a:ext uri="{FF2B5EF4-FFF2-40B4-BE49-F238E27FC236}">
                <a16:creationId xmlns:a16="http://schemas.microsoft.com/office/drawing/2014/main" id="{4849A6F2-ED89-49CF-AE76-2B0E96317AFA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0" name="Rectangle">
            <a:extLst>
              <a:ext uri="{FF2B5EF4-FFF2-40B4-BE49-F238E27FC236}">
                <a16:creationId xmlns:a16="http://schemas.microsoft.com/office/drawing/2014/main" id="{45EE9EEB-17DF-4C74-A5FB-E607CBBC70B3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1" name="Rectangle">
            <a:extLst>
              <a:ext uri="{FF2B5EF4-FFF2-40B4-BE49-F238E27FC236}">
                <a16:creationId xmlns:a16="http://schemas.microsoft.com/office/drawing/2014/main" id="{48A43A00-84C4-4A7F-9C53-AC1BEAB1E20B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2" name="Rectangle">
            <a:extLst>
              <a:ext uri="{FF2B5EF4-FFF2-40B4-BE49-F238E27FC236}">
                <a16:creationId xmlns:a16="http://schemas.microsoft.com/office/drawing/2014/main" id="{B705E8F3-2F6D-4E4C-AB5A-F98408F2A94F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3" name="Rectangle">
            <a:extLst>
              <a:ext uri="{FF2B5EF4-FFF2-40B4-BE49-F238E27FC236}">
                <a16:creationId xmlns:a16="http://schemas.microsoft.com/office/drawing/2014/main" id="{C01C538A-5AC4-4480-B029-178CACB1FF3F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4" name="Rectangle">
            <a:extLst>
              <a:ext uri="{FF2B5EF4-FFF2-40B4-BE49-F238E27FC236}">
                <a16:creationId xmlns:a16="http://schemas.microsoft.com/office/drawing/2014/main" id="{A804BCFB-11B7-4D86-AA2A-054155F7E852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5" name="Rectangle">
            <a:extLst>
              <a:ext uri="{FF2B5EF4-FFF2-40B4-BE49-F238E27FC236}">
                <a16:creationId xmlns:a16="http://schemas.microsoft.com/office/drawing/2014/main" id="{06B35489-4823-49B3-9931-945D3026BE8A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6" name="Rectangle">
            <a:extLst>
              <a:ext uri="{FF2B5EF4-FFF2-40B4-BE49-F238E27FC236}">
                <a16:creationId xmlns:a16="http://schemas.microsoft.com/office/drawing/2014/main" id="{E299D60C-FB9A-4F2C-8F2D-66D7E0577B20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7" name="Rectangle">
            <a:extLst>
              <a:ext uri="{FF2B5EF4-FFF2-40B4-BE49-F238E27FC236}">
                <a16:creationId xmlns:a16="http://schemas.microsoft.com/office/drawing/2014/main" id="{405738C1-7E3E-4ECB-8A0A-AE8BBC098612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8" name="Rectangle">
            <a:extLst>
              <a:ext uri="{FF2B5EF4-FFF2-40B4-BE49-F238E27FC236}">
                <a16:creationId xmlns:a16="http://schemas.microsoft.com/office/drawing/2014/main" id="{CA445F11-F537-4DD6-95F9-B95DDCA164EE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19" name="Rectangle">
            <a:extLst>
              <a:ext uri="{FF2B5EF4-FFF2-40B4-BE49-F238E27FC236}">
                <a16:creationId xmlns:a16="http://schemas.microsoft.com/office/drawing/2014/main" id="{D061EE70-1D93-4A4F-AA88-51B19DB4D8A7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0" name="Rectangle">
            <a:extLst>
              <a:ext uri="{FF2B5EF4-FFF2-40B4-BE49-F238E27FC236}">
                <a16:creationId xmlns:a16="http://schemas.microsoft.com/office/drawing/2014/main" id="{FC1EF856-02FC-4BFB-83BF-E3D0367E61E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1" name="Rectangle">
            <a:extLst>
              <a:ext uri="{FF2B5EF4-FFF2-40B4-BE49-F238E27FC236}">
                <a16:creationId xmlns:a16="http://schemas.microsoft.com/office/drawing/2014/main" id="{D3E07B47-A34E-4323-9634-0F5C9C0B7C21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2" name="Rectangle">
            <a:extLst>
              <a:ext uri="{FF2B5EF4-FFF2-40B4-BE49-F238E27FC236}">
                <a16:creationId xmlns:a16="http://schemas.microsoft.com/office/drawing/2014/main" id="{7A811188-F3F2-48A4-B749-6E18DF6ACCDE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3" name="Rectangle">
            <a:extLst>
              <a:ext uri="{FF2B5EF4-FFF2-40B4-BE49-F238E27FC236}">
                <a16:creationId xmlns:a16="http://schemas.microsoft.com/office/drawing/2014/main" id="{23BCC420-AC7E-4271-A686-80F5ABC50793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4" name="Rectangle">
            <a:extLst>
              <a:ext uri="{FF2B5EF4-FFF2-40B4-BE49-F238E27FC236}">
                <a16:creationId xmlns:a16="http://schemas.microsoft.com/office/drawing/2014/main" id="{BEDD60CE-67F5-4245-AEC4-B4DFC47D8F3D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5" name="Rectangle">
            <a:extLst>
              <a:ext uri="{FF2B5EF4-FFF2-40B4-BE49-F238E27FC236}">
                <a16:creationId xmlns:a16="http://schemas.microsoft.com/office/drawing/2014/main" id="{7B56EA7B-C374-4B1E-912C-EBC9F4DDD66A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6" name="Rectangle">
            <a:extLst>
              <a:ext uri="{FF2B5EF4-FFF2-40B4-BE49-F238E27FC236}">
                <a16:creationId xmlns:a16="http://schemas.microsoft.com/office/drawing/2014/main" id="{ECA7F227-CD14-449F-AC11-30AFDBE9598B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27" name="Rectangle">
            <a:extLst>
              <a:ext uri="{FF2B5EF4-FFF2-40B4-BE49-F238E27FC236}">
                <a16:creationId xmlns:a16="http://schemas.microsoft.com/office/drawing/2014/main" id="{B8334ECF-BC84-4F48-A5CA-597C495CC4E0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08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Rectangle">
            <a:extLst>
              <a:ext uri="{FF2B5EF4-FFF2-40B4-BE49-F238E27FC236}">
                <a16:creationId xmlns:a16="http://schemas.microsoft.com/office/drawing/2014/main" id="{C5E2BA9B-09DC-4746-9549-42A98B4EDF78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0" name="Rectangle">
            <a:extLst>
              <a:ext uri="{FF2B5EF4-FFF2-40B4-BE49-F238E27FC236}">
                <a16:creationId xmlns:a16="http://schemas.microsoft.com/office/drawing/2014/main" id="{BBD3A2A5-1D49-4732-86A1-673F860FBFCD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1" name="Rectangle">
            <a:extLst>
              <a:ext uri="{FF2B5EF4-FFF2-40B4-BE49-F238E27FC236}">
                <a16:creationId xmlns:a16="http://schemas.microsoft.com/office/drawing/2014/main" id="{954A2147-2FFD-48E9-9732-C55F85C33D10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2" name="Rectangle">
            <a:extLst>
              <a:ext uri="{FF2B5EF4-FFF2-40B4-BE49-F238E27FC236}">
                <a16:creationId xmlns:a16="http://schemas.microsoft.com/office/drawing/2014/main" id="{6F07F5AB-58E4-4CC2-8BD8-71662B14C832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3" name="Rectangle">
            <a:extLst>
              <a:ext uri="{FF2B5EF4-FFF2-40B4-BE49-F238E27FC236}">
                <a16:creationId xmlns:a16="http://schemas.microsoft.com/office/drawing/2014/main" id="{D508D061-CDAC-4E14-AC94-D08EE613393A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4" name="Rectangle">
            <a:extLst>
              <a:ext uri="{FF2B5EF4-FFF2-40B4-BE49-F238E27FC236}">
                <a16:creationId xmlns:a16="http://schemas.microsoft.com/office/drawing/2014/main" id="{844AE901-E741-423B-8C42-2BBA91336DCB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5" name="Rectangle">
            <a:extLst>
              <a:ext uri="{FF2B5EF4-FFF2-40B4-BE49-F238E27FC236}">
                <a16:creationId xmlns:a16="http://schemas.microsoft.com/office/drawing/2014/main" id="{8DD6A769-70D8-4125-84EA-DD535B834428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6" name="Rectangle">
            <a:extLst>
              <a:ext uri="{FF2B5EF4-FFF2-40B4-BE49-F238E27FC236}">
                <a16:creationId xmlns:a16="http://schemas.microsoft.com/office/drawing/2014/main" id="{F2FD229F-338A-4783-912C-69C1F1A89ECB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7" name="Rectangle">
            <a:extLst>
              <a:ext uri="{FF2B5EF4-FFF2-40B4-BE49-F238E27FC236}">
                <a16:creationId xmlns:a16="http://schemas.microsoft.com/office/drawing/2014/main" id="{092CB7F9-86BC-470C-802F-25CCFF523FC3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8" name="Rectangle">
            <a:extLst>
              <a:ext uri="{FF2B5EF4-FFF2-40B4-BE49-F238E27FC236}">
                <a16:creationId xmlns:a16="http://schemas.microsoft.com/office/drawing/2014/main" id="{BE0F89D0-C7CB-4148-B535-7F5F0A27FF71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39" name="Rectangle">
            <a:extLst>
              <a:ext uri="{FF2B5EF4-FFF2-40B4-BE49-F238E27FC236}">
                <a16:creationId xmlns:a16="http://schemas.microsoft.com/office/drawing/2014/main" id="{C7E3E81B-BC0E-40F6-B440-F395FAA0E519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0" name="Rectangle">
            <a:extLst>
              <a:ext uri="{FF2B5EF4-FFF2-40B4-BE49-F238E27FC236}">
                <a16:creationId xmlns:a16="http://schemas.microsoft.com/office/drawing/2014/main" id="{C385D2D1-A08F-4894-9968-0D4C6A80A3A0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1" name="Rectangle">
            <a:extLst>
              <a:ext uri="{FF2B5EF4-FFF2-40B4-BE49-F238E27FC236}">
                <a16:creationId xmlns:a16="http://schemas.microsoft.com/office/drawing/2014/main" id="{257DB285-4B52-41F8-B902-DF3538D9338B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2" name="Rectangle">
            <a:extLst>
              <a:ext uri="{FF2B5EF4-FFF2-40B4-BE49-F238E27FC236}">
                <a16:creationId xmlns:a16="http://schemas.microsoft.com/office/drawing/2014/main" id="{7A01322F-E5A3-4FE2-BD30-1E7DDE64353B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3" name="Rectangle">
            <a:extLst>
              <a:ext uri="{FF2B5EF4-FFF2-40B4-BE49-F238E27FC236}">
                <a16:creationId xmlns:a16="http://schemas.microsoft.com/office/drawing/2014/main" id="{AA17A24A-4629-4910-9474-C4BB31B3FBF2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4" name="Rectangle">
            <a:extLst>
              <a:ext uri="{FF2B5EF4-FFF2-40B4-BE49-F238E27FC236}">
                <a16:creationId xmlns:a16="http://schemas.microsoft.com/office/drawing/2014/main" id="{5384C2E0-6338-45CD-82CF-1DCAF93A002B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5" name="Rectangle">
            <a:extLst>
              <a:ext uri="{FF2B5EF4-FFF2-40B4-BE49-F238E27FC236}">
                <a16:creationId xmlns:a16="http://schemas.microsoft.com/office/drawing/2014/main" id="{E3F37294-C14E-4B29-8785-3517AB1CBB6E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6" name="Rectangle">
            <a:extLst>
              <a:ext uri="{FF2B5EF4-FFF2-40B4-BE49-F238E27FC236}">
                <a16:creationId xmlns:a16="http://schemas.microsoft.com/office/drawing/2014/main" id="{FADE2BB9-2171-4A72-BD2A-15FCE2270D30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7" name="Rectangle">
            <a:extLst>
              <a:ext uri="{FF2B5EF4-FFF2-40B4-BE49-F238E27FC236}">
                <a16:creationId xmlns:a16="http://schemas.microsoft.com/office/drawing/2014/main" id="{8251FFDC-06EE-448A-B8BF-9EA2A501730D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8" name="Rectangle">
            <a:extLst>
              <a:ext uri="{FF2B5EF4-FFF2-40B4-BE49-F238E27FC236}">
                <a16:creationId xmlns:a16="http://schemas.microsoft.com/office/drawing/2014/main" id="{B5A53DE0-66F9-435D-853E-E8BA047B9C70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49" name="Rectangle">
            <a:extLst>
              <a:ext uri="{FF2B5EF4-FFF2-40B4-BE49-F238E27FC236}">
                <a16:creationId xmlns:a16="http://schemas.microsoft.com/office/drawing/2014/main" id="{A2B7848A-EAC8-4689-B3E9-3E85A8B193FF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8215D8AC-929E-4BF1-BF0B-1966BD9BE15A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970B95DF-A9B0-460F-9104-7D81242AA537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DE2E9D86-C73D-458B-8BFE-8D0A455F13D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A4BB0FE2-EE50-4D85-A244-D46CA5F80086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46C48716-6E3E-491F-A23B-25FA1912EBB8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47C2C6DD-6CC4-4C29-A7B7-40DCBD8D150B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6" name="flat local maximum">
            <a:extLst>
              <a:ext uri="{FF2B5EF4-FFF2-40B4-BE49-F238E27FC236}">
                <a16:creationId xmlns:a16="http://schemas.microsoft.com/office/drawing/2014/main" id="{2C589C90-A4AA-4F55-9F18-80E711E9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máximo local plano</a:t>
            </a:r>
          </a:p>
        </p:txBody>
      </p:sp>
    </p:spTree>
    <p:extLst>
      <p:ext uri="{BB962C8B-B14F-4D97-AF65-F5344CB8AC3E}">
        <p14:creationId xmlns:p14="http://schemas.microsoft.com/office/powerpoint/2010/main" val="9113881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Rectangle">
            <a:extLst>
              <a:ext uri="{FF2B5EF4-FFF2-40B4-BE49-F238E27FC236}">
                <a16:creationId xmlns:a16="http://schemas.microsoft.com/office/drawing/2014/main" id="{130D384E-751F-47C6-8844-2A3E8F2E854B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DAA42512-C66A-4176-B8B4-DCD5192082FE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2E0C5C9A-F786-465E-983F-C3035E2258CB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45F36E10-7EC3-4F54-86C6-0350D1FF9666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DAFCDC0E-A90F-41EB-9232-180036135A77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9285251D-8187-4ECA-92CE-BCFE01659020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4" name="Rectangle">
            <a:extLst>
              <a:ext uri="{FF2B5EF4-FFF2-40B4-BE49-F238E27FC236}">
                <a16:creationId xmlns:a16="http://schemas.microsoft.com/office/drawing/2014/main" id="{A66371E5-EC2B-417D-9824-A5823C558A66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5" name="Rectangle">
            <a:extLst>
              <a:ext uri="{FF2B5EF4-FFF2-40B4-BE49-F238E27FC236}">
                <a16:creationId xmlns:a16="http://schemas.microsoft.com/office/drawing/2014/main" id="{18F6A5FA-246D-451F-A241-ACAE8BC275AD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6" name="Rectangle">
            <a:extLst>
              <a:ext uri="{FF2B5EF4-FFF2-40B4-BE49-F238E27FC236}">
                <a16:creationId xmlns:a16="http://schemas.microsoft.com/office/drawing/2014/main" id="{E09DFD4C-BB83-4624-80A2-52C685E8219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7" name="Rectangle">
            <a:extLst>
              <a:ext uri="{FF2B5EF4-FFF2-40B4-BE49-F238E27FC236}">
                <a16:creationId xmlns:a16="http://schemas.microsoft.com/office/drawing/2014/main" id="{0E7D0597-B99F-4194-A7AD-848B7F614F7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8" name="Rectangle">
            <a:extLst>
              <a:ext uri="{FF2B5EF4-FFF2-40B4-BE49-F238E27FC236}">
                <a16:creationId xmlns:a16="http://schemas.microsoft.com/office/drawing/2014/main" id="{1456C4C9-D388-475E-A3EB-0646FF56B7FA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69" name="Rectangle">
            <a:extLst>
              <a:ext uri="{FF2B5EF4-FFF2-40B4-BE49-F238E27FC236}">
                <a16:creationId xmlns:a16="http://schemas.microsoft.com/office/drawing/2014/main" id="{40F457FF-2F05-44F2-9592-605967B66BFA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0" name="Rectangle">
            <a:extLst>
              <a:ext uri="{FF2B5EF4-FFF2-40B4-BE49-F238E27FC236}">
                <a16:creationId xmlns:a16="http://schemas.microsoft.com/office/drawing/2014/main" id="{23F09557-302D-42EC-9B5C-7BAC81013FF9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1" name="Rectangle">
            <a:extLst>
              <a:ext uri="{FF2B5EF4-FFF2-40B4-BE49-F238E27FC236}">
                <a16:creationId xmlns:a16="http://schemas.microsoft.com/office/drawing/2014/main" id="{0605015F-EFD5-446E-A0E5-F3228ECFFF6E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2" name="Rectangle">
            <a:extLst>
              <a:ext uri="{FF2B5EF4-FFF2-40B4-BE49-F238E27FC236}">
                <a16:creationId xmlns:a16="http://schemas.microsoft.com/office/drawing/2014/main" id="{3F4C363A-9E8F-4C81-8933-81E34AEE6346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3" name="Rectangle">
            <a:extLst>
              <a:ext uri="{FF2B5EF4-FFF2-40B4-BE49-F238E27FC236}">
                <a16:creationId xmlns:a16="http://schemas.microsoft.com/office/drawing/2014/main" id="{C4B54F2C-8F30-497E-B5B7-5161061A0817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4" name="Rectangle">
            <a:extLst>
              <a:ext uri="{FF2B5EF4-FFF2-40B4-BE49-F238E27FC236}">
                <a16:creationId xmlns:a16="http://schemas.microsoft.com/office/drawing/2014/main" id="{E3B3C6D0-A8A0-49F9-A35B-41CC0143654A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5" name="Rectangle">
            <a:extLst>
              <a:ext uri="{FF2B5EF4-FFF2-40B4-BE49-F238E27FC236}">
                <a16:creationId xmlns:a16="http://schemas.microsoft.com/office/drawing/2014/main" id="{10348978-3258-4177-A8F6-9E38F0132B3F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6" name="Rectangle">
            <a:extLst>
              <a:ext uri="{FF2B5EF4-FFF2-40B4-BE49-F238E27FC236}">
                <a16:creationId xmlns:a16="http://schemas.microsoft.com/office/drawing/2014/main" id="{8B41C70F-A637-4374-B24D-3728D68D2BB8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7" name="Rectangle">
            <a:extLst>
              <a:ext uri="{FF2B5EF4-FFF2-40B4-BE49-F238E27FC236}">
                <a16:creationId xmlns:a16="http://schemas.microsoft.com/office/drawing/2014/main" id="{E177CF2B-8CD7-4CEA-8DC1-E3B091FC595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8" name="Rectangle">
            <a:extLst>
              <a:ext uri="{FF2B5EF4-FFF2-40B4-BE49-F238E27FC236}">
                <a16:creationId xmlns:a16="http://schemas.microsoft.com/office/drawing/2014/main" id="{1F0B5B9A-A695-440B-8241-E13C1E52CD9B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9" name="Rectangle">
            <a:extLst>
              <a:ext uri="{FF2B5EF4-FFF2-40B4-BE49-F238E27FC236}">
                <a16:creationId xmlns:a16="http://schemas.microsoft.com/office/drawing/2014/main" id="{C1486082-D8B1-4CC0-A16B-0401073B2AAE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0" name="Rectangle">
            <a:extLst>
              <a:ext uri="{FF2B5EF4-FFF2-40B4-BE49-F238E27FC236}">
                <a16:creationId xmlns:a16="http://schemas.microsoft.com/office/drawing/2014/main" id="{9BF49930-FFCC-4289-A4E7-BE1AFF11F2DA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1" name="Rectangle">
            <a:extLst>
              <a:ext uri="{FF2B5EF4-FFF2-40B4-BE49-F238E27FC236}">
                <a16:creationId xmlns:a16="http://schemas.microsoft.com/office/drawing/2014/main" id="{024573B2-8371-4247-BD54-C4006B78BF98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2" name="Rectangle">
            <a:extLst>
              <a:ext uri="{FF2B5EF4-FFF2-40B4-BE49-F238E27FC236}">
                <a16:creationId xmlns:a16="http://schemas.microsoft.com/office/drawing/2014/main" id="{C2376ECE-E2F4-4054-A4DA-4BC5E3AF4952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3" name="Rectangle">
            <a:extLst>
              <a:ext uri="{FF2B5EF4-FFF2-40B4-BE49-F238E27FC236}">
                <a16:creationId xmlns:a16="http://schemas.microsoft.com/office/drawing/2014/main" id="{073E451A-5111-4379-89F9-1A3825A9122A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4" name="Rectangle">
            <a:extLst>
              <a:ext uri="{FF2B5EF4-FFF2-40B4-BE49-F238E27FC236}">
                <a16:creationId xmlns:a16="http://schemas.microsoft.com/office/drawing/2014/main" id="{AE25DB7E-CD39-4C94-B693-B020C63306F3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5" name="shoulder">
            <a:extLst>
              <a:ext uri="{FF2B5EF4-FFF2-40B4-BE49-F238E27FC236}">
                <a16:creationId xmlns:a16="http://schemas.microsoft.com/office/drawing/2014/main" id="{6778F6C6-F7FC-4759-92E3-0DBFD48A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96" y="765284"/>
            <a:ext cx="20828001" cy="2417454"/>
          </a:xfrm>
          <a:prstGeom prst="rect">
            <a:avLst/>
          </a:prstGeom>
        </p:spPr>
        <p:txBody>
          <a:bodyPr/>
          <a:lstStyle>
            <a:lvl1pPr algn="r">
              <a:buNone/>
              <a:defRPr/>
            </a:lvl1pPr>
          </a:lstStyle>
          <a:p>
            <a:pPr>
              <a:buNone/>
            </a:pPr>
            <a:r>
              <a:t>ombro</a:t>
            </a:r>
          </a:p>
        </p:txBody>
      </p:sp>
    </p:spTree>
    <p:extLst>
      <p:ext uri="{BB962C8B-B14F-4D97-AF65-F5344CB8AC3E}">
        <p14:creationId xmlns:p14="http://schemas.microsoft.com/office/powerpoint/2010/main" val="12210636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/>
          <p:cNvGraphicFramePr/>
          <p:nvPr>
            <p:extLst>
              <p:ext uri="{D42A27DB-BD31-4B8C-83A1-F6EECF244321}">
                <p14:modId xmlns:p14="http://schemas.microsoft.com/office/powerpoint/2010/main" val="2764370923"/>
              </p:ext>
            </p:extLst>
          </p:nvPr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  <a:p>
                      <a:pPr>
                        <a:buNone/>
                      </a:pPr>
                      <a:endParaRPr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9DB7B6DC-A3C4-477F-B3AE-62A90134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33564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201A-3C1B-0D74-F700-78F4D960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>
            <a:extLst>
              <a:ext uri="{FF2B5EF4-FFF2-40B4-BE49-F238E27FC236}">
                <a16:creationId xmlns:a16="http://schemas.microsoft.com/office/drawing/2014/main" id="{D8CA5C42-C04F-5671-9F34-6A2E6AA74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466908"/>
              </p:ext>
            </p:extLst>
          </p:nvPr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subida mais íngreme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vizinho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2AC56CB7-39A5-D167-75F2-B1D2BBE9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1350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442E-73A5-FBA2-C492-D80DCCEC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>
            <a:extLst>
              <a:ext uri="{FF2B5EF4-FFF2-40B4-BE49-F238E27FC236}">
                <a16:creationId xmlns:a16="http://schemas.microsoft.com/office/drawing/2014/main" id="{5EB4D981-78FE-51B4-95E9-E23608EB7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1948065"/>
              </p:ext>
            </p:extLst>
          </p:nvPr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subida mais íngreme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vizinho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estocástica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ao acaso entre vizinhos melhores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79078518-954C-4ADC-64DC-C44D3951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96563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7DAA-C00E-6108-52CC-25C39799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>
            <a:extLst>
              <a:ext uri="{FF2B5EF4-FFF2-40B4-BE49-F238E27FC236}">
                <a16:creationId xmlns:a16="http://schemas.microsoft.com/office/drawing/2014/main" id="{9481064B-EDF9-72EC-1656-BFB4032BC7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7005027"/>
              </p:ext>
            </p:extLst>
          </p:nvPr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subida mais íngreme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vizinho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estocástica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ao acaso entre vizinhos melhores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primeira escolha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primeiro vizinho melhor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8AA9E215-7FF7-049F-0DFB-CBA4A046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485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68B3-92EE-DE90-9E53-C31B3BFE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>
            <a:extLst>
              <a:ext uri="{FF2B5EF4-FFF2-40B4-BE49-F238E27FC236}">
                <a16:creationId xmlns:a16="http://schemas.microsoft.com/office/drawing/2014/main" id="{10768639-C3FD-EEDE-B14E-D52680E17A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604297"/>
              </p:ext>
            </p:extLst>
          </p:nvPr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subida mais íngreme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vizinho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estocástica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ao acaso entre vizinhos melhores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primeira escolha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primeiro vizinho melhor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reinício aleatório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executar</a:t>
                      </a:r>
                      <a:r>
                        <a:rPr sz="51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pt-BR" sz="51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hill</a:t>
                      </a:r>
                      <a:r>
                        <a:rPr lang="pt-BR" sz="51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lang="pt-BR" sz="51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cimbing</a:t>
                      </a:r>
                      <a:r>
                        <a:rPr lang="pt-BR" sz="51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sz="51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várias</a:t>
                      </a:r>
                      <a:r>
                        <a:rPr sz="51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 </a:t>
                      </a:r>
                      <a:r>
                        <a:rPr sz="51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vezes</a:t>
                      </a:r>
                      <a:endParaRPr sz="51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6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5100" dirty="0"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1B6C1E83-3B47-CEFF-EFB6-28DF8CB6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28636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8C01-8E51-0C96-1EE3-EB553359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0" name="Table 1">
            <a:extLst>
              <a:ext uri="{FF2B5EF4-FFF2-40B4-BE49-F238E27FC236}">
                <a16:creationId xmlns:a16="http://schemas.microsoft.com/office/drawing/2014/main" id="{F91D4CC9-E616-8E50-49FA-FC060B2923CD}"/>
              </a:ext>
            </a:extLst>
          </p:cNvPr>
          <p:cNvGraphicFramePr/>
          <p:nvPr/>
        </p:nvGraphicFramePr>
        <p:xfrm>
          <a:off x="1695450" y="2729688"/>
          <a:ext cx="20993101" cy="103864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707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Variante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Definição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subida mais íngreme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vizinho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estocástica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ao acaso entre vizinhos melhores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primeira escolha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escolher o primeiro vizinho melhor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reinício aleatório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executar subida de encosta várias vezes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6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busca em feixe local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100">
                          <a:latin typeface="Helvetica"/>
                          <a:ea typeface="Helvetica"/>
                          <a:cs typeface="Helvetica"/>
                        </a:rPr>
                        <a:t>escolher os k vizinhos de maior valor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8" name="Hill Climbing Variants">
            <a:extLst>
              <a:ext uri="{FF2B5EF4-FFF2-40B4-BE49-F238E27FC236}">
                <a16:creationId xmlns:a16="http://schemas.microsoft.com/office/drawing/2014/main" id="{2BF0387E-B3F5-76E7-6EDB-86A788D2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 algn="ctr">
              <a:buNone/>
            </a:pPr>
            <a:r>
              <a:rPr dirty="0" err="1"/>
              <a:t>Variantes</a:t>
            </a:r>
            <a:r>
              <a:rPr dirty="0"/>
              <a:t> d</a:t>
            </a:r>
            <a:r>
              <a:rPr lang="pt-BR" dirty="0"/>
              <a:t>e</a:t>
            </a:r>
            <a:r>
              <a:rPr dirty="0"/>
              <a:t> </a:t>
            </a:r>
            <a:r>
              <a:rPr lang="pt-BR" dirty="0"/>
              <a:t>Hill </a:t>
            </a:r>
            <a:r>
              <a:rPr lang="pt-BR" dirty="0" err="1"/>
              <a:t>Climbing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37321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Simulated Annealing">
            <a:extLst>
              <a:ext uri="{FF2B5EF4-FFF2-40B4-BE49-F238E27FC236}">
                <a16:creationId xmlns:a16="http://schemas.microsoft.com/office/drawing/2014/main" id="{6B94969E-12E6-43E5-A9C9-DEDCBD4DCF3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 err="1"/>
              <a:t>Simulated</a:t>
            </a:r>
            <a:r>
              <a:rPr lang="pt-BR" dirty="0"/>
              <a:t> </a:t>
            </a:r>
            <a:r>
              <a:rPr lang="pt-BR" dirty="0" err="1"/>
              <a:t>Annealing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553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Rectangle">
            <a:extLst>
              <a:ext uri="{FF2B5EF4-FFF2-40B4-BE49-F238E27FC236}">
                <a16:creationId xmlns:a16="http://schemas.microsoft.com/office/drawing/2014/main" id="{C1F2D93D-9B6E-4ADA-8F80-3CF9B0E2A629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3" name="Rectangle">
            <a:extLst>
              <a:ext uri="{FF2B5EF4-FFF2-40B4-BE49-F238E27FC236}">
                <a16:creationId xmlns:a16="http://schemas.microsoft.com/office/drawing/2014/main" id="{3BBF2F0A-1912-4F5E-A9CA-5DCD69D13D59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4" name="Rectangle">
            <a:extLst>
              <a:ext uri="{FF2B5EF4-FFF2-40B4-BE49-F238E27FC236}">
                <a16:creationId xmlns:a16="http://schemas.microsoft.com/office/drawing/2014/main" id="{826E8576-C585-4AD0-AD85-358966AF235C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5" name="Rectangle">
            <a:extLst>
              <a:ext uri="{FF2B5EF4-FFF2-40B4-BE49-F238E27FC236}">
                <a16:creationId xmlns:a16="http://schemas.microsoft.com/office/drawing/2014/main" id="{FC923353-2A2E-4D82-9ECE-C794ABEC6B5E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6" name="Rectangle">
            <a:extLst>
              <a:ext uri="{FF2B5EF4-FFF2-40B4-BE49-F238E27FC236}">
                <a16:creationId xmlns:a16="http://schemas.microsoft.com/office/drawing/2014/main" id="{11929D90-48B1-44A7-BCB1-AD6D8CC63AE4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7" name="Rectangle">
            <a:extLst>
              <a:ext uri="{FF2B5EF4-FFF2-40B4-BE49-F238E27FC236}">
                <a16:creationId xmlns:a16="http://schemas.microsoft.com/office/drawing/2014/main" id="{FF5992A8-D9F0-499F-A48B-B03C86622E9F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8" name="Rectangle">
            <a:extLst>
              <a:ext uri="{FF2B5EF4-FFF2-40B4-BE49-F238E27FC236}">
                <a16:creationId xmlns:a16="http://schemas.microsoft.com/office/drawing/2014/main" id="{D34CED03-14F1-499C-990C-48D99AA3170F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99" name="Rectangle">
            <a:extLst>
              <a:ext uri="{FF2B5EF4-FFF2-40B4-BE49-F238E27FC236}">
                <a16:creationId xmlns:a16="http://schemas.microsoft.com/office/drawing/2014/main" id="{1103CAC4-A521-4DE1-8B2A-389D4D5BDEB2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0" name="Rectangle">
            <a:extLst>
              <a:ext uri="{FF2B5EF4-FFF2-40B4-BE49-F238E27FC236}">
                <a16:creationId xmlns:a16="http://schemas.microsoft.com/office/drawing/2014/main" id="{D1513102-75E0-4D7A-90AE-A8F96E57841F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1" name="Rectangle">
            <a:extLst>
              <a:ext uri="{FF2B5EF4-FFF2-40B4-BE49-F238E27FC236}">
                <a16:creationId xmlns:a16="http://schemas.microsoft.com/office/drawing/2014/main" id="{1373866E-BA19-439B-918E-8DD8D13C16A4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2" name="Rectangle">
            <a:extLst>
              <a:ext uri="{FF2B5EF4-FFF2-40B4-BE49-F238E27FC236}">
                <a16:creationId xmlns:a16="http://schemas.microsoft.com/office/drawing/2014/main" id="{FB48226B-6833-4EC5-A4D1-44599EFF8BC4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3" name="Rectangle">
            <a:extLst>
              <a:ext uri="{FF2B5EF4-FFF2-40B4-BE49-F238E27FC236}">
                <a16:creationId xmlns:a16="http://schemas.microsoft.com/office/drawing/2014/main" id="{665BDCC4-CF67-4410-A8B3-8A43CA4F1941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4" name="Rectangle">
            <a:extLst>
              <a:ext uri="{FF2B5EF4-FFF2-40B4-BE49-F238E27FC236}">
                <a16:creationId xmlns:a16="http://schemas.microsoft.com/office/drawing/2014/main" id="{4D24D232-10F9-4A91-970A-B2D936384765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5" name="Rectangle">
            <a:extLst>
              <a:ext uri="{FF2B5EF4-FFF2-40B4-BE49-F238E27FC236}">
                <a16:creationId xmlns:a16="http://schemas.microsoft.com/office/drawing/2014/main" id="{CF13295B-BB33-426C-BADA-97A2C2A379CF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6" name="Rectangle">
            <a:extLst>
              <a:ext uri="{FF2B5EF4-FFF2-40B4-BE49-F238E27FC236}">
                <a16:creationId xmlns:a16="http://schemas.microsoft.com/office/drawing/2014/main" id="{570D6FDA-16E5-4C5B-B658-0CE732E2D425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7" name="Rectangle">
            <a:extLst>
              <a:ext uri="{FF2B5EF4-FFF2-40B4-BE49-F238E27FC236}">
                <a16:creationId xmlns:a16="http://schemas.microsoft.com/office/drawing/2014/main" id="{2B0A90B8-141C-4034-97F8-F341531BEEE3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8" name="Rectangle">
            <a:extLst>
              <a:ext uri="{FF2B5EF4-FFF2-40B4-BE49-F238E27FC236}">
                <a16:creationId xmlns:a16="http://schemas.microsoft.com/office/drawing/2014/main" id="{5F353FB4-806B-4EB1-8629-0DC72D7BE4F7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09" name="Rectangle">
            <a:extLst>
              <a:ext uri="{FF2B5EF4-FFF2-40B4-BE49-F238E27FC236}">
                <a16:creationId xmlns:a16="http://schemas.microsoft.com/office/drawing/2014/main" id="{4DFFFE9C-A63A-4C7B-B63B-DA72B7A2663C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0" name="Rectangle">
            <a:extLst>
              <a:ext uri="{FF2B5EF4-FFF2-40B4-BE49-F238E27FC236}">
                <a16:creationId xmlns:a16="http://schemas.microsoft.com/office/drawing/2014/main" id="{56DE40E0-0808-4314-A2B1-B1983DE9BEB8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1" name="Rectangle">
            <a:extLst>
              <a:ext uri="{FF2B5EF4-FFF2-40B4-BE49-F238E27FC236}">
                <a16:creationId xmlns:a16="http://schemas.microsoft.com/office/drawing/2014/main" id="{511F644F-3520-48A3-80A3-D4E52BFFA792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2" name="Rectangle">
            <a:extLst>
              <a:ext uri="{FF2B5EF4-FFF2-40B4-BE49-F238E27FC236}">
                <a16:creationId xmlns:a16="http://schemas.microsoft.com/office/drawing/2014/main" id="{B65C2A03-3865-4038-9488-764AC13CAB8C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3" name="Rectangle">
            <a:extLst>
              <a:ext uri="{FF2B5EF4-FFF2-40B4-BE49-F238E27FC236}">
                <a16:creationId xmlns:a16="http://schemas.microsoft.com/office/drawing/2014/main" id="{54DDDDAF-C496-4001-A9B0-8DC10CEC15B9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4" name="Rectangle">
            <a:extLst>
              <a:ext uri="{FF2B5EF4-FFF2-40B4-BE49-F238E27FC236}">
                <a16:creationId xmlns:a16="http://schemas.microsoft.com/office/drawing/2014/main" id="{1B5C0717-7B4C-4D68-BB55-5F5736388163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5" name="Rectangle">
            <a:extLst>
              <a:ext uri="{FF2B5EF4-FFF2-40B4-BE49-F238E27FC236}">
                <a16:creationId xmlns:a16="http://schemas.microsoft.com/office/drawing/2014/main" id="{2DB94EC7-6D74-4122-AF4C-6B4733E467EC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6" name="Rectangle">
            <a:extLst>
              <a:ext uri="{FF2B5EF4-FFF2-40B4-BE49-F238E27FC236}">
                <a16:creationId xmlns:a16="http://schemas.microsoft.com/office/drawing/2014/main" id="{0BA450D7-A58C-4C0B-80B3-FB9048A2B365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7" name="Rectangle">
            <a:extLst>
              <a:ext uri="{FF2B5EF4-FFF2-40B4-BE49-F238E27FC236}">
                <a16:creationId xmlns:a16="http://schemas.microsoft.com/office/drawing/2014/main" id="{11FC8B2E-69BC-4273-A7E7-A0E474D5B9D8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18" name="Rectangle">
            <a:extLst>
              <a:ext uri="{FF2B5EF4-FFF2-40B4-BE49-F238E27FC236}">
                <a16:creationId xmlns:a16="http://schemas.microsoft.com/office/drawing/2014/main" id="{5AF201A8-5DDF-4E1F-B3B0-DA2B551AB992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788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Rectangle">
            <a:extLst>
              <a:ext uri="{FF2B5EF4-FFF2-40B4-BE49-F238E27FC236}">
                <a16:creationId xmlns:a16="http://schemas.microsoft.com/office/drawing/2014/main" id="{AE7D6995-FA2A-41C6-A67A-DB08AAFDF0C0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1" name="Rectangle">
            <a:extLst>
              <a:ext uri="{FF2B5EF4-FFF2-40B4-BE49-F238E27FC236}">
                <a16:creationId xmlns:a16="http://schemas.microsoft.com/office/drawing/2014/main" id="{81E9A542-26D8-4BB7-917D-7D056242A89D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2" name="Rectangle">
            <a:extLst>
              <a:ext uri="{FF2B5EF4-FFF2-40B4-BE49-F238E27FC236}">
                <a16:creationId xmlns:a16="http://schemas.microsoft.com/office/drawing/2014/main" id="{F0DD418A-F4C2-4B9E-970B-D4B031439CB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3" name="Rectangle">
            <a:extLst>
              <a:ext uri="{FF2B5EF4-FFF2-40B4-BE49-F238E27FC236}">
                <a16:creationId xmlns:a16="http://schemas.microsoft.com/office/drawing/2014/main" id="{BCD2AF51-5ED9-4C50-9F2E-6AF9B6300820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4" name="Rectangle">
            <a:extLst>
              <a:ext uri="{FF2B5EF4-FFF2-40B4-BE49-F238E27FC236}">
                <a16:creationId xmlns:a16="http://schemas.microsoft.com/office/drawing/2014/main" id="{10E4B326-2366-4CD1-AEAD-545C2D452DD1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5" name="Rectangle">
            <a:extLst>
              <a:ext uri="{FF2B5EF4-FFF2-40B4-BE49-F238E27FC236}">
                <a16:creationId xmlns:a16="http://schemas.microsoft.com/office/drawing/2014/main" id="{4E4BCFD6-99DE-41DB-A84D-F90D59B2F96C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6" name="Rectangle">
            <a:extLst>
              <a:ext uri="{FF2B5EF4-FFF2-40B4-BE49-F238E27FC236}">
                <a16:creationId xmlns:a16="http://schemas.microsoft.com/office/drawing/2014/main" id="{48414C5C-6D30-4D82-9D98-A433B80DA5B7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7" name="Rectangle">
            <a:extLst>
              <a:ext uri="{FF2B5EF4-FFF2-40B4-BE49-F238E27FC236}">
                <a16:creationId xmlns:a16="http://schemas.microsoft.com/office/drawing/2014/main" id="{EE25CADF-F87F-4F03-AD52-5EA647611EA6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8" name="Rectangle">
            <a:extLst>
              <a:ext uri="{FF2B5EF4-FFF2-40B4-BE49-F238E27FC236}">
                <a16:creationId xmlns:a16="http://schemas.microsoft.com/office/drawing/2014/main" id="{79FCAC48-7FD6-4B1D-961E-CFA5ECFAF364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9" name="Rectangle">
            <a:extLst>
              <a:ext uri="{FF2B5EF4-FFF2-40B4-BE49-F238E27FC236}">
                <a16:creationId xmlns:a16="http://schemas.microsoft.com/office/drawing/2014/main" id="{E84F001A-7718-4918-A8A6-BE7F0E5A1630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0" name="Rectangle">
            <a:extLst>
              <a:ext uri="{FF2B5EF4-FFF2-40B4-BE49-F238E27FC236}">
                <a16:creationId xmlns:a16="http://schemas.microsoft.com/office/drawing/2014/main" id="{6F0AB44A-21B1-4FE7-A038-411AC9B16E2C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1" name="Rectangle">
            <a:extLst>
              <a:ext uri="{FF2B5EF4-FFF2-40B4-BE49-F238E27FC236}">
                <a16:creationId xmlns:a16="http://schemas.microsoft.com/office/drawing/2014/main" id="{FBA0C1E3-DE35-483B-A406-C840708E0024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2" name="Rectangle">
            <a:extLst>
              <a:ext uri="{FF2B5EF4-FFF2-40B4-BE49-F238E27FC236}">
                <a16:creationId xmlns:a16="http://schemas.microsoft.com/office/drawing/2014/main" id="{AF4CFB7A-5D9B-43AE-AAC5-4A6ED90AFF7D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3" name="Rectangle">
            <a:extLst>
              <a:ext uri="{FF2B5EF4-FFF2-40B4-BE49-F238E27FC236}">
                <a16:creationId xmlns:a16="http://schemas.microsoft.com/office/drawing/2014/main" id="{F223998B-701B-40B4-935A-519D2C7D9845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4" name="Rectangle">
            <a:extLst>
              <a:ext uri="{FF2B5EF4-FFF2-40B4-BE49-F238E27FC236}">
                <a16:creationId xmlns:a16="http://schemas.microsoft.com/office/drawing/2014/main" id="{C55AA47E-783F-48E0-96C1-93020DC0D526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5" name="Rectangle">
            <a:extLst>
              <a:ext uri="{FF2B5EF4-FFF2-40B4-BE49-F238E27FC236}">
                <a16:creationId xmlns:a16="http://schemas.microsoft.com/office/drawing/2014/main" id="{5BD55FC0-09C9-4F3C-B07F-6CB67E624F22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6" name="Rectangle">
            <a:extLst>
              <a:ext uri="{FF2B5EF4-FFF2-40B4-BE49-F238E27FC236}">
                <a16:creationId xmlns:a16="http://schemas.microsoft.com/office/drawing/2014/main" id="{9165D58A-1E05-4818-8576-D619E0173CC6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7" name="Rectangle">
            <a:extLst>
              <a:ext uri="{FF2B5EF4-FFF2-40B4-BE49-F238E27FC236}">
                <a16:creationId xmlns:a16="http://schemas.microsoft.com/office/drawing/2014/main" id="{2C6CB494-D74A-41BF-B0ED-CB776CF6B580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8" name="Rectangle">
            <a:extLst>
              <a:ext uri="{FF2B5EF4-FFF2-40B4-BE49-F238E27FC236}">
                <a16:creationId xmlns:a16="http://schemas.microsoft.com/office/drawing/2014/main" id="{DA149C76-5FC6-4D59-9EBF-506238C8F301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9" name="Rectangle">
            <a:extLst>
              <a:ext uri="{FF2B5EF4-FFF2-40B4-BE49-F238E27FC236}">
                <a16:creationId xmlns:a16="http://schemas.microsoft.com/office/drawing/2014/main" id="{94F33E37-553F-411B-9DE6-06934487576E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0" name="Rectangle">
            <a:extLst>
              <a:ext uri="{FF2B5EF4-FFF2-40B4-BE49-F238E27FC236}">
                <a16:creationId xmlns:a16="http://schemas.microsoft.com/office/drawing/2014/main" id="{1498EEC8-BDDB-4138-A92C-82240117AEAF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1" name="Rectangle">
            <a:extLst>
              <a:ext uri="{FF2B5EF4-FFF2-40B4-BE49-F238E27FC236}">
                <a16:creationId xmlns:a16="http://schemas.microsoft.com/office/drawing/2014/main" id="{2D1CEBE4-44D2-46E2-9036-E8B68D4A2AAB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2" name="Rectangle">
            <a:extLst>
              <a:ext uri="{FF2B5EF4-FFF2-40B4-BE49-F238E27FC236}">
                <a16:creationId xmlns:a16="http://schemas.microsoft.com/office/drawing/2014/main" id="{3C584B5D-A9E8-4171-8402-476923ED2C49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3" name="Rectangle">
            <a:extLst>
              <a:ext uri="{FF2B5EF4-FFF2-40B4-BE49-F238E27FC236}">
                <a16:creationId xmlns:a16="http://schemas.microsoft.com/office/drawing/2014/main" id="{C42A1F3A-50B1-4F35-8B10-EC007217BF05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4" name="Rectangle">
            <a:extLst>
              <a:ext uri="{FF2B5EF4-FFF2-40B4-BE49-F238E27FC236}">
                <a16:creationId xmlns:a16="http://schemas.microsoft.com/office/drawing/2014/main" id="{2F87079A-D5CE-49B4-A766-D0F19F4D1EE1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5" name="Rectangle">
            <a:extLst>
              <a:ext uri="{FF2B5EF4-FFF2-40B4-BE49-F238E27FC236}">
                <a16:creationId xmlns:a16="http://schemas.microsoft.com/office/drawing/2014/main" id="{17CB97F4-29C6-4E73-8196-9AB48CEB4A47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6" name="Rectangle">
            <a:extLst>
              <a:ext uri="{FF2B5EF4-FFF2-40B4-BE49-F238E27FC236}">
                <a16:creationId xmlns:a16="http://schemas.microsoft.com/office/drawing/2014/main" id="{E58F976E-B506-4E41-B0DB-01F84CFF87D9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030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Rectangle">
            <a:extLst>
              <a:ext uri="{FF2B5EF4-FFF2-40B4-BE49-F238E27FC236}">
                <a16:creationId xmlns:a16="http://schemas.microsoft.com/office/drawing/2014/main" id="{D4ADEC06-5DBF-48FE-B564-7FC370DF169B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49" name="Rectangle">
            <a:extLst>
              <a:ext uri="{FF2B5EF4-FFF2-40B4-BE49-F238E27FC236}">
                <a16:creationId xmlns:a16="http://schemas.microsoft.com/office/drawing/2014/main" id="{1147DA17-8576-4232-BF5D-75248CCBE45C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0" name="Rectangle">
            <a:extLst>
              <a:ext uri="{FF2B5EF4-FFF2-40B4-BE49-F238E27FC236}">
                <a16:creationId xmlns:a16="http://schemas.microsoft.com/office/drawing/2014/main" id="{7DCEDA5D-FD88-47C6-AC73-D9250DE1237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1" name="Rectangle">
            <a:extLst>
              <a:ext uri="{FF2B5EF4-FFF2-40B4-BE49-F238E27FC236}">
                <a16:creationId xmlns:a16="http://schemas.microsoft.com/office/drawing/2014/main" id="{64A7B63D-D4D4-4E7B-A927-285ED8A5BAB5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2" name="Rectangle">
            <a:extLst>
              <a:ext uri="{FF2B5EF4-FFF2-40B4-BE49-F238E27FC236}">
                <a16:creationId xmlns:a16="http://schemas.microsoft.com/office/drawing/2014/main" id="{5588F941-21C2-45C2-B791-DD429B4E4EFA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3" name="Rectangle">
            <a:extLst>
              <a:ext uri="{FF2B5EF4-FFF2-40B4-BE49-F238E27FC236}">
                <a16:creationId xmlns:a16="http://schemas.microsoft.com/office/drawing/2014/main" id="{852701EA-0694-4B02-BCCB-9A08AE4E93F8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4" name="Rectangle">
            <a:extLst>
              <a:ext uri="{FF2B5EF4-FFF2-40B4-BE49-F238E27FC236}">
                <a16:creationId xmlns:a16="http://schemas.microsoft.com/office/drawing/2014/main" id="{204B999C-DFC4-429A-B733-341ADF6AFFCD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5" name="Rectangle">
            <a:extLst>
              <a:ext uri="{FF2B5EF4-FFF2-40B4-BE49-F238E27FC236}">
                <a16:creationId xmlns:a16="http://schemas.microsoft.com/office/drawing/2014/main" id="{EBC7466C-D1A9-4629-B846-700BEE1D95F3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6" name="Rectangle">
            <a:extLst>
              <a:ext uri="{FF2B5EF4-FFF2-40B4-BE49-F238E27FC236}">
                <a16:creationId xmlns:a16="http://schemas.microsoft.com/office/drawing/2014/main" id="{118749A9-9B9D-47D0-9964-58A13EF7462D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7" name="Rectangle">
            <a:extLst>
              <a:ext uri="{FF2B5EF4-FFF2-40B4-BE49-F238E27FC236}">
                <a16:creationId xmlns:a16="http://schemas.microsoft.com/office/drawing/2014/main" id="{CA88E136-B332-4B7E-BD91-627A89E0706C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8" name="Rectangle">
            <a:extLst>
              <a:ext uri="{FF2B5EF4-FFF2-40B4-BE49-F238E27FC236}">
                <a16:creationId xmlns:a16="http://schemas.microsoft.com/office/drawing/2014/main" id="{7D2B29D3-08A6-494B-BBC6-854D5541572A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59" name="Rectangle">
            <a:extLst>
              <a:ext uri="{FF2B5EF4-FFF2-40B4-BE49-F238E27FC236}">
                <a16:creationId xmlns:a16="http://schemas.microsoft.com/office/drawing/2014/main" id="{8C4E7A42-9999-454A-BBC4-12CDCFC2565A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0" name="Rectangle">
            <a:extLst>
              <a:ext uri="{FF2B5EF4-FFF2-40B4-BE49-F238E27FC236}">
                <a16:creationId xmlns:a16="http://schemas.microsoft.com/office/drawing/2014/main" id="{BC4A4085-710F-409B-8031-268555CE668E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1" name="Rectangle">
            <a:extLst>
              <a:ext uri="{FF2B5EF4-FFF2-40B4-BE49-F238E27FC236}">
                <a16:creationId xmlns:a16="http://schemas.microsoft.com/office/drawing/2014/main" id="{DE52F2F4-86AF-4B7D-8A33-A8CCFF474263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2" name="Rectangle">
            <a:extLst>
              <a:ext uri="{FF2B5EF4-FFF2-40B4-BE49-F238E27FC236}">
                <a16:creationId xmlns:a16="http://schemas.microsoft.com/office/drawing/2014/main" id="{0282BA6A-81F1-4ABE-A8F6-57281BD04771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3" name="Rectangle">
            <a:extLst>
              <a:ext uri="{FF2B5EF4-FFF2-40B4-BE49-F238E27FC236}">
                <a16:creationId xmlns:a16="http://schemas.microsoft.com/office/drawing/2014/main" id="{8028BEF7-E31D-49A4-808D-4045A83DDF9D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4" name="Rectangle">
            <a:extLst>
              <a:ext uri="{FF2B5EF4-FFF2-40B4-BE49-F238E27FC236}">
                <a16:creationId xmlns:a16="http://schemas.microsoft.com/office/drawing/2014/main" id="{ECDA6396-2E63-434E-84F6-9F42304E9C73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5" name="Rectangle">
            <a:extLst>
              <a:ext uri="{FF2B5EF4-FFF2-40B4-BE49-F238E27FC236}">
                <a16:creationId xmlns:a16="http://schemas.microsoft.com/office/drawing/2014/main" id="{7C1F738D-7A4C-4475-9418-9FF6E3CB91E0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6" name="Rectangle">
            <a:extLst>
              <a:ext uri="{FF2B5EF4-FFF2-40B4-BE49-F238E27FC236}">
                <a16:creationId xmlns:a16="http://schemas.microsoft.com/office/drawing/2014/main" id="{E53049D3-CF23-462F-8CBA-A81556AE0BEA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7" name="Rectangle">
            <a:extLst>
              <a:ext uri="{FF2B5EF4-FFF2-40B4-BE49-F238E27FC236}">
                <a16:creationId xmlns:a16="http://schemas.microsoft.com/office/drawing/2014/main" id="{26B3ABAB-259B-46A6-B44E-B0422AD0D2A0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8" name="Rectangle">
            <a:extLst>
              <a:ext uri="{FF2B5EF4-FFF2-40B4-BE49-F238E27FC236}">
                <a16:creationId xmlns:a16="http://schemas.microsoft.com/office/drawing/2014/main" id="{7B17F630-F04B-487E-BED6-877181E8449B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9" name="Rectangle">
            <a:extLst>
              <a:ext uri="{FF2B5EF4-FFF2-40B4-BE49-F238E27FC236}">
                <a16:creationId xmlns:a16="http://schemas.microsoft.com/office/drawing/2014/main" id="{EB3B72EB-AE01-4A1A-83D4-0BAABD768417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0" name="Rectangle">
            <a:extLst>
              <a:ext uri="{FF2B5EF4-FFF2-40B4-BE49-F238E27FC236}">
                <a16:creationId xmlns:a16="http://schemas.microsoft.com/office/drawing/2014/main" id="{1471877E-F821-4A59-82CC-8B7F6973A347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1" name="Rectangle">
            <a:extLst>
              <a:ext uri="{FF2B5EF4-FFF2-40B4-BE49-F238E27FC236}">
                <a16:creationId xmlns:a16="http://schemas.microsoft.com/office/drawing/2014/main" id="{9B87A784-584B-4C77-8895-C8B99D28AC91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2" name="Rectangle">
            <a:extLst>
              <a:ext uri="{FF2B5EF4-FFF2-40B4-BE49-F238E27FC236}">
                <a16:creationId xmlns:a16="http://schemas.microsoft.com/office/drawing/2014/main" id="{CB7E5ECA-CEE3-4207-AF65-A67B848C634B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3" name="Rectangle">
            <a:extLst>
              <a:ext uri="{FF2B5EF4-FFF2-40B4-BE49-F238E27FC236}">
                <a16:creationId xmlns:a16="http://schemas.microsoft.com/office/drawing/2014/main" id="{7D51A92A-6E67-4189-835F-42570A5F4CD8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4" name="Rectangle">
            <a:extLst>
              <a:ext uri="{FF2B5EF4-FFF2-40B4-BE49-F238E27FC236}">
                <a16:creationId xmlns:a16="http://schemas.microsoft.com/office/drawing/2014/main" id="{D101833B-6CD2-429F-A0B5-53F7690618F1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5214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Rectangle">
            <a:extLst>
              <a:ext uri="{FF2B5EF4-FFF2-40B4-BE49-F238E27FC236}">
                <a16:creationId xmlns:a16="http://schemas.microsoft.com/office/drawing/2014/main" id="{DE2F8790-4539-48E5-983A-C039C222F100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7" name="Rectangle">
            <a:extLst>
              <a:ext uri="{FF2B5EF4-FFF2-40B4-BE49-F238E27FC236}">
                <a16:creationId xmlns:a16="http://schemas.microsoft.com/office/drawing/2014/main" id="{EBCFA5CA-6DB8-4935-8091-1FAA96806BAE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8" name="Rectangle">
            <a:extLst>
              <a:ext uri="{FF2B5EF4-FFF2-40B4-BE49-F238E27FC236}">
                <a16:creationId xmlns:a16="http://schemas.microsoft.com/office/drawing/2014/main" id="{930AE76A-CA29-463C-A22A-A2271EC174F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9" name="Rectangle">
            <a:extLst>
              <a:ext uri="{FF2B5EF4-FFF2-40B4-BE49-F238E27FC236}">
                <a16:creationId xmlns:a16="http://schemas.microsoft.com/office/drawing/2014/main" id="{6B1DFAE6-7224-488A-B0BF-528CE4F77C42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0" name="Rectangle">
            <a:extLst>
              <a:ext uri="{FF2B5EF4-FFF2-40B4-BE49-F238E27FC236}">
                <a16:creationId xmlns:a16="http://schemas.microsoft.com/office/drawing/2014/main" id="{3254A68B-B802-4F2A-9185-37D6E5A1813B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1" name="Rectangle">
            <a:extLst>
              <a:ext uri="{FF2B5EF4-FFF2-40B4-BE49-F238E27FC236}">
                <a16:creationId xmlns:a16="http://schemas.microsoft.com/office/drawing/2014/main" id="{70CA98F2-BB96-4AA8-BC11-9886D69F3930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2" name="Rectangle">
            <a:extLst>
              <a:ext uri="{FF2B5EF4-FFF2-40B4-BE49-F238E27FC236}">
                <a16:creationId xmlns:a16="http://schemas.microsoft.com/office/drawing/2014/main" id="{82E66703-AB7B-4A2B-8DC4-F6C6137E80FE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3" name="Rectangle">
            <a:extLst>
              <a:ext uri="{FF2B5EF4-FFF2-40B4-BE49-F238E27FC236}">
                <a16:creationId xmlns:a16="http://schemas.microsoft.com/office/drawing/2014/main" id="{4CCAD30E-00FB-42F0-83EB-58D44CE8DF1E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4" name="Rectangle">
            <a:extLst>
              <a:ext uri="{FF2B5EF4-FFF2-40B4-BE49-F238E27FC236}">
                <a16:creationId xmlns:a16="http://schemas.microsoft.com/office/drawing/2014/main" id="{1C72E796-4C6C-4EDB-8D9D-782A3A7BC635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5" name="Rectangle">
            <a:extLst>
              <a:ext uri="{FF2B5EF4-FFF2-40B4-BE49-F238E27FC236}">
                <a16:creationId xmlns:a16="http://schemas.microsoft.com/office/drawing/2014/main" id="{4D6B064B-B67F-4E22-A128-9C04724C1FB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6" name="Rectangle">
            <a:extLst>
              <a:ext uri="{FF2B5EF4-FFF2-40B4-BE49-F238E27FC236}">
                <a16:creationId xmlns:a16="http://schemas.microsoft.com/office/drawing/2014/main" id="{65864A85-A004-44D0-9B94-FFBF951F8B58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7" name="Rectangle">
            <a:extLst>
              <a:ext uri="{FF2B5EF4-FFF2-40B4-BE49-F238E27FC236}">
                <a16:creationId xmlns:a16="http://schemas.microsoft.com/office/drawing/2014/main" id="{3B4EEEF4-D6C7-4FDD-AEFF-7231639D90CA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8" name="Rectangle">
            <a:extLst>
              <a:ext uri="{FF2B5EF4-FFF2-40B4-BE49-F238E27FC236}">
                <a16:creationId xmlns:a16="http://schemas.microsoft.com/office/drawing/2014/main" id="{EE531A9E-734E-4562-B9E2-0231DF8CF220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9" name="Rectangle">
            <a:extLst>
              <a:ext uri="{FF2B5EF4-FFF2-40B4-BE49-F238E27FC236}">
                <a16:creationId xmlns:a16="http://schemas.microsoft.com/office/drawing/2014/main" id="{FA87984F-0183-4751-BDB4-CDFF332069B3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0" name="Rectangle">
            <a:extLst>
              <a:ext uri="{FF2B5EF4-FFF2-40B4-BE49-F238E27FC236}">
                <a16:creationId xmlns:a16="http://schemas.microsoft.com/office/drawing/2014/main" id="{CF38B948-0471-4BCD-8EA7-C489E0E36778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1" name="Rectangle">
            <a:extLst>
              <a:ext uri="{FF2B5EF4-FFF2-40B4-BE49-F238E27FC236}">
                <a16:creationId xmlns:a16="http://schemas.microsoft.com/office/drawing/2014/main" id="{13D229AF-9040-4652-87CB-8A942B88940D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2" name="Rectangle">
            <a:extLst>
              <a:ext uri="{FF2B5EF4-FFF2-40B4-BE49-F238E27FC236}">
                <a16:creationId xmlns:a16="http://schemas.microsoft.com/office/drawing/2014/main" id="{C8868E54-84A4-4A34-8AEA-80098B5EEF05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3" name="Rectangle">
            <a:extLst>
              <a:ext uri="{FF2B5EF4-FFF2-40B4-BE49-F238E27FC236}">
                <a16:creationId xmlns:a16="http://schemas.microsoft.com/office/drawing/2014/main" id="{35C0DF4A-CF3A-47BA-8D8A-17A47F3188EB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4" name="Rectangle">
            <a:extLst>
              <a:ext uri="{FF2B5EF4-FFF2-40B4-BE49-F238E27FC236}">
                <a16:creationId xmlns:a16="http://schemas.microsoft.com/office/drawing/2014/main" id="{1D91D611-8123-4454-9EA5-F728CCCA3996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5" name="Rectangle">
            <a:extLst>
              <a:ext uri="{FF2B5EF4-FFF2-40B4-BE49-F238E27FC236}">
                <a16:creationId xmlns:a16="http://schemas.microsoft.com/office/drawing/2014/main" id="{B33B7A92-F74A-4BA5-9EC3-4C6C45A07DD6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6" name="Rectangle">
            <a:extLst>
              <a:ext uri="{FF2B5EF4-FFF2-40B4-BE49-F238E27FC236}">
                <a16:creationId xmlns:a16="http://schemas.microsoft.com/office/drawing/2014/main" id="{EE59CD08-CD22-4B3C-9283-849BF6854224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7" name="Rectangle">
            <a:extLst>
              <a:ext uri="{FF2B5EF4-FFF2-40B4-BE49-F238E27FC236}">
                <a16:creationId xmlns:a16="http://schemas.microsoft.com/office/drawing/2014/main" id="{6DD87DBA-D01D-41BE-A2FE-E2277DC2D2E9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8" name="Rectangle">
            <a:extLst>
              <a:ext uri="{FF2B5EF4-FFF2-40B4-BE49-F238E27FC236}">
                <a16:creationId xmlns:a16="http://schemas.microsoft.com/office/drawing/2014/main" id="{F1129657-94AA-40CE-8554-2DC8FBE8FF68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9" name="Rectangle">
            <a:extLst>
              <a:ext uri="{FF2B5EF4-FFF2-40B4-BE49-F238E27FC236}">
                <a16:creationId xmlns:a16="http://schemas.microsoft.com/office/drawing/2014/main" id="{01993867-3932-43A1-BA45-6CAA9D1282C0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0" name="Rectangle">
            <a:extLst>
              <a:ext uri="{FF2B5EF4-FFF2-40B4-BE49-F238E27FC236}">
                <a16:creationId xmlns:a16="http://schemas.microsoft.com/office/drawing/2014/main" id="{1BE9EBDA-9474-455E-8D8E-69FE059528C8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1" name="Rectangle">
            <a:extLst>
              <a:ext uri="{FF2B5EF4-FFF2-40B4-BE49-F238E27FC236}">
                <a16:creationId xmlns:a16="http://schemas.microsoft.com/office/drawing/2014/main" id="{101EAFD5-7488-4B55-9218-CB895A5E249D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2" name="Rectangle">
            <a:extLst>
              <a:ext uri="{FF2B5EF4-FFF2-40B4-BE49-F238E27FC236}">
                <a16:creationId xmlns:a16="http://schemas.microsoft.com/office/drawing/2014/main" id="{89124DC5-F9DF-44EE-B32D-4F5467747728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86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Rectangle">
            <a:extLst>
              <a:ext uri="{FF2B5EF4-FFF2-40B4-BE49-F238E27FC236}">
                <a16:creationId xmlns:a16="http://schemas.microsoft.com/office/drawing/2014/main" id="{BAB57BF0-F62D-472F-A5FE-26C85558AC2F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5" name="Rectangle">
            <a:extLst>
              <a:ext uri="{FF2B5EF4-FFF2-40B4-BE49-F238E27FC236}">
                <a16:creationId xmlns:a16="http://schemas.microsoft.com/office/drawing/2014/main" id="{2A6E4CC2-D5C9-4083-8836-44353A2ED29E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6" name="Rectangle">
            <a:extLst>
              <a:ext uri="{FF2B5EF4-FFF2-40B4-BE49-F238E27FC236}">
                <a16:creationId xmlns:a16="http://schemas.microsoft.com/office/drawing/2014/main" id="{93C5D685-D429-4921-98B4-C69842D465D0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7" name="Rectangle">
            <a:extLst>
              <a:ext uri="{FF2B5EF4-FFF2-40B4-BE49-F238E27FC236}">
                <a16:creationId xmlns:a16="http://schemas.microsoft.com/office/drawing/2014/main" id="{7BCCD1B1-D22C-489F-BB0C-F529431049B6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8" name="Rectangle">
            <a:extLst>
              <a:ext uri="{FF2B5EF4-FFF2-40B4-BE49-F238E27FC236}">
                <a16:creationId xmlns:a16="http://schemas.microsoft.com/office/drawing/2014/main" id="{9D49C826-7363-48DB-BB95-C4CF42C304BF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9" name="Rectangle">
            <a:extLst>
              <a:ext uri="{FF2B5EF4-FFF2-40B4-BE49-F238E27FC236}">
                <a16:creationId xmlns:a16="http://schemas.microsoft.com/office/drawing/2014/main" id="{B70AB39A-1F7C-4C4D-B024-E1920ABEA2DE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0" name="Rectangle">
            <a:extLst>
              <a:ext uri="{FF2B5EF4-FFF2-40B4-BE49-F238E27FC236}">
                <a16:creationId xmlns:a16="http://schemas.microsoft.com/office/drawing/2014/main" id="{F273B651-71CE-403C-85BF-20F9F835CDBB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1" name="Rectangle">
            <a:extLst>
              <a:ext uri="{FF2B5EF4-FFF2-40B4-BE49-F238E27FC236}">
                <a16:creationId xmlns:a16="http://schemas.microsoft.com/office/drawing/2014/main" id="{88FF1D0A-B22E-45DF-9571-6F4BEE3AC840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2" name="Rectangle">
            <a:extLst>
              <a:ext uri="{FF2B5EF4-FFF2-40B4-BE49-F238E27FC236}">
                <a16:creationId xmlns:a16="http://schemas.microsoft.com/office/drawing/2014/main" id="{856FB9B6-6848-46C8-BBC0-14E5168EDAAB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3" name="Rectangle">
            <a:extLst>
              <a:ext uri="{FF2B5EF4-FFF2-40B4-BE49-F238E27FC236}">
                <a16:creationId xmlns:a16="http://schemas.microsoft.com/office/drawing/2014/main" id="{F4093AA1-7A1E-4C5A-BDC4-F6E7E2D87F51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4" name="Rectangle">
            <a:extLst>
              <a:ext uri="{FF2B5EF4-FFF2-40B4-BE49-F238E27FC236}">
                <a16:creationId xmlns:a16="http://schemas.microsoft.com/office/drawing/2014/main" id="{10D687D2-0127-4B49-AA32-8753283692B8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5" name="Rectangle">
            <a:extLst>
              <a:ext uri="{FF2B5EF4-FFF2-40B4-BE49-F238E27FC236}">
                <a16:creationId xmlns:a16="http://schemas.microsoft.com/office/drawing/2014/main" id="{85DC2E08-4AC3-440B-A81A-C4FA3D5CB56F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6" name="Rectangle">
            <a:extLst>
              <a:ext uri="{FF2B5EF4-FFF2-40B4-BE49-F238E27FC236}">
                <a16:creationId xmlns:a16="http://schemas.microsoft.com/office/drawing/2014/main" id="{1A8113DB-D46C-49A0-B21C-4ECE3AD2D3A3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7" name="Rectangle">
            <a:extLst>
              <a:ext uri="{FF2B5EF4-FFF2-40B4-BE49-F238E27FC236}">
                <a16:creationId xmlns:a16="http://schemas.microsoft.com/office/drawing/2014/main" id="{ECE07AB5-2C75-4931-9D26-AFF6CEED49B1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8" name="Rectangle">
            <a:extLst>
              <a:ext uri="{FF2B5EF4-FFF2-40B4-BE49-F238E27FC236}">
                <a16:creationId xmlns:a16="http://schemas.microsoft.com/office/drawing/2014/main" id="{459D53AA-EEBF-4D7F-B14F-2A0752DE8729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9" name="Rectangle">
            <a:extLst>
              <a:ext uri="{FF2B5EF4-FFF2-40B4-BE49-F238E27FC236}">
                <a16:creationId xmlns:a16="http://schemas.microsoft.com/office/drawing/2014/main" id="{A3EBA3E2-55A3-4EAB-BFF7-02975B87552C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0" name="Rectangle">
            <a:extLst>
              <a:ext uri="{FF2B5EF4-FFF2-40B4-BE49-F238E27FC236}">
                <a16:creationId xmlns:a16="http://schemas.microsoft.com/office/drawing/2014/main" id="{E5459A4A-B4A5-4F35-A52B-FD050BCA6BC6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1" name="Rectangle">
            <a:extLst>
              <a:ext uri="{FF2B5EF4-FFF2-40B4-BE49-F238E27FC236}">
                <a16:creationId xmlns:a16="http://schemas.microsoft.com/office/drawing/2014/main" id="{74927FDF-01C0-4374-BFE9-3557340933EA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2" name="Rectangle">
            <a:extLst>
              <a:ext uri="{FF2B5EF4-FFF2-40B4-BE49-F238E27FC236}">
                <a16:creationId xmlns:a16="http://schemas.microsoft.com/office/drawing/2014/main" id="{5C1B40E1-0320-41F0-9070-61AA640EB6A3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3" name="Rectangle">
            <a:extLst>
              <a:ext uri="{FF2B5EF4-FFF2-40B4-BE49-F238E27FC236}">
                <a16:creationId xmlns:a16="http://schemas.microsoft.com/office/drawing/2014/main" id="{5AD9340F-8A37-4A49-A5BD-70A5E386835D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4" name="Rectangle">
            <a:extLst>
              <a:ext uri="{FF2B5EF4-FFF2-40B4-BE49-F238E27FC236}">
                <a16:creationId xmlns:a16="http://schemas.microsoft.com/office/drawing/2014/main" id="{0E6D3B96-B8F2-4C21-BB19-23C1E4B7DF5F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5" name="Rectangle">
            <a:extLst>
              <a:ext uri="{FF2B5EF4-FFF2-40B4-BE49-F238E27FC236}">
                <a16:creationId xmlns:a16="http://schemas.microsoft.com/office/drawing/2014/main" id="{952BA3DA-2629-4579-9A9A-0E6F933133FD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6" name="Rectangle">
            <a:extLst>
              <a:ext uri="{FF2B5EF4-FFF2-40B4-BE49-F238E27FC236}">
                <a16:creationId xmlns:a16="http://schemas.microsoft.com/office/drawing/2014/main" id="{385300BE-4E2D-451E-9A6E-834E7576073A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7" name="Rectangle">
            <a:extLst>
              <a:ext uri="{FF2B5EF4-FFF2-40B4-BE49-F238E27FC236}">
                <a16:creationId xmlns:a16="http://schemas.microsoft.com/office/drawing/2014/main" id="{E4117032-66BF-423C-819B-553CFB91F7C7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8" name="Rectangle">
            <a:extLst>
              <a:ext uri="{FF2B5EF4-FFF2-40B4-BE49-F238E27FC236}">
                <a16:creationId xmlns:a16="http://schemas.microsoft.com/office/drawing/2014/main" id="{8FC8BE9E-2AA7-4AA6-922E-191B3D919793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9" name="Rectangle">
            <a:extLst>
              <a:ext uri="{FF2B5EF4-FFF2-40B4-BE49-F238E27FC236}">
                <a16:creationId xmlns:a16="http://schemas.microsoft.com/office/drawing/2014/main" id="{032B5691-2029-4ADC-8B4D-4100A3850214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0" name="Rectangle">
            <a:extLst>
              <a:ext uri="{FF2B5EF4-FFF2-40B4-BE49-F238E27FC236}">
                <a16:creationId xmlns:a16="http://schemas.microsoft.com/office/drawing/2014/main" id="{F6C4799A-2E93-4371-9CB5-96FB8D4DA9FF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7678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Rectangle">
            <a:extLst>
              <a:ext uri="{FF2B5EF4-FFF2-40B4-BE49-F238E27FC236}">
                <a16:creationId xmlns:a16="http://schemas.microsoft.com/office/drawing/2014/main" id="{9E538C1C-DAAB-446A-BF7D-AEEB46F1CE69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3" name="Rectangle">
            <a:extLst>
              <a:ext uri="{FF2B5EF4-FFF2-40B4-BE49-F238E27FC236}">
                <a16:creationId xmlns:a16="http://schemas.microsoft.com/office/drawing/2014/main" id="{51CA4E02-70B2-409D-861C-3EB22633D86C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4" name="Rectangle">
            <a:extLst>
              <a:ext uri="{FF2B5EF4-FFF2-40B4-BE49-F238E27FC236}">
                <a16:creationId xmlns:a16="http://schemas.microsoft.com/office/drawing/2014/main" id="{D121AC48-43E9-4501-A4E1-8875DA7FD368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5" name="Rectangle">
            <a:extLst>
              <a:ext uri="{FF2B5EF4-FFF2-40B4-BE49-F238E27FC236}">
                <a16:creationId xmlns:a16="http://schemas.microsoft.com/office/drawing/2014/main" id="{07E5D223-2A85-413B-959A-E403347286C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6" name="Rectangle">
            <a:extLst>
              <a:ext uri="{FF2B5EF4-FFF2-40B4-BE49-F238E27FC236}">
                <a16:creationId xmlns:a16="http://schemas.microsoft.com/office/drawing/2014/main" id="{A8BB2C3C-DEC8-46EC-988D-3A2225A4B4A2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7" name="Rectangle">
            <a:extLst>
              <a:ext uri="{FF2B5EF4-FFF2-40B4-BE49-F238E27FC236}">
                <a16:creationId xmlns:a16="http://schemas.microsoft.com/office/drawing/2014/main" id="{7BEAB23C-9971-4FE6-9DF3-AFEAC48F2E72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8" name="Rectangle">
            <a:extLst>
              <a:ext uri="{FF2B5EF4-FFF2-40B4-BE49-F238E27FC236}">
                <a16:creationId xmlns:a16="http://schemas.microsoft.com/office/drawing/2014/main" id="{B1CF6F28-F21E-4B14-A130-E586318DCE67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9" name="Rectangle">
            <a:extLst>
              <a:ext uri="{FF2B5EF4-FFF2-40B4-BE49-F238E27FC236}">
                <a16:creationId xmlns:a16="http://schemas.microsoft.com/office/drawing/2014/main" id="{CA0F9149-AD71-4BE8-AD78-BAA2D826FB85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0" name="Rectangle">
            <a:extLst>
              <a:ext uri="{FF2B5EF4-FFF2-40B4-BE49-F238E27FC236}">
                <a16:creationId xmlns:a16="http://schemas.microsoft.com/office/drawing/2014/main" id="{9D027944-960C-4801-A37E-A3AE35C6F6C4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1" name="Rectangle">
            <a:extLst>
              <a:ext uri="{FF2B5EF4-FFF2-40B4-BE49-F238E27FC236}">
                <a16:creationId xmlns:a16="http://schemas.microsoft.com/office/drawing/2014/main" id="{31678DFF-179D-4039-9027-2CFA162FA749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2" name="Rectangle">
            <a:extLst>
              <a:ext uri="{FF2B5EF4-FFF2-40B4-BE49-F238E27FC236}">
                <a16:creationId xmlns:a16="http://schemas.microsoft.com/office/drawing/2014/main" id="{721BF6C6-9AC5-44C2-92E7-CE2076E304F9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3" name="Rectangle">
            <a:extLst>
              <a:ext uri="{FF2B5EF4-FFF2-40B4-BE49-F238E27FC236}">
                <a16:creationId xmlns:a16="http://schemas.microsoft.com/office/drawing/2014/main" id="{F6435539-357F-44F7-91AD-79282E49FE02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4" name="Rectangle">
            <a:extLst>
              <a:ext uri="{FF2B5EF4-FFF2-40B4-BE49-F238E27FC236}">
                <a16:creationId xmlns:a16="http://schemas.microsoft.com/office/drawing/2014/main" id="{5182A0AE-5599-42D2-B17F-95EEB10E13EC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5" name="Rectangle">
            <a:extLst>
              <a:ext uri="{FF2B5EF4-FFF2-40B4-BE49-F238E27FC236}">
                <a16:creationId xmlns:a16="http://schemas.microsoft.com/office/drawing/2014/main" id="{76701B02-475E-4439-8769-79237733A74A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6" name="Rectangle">
            <a:extLst>
              <a:ext uri="{FF2B5EF4-FFF2-40B4-BE49-F238E27FC236}">
                <a16:creationId xmlns:a16="http://schemas.microsoft.com/office/drawing/2014/main" id="{5D9C8912-BE05-4C50-8CC3-A56A450AA874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7" name="Rectangle">
            <a:extLst>
              <a:ext uri="{FF2B5EF4-FFF2-40B4-BE49-F238E27FC236}">
                <a16:creationId xmlns:a16="http://schemas.microsoft.com/office/drawing/2014/main" id="{7F1291FD-2134-4DAF-8222-D87A7FD64A42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8" name="Rectangle">
            <a:extLst>
              <a:ext uri="{FF2B5EF4-FFF2-40B4-BE49-F238E27FC236}">
                <a16:creationId xmlns:a16="http://schemas.microsoft.com/office/drawing/2014/main" id="{60B783A5-0C0E-47F5-81D4-C596BFCE914D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9" name="Rectangle">
            <a:extLst>
              <a:ext uri="{FF2B5EF4-FFF2-40B4-BE49-F238E27FC236}">
                <a16:creationId xmlns:a16="http://schemas.microsoft.com/office/drawing/2014/main" id="{8D4DBEBE-C49A-4AFF-8A05-28030326E642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0" name="Rectangle">
            <a:extLst>
              <a:ext uri="{FF2B5EF4-FFF2-40B4-BE49-F238E27FC236}">
                <a16:creationId xmlns:a16="http://schemas.microsoft.com/office/drawing/2014/main" id="{DF451E69-1ECA-4E58-8C97-4BE3D59A45DB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1" name="Rectangle">
            <a:extLst>
              <a:ext uri="{FF2B5EF4-FFF2-40B4-BE49-F238E27FC236}">
                <a16:creationId xmlns:a16="http://schemas.microsoft.com/office/drawing/2014/main" id="{F42A9A8C-26BA-4996-89F5-62AAB0B43519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2" name="Rectangle">
            <a:extLst>
              <a:ext uri="{FF2B5EF4-FFF2-40B4-BE49-F238E27FC236}">
                <a16:creationId xmlns:a16="http://schemas.microsoft.com/office/drawing/2014/main" id="{258B8534-C015-4B79-B84F-8927D4C43EFA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3" name="Rectangle">
            <a:extLst>
              <a:ext uri="{FF2B5EF4-FFF2-40B4-BE49-F238E27FC236}">
                <a16:creationId xmlns:a16="http://schemas.microsoft.com/office/drawing/2014/main" id="{2CFEE439-6F2F-4DE6-82BC-6EAE3E0F2968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4" name="Rectangle">
            <a:extLst>
              <a:ext uri="{FF2B5EF4-FFF2-40B4-BE49-F238E27FC236}">
                <a16:creationId xmlns:a16="http://schemas.microsoft.com/office/drawing/2014/main" id="{B015AA40-E573-41EA-B86F-A3791898B6E2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5" name="Rectangle">
            <a:extLst>
              <a:ext uri="{FF2B5EF4-FFF2-40B4-BE49-F238E27FC236}">
                <a16:creationId xmlns:a16="http://schemas.microsoft.com/office/drawing/2014/main" id="{50A82407-8927-4300-AFA0-4BADA3ADEBD5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6" name="Rectangle">
            <a:extLst>
              <a:ext uri="{FF2B5EF4-FFF2-40B4-BE49-F238E27FC236}">
                <a16:creationId xmlns:a16="http://schemas.microsoft.com/office/drawing/2014/main" id="{88A617C5-B930-4522-9E0F-4662FE90D6B4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7" name="Rectangle">
            <a:extLst>
              <a:ext uri="{FF2B5EF4-FFF2-40B4-BE49-F238E27FC236}">
                <a16:creationId xmlns:a16="http://schemas.microsoft.com/office/drawing/2014/main" id="{82800869-ECB9-4CB4-BC27-05E8E55809F2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8" name="Rectangle">
            <a:extLst>
              <a:ext uri="{FF2B5EF4-FFF2-40B4-BE49-F238E27FC236}">
                <a16:creationId xmlns:a16="http://schemas.microsoft.com/office/drawing/2014/main" id="{A3405813-F892-42B5-9128-D56FBA3CDFFE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0793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Rectangle">
            <a:extLst>
              <a:ext uri="{FF2B5EF4-FFF2-40B4-BE49-F238E27FC236}">
                <a16:creationId xmlns:a16="http://schemas.microsoft.com/office/drawing/2014/main" id="{5316888F-8939-4CE9-B46D-3AA9F3CA343F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1" name="Rectangle">
            <a:extLst>
              <a:ext uri="{FF2B5EF4-FFF2-40B4-BE49-F238E27FC236}">
                <a16:creationId xmlns:a16="http://schemas.microsoft.com/office/drawing/2014/main" id="{0AE3F1D0-C0FE-4B73-9E78-FA9C3A11150D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2" name="Rectangle">
            <a:extLst>
              <a:ext uri="{FF2B5EF4-FFF2-40B4-BE49-F238E27FC236}">
                <a16:creationId xmlns:a16="http://schemas.microsoft.com/office/drawing/2014/main" id="{1AE08AFE-09CA-40EA-90EE-799C8D04BA8D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3" name="Rectangle">
            <a:extLst>
              <a:ext uri="{FF2B5EF4-FFF2-40B4-BE49-F238E27FC236}">
                <a16:creationId xmlns:a16="http://schemas.microsoft.com/office/drawing/2014/main" id="{57DCA043-C6EB-43EC-A653-8D515FEA454C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4" name="Rectangle">
            <a:extLst>
              <a:ext uri="{FF2B5EF4-FFF2-40B4-BE49-F238E27FC236}">
                <a16:creationId xmlns:a16="http://schemas.microsoft.com/office/drawing/2014/main" id="{443EEE36-929A-443F-968D-21151C8A0467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5" name="Rectangle">
            <a:extLst>
              <a:ext uri="{FF2B5EF4-FFF2-40B4-BE49-F238E27FC236}">
                <a16:creationId xmlns:a16="http://schemas.microsoft.com/office/drawing/2014/main" id="{A30DC0DE-BBFF-4FE0-810F-E032E0ECB7A8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6" name="Rectangle">
            <a:extLst>
              <a:ext uri="{FF2B5EF4-FFF2-40B4-BE49-F238E27FC236}">
                <a16:creationId xmlns:a16="http://schemas.microsoft.com/office/drawing/2014/main" id="{F38B80B5-A0D8-461C-88AE-882F962D9005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7" name="Rectangle">
            <a:extLst>
              <a:ext uri="{FF2B5EF4-FFF2-40B4-BE49-F238E27FC236}">
                <a16:creationId xmlns:a16="http://schemas.microsoft.com/office/drawing/2014/main" id="{0C70725B-3F06-4CFF-914E-59311D7ADC17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8" name="Rectangle">
            <a:extLst>
              <a:ext uri="{FF2B5EF4-FFF2-40B4-BE49-F238E27FC236}">
                <a16:creationId xmlns:a16="http://schemas.microsoft.com/office/drawing/2014/main" id="{A2A7BBC4-3BEE-4769-95A2-85DCEF1A3405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9" name="Rectangle">
            <a:extLst>
              <a:ext uri="{FF2B5EF4-FFF2-40B4-BE49-F238E27FC236}">
                <a16:creationId xmlns:a16="http://schemas.microsoft.com/office/drawing/2014/main" id="{78E6C50E-ACDC-4262-B599-C0A642DDDD38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0" name="Rectangle">
            <a:extLst>
              <a:ext uri="{FF2B5EF4-FFF2-40B4-BE49-F238E27FC236}">
                <a16:creationId xmlns:a16="http://schemas.microsoft.com/office/drawing/2014/main" id="{F5F8E9DA-0FB3-4E2A-89CF-76F851A13DE5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1" name="Rectangle">
            <a:extLst>
              <a:ext uri="{FF2B5EF4-FFF2-40B4-BE49-F238E27FC236}">
                <a16:creationId xmlns:a16="http://schemas.microsoft.com/office/drawing/2014/main" id="{4C7A1DBB-C630-4938-91ED-4956215A0A9E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2" name="Rectangle">
            <a:extLst>
              <a:ext uri="{FF2B5EF4-FFF2-40B4-BE49-F238E27FC236}">
                <a16:creationId xmlns:a16="http://schemas.microsoft.com/office/drawing/2014/main" id="{49DF5C70-ABA0-488E-9D56-F590CC9D2900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3" name="Rectangle">
            <a:extLst>
              <a:ext uri="{FF2B5EF4-FFF2-40B4-BE49-F238E27FC236}">
                <a16:creationId xmlns:a16="http://schemas.microsoft.com/office/drawing/2014/main" id="{536D4761-9A4D-4618-BE22-0768B7B85640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4" name="Rectangle">
            <a:extLst>
              <a:ext uri="{FF2B5EF4-FFF2-40B4-BE49-F238E27FC236}">
                <a16:creationId xmlns:a16="http://schemas.microsoft.com/office/drawing/2014/main" id="{A0097E55-DDF6-4739-BCD5-38DCE32DD2BA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5" name="Rectangle">
            <a:extLst>
              <a:ext uri="{FF2B5EF4-FFF2-40B4-BE49-F238E27FC236}">
                <a16:creationId xmlns:a16="http://schemas.microsoft.com/office/drawing/2014/main" id="{FB08D0F4-3659-4541-902B-88080526A5E7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6" name="Rectangle">
            <a:extLst>
              <a:ext uri="{FF2B5EF4-FFF2-40B4-BE49-F238E27FC236}">
                <a16:creationId xmlns:a16="http://schemas.microsoft.com/office/drawing/2014/main" id="{10CB08CA-6562-4392-B1E7-22A20196433A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7" name="Rectangle">
            <a:extLst>
              <a:ext uri="{FF2B5EF4-FFF2-40B4-BE49-F238E27FC236}">
                <a16:creationId xmlns:a16="http://schemas.microsoft.com/office/drawing/2014/main" id="{6B497017-B949-4097-B9FC-0C39DE358CAC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8" name="Rectangle">
            <a:extLst>
              <a:ext uri="{FF2B5EF4-FFF2-40B4-BE49-F238E27FC236}">
                <a16:creationId xmlns:a16="http://schemas.microsoft.com/office/drawing/2014/main" id="{E3491E94-ADD6-4EE1-8765-FA9247D4CD80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9" name="Rectangle">
            <a:extLst>
              <a:ext uri="{FF2B5EF4-FFF2-40B4-BE49-F238E27FC236}">
                <a16:creationId xmlns:a16="http://schemas.microsoft.com/office/drawing/2014/main" id="{F64EFB25-356A-4563-A50B-84FD7040608C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0" name="Rectangle">
            <a:extLst>
              <a:ext uri="{FF2B5EF4-FFF2-40B4-BE49-F238E27FC236}">
                <a16:creationId xmlns:a16="http://schemas.microsoft.com/office/drawing/2014/main" id="{E7556B7B-51E5-4570-801B-3901467699B0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1" name="Rectangle">
            <a:extLst>
              <a:ext uri="{FF2B5EF4-FFF2-40B4-BE49-F238E27FC236}">
                <a16:creationId xmlns:a16="http://schemas.microsoft.com/office/drawing/2014/main" id="{2C6B9CCD-D107-4B46-AF99-472FAEDAAD21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2" name="Rectangle">
            <a:extLst>
              <a:ext uri="{FF2B5EF4-FFF2-40B4-BE49-F238E27FC236}">
                <a16:creationId xmlns:a16="http://schemas.microsoft.com/office/drawing/2014/main" id="{60C6623E-E334-4AD1-A8B3-43B0D0164957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3" name="Rectangle">
            <a:extLst>
              <a:ext uri="{FF2B5EF4-FFF2-40B4-BE49-F238E27FC236}">
                <a16:creationId xmlns:a16="http://schemas.microsoft.com/office/drawing/2014/main" id="{6EA1D789-129D-43CE-8754-2E27685667E1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4" name="Rectangle">
            <a:extLst>
              <a:ext uri="{FF2B5EF4-FFF2-40B4-BE49-F238E27FC236}">
                <a16:creationId xmlns:a16="http://schemas.microsoft.com/office/drawing/2014/main" id="{535ED5A0-E6B3-41A9-B492-246F7CF2DDD1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5" name="Rectangle">
            <a:extLst>
              <a:ext uri="{FF2B5EF4-FFF2-40B4-BE49-F238E27FC236}">
                <a16:creationId xmlns:a16="http://schemas.microsoft.com/office/drawing/2014/main" id="{2B04C4E0-811F-4A3C-BB2A-920696AD66B8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6" name="Rectangle">
            <a:extLst>
              <a:ext uri="{FF2B5EF4-FFF2-40B4-BE49-F238E27FC236}">
                <a16:creationId xmlns:a16="http://schemas.microsoft.com/office/drawing/2014/main" id="{10A7F757-F78F-4387-8C83-4B39D1BA02CF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838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Rectangle">
            <a:extLst>
              <a:ext uri="{FF2B5EF4-FFF2-40B4-BE49-F238E27FC236}">
                <a16:creationId xmlns:a16="http://schemas.microsoft.com/office/drawing/2014/main" id="{0FFC4BD4-DDC6-4D5C-8FCF-034791143324}"/>
              </a:ext>
            </a:extLst>
          </p:cNvPr>
          <p:cNvSpPr>
            <a:spLocks noGrp="1"/>
          </p:cNvSpPr>
          <p:nvPr/>
        </p:nvSpPr>
        <p:spPr>
          <a:xfrm>
            <a:off x="2129625" y="7813740"/>
            <a:ext cx="580465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9" name="Rectangle">
            <a:extLst>
              <a:ext uri="{FF2B5EF4-FFF2-40B4-BE49-F238E27FC236}">
                <a16:creationId xmlns:a16="http://schemas.microsoft.com/office/drawing/2014/main" id="{BBE822DD-2921-446E-B6E7-D447AF7AE910}"/>
              </a:ext>
            </a:extLst>
          </p:cNvPr>
          <p:cNvSpPr>
            <a:spLocks noGrp="1"/>
          </p:cNvSpPr>
          <p:nvPr/>
        </p:nvSpPr>
        <p:spPr>
          <a:xfrm>
            <a:off x="2931367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0" name="Rectangle">
            <a:extLst>
              <a:ext uri="{FF2B5EF4-FFF2-40B4-BE49-F238E27FC236}">
                <a16:creationId xmlns:a16="http://schemas.microsoft.com/office/drawing/2014/main" id="{02BADFD5-E754-499F-ADC4-42070C2777B6}"/>
              </a:ext>
            </a:extLst>
          </p:cNvPr>
          <p:cNvSpPr>
            <a:spLocks noGrp="1"/>
          </p:cNvSpPr>
          <p:nvPr/>
        </p:nvSpPr>
        <p:spPr>
          <a:xfrm>
            <a:off x="3733108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1" name="Rectangle">
            <a:extLst>
              <a:ext uri="{FF2B5EF4-FFF2-40B4-BE49-F238E27FC236}">
                <a16:creationId xmlns:a16="http://schemas.microsoft.com/office/drawing/2014/main" id="{47214DCC-81DD-447B-944C-5C0A13A9CA3E}"/>
              </a:ext>
            </a:extLst>
          </p:cNvPr>
          <p:cNvSpPr>
            <a:spLocks noGrp="1"/>
          </p:cNvSpPr>
          <p:nvPr/>
        </p:nvSpPr>
        <p:spPr>
          <a:xfrm>
            <a:off x="4534850" y="5467263"/>
            <a:ext cx="580464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2" name="Rectangle">
            <a:extLst>
              <a:ext uri="{FF2B5EF4-FFF2-40B4-BE49-F238E27FC236}">
                <a16:creationId xmlns:a16="http://schemas.microsoft.com/office/drawing/2014/main" id="{62C51D87-8655-4283-B1CA-7E8CC7C72D61}"/>
              </a:ext>
            </a:extLst>
          </p:cNvPr>
          <p:cNvSpPr>
            <a:spLocks noGrp="1"/>
          </p:cNvSpPr>
          <p:nvPr/>
        </p:nvSpPr>
        <p:spPr>
          <a:xfrm>
            <a:off x="5336591" y="1385877"/>
            <a:ext cx="580465" cy="12719871"/>
          </a:xfrm>
          <a:prstGeom prst="rect">
            <a:avLst/>
          </a:prstGeom>
          <a:solidFill>
            <a:schemeClr val="accent1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3" name="Rectangle">
            <a:extLst>
              <a:ext uri="{FF2B5EF4-FFF2-40B4-BE49-F238E27FC236}">
                <a16:creationId xmlns:a16="http://schemas.microsoft.com/office/drawing/2014/main" id="{D7DCC7BD-5A74-4AF2-9AA3-A7902297B3EF}"/>
              </a:ext>
            </a:extLst>
          </p:cNvPr>
          <p:cNvSpPr>
            <a:spLocks noGrp="1"/>
          </p:cNvSpPr>
          <p:nvPr/>
        </p:nvSpPr>
        <p:spPr>
          <a:xfrm>
            <a:off x="6138333" y="3442067"/>
            <a:ext cx="580464" cy="1066368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4" name="Rectangle">
            <a:extLst>
              <a:ext uri="{FF2B5EF4-FFF2-40B4-BE49-F238E27FC236}">
                <a16:creationId xmlns:a16="http://schemas.microsoft.com/office/drawing/2014/main" id="{FEC8631A-E740-4762-ACDB-3549FA84D0B8}"/>
              </a:ext>
            </a:extLst>
          </p:cNvPr>
          <p:cNvSpPr>
            <a:spLocks noGrp="1"/>
          </p:cNvSpPr>
          <p:nvPr/>
        </p:nvSpPr>
        <p:spPr>
          <a:xfrm>
            <a:off x="6940074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5" name="Rectangle">
            <a:extLst>
              <a:ext uri="{FF2B5EF4-FFF2-40B4-BE49-F238E27FC236}">
                <a16:creationId xmlns:a16="http://schemas.microsoft.com/office/drawing/2014/main" id="{BFF61041-71C9-4923-8597-09C63D21015C}"/>
              </a:ext>
            </a:extLst>
          </p:cNvPr>
          <p:cNvSpPr>
            <a:spLocks noGrp="1"/>
          </p:cNvSpPr>
          <p:nvPr/>
        </p:nvSpPr>
        <p:spPr>
          <a:xfrm>
            <a:off x="7741815" y="5467263"/>
            <a:ext cx="580465" cy="8638485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6" name="Rectangle">
            <a:extLst>
              <a:ext uri="{FF2B5EF4-FFF2-40B4-BE49-F238E27FC236}">
                <a16:creationId xmlns:a16="http://schemas.microsoft.com/office/drawing/2014/main" id="{EBB65527-2143-4DE9-9561-FC0A7972B3EB}"/>
              </a:ext>
            </a:extLst>
          </p:cNvPr>
          <p:cNvSpPr>
            <a:spLocks noGrp="1"/>
          </p:cNvSpPr>
          <p:nvPr/>
        </p:nvSpPr>
        <p:spPr>
          <a:xfrm>
            <a:off x="8543557" y="6764046"/>
            <a:ext cx="580465" cy="73417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7" name="Rectangle">
            <a:extLst>
              <a:ext uri="{FF2B5EF4-FFF2-40B4-BE49-F238E27FC236}">
                <a16:creationId xmlns:a16="http://schemas.microsoft.com/office/drawing/2014/main" id="{DE29B8B2-D6BA-41BC-8338-3BF5F88F6E77}"/>
              </a:ext>
            </a:extLst>
          </p:cNvPr>
          <p:cNvSpPr>
            <a:spLocks noGrp="1"/>
          </p:cNvSpPr>
          <p:nvPr/>
        </p:nvSpPr>
        <p:spPr>
          <a:xfrm>
            <a:off x="9345299" y="7953482"/>
            <a:ext cx="580464" cy="61522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8" name="Rectangle">
            <a:extLst>
              <a:ext uri="{FF2B5EF4-FFF2-40B4-BE49-F238E27FC236}">
                <a16:creationId xmlns:a16="http://schemas.microsoft.com/office/drawing/2014/main" id="{EEF1C4BD-A757-4D95-835A-2242013C464E}"/>
              </a:ext>
            </a:extLst>
          </p:cNvPr>
          <p:cNvSpPr>
            <a:spLocks noGrp="1"/>
          </p:cNvSpPr>
          <p:nvPr/>
        </p:nvSpPr>
        <p:spPr>
          <a:xfrm>
            <a:off x="10147041" y="7203146"/>
            <a:ext cx="580464" cy="69026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9" name="Rectangle">
            <a:extLst>
              <a:ext uri="{FF2B5EF4-FFF2-40B4-BE49-F238E27FC236}">
                <a16:creationId xmlns:a16="http://schemas.microsoft.com/office/drawing/2014/main" id="{370C1C73-638D-44D2-85C4-E8FBC8608473}"/>
              </a:ext>
            </a:extLst>
          </p:cNvPr>
          <p:cNvSpPr>
            <a:spLocks noGrp="1"/>
          </p:cNvSpPr>
          <p:nvPr/>
        </p:nvSpPr>
        <p:spPr>
          <a:xfrm>
            <a:off x="10948782" y="5675258"/>
            <a:ext cx="580464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0" name="Rectangle">
            <a:extLst>
              <a:ext uri="{FF2B5EF4-FFF2-40B4-BE49-F238E27FC236}">
                <a16:creationId xmlns:a16="http://schemas.microsoft.com/office/drawing/2014/main" id="{43798114-AAFE-4EE8-B161-141613502A57}"/>
              </a:ext>
            </a:extLst>
          </p:cNvPr>
          <p:cNvSpPr>
            <a:spLocks noGrp="1"/>
          </p:cNvSpPr>
          <p:nvPr/>
        </p:nvSpPr>
        <p:spPr>
          <a:xfrm>
            <a:off x="11750523" y="4463682"/>
            <a:ext cx="580465" cy="964206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1" name="Rectangle">
            <a:extLst>
              <a:ext uri="{FF2B5EF4-FFF2-40B4-BE49-F238E27FC236}">
                <a16:creationId xmlns:a16="http://schemas.microsoft.com/office/drawing/2014/main" id="{BCF6D677-1E5D-45D2-A72E-E676C929BD5D}"/>
              </a:ext>
            </a:extLst>
          </p:cNvPr>
          <p:cNvSpPr>
            <a:spLocks noGrp="1"/>
          </p:cNvSpPr>
          <p:nvPr/>
        </p:nvSpPr>
        <p:spPr>
          <a:xfrm>
            <a:off x="12552264" y="3700710"/>
            <a:ext cx="580465" cy="1040503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2" name="Rectangle">
            <a:extLst>
              <a:ext uri="{FF2B5EF4-FFF2-40B4-BE49-F238E27FC236}">
                <a16:creationId xmlns:a16="http://schemas.microsoft.com/office/drawing/2014/main" id="{CB550703-ACD7-41C5-AF5C-5EB74CDDFBB2}"/>
              </a:ext>
            </a:extLst>
          </p:cNvPr>
          <p:cNvSpPr>
            <a:spLocks noGrp="1"/>
          </p:cNvSpPr>
          <p:nvPr/>
        </p:nvSpPr>
        <p:spPr>
          <a:xfrm>
            <a:off x="13354006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3" name="Rectangle">
            <a:extLst>
              <a:ext uri="{FF2B5EF4-FFF2-40B4-BE49-F238E27FC236}">
                <a16:creationId xmlns:a16="http://schemas.microsoft.com/office/drawing/2014/main" id="{6B844EB4-1613-425B-869A-A1BFD73875B9}"/>
              </a:ext>
            </a:extLst>
          </p:cNvPr>
          <p:cNvSpPr>
            <a:spLocks noGrp="1"/>
          </p:cNvSpPr>
          <p:nvPr/>
        </p:nvSpPr>
        <p:spPr>
          <a:xfrm>
            <a:off x="14155748" y="7813740"/>
            <a:ext cx="580464" cy="6292008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4" name="Rectangle">
            <a:extLst>
              <a:ext uri="{FF2B5EF4-FFF2-40B4-BE49-F238E27FC236}">
                <a16:creationId xmlns:a16="http://schemas.microsoft.com/office/drawing/2014/main" id="{5890E63F-DF42-438A-8A94-54CEA511FC8F}"/>
              </a:ext>
            </a:extLst>
          </p:cNvPr>
          <p:cNvSpPr>
            <a:spLocks noGrp="1"/>
          </p:cNvSpPr>
          <p:nvPr/>
        </p:nvSpPr>
        <p:spPr>
          <a:xfrm>
            <a:off x="14957490" y="9470679"/>
            <a:ext cx="580464" cy="4635069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5" name="Rectangle">
            <a:extLst>
              <a:ext uri="{FF2B5EF4-FFF2-40B4-BE49-F238E27FC236}">
                <a16:creationId xmlns:a16="http://schemas.microsoft.com/office/drawing/2014/main" id="{33D26747-83A1-42FC-8634-E116AF9312EB}"/>
              </a:ext>
            </a:extLst>
          </p:cNvPr>
          <p:cNvSpPr>
            <a:spLocks noGrp="1"/>
          </p:cNvSpPr>
          <p:nvPr/>
        </p:nvSpPr>
        <p:spPr>
          <a:xfrm>
            <a:off x="15759231" y="8603601"/>
            <a:ext cx="580465" cy="550214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6" name="Rectangle">
            <a:extLst>
              <a:ext uri="{FF2B5EF4-FFF2-40B4-BE49-F238E27FC236}">
                <a16:creationId xmlns:a16="http://schemas.microsoft.com/office/drawing/2014/main" id="{D09D19F8-7FEB-474B-991A-34021291C589}"/>
              </a:ext>
            </a:extLst>
          </p:cNvPr>
          <p:cNvSpPr>
            <a:spLocks noGrp="1"/>
          </p:cNvSpPr>
          <p:nvPr/>
        </p:nvSpPr>
        <p:spPr>
          <a:xfrm>
            <a:off x="16560972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7" name="Rectangle">
            <a:extLst>
              <a:ext uri="{FF2B5EF4-FFF2-40B4-BE49-F238E27FC236}">
                <a16:creationId xmlns:a16="http://schemas.microsoft.com/office/drawing/2014/main" id="{AF762BD5-F5F1-46FB-99CE-1E47602E0196}"/>
              </a:ext>
            </a:extLst>
          </p:cNvPr>
          <p:cNvSpPr>
            <a:spLocks noGrp="1"/>
          </p:cNvSpPr>
          <p:nvPr/>
        </p:nvSpPr>
        <p:spPr>
          <a:xfrm>
            <a:off x="17362713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8" name="Rectangle">
            <a:extLst>
              <a:ext uri="{FF2B5EF4-FFF2-40B4-BE49-F238E27FC236}">
                <a16:creationId xmlns:a16="http://schemas.microsoft.com/office/drawing/2014/main" id="{B748A758-B0F5-4D33-8ABA-567BF8D5A094}"/>
              </a:ext>
            </a:extLst>
          </p:cNvPr>
          <p:cNvSpPr>
            <a:spLocks noGrp="1"/>
          </p:cNvSpPr>
          <p:nvPr/>
        </p:nvSpPr>
        <p:spPr>
          <a:xfrm>
            <a:off x="18164455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9" name="Rectangle">
            <a:extLst>
              <a:ext uri="{FF2B5EF4-FFF2-40B4-BE49-F238E27FC236}">
                <a16:creationId xmlns:a16="http://schemas.microsoft.com/office/drawing/2014/main" id="{BDA9D697-EEEF-4BA1-A75A-B581BA5CAFC7}"/>
              </a:ext>
            </a:extLst>
          </p:cNvPr>
          <p:cNvSpPr>
            <a:spLocks noGrp="1"/>
          </p:cNvSpPr>
          <p:nvPr/>
        </p:nvSpPr>
        <p:spPr>
          <a:xfrm>
            <a:off x="18966197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0" name="Rectangle">
            <a:extLst>
              <a:ext uri="{FF2B5EF4-FFF2-40B4-BE49-F238E27FC236}">
                <a16:creationId xmlns:a16="http://schemas.microsoft.com/office/drawing/2014/main" id="{E9EE6D05-31D6-4FD4-AD65-CDC2322C694B}"/>
              </a:ext>
            </a:extLst>
          </p:cNvPr>
          <p:cNvSpPr>
            <a:spLocks noGrp="1"/>
          </p:cNvSpPr>
          <p:nvPr/>
        </p:nvSpPr>
        <p:spPr>
          <a:xfrm>
            <a:off x="19767939" y="7109516"/>
            <a:ext cx="580464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1" name="Rectangle">
            <a:extLst>
              <a:ext uri="{FF2B5EF4-FFF2-40B4-BE49-F238E27FC236}">
                <a16:creationId xmlns:a16="http://schemas.microsoft.com/office/drawing/2014/main" id="{980281E9-AE36-41C2-ACB2-411FC056753E}"/>
              </a:ext>
            </a:extLst>
          </p:cNvPr>
          <p:cNvSpPr>
            <a:spLocks noGrp="1"/>
          </p:cNvSpPr>
          <p:nvPr/>
        </p:nvSpPr>
        <p:spPr>
          <a:xfrm>
            <a:off x="20569680" y="7109516"/>
            <a:ext cx="580465" cy="69962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2" name="Rectangle">
            <a:extLst>
              <a:ext uri="{FF2B5EF4-FFF2-40B4-BE49-F238E27FC236}">
                <a16:creationId xmlns:a16="http://schemas.microsoft.com/office/drawing/2014/main" id="{2879CCDC-4E53-4904-B74C-3049A26D4C4A}"/>
              </a:ext>
            </a:extLst>
          </p:cNvPr>
          <p:cNvSpPr>
            <a:spLocks noGrp="1"/>
          </p:cNvSpPr>
          <p:nvPr/>
        </p:nvSpPr>
        <p:spPr>
          <a:xfrm>
            <a:off x="21371421" y="8172817"/>
            <a:ext cx="580464" cy="5932931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3" name="Rectangle">
            <a:extLst>
              <a:ext uri="{FF2B5EF4-FFF2-40B4-BE49-F238E27FC236}">
                <a16:creationId xmlns:a16="http://schemas.microsoft.com/office/drawing/2014/main" id="{A348A9A4-36BA-42EB-AA4B-075838C96592}"/>
              </a:ext>
            </a:extLst>
          </p:cNvPr>
          <p:cNvSpPr>
            <a:spLocks noGrp="1"/>
          </p:cNvSpPr>
          <p:nvPr/>
        </p:nvSpPr>
        <p:spPr>
          <a:xfrm>
            <a:off x="22173162" y="5675258"/>
            <a:ext cx="580465" cy="843049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4" name="Rectangle">
            <a:extLst>
              <a:ext uri="{FF2B5EF4-FFF2-40B4-BE49-F238E27FC236}">
                <a16:creationId xmlns:a16="http://schemas.microsoft.com/office/drawing/2014/main" id="{FD151DFB-F6D5-48EF-92C6-76F55A95F797}"/>
              </a:ext>
            </a:extLst>
          </p:cNvPr>
          <p:cNvSpPr>
            <a:spLocks noGrp="1"/>
          </p:cNvSpPr>
          <p:nvPr/>
        </p:nvSpPr>
        <p:spPr>
          <a:xfrm>
            <a:off x="22974904" y="5074816"/>
            <a:ext cx="580465" cy="903093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0492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Simulated Annealing">
            <a:extLst>
              <a:ext uri="{FF2B5EF4-FFF2-40B4-BE49-F238E27FC236}">
                <a16:creationId xmlns:a16="http://schemas.microsoft.com/office/drawing/2014/main" id="{43FCB035-4E71-4B6E-AD9A-DE0D2169E0D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17" name="Early on, higher &quot;temperature&quot;: more likely to accept neighbors that are worse than current state…">
            <a:extLst>
              <a:ext uri="{FF2B5EF4-FFF2-40B4-BE49-F238E27FC236}">
                <a16:creationId xmlns:a16="http://schemas.microsoft.com/office/drawing/2014/main" id="{E7A57DAC-ED83-481B-97FD-7B2BAF8E9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No </a:t>
            </a:r>
            <a:r>
              <a:rPr dirty="0" err="1"/>
              <a:t>início</a:t>
            </a:r>
            <a:r>
              <a:rPr dirty="0"/>
              <a:t>, "</a:t>
            </a:r>
            <a:r>
              <a:rPr dirty="0" err="1"/>
              <a:t>temperatura</a:t>
            </a:r>
            <a:r>
              <a:rPr dirty="0"/>
              <a:t>"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: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probabilidade</a:t>
            </a:r>
            <a:r>
              <a:rPr dirty="0"/>
              <a:t> de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vizinhos</a:t>
            </a:r>
            <a:r>
              <a:rPr dirty="0"/>
              <a:t> </a:t>
            </a:r>
            <a:r>
              <a:rPr dirty="0" err="1"/>
              <a:t>piores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atual</a:t>
            </a:r>
            <a:endParaRPr dirty="0"/>
          </a:p>
          <a:p>
            <a:r>
              <a:rPr dirty="0"/>
              <a:t>Mais </a:t>
            </a:r>
            <a:r>
              <a:rPr dirty="0" err="1"/>
              <a:t>tarde</a:t>
            </a:r>
            <a:r>
              <a:rPr dirty="0"/>
              <a:t>, "</a:t>
            </a:r>
            <a:r>
              <a:rPr dirty="0" err="1"/>
              <a:t>temperatura</a:t>
            </a:r>
            <a:r>
              <a:rPr dirty="0"/>
              <a:t>"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baixa</a:t>
            </a:r>
            <a:r>
              <a:rPr dirty="0"/>
              <a:t>: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probabilidade</a:t>
            </a:r>
            <a:r>
              <a:rPr dirty="0"/>
              <a:t> de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vizinhos</a:t>
            </a:r>
            <a:r>
              <a:rPr dirty="0"/>
              <a:t> </a:t>
            </a:r>
            <a:r>
              <a:rPr dirty="0" err="1"/>
              <a:t>piores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atual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25649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D5F87352-07C9-4DB1-B536-B045B491448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</p:spTree>
    <p:extLst>
      <p:ext uri="{BB962C8B-B14F-4D97-AF65-F5344CB8AC3E}">
        <p14:creationId xmlns:p14="http://schemas.microsoft.com/office/powerpoint/2010/main" val="3092674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6466-9BF1-67F0-A026-0130377F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6F85B545-1B63-0CB7-F861-032024C3043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6CFC2310-A2DD-DF1D-5517-04538D6F4FA9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7200221" cy="238013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5665039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95A71-9F69-F2CB-9F0C-8C844593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C886A070-A84C-A3D9-19B5-BEA5D9527E3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14DAD9A6-6373-59B9-286F-136D9B78D89D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7200221" cy="351891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2253684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1719-5A7D-AD1B-9202-B29E2B9C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5F125736-B7C1-D926-0235-F44DE9BE2B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6556B7E4-E100-DED6-1EB4-77F7C1B8CC65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7200221" cy="465768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9669608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34D-4D16-2FAF-D59E-DD67D00D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8DB2F6E2-D657-312D-8DA5-319620479A7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96FABE55-5E1F-43B6-35F6-02A8A7F1325B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7200221" cy="57964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8369025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E2DD-FE36-2F74-40F5-01A75EC6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D1346D96-99DC-A56E-6AE0-27A2569BB0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CED386D6-C62A-AA1D-BCE8-C7195E21C906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7200221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103056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9DB3-8052-BE8C-8B9A-755B419B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76B91D1A-7C9E-4C13-2C5D-72610A4EED4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1C0D42F7-9B13-6881-3A0C-10CAC07B7949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8455886" cy="807400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ΔE = </a:t>
            </a:r>
            <a:r>
              <a:rPr dirty="0" err="1"/>
              <a:t>quanto</a:t>
            </a:r>
            <a:r>
              <a:rPr dirty="0"/>
              <a:t> neighbor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674938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1C15-0A66-9BCC-E364-7D9E8FC8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1021861D-9D35-CD31-1A69-13EEABB8386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F2964625-AC4C-0146-B39F-64D7FB9FD481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8455886" cy="9212778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ΔE = </a:t>
            </a:r>
            <a:r>
              <a:rPr dirty="0" err="1"/>
              <a:t>quanto</a:t>
            </a:r>
            <a:r>
              <a:rPr dirty="0"/>
              <a:t> neighbor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ΔE &gt;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9151403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8E2D-E910-4595-0CC6-43A14BF8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B54D9EA2-DF69-59C4-350C-9C4B2CB67CB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BFCB8DFB-9145-F5A0-9DF3-3E4337BFDBB9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8455886" cy="1035155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ΔE = </a:t>
            </a:r>
            <a:r>
              <a:rPr dirty="0" err="1"/>
              <a:t>quanto</a:t>
            </a:r>
            <a:r>
              <a:rPr dirty="0"/>
              <a:t> neighbor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ΔE &gt;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current = neighbor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7821910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6468-F3C5-374F-1B2E-C20016DC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8DB97040-4DB8-EB56-48AB-AA70483595F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788F22CF-EDE2-AD67-573E-28DA38D14293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8455886" cy="1149032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ΔE = </a:t>
            </a:r>
            <a:r>
              <a:rPr dirty="0" err="1"/>
              <a:t>quanto</a:t>
            </a:r>
            <a:r>
              <a:rPr dirty="0"/>
              <a:t> neighbor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ΔE &gt;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current = neighbor</a:t>
            </a:r>
          </a:p>
          <a:p>
            <a:pPr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</a:t>
            </a:r>
            <a:r>
              <a:rPr lang="pt-BR" dirty="0"/>
              <a:t>		senão, com </a:t>
            </a:r>
            <a:r>
              <a:rPr lang="pt-BR" dirty="0" err="1"/>
              <a:t>Prob</a:t>
            </a:r>
            <a:r>
              <a:rPr lang="pt-BR" dirty="0"/>
              <a:t> e</a:t>
            </a:r>
            <a:r>
              <a:rPr lang="el-GR" baseline="30000" dirty="0"/>
              <a:t>Δ</a:t>
            </a:r>
            <a:r>
              <a:rPr lang="pt-BR" baseline="30000" dirty="0"/>
              <a:t>E/</a:t>
            </a:r>
            <a:r>
              <a:rPr lang="pt-BR" baseline="30000" dirty="0" err="1"/>
              <a:t>T</a:t>
            </a:r>
            <a:r>
              <a:rPr lang="pt-BR" dirty="0"/>
              <a:t>: </a:t>
            </a:r>
            <a:r>
              <a:rPr lang="pt-BR" dirty="0" err="1"/>
              <a:t>current</a:t>
            </a:r>
            <a:r>
              <a:rPr lang="pt-BR" dirty="0"/>
              <a:t> = </a:t>
            </a:r>
            <a:r>
              <a:rPr lang="pt-BR" dirty="0" err="1"/>
              <a:t>neighbor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05979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3C4B-1696-8A8E-1444-EB18428E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imulated Annealing">
            <a:extLst>
              <a:ext uri="{FF2B5EF4-FFF2-40B4-BE49-F238E27FC236}">
                <a16:creationId xmlns:a16="http://schemas.microsoft.com/office/drawing/2014/main" id="{6DA06730-BE5F-0DA6-C250-AE1B9265FB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Recozimento Simulado</a:t>
            </a:r>
          </a:p>
        </p:txBody>
      </p:sp>
      <p:sp>
        <p:nvSpPr>
          <p:cNvPr id="1920" name="function Simulated-Annealing(problem, max):…">
            <a:extLst>
              <a:ext uri="{FF2B5EF4-FFF2-40B4-BE49-F238E27FC236}">
                <a16:creationId xmlns:a16="http://schemas.microsoft.com/office/drawing/2014/main" id="{FDEE4B49-9F71-2A82-9726-153692072D07}"/>
              </a:ext>
            </a:extLst>
          </p:cNvPr>
          <p:cNvSpPr>
            <a:spLocks noGrp="1"/>
          </p:cNvSpPr>
          <p:nvPr/>
        </p:nvSpPr>
        <p:spPr>
          <a:xfrm>
            <a:off x="2293106" y="2369461"/>
            <a:ext cx="18862087" cy="1149032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Simulated-Annealing(problem, max):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current =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</a:t>
            </a:r>
            <a:r>
              <a:rPr dirty="0" err="1"/>
              <a:t>problema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t = 1 </a:t>
            </a:r>
            <a:r>
              <a:rPr dirty="0" err="1"/>
              <a:t>até</a:t>
            </a:r>
            <a:r>
              <a:rPr dirty="0"/>
              <a:t> max: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T = Temperature(t)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neighbor = </a:t>
            </a:r>
            <a:r>
              <a:rPr dirty="0" err="1"/>
              <a:t>vizinho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 de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ΔE = </a:t>
            </a:r>
            <a:r>
              <a:rPr dirty="0" err="1"/>
              <a:t>quanto</a:t>
            </a:r>
            <a:r>
              <a:rPr dirty="0"/>
              <a:t> neighbor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current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ΔE &gt;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current = neighbor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lang="pt-BR" dirty="0"/>
              <a:t>		senão, </a:t>
            </a:r>
            <a:r>
              <a:rPr dirty="0"/>
              <a:t>com </a:t>
            </a:r>
            <a:r>
              <a:rPr lang="pt-BR" dirty="0" err="1"/>
              <a:t>Prob</a:t>
            </a:r>
            <a:r>
              <a:rPr dirty="0"/>
              <a:t> </a:t>
            </a:r>
            <a:r>
              <a:rPr dirty="0" err="1"/>
              <a:t>e</a:t>
            </a:r>
            <a:r>
              <a:rPr baseline="30000" dirty="0" err="1"/>
              <a:t>ΔE</a:t>
            </a:r>
            <a:r>
              <a:rPr baseline="30000" dirty="0"/>
              <a:t>/T</a:t>
            </a:r>
            <a:r>
              <a:rPr lang="en-BR" dirty="0"/>
              <a:t>:</a:t>
            </a:r>
            <a:r>
              <a:rPr dirty="0"/>
              <a:t> current = neighbor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retornar</a:t>
            </a:r>
            <a:r>
              <a:rPr dirty="0"/>
              <a:t> current</a:t>
            </a:r>
          </a:p>
        </p:txBody>
      </p:sp>
    </p:spTree>
    <p:extLst>
      <p:ext uri="{BB962C8B-B14F-4D97-AF65-F5344CB8AC3E}">
        <p14:creationId xmlns:p14="http://schemas.microsoft.com/office/powerpoint/2010/main" val="26033320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Traveling Salesman Problem">
            <a:extLst>
              <a:ext uri="{FF2B5EF4-FFF2-40B4-BE49-F238E27FC236}">
                <a16:creationId xmlns:a16="http://schemas.microsoft.com/office/drawing/2014/main" id="{CCE7C39C-9AE0-4B1A-9B64-9ED5C478BA2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 do Caixeiro-Viajante</a:t>
            </a:r>
          </a:p>
        </p:txBody>
      </p:sp>
    </p:spTree>
    <p:extLst>
      <p:ext uri="{BB962C8B-B14F-4D97-AF65-F5344CB8AC3E}">
        <p14:creationId xmlns:p14="http://schemas.microsoft.com/office/powerpoint/2010/main" val="19117558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Circle">
            <a:extLst>
              <a:ext uri="{FF2B5EF4-FFF2-40B4-BE49-F238E27FC236}">
                <a16:creationId xmlns:a16="http://schemas.microsoft.com/office/drawing/2014/main" id="{9ECE1690-01A0-4E52-B9EE-9ED6C5640F94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5" name="Circle">
            <a:extLst>
              <a:ext uri="{FF2B5EF4-FFF2-40B4-BE49-F238E27FC236}">
                <a16:creationId xmlns:a16="http://schemas.microsoft.com/office/drawing/2014/main" id="{5E4363A4-12C3-4FC5-A72F-47FC3472CADA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6" name="Circle">
            <a:extLst>
              <a:ext uri="{FF2B5EF4-FFF2-40B4-BE49-F238E27FC236}">
                <a16:creationId xmlns:a16="http://schemas.microsoft.com/office/drawing/2014/main" id="{18FF304A-75F3-4D08-9378-A524E60CA3EA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7" name="Circle">
            <a:extLst>
              <a:ext uri="{FF2B5EF4-FFF2-40B4-BE49-F238E27FC236}">
                <a16:creationId xmlns:a16="http://schemas.microsoft.com/office/drawing/2014/main" id="{D254C7BC-0E23-4EBB-9B3A-76583461D245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8" name="Circle">
            <a:extLst>
              <a:ext uri="{FF2B5EF4-FFF2-40B4-BE49-F238E27FC236}">
                <a16:creationId xmlns:a16="http://schemas.microsoft.com/office/drawing/2014/main" id="{3CA5AD74-2410-4073-B6B8-C5507C030C45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9" name="Circle">
            <a:extLst>
              <a:ext uri="{FF2B5EF4-FFF2-40B4-BE49-F238E27FC236}">
                <a16:creationId xmlns:a16="http://schemas.microsoft.com/office/drawing/2014/main" id="{F75AAA05-4F79-4F45-A430-7EC431E08C69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0" name="Circle">
            <a:extLst>
              <a:ext uri="{FF2B5EF4-FFF2-40B4-BE49-F238E27FC236}">
                <a16:creationId xmlns:a16="http://schemas.microsoft.com/office/drawing/2014/main" id="{A841E616-19EF-4A2F-8D0F-FE5B66F61700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1" name="Circle">
            <a:extLst>
              <a:ext uri="{FF2B5EF4-FFF2-40B4-BE49-F238E27FC236}">
                <a16:creationId xmlns:a16="http://schemas.microsoft.com/office/drawing/2014/main" id="{519B3F56-81E0-4EB8-B459-6A2855D0DC13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0278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Circle">
            <a:extLst>
              <a:ext uri="{FF2B5EF4-FFF2-40B4-BE49-F238E27FC236}">
                <a16:creationId xmlns:a16="http://schemas.microsoft.com/office/drawing/2014/main" id="{AC47F287-2CD4-46D4-81B1-FACAE2CA387B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4" name="Circle">
            <a:extLst>
              <a:ext uri="{FF2B5EF4-FFF2-40B4-BE49-F238E27FC236}">
                <a16:creationId xmlns:a16="http://schemas.microsoft.com/office/drawing/2014/main" id="{61D7CEF5-A36A-4500-B5EA-99CCDA99A82E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5" name="Circle">
            <a:extLst>
              <a:ext uri="{FF2B5EF4-FFF2-40B4-BE49-F238E27FC236}">
                <a16:creationId xmlns:a16="http://schemas.microsoft.com/office/drawing/2014/main" id="{0F57272B-723F-4DDE-AEF6-9EC62A1CDCC8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6" name="Circle">
            <a:extLst>
              <a:ext uri="{FF2B5EF4-FFF2-40B4-BE49-F238E27FC236}">
                <a16:creationId xmlns:a16="http://schemas.microsoft.com/office/drawing/2014/main" id="{CAC66659-3AF1-4216-A537-A9B0A3FE3FA6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7" name="Circle">
            <a:extLst>
              <a:ext uri="{FF2B5EF4-FFF2-40B4-BE49-F238E27FC236}">
                <a16:creationId xmlns:a16="http://schemas.microsoft.com/office/drawing/2014/main" id="{7428C2E9-2ACE-476A-BE1F-90D7D3A64358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8" name="Circle">
            <a:extLst>
              <a:ext uri="{FF2B5EF4-FFF2-40B4-BE49-F238E27FC236}">
                <a16:creationId xmlns:a16="http://schemas.microsoft.com/office/drawing/2014/main" id="{086A46A5-925B-421B-854E-125C38C3C4EA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9" name="Circle">
            <a:extLst>
              <a:ext uri="{FF2B5EF4-FFF2-40B4-BE49-F238E27FC236}">
                <a16:creationId xmlns:a16="http://schemas.microsoft.com/office/drawing/2014/main" id="{4C6B8587-6869-49CB-9735-9A04A92174B5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0" name="Circle">
            <a:extLst>
              <a:ext uri="{FF2B5EF4-FFF2-40B4-BE49-F238E27FC236}">
                <a16:creationId xmlns:a16="http://schemas.microsoft.com/office/drawing/2014/main" id="{AB08BCFD-D63E-4486-BC6F-B6CE4574DB54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1" name="Line">
            <a:extLst>
              <a:ext uri="{FF2B5EF4-FFF2-40B4-BE49-F238E27FC236}">
                <a16:creationId xmlns:a16="http://schemas.microsoft.com/office/drawing/2014/main" id="{479A9260-481A-4BDB-BE7C-24A88C4FAC1C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2" name="Line">
            <a:extLst>
              <a:ext uri="{FF2B5EF4-FFF2-40B4-BE49-F238E27FC236}">
                <a16:creationId xmlns:a16="http://schemas.microsoft.com/office/drawing/2014/main" id="{C03148E6-84EA-4749-B33B-2F0746BC92BC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3" name="Line">
            <a:extLst>
              <a:ext uri="{FF2B5EF4-FFF2-40B4-BE49-F238E27FC236}">
                <a16:creationId xmlns:a16="http://schemas.microsoft.com/office/drawing/2014/main" id="{177B9624-A2ED-44EF-B94F-832A16AF34D3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4" name="Line">
            <a:extLst>
              <a:ext uri="{FF2B5EF4-FFF2-40B4-BE49-F238E27FC236}">
                <a16:creationId xmlns:a16="http://schemas.microsoft.com/office/drawing/2014/main" id="{B4FDD801-13FE-4865-B5EA-7A6ACECD22F4}"/>
              </a:ext>
            </a:extLst>
          </p:cNvPr>
          <p:cNvSpPr>
            <a:spLocks noGrp="1"/>
          </p:cNvSpPr>
          <p:nvPr/>
        </p:nvSpPr>
        <p:spPr>
          <a:xfrm>
            <a:off x="14977799" y="5350407"/>
            <a:ext cx="4268713" cy="546965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5" name="Line">
            <a:extLst>
              <a:ext uri="{FF2B5EF4-FFF2-40B4-BE49-F238E27FC236}">
                <a16:creationId xmlns:a16="http://schemas.microsoft.com/office/drawing/2014/main" id="{19A32E03-4865-4A3B-AE11-A243FDBEDE8A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6" name="Line">
            <a:extLst>
              <a:ext uri="{FF2B5EF4-FFF2-40B4-BE49-F238E27FC236}">
                <a16:creationId xmlns:a16="http://schemas.microsoft.com/office/drawing/2014/main" id="{ED7AB54E-8D66-46F6-BF05-B5E5B58C1317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7" name="Line">
            <a:extLst>
              <a:ext uri="{FF2B5EF4-FFF2-40B4-BE49-F238E27FC236}">
                <a16:creationId xmlns:a16="http://schemas.microsoft.com/office/drawing/2014/main" id="{5A3FDFF9-9214-4472-BBA2-954195BCE097}"/>
              </a:ext>
            </a:extLst>
          </p:cNvPr>
          <p:cNvSpPr>
            <a:spLocks noGrp="1"/>
          </p:cNvSpPr>
          <p:nvPr/>
        </p:nvSpPr>
        <p:spPr>
          <a:xfrm flipH="1">
            <a:off x="15113451" y="2578037"/>
            <a:ext cx="3051945" cy="800403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48" name="Line">
            <a:extLst>
              <a:ext uri="{FF2B5EF4-FFF2-40B4-BE49-F238E27FC236}">
                <a16:creationId xmlns:a16="http://schemas.microsoft.com/office/drawing/2014/main" id="{EDEDC08A-B50C-44A9-B63E-C35995B5BA81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35856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Circle">
            <a:extLst>
              <a:ext uri="{FF2B5EF4-FFF2-40B4-BE49-F238E27FC236}">
                <a16:creationId xmlns:a16="http://schemas.microsoft.com/office/drawing/2014/main" id="{3BAEB365-6035-4E42-8A31-5F662230E945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1" name="Circle">
            <a:extLst>
              <a:ext uri="{FF2B5EF4-FFF2-40B4-BE49-F238E27FC236}">
                <a16:creationId xmlns:a16="http://schemas.microsoft.com/office/drawing/2014/main" id="{6A9001E4-9354-426E-B322-B99B293E5639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2" name="Circle">
            <a:extLst>
              <a:ext uri="{FF2B5EF4-FFF2-40B4-BE49-F238E27FC236}">
                <a16:creationId xmlns:a16="http://schemas.microsoft.com/office/drawing/2014/main" id="{2BD68ECB-2AF9-466A-827D-2F4C2C80BC35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3" name="Circle">
            <a:extLst>
              <a:ext uri="{FF2B5EF4-FFF2-40B4-BE49-F238E27FC236}">
                <a16:creationId xmlns:a16="http://schemas.microsoft.com/office/drawing/2014/main" id="{0B0FA8F6-230F-428E-955B-9CD2A8FD4AEB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4" name="Circle">
            <a:extLst>
              <a:ext uri="{FF2B5EF4-FFF2-40B4-BE49-F238E27FC236}">
                <a16:creationId xmlns:a16="http://schemas.microsoft.com/office/drawing/2014/main" id="{F082533A-B4E9-42C3-906A-A20368871832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5" name="Circle">
            <a:extLst>
              <a:ext uri="{FF2B5EF4-FFF2-40B4-BE49-F238E27FC236}">
                <a16:creationId xmlns:a16="http://schemas.microsoft.com/office/drawing/2014/main" id="{15C4619A-2EFE-408F-9359-C83DC6B105F5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6" name="Circle">
            <a:extLst>
              <a:ext uri="{FF2B5EF4-FFF2-40B4-BE49-F238E27FC236}">
                <a16:creationId xmlns:a16="http://schemas.microsoft.com/office/drawing/2014/main" id="{44DA7DD9-904A-44C9-A525-4D64FA6EFE36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7" name="Circle">
            <a:extLst>
              <a:ext uri="{FF2B5EF4-FFF2-40B4-BE49-F238E27FC236}">
                <a16:creationId xmlns:a16="http://schemas.microsoft.com/office/drawing/2014/main" id="{6BB14DA6-2C2E-4A9C-83E7-6F89FD465C28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8" name="Line">
            <a:extLst>
              <a:ext uri="{FF2B5EF4-FFF2-40B4-BE49-F238E27FC236}">
                <a16:creationId xmlns:a16="http://schemas.microsoft.com/office/drawing/2014/main" id="{5EC37B40-17BC-4D96-B062-E6E52613A896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9" name="Line">
            <a:extLst>
              <a:ext uri="{FF2B5EF4-FFF2-40B4-BE49-F238E27FC236}">
                <a16:creationId xmlns:a16="http://schemas.microsoft.com/office/drawing/2014/main" id="{C65BADE9-64AE-4E28-9AC2-5DF05A7E3014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0" name="Line">
            <a:extLst>
              <a:ext uri="{FF2B5EF4-FFF2-40B4-BE49-F238E27FC236}">
                <a16:creationId xmlns:a16="http://schemas.microsoft.com/office/drawing/2014/main" id="{3A03D0A7-1AF5-4C1D-84D7-10F6162B9A40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1" name="Line">
            <a:extLst>
              <a:ext uri="{FF2B5EF4-FFF2-40B4-BE49-F238E27FC236}">
                <a16:creationId xmlns:a16="http://schemas.microsoft.com/office/drawing/2014/main" id="{BB240ECB-2B44-44A1-8EA4-DFF18215F021}"/>
              </a:ext>
            </a:extLst>
          </p:cNvPr>
          <p:cNvSpPr>
            <a:spLocks noGrp="1"/>
          </p:cNvSpPr>
          <p:nvPr/>
        </p:nvSpPr>
        <p:spPr>
          <a:xfrm>
            <a:off x="14977799" y="5350407"/>
            <a:ext cx="4268713" cy="5469650"/>
          </a:xfrm>
          <a:prstGeom prst="line">
            <a:avLst/>
          </a:prstGeom>
          <a:ln w="127000">
            <a:solidFill>
              <a:schemeClr val="accent1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2" name="Line">
            <a:extLst>
              <a:ext uri="{FF2B5EF4-FFF2-40B4-BE49-F238E27FC236}">
                <a16:creationId xmlns:a16="http://schemas.microsoft.com/office/drawing/2014/main" id="{EA62512F-4AF8-43C6-920B-0CA1783232B8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3" name="Line">
            <a:extLst>
              <a:ext uri="{FF2B5EF4-FFF2-40B4-BE49-F238E27FC236}">
                <a16:creationId xmlns:a16="http://schemas.microsoft.com/office/drawing/2014/main" id="{FA3FCAB5-301E-409E-9B25-80523AC2F842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4" name="Line">
            <a:extLst>
              <a:ext uri="{FF2B5EF4-FFF2-40B4-BE49-F238E27FC236}">
                <a16:creationId xmlns:a16="http://schemas.microsoft.com/office/drawing/2014/main" id="{F58B5E93-44CD-45DA-A53A-B9F781E42E81}"/>
              </a:ext>
            </a:extLst>
          </p:cNvPr>
          <p:cNvSpPr>
            <a:spLocks noGrp="1"/>
          </p:cNvSpPr>
          <p:nvPr/>
        </p:nvSpPr>
        <p:spPr>
          <a:xfrm flipH="1">
            <a:off x="15113451" y="2578037"/>
            <a:ext cx="3051945" cy="8004033"/>
          </a:xfrm>
          <a:prstGeom prst="line">
            <a:avLst/>
          </a:prstGeom>
          <a:ln w="127000">
            <a:solidFill>
              <a:schemeClr val="accent1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5" name="Line">
            <a:extLst>
              <a:ext uri="{FF2B5EF4-FFF2-40B4-BE49-F238E27FC236}">
                <a16:creationId xmlns:a16="http://schemas.microsoft.com/office/drawing/2014/main" id="{B6D69197-6511-402B-9491-E86B93669579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456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Circle">
            <a:extLst>
              <a:ext uri="{FF2B5EF4-FFF2-40B4-BE49-F238E27FC236}">
                <a16:creationId xmlns:a16="http://schemas.microsoft.com/office/drawing/2014/main" id="{1F01371D-06F4-4CDF-A744-35BBC814A884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8" name="Circle">
            <a:extLst>
              <a:ext uri="{FF2B5EF4-FFF2-40B4-BE49-F238E27FC236}">
                <a16:creationId xmlns:a16="http://schemas.microsoft.com/office/drawing/2014/main" id="{BCCB1F78-08CF-438A-9ECF-AF90B5434E1E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9" name="Circle">
            <a:extLst>
              <a:ext uri="{FF2B5EF4-FFF2-40B4-BE49-F238E27FC236}">
                <a16:creationId xmlns:a16="http://schemas.microsoft.com/office/drawing/2014/main" id="{2CA5400C-F850-4374-BE96-185E2D1B3C90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0" name="Circle">
            <a:extLst>
              <a:ext uri="{FF2B5EF4-FFF2-40B4-BE49-F238E27FC236}">
                <a16:creationId xmlns:a16="http://schemas.microsoft.com/office/drawing/2014/main" id="{4960D99F-E83A-4DB5-95ED-7274923879E7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1" name="Circle">
            <a:extLst>
              <a:ext uri="{FF2B5EF4-FFF2-40B4-BE49-F238E27FC236}">
                <a16:creationId xmlns:a16="http://schemas.microsoft.com/office/drawing/2014/main" id="{3A7CA54B-1AB7-4BBC-B744-8A6722DA1EA8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2" name="Circle">
            <a:extLst>
              <a:ext uri="{FF2B5EF4-FFF2-40B4-BE49-F238E27FC236}">
                <a16:creationId xmlns:a16="http://schemas.microsoft.com/office/drawing/2014/main" id="{562B7FB7-4DD2-45DF-83AE-697247D97FB0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3" name="Circle">
            <a:extLst>
              <a:ext uri="{FF2B5EF4-FFF2-40B4-BE49-F238E27FC236}">
                <a16:creationId xmlns:a16="http://schemas.microsoft.com/office/drawing/2014/main" id="{62286B75-050F-4343-AEC1-DA27BC73A20F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4" name="Circle">
            <a:extLst>
              <a:ext uri="{FF2B5EF4-FFF2-40B4-BE49-F238E27FC236}">
                <a16:creationId xmlns:a16="http://schemas.microsoft.com/office/drawing/2014/main" id="{A34E2B9C-4E0E-42E7-A4AA-6D2D902E5F3E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5" name="Line">
            <a:extLst>
              <a:ext uri="{FF2B5EF4-FFF2-40B4-BE49-F238E27FC236}">
                <a16:creationId xmlns:a16="http://schemas.microsoft.com/office/drawing/2014/main" id="{8D3CB7AB-E1E6-4FA4-ADDC-E82E3C01EE55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6" name="Line">
            <a:extLst>
              <a:ext uri="{FF2B5EF4-FFF2-40B4-BE49-F238E27FC236}">
                <a16:creationId xmlns:a16="http://schemas.microsoft.com/office/drawing/2014/main" id="{1845BCFD-FE5F-4E23-8A51-FE0A513ACA2C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7" name="Line">
            <a:extLst>
              <a:ext uri="{FF2B5EF4-FFF2-40B4-BE49-F238E27FC236}">
                <a16:creationId xmlns:a16="http://schemas.microsoft.com/office/drawing/2014/main" id="{90D91FB8-5DE0-46EA-BC43-B22C2FA634CA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8" name="Line">
            <a:extLst>
              <a:ext uri="{FF2B5EF4-FFF2-40B4-BE49-F238E27FC236}">
                <a16:creationId xmlns:a16="http://schemas.microsoft.com/office/drawing/2014/main" id="{9C97ED5B-9F4B-4990-AA97-D439A205060A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9" name="Line">
            <a:extLst>
              <a:ext uri="{FF2B5EF4-FFF2-40B4-BE49-F238E27FC236}">
                <a16:creationId xmlns:a16="http://schemas.microsoft.com/office/drawing/2014/main" id="{1E5E01BE-4B37-411A-B424-656E75D4F19F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0" name="Line">
            <a:extLst>
              <a:ext uri="{FF2B5EF4-FFF2-40B4-BE49-F238E27FC236}">
                <a16:creationId xmlns:a16="http://schemas.microsoft.com/office/drawing/2014/main" id="{16336B46-7CB2-41B3-86F5-689A667B3EE3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2745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Circle">
            <a:extLst>
              <a:ext uri="{FF2B5EF4-FFF2-40B4-BE49-F238E27FC236}">
                <a16:creationId xmlns:a16="http://schemas.microsoft.com/office/drawing/2014/main" id="{D518C17D-B302-4ED9-9EB6-35933B030424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3" name="Circle">
            <a:extLst>
              <a:ext uri="{FF2B5EF4-FFF2-40B4-BE49-F238E27FC236}">
                <a16:creationId xmlns:a16="http://schemas.microsoft.com/office/drawing/2014/main" id="{6D5C73B2-CE8E-4D20-9818-8D1A8F854D0A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4" name="Circle">
            <a:extLst>
              <a:ext uri="{FF2B5EF4-FFF2-40B4-BE49-F238E27FC236}">
                <a16:creationId xmlns:a16="http://schemas.microsoft.com/office/drawing/2014/main" id="{18AE5128-53EB-4869-8950-244AF86AC79B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5" name="Circle">
            <a:extLst>
              <a:ext uri="{FF2B5EF4-FFF2-40B4-BE49-F238E27FC236}">
                <a16:creationId xmlns:a16="http://schemas.microsoft.com/office/drawing/2014/main" id="{B99FA8CE-A5CD-4325-BAED-9C51BD91FF4A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6" name="Circle">
            <a:extLst>
              <a:ext uri="{FF2B5EF4-FFF2-40B4-BE49-F238E27FC236}">
                <a16:creationId xmlns:a16="http://schemas.microsoft.com/office/drawing/2014/main" id="{E736C1CC-80F9-4B96-8F25-DBE0CD0A9204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7" name="Circle">
            <a:extLst>
              <a:ext uri="{FF2B5EF4-FFF2-40B4-BE49-F238E27FC236}">
                <a16:creationId xmlns:a16="http://schemas.microsoft.com/office/drawing/2014/main" id="{096C8DC4-235D-4DF3-9CD9-FB03C4D09D81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8" name="Circle">
            <a:extLst>
              <a:ext uri="{FF2B5EF4-FFF2-40B4-BE49-F238E27FC236}">
                <a16:creationId xmlns:a16="http://schemas.microsoft.com/office/drawing/2014/main" id="{6B4BF23A-CCAA-4247-AD09-1A6FDDED20C5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9" name="Circle">
            <a:extLst>
              <a:ext uri="{FF2B5EF4-FFF2-40B4-BE49-F238E27FC236}">
                <a16:creationId xmlns:a16="http://schemas.microsoft.com/office/drawing/2014/main" id="{6DE2224C-EC20-4B44-B4BD-355A8A6633B6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0" name="Line">
            <a:extLst>
              <a:ext uri="{FF2B5EF4-FFF2-40B4-BE49-F238E27FC236}">
                <a16:creationId xmlns:a16="http://schemas.microsoft.com/office/drawing/2014/main" id="{046593E6-AC2F-480C-ADED-866F8BE98064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1" name="Line">
            <a:extLst>
              <a:ext uri="{FF2B5EF4-FFF2-40B4-BE49-F238E27FC236}">
                <a16:creationId xmlns:a16="http://schemas.microsoft.com/office/drawing/2014/main" id="{4247D364-732A-4741-A2E8-C5343A382DD9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2" name="Line">
            <a:extLst>
              <a:ext uri="{FF2B5EF4-FFF2-40B4-BE49-F238E27FC236}">
                <a16:creationId xmlns:a16="http://schemas.microsoft.com/office/drawing/2014/main" id="{C496FEE5-26EE-4428-924F-50427F1CB383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3" name="Line">
            <a:extLst>
              <a:ext uri="{FF2B5EF4-FFF2-40B4-BE49-F238E27FC236}">
                <a16:creationId xmlns:a16="http://schemas.microsoft.com/office/drawing/2014/main" id="{78568406-7594-4F75-A5F6-E586BA0179B4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4" name="Line">
            <a:extLst>
              <a:ext uri="{FF2B5EF4-FFF2-40B4-BE49-F238E27FC236}">
                <a16:creationId xmlns:a16="http://schemas.microsoft.com/office/drawing/2014/main" id="{66671A92-4F3E-4FE5-B95F-1B150DA05136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head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5" name="Line">
            <a:extLst>
              <a:ext uri="{FF2B5EF4-FFF2-40B4-BE49-F238E27FC236}">
                <a16:creationId xmlns:a16="http://schemas.microsoft.com/office/drawing/2014/main" id="{7E9DCB1A-E5F6-4190-BC57-4BB0F93A114A}"/>
              </a:ext>
            </a:extLst>
          </p:cNvPr>
          <p:cNvSpPr>
            <a:spLocks noGrp="1"/>
          </p:cNvSpPr>
          <p:nvPr/>
        </p:nvSpPr>
        <p:spPr>
          <a:xfrm flipV="1">
            <a:off x="14928917" y="2195291"/>
            <a:ext cx="3062378" cy="225222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6" name="Line">
            <a:extLst>
              <a:ext uri="{FF2B5EF4-FFF2-40B4-BE49-F238E27FC236}">
                <a16:creationId xmlns:a16="http://schemas.microsoft.com/office/drawing/2014/main" id="{C4F035BA-33C3-4A52-9756-A0DBF86D95FD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2725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Circle">
            <a:extLst>
              <a:ext uri="{FF2B5EF4-FFF2-40B4-BE49-F238E27FC236}">
                <a16:creationId xmlns:a16="http://schemas.microsoft.com/office/drawing/2014/main" id="{2F73F517-3DD6-48CE-869D-3244F0DB3EC8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9" name="Circle">
            <a:extLst>
              <a:ext uri="{FF2B5EF4-FFF2-40B4-BE49-F238E27FC236}">
                <a16:creationId xmlns:a16="http://schemas.microsoft.com/office/drawing/2014/main" id="{0819F68B-0368-42F1-8A04-2FDBF5B015FA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0" name="Circle">
            <a:extLst>
              <a:ext uri="{FF2B5EF4-FFF2-40B4-BE49-F238E27FC236}">
                <a16:creationId xmlns:a16="http://schemas.microsoft.com/office/drawing/2014/main" id="{4D2EAEB2-4E56-4E19-81FA-FF110AFB198B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1" name="Circle">
            <a:extLst>
              <a:ext uri="{FF2B5EF4-FFF2-40B4-BE49-F238E27FC236}">
                <a16:creationId xmlns:a16="http://schemas.microsoft.com/office/drawing/2014/main" id="{2C0C3A5D-D64E-41AD-8E5F-A0FF4A6629F7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2" name="Circle">
            <a:extLst>
              <a:ext uri="{FF2B5EF4-FFF2-40B4-BE49-F238E27FC236}">
                <a16:creationId xmlns:a16="http://schemas.microsoft.com/office/drawing/2014/main" id="{AD0F200D-06ED-4D63-9C06-770AD0878332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3" name="Circle">
            <a:extLst>
              <a:ext uri="{FF2B5EF4-FFF2-40B4-BE49-F238E27FC236}">
                <a16:creationId xmlns:a16="http://schemas.microsoft.com/office/drawing/2014/main" id="{10C9F323-9768-42D9-B28E-42352F6D4EFB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4" name="Circle">
            <a:extLst>
              <a:ext uri="{FF2B5EF4-FFF2-40B4-BE49-F238E27FC236}">
                <a16:creationId xmlns:a16="http://schemas.microsoft.com/office/drawing/2014/main" id="{EAC24871-529D-41F7-BBC9-05AB2849EC1B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5" name="Circle">
            <a:extLst>
              <a:ext uri="{FF2B5EF4-FFF2-40B4-BE49-F238E27FC236}">
                <a16:creationId xmlns:a16="http://schemas.microsoft.com/office/drawing/2014/main" id="{8B0872C7-E221-4B04-8A83-43A185EF2C6F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6" name="Line">
            <a:extLst>
              <a:ext uri="{FF2B5EF4-FFF2-40B4-BE49-F238E27FC236}">
                <a16:creationId xmlns:a16="http://schemas.microsoft.com/office/drawing/2014/main" id="{D47BE1B2-1C43-4690-A8DC-856B4DA92AFC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7" name="Line">
            <a:extLst>
              <a:ext uri="{FF2B5EF4-FFF2-40B4-BE49-F238E27FC236}">
                <a16:creationId xmlns:a16="http://schemas.microsoft.com/office/drawing/2014/main" id="{9CF9A5EE-D90D-479D-B260-728EAB360398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8" name="Line">
            <a:extLst>
              <a:ext uri="{FF2B5EF4-FFF2-40B4-BE49-F238E27FC236}">
                <a16:creationId xmlns:a16="http://schemas.microsoft.com/office/drawing/2014/main" id="{9588DACE-6D11-434F-A83D-F34AB49866C8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9" name="Line">
            <a:extLst>
              <a:ext uri="{FF2B5EF4-FFF2-40B4-BE49-F238E27FC236}">
                <a16:creationId xmlns:a16="http://schemas.microsoft.com/office/drawing/2014/main" id="{207B9768-C495-443B-99D9-762B738CFBD2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0" name="Line">
            <a:extLst>
              <a:ext uri="{FF2B5EF4-FFF2-40B4-BE49-F238E27FC236}">
                <a16:creationId xmlns:a16="http://schemas.microsoft.com/office/drawing/2014/main" id="{15D5A7CC-BBD1-4EA4-9722-A8BA52F288DF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1" name="Line">
            <a:extLst>
              <a:ext uri="{FF2B5EF4-FFF2-40B4-BE49-F238E27FC236}">
                <a16:creationId xmlns:a16="http://schemas.microsoft.com/office/drawing/2014/main" id="{348627ED-D6B9-488D-9B83-6F52FE424187}"/>
              </a:ext>
            </a:extLst>
          </p:cNvPr>
          <p:cNvSpPr>
            <a:spLocks noGrp="1"/>
          </p:cNvSpPr>
          <p:nvPr/>
        </p:nvSpPr>
        <p:spPr>
          <a:xfrm flipV="1">
            <a:off x="14928917" y="2195291"/>
            <a:ext cx="3062378" cy="225222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2" name="Line">
            <a:extLst>
              <a:ext uri="{FF2B5EF4-FFF2-40B4-BE49-F238E27FC236}">
                <a16:creationId xmlns:a16="http://schemas.microsoft.com/office/drawing/2014/main" id="{D584906A-28FC-4C78-858A-AFA21AB3849B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9392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Circle">
            <a:extLst>
              <a:ext uri="{FF2B5EF4-FFF2-40B4-BE49-F238E27FC236}">
                <a16:creationId xmlns:a16="http://schemas.microsoft.com/office/drawing/2014/main" id="{0739AA28-83DA-457E-B6F7-FBAD4F988BC4}"/>
              </a:ext>
            </a:extLst>
          </p:cNvPr>
          <p:cNvSpPr>
            <a:spLocks noGrp="1"/>
          </p:cNvSpPr>
          <p:nvPr/>
        </p:nvSpPr>
        <p:spPr>
          <a:xfrm>
            <a:off x="7267377" y="1062424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5" name="Circle">
            <a:extLst>
              <a:ext uri="{FF2B5EF4-FFF2-40B4-BE49-F238E27FC236}">
                <a16:creationId xmlns:a16="http://schemas.microsoft.com/office/drawing/2014/main" id="{C4B98DC9-9A1E-4CE3-B773-930D67F354A1}"/>
              </a:ext>
            </a:extLst>
          </p:cNvPr>
          <p:cNvSpPr>
            <a:spLocks noGrp="1"/>
          </p:cNvSpPr>
          <p:nvPr/>
        </p:nvSpPr>
        <p:spPr>
          <a:xfrm>
            <a:off x="2355837" y="5967855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6" name="Circle">
            <a:extLst>
              <a:ext uri="{FF2B5EF4-FFF2-40B4-BE49-F238E27FC236}">
                <a16:creationId xmlns:a16="http://schemas.microsoft.com/office/drawing/2014/main" id="{728506E7-35DC-4CED-AA6E-217404237610}"/>
              </a:ext>
            </a:extLst>
          </p:cNvPr>
          <p:cNvSpPr>
            <a:spLocks noGrp="1"/>
          </p:cNvSpPr>
          <p:nvPr/>
        </p:nvSpPr>
        <p:spPr>
          <a:xfrm>
            <a:off x="8559047" y="2395827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7" name="Circle">
            <a:extLst>
              <a:ext uri="{FF2B5EF4-FFF2-40B4-BE49-F238E27FC236}">
                <a16:creationId xmlns:a16="http://schemas.microsoft.com/office/drawing/2014/main" id="{04F11B80-070A-46AD-8034-1195697784D0}"/>
              </a:ext>
            </a:extLst>
          </p:cNvPr>
          <p:cNvSpPr>
            <a:spLocks noGrp="1"/>
          </p:cNvSpPr>
          <p:nvPr/>
        </p:nvSpPr>
        <p:spPr>
          <a:xfrm>
            <a:off x="13470587" y="4261573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8" name="Circle">
            <a:extLst>
              <a:ext uri="{FF2B5EF4-FFF2-40B4-BE49-F238E27FC236}">
                <a16:creationId xmlns:a16="http://schemas.microsoft.com/office/drawing/2014/main" id="{C6F2736D-C460-4C57-93AC-2E425A69F0F9}"/>
              </a:ext>
            </a:extLst>
          </p:cNvPr>
          <p:cNvSpPr>
            <a:spLocks noGrp="1"/>
          </p:cNvSpPr>
          <p:nvPr/>
        </p:nvSpPr>
        <p:spPr>
          <a:xfrm>
            <a:off x="18111034" y="1088209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9" name="Circle">
            <a:extLst>
              <a:ext uri="{FF2B5EF4-FFF2-40B4-BE49-F238E27FC236}">
                <a16:creationId xmlns:a16="http://schemas.microsoft.com/office/drawing/2014/main" id="{140ACD48-3E22-43B0-8FCE-88C820EE3D53}"/>
              </a:ext>
            </a:extLst>
          </p:cNvPr>
          <p:cNvSpPr>
            <a:spLocks noGrp="1"/>
          </p:cNvSpPr>
          <p:nvPr/>
        </p:nvSpPr>
        <p:spPr>
          <a:xfrm>
            <a:off x="19881101" y="83917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0" name="Circle">
            <a:extLst>
              <a:ext uri="{FF2B5EF4-FFF2-40B4-BE49-F238E27FC236}">
                <a16:creationId xmlns:a16="http://schemas.microsoft.com/office/drawing/2014/main" id="{FFB76E85-FFBB-4170-B59C-79EC437557A5}"/>
              </a:ext>
            </a:extLst>
          </p:cNvPr>
          <p:cNvSpPr>
            <a:spLocks noGrp="1"/>
          </p:cNvSpPr>
          <p:nvPr/>
        </p:nvSpPr>
        <p:spPr>
          <a:xfrm>
            <a:off x="19259185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1" name="Circle">
            <a:extLst>
              <a:ext uri="{FF2B5EF4-FFF2-40B4-BE49-F238E27FC236}">
                <a16:creationId xmlns:a16="http://schemas.microsoft.com/office/drawing/2014/main" id="{2C8756D5-E67E-4C04-AD0A-F4F2727120E7}"/>
              </a:ext>
            </a:extLst>
          </p:cNvPr>
          <p:cNvSpPr>
            <a:spLocks noGrp="1"/>
          </p:cNvSpPr>
          <p:nvPr/>
        </p:nvSpPr>
        <p:spPr>
          <a:xfrm>
            <a:off x="14291834" y="108156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2" name="Line">
            <a:extLst>
              <a:ext uri="{FF2B5EF4-FFF2-40B4-BE49-F238E27FC236}">
                <a16:creationId xmlns:a16="http://schemas.microsoft.com/office/drawing/2014/main" id="{D7BDE26D-D00A-428A-BB93-0F23E9256DBE}"/>
              </a:ext>
            </a:extLst>
          </p:cNvPr>
          <p:cNvSpPr>
            <a:spLocks noGrp="1"/>
          </p:cNvSpPr>
          <p:nvPr/>
        </p:nvSpPr>
        <p:spPr>
          <a:xfrm flipH="1" flipV="1">
            <a:off x="3557629" y="7181661"/>
            <a:ext cx="3634925" cy="352570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3" name="Line">
            <a:extLst>
              <a:ext uri="{FF2B5EF4-FFF2-40B4-BE49-F238E27FC236}">
                <a16:creationId xmlns:a16="http://schemas.microsoft.com/office/drawing/2014/main" id="{F0BE5D87-00F2-4B2E-BF2B-6C99C7D85262}"/>
              </a:ext>
            </a:extLst>
          </p:cNvPr>
          <p:cNvSpPr>
            <a:spLocks noGrp="1"/>
          </p:cNvSpPr>
          <p:nvPr/>
        </p:nvSpPr>
        <p:spPr>
          <a:xfrm flipV="1">
            <a:off x="3774123" y="3395838"/>
            <a:ext cx="4625267" cy="273124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4" name="Line">
            <a:extLst>
              <a:ext uri="{FF2B5EF4-FFF2-40B4-BE49-F238E27FC236}">
                <a16:creationId xmlns:a16="http://schemas.microsoft.com/office/drawing/2014/main" id="{0FECCF54-9630-48FB-8C32-679BD47548FB}"/>
              </a:ext>
            </a:extLst>
          </p:cNvPr>
          <p:cNvSpPr>
            <a:spLocks noGrp="1"/>
          </p:cNvSpPr>
          <p:nvPr/>
        </p:nvSpPr>
        <p:spPr>
          <a:xfrm>
            <a:off x="10018309" y="3201371"/>
            <a:ext cx="3363059" cy="130996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5" name="Line">
            <a:extLst>
              <a:ext uri="{FF2B5EF4-FFF2-40B4-BE49-F238E27FC236}">
                <a16:creationId xmlns:a16="http://schemas.microsoft.com/office/drawing/2014/main" id="{05694D5B-27DA-4480-BB6D-ACAF86ABE5AF}"/>
              </a:ext>
            </a:extLst>
          </p:cNvPr>
          <p:cNvSpPr>
            <a:spLocks noGrp="1"/>
          </p:cNvSpPr>
          <p:nvPr/>
        </p:nvSpPr>
        <p:spPr>
          <a:xfrm>
            <a:off x="19119658" y="2577314"/>
            <a:ext cx="1389111" cy="5574986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6" name="Line">
            <a:extLst>
              <a:ext uri="{FF2B5EF4-FFF2-40B4-BE49-F238E27FC236}">
                <a16:creationId xmlns:a16="http://schemas.microsoft.com/office/drawing/2014/main" id="{AF63F3BD-7FD8-43AB-B91A-D30305EE2C73}"/>
              </a:ext>
            </a:extLst>
          </p:cNvPr>
          <p:cNvSpPr>
            <a:spLocks noGrp="1"/>
          </p:cNvSpPr>
          <p:nvPr/>
        </p:nvSpPr>
        <p:spPr>
          <a:xfrm flipV="1">
            <a:off x="14928917" y="2195291"/>
            <a:ext cx="3062378" cy="2252220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7" name="Line">
            <a:extLst>
              <a:ext uri="{FF2B5EF4-FFF2-40B4-BE49-F238E27FC236}">
                <a16:creationId xmlns:a16="http://schemas.microsoft.com/office/drawing/2014/main" id="{6C9B6F6F-67DA-4BEC-96AA-2F0FDC97F145}"/>
              </a:ext>
            </a:extLst>
          </p:cNvPr>
          <p:cNvSpPr>
            <a:spLocks noGrp="1"/>
          </p:cNvSpPr>
          <p:nvPr/>
        </p:nvSpPr>
        <p:spPr>
          <a:xfrm flipH="1" flipV="1">
            <a:off x="15793609" y="11476322"/>
            <a:ext cx="3100531" cy="24436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8" name="Line">
            <a:extLst>
              <a:ext uri="{FF2B5EF4-FFF2-40B4-BE49-F238E27FC236}">
                <a16:creationId xmlns:a16="http://schemas.microsoft.com/office/drawing/2014/main" id="{D6600FBD-69CD-4BFC-9347-BEDC02D6B7E2}"/>
              </a:ext>
            </a:extLst>
          </p:cNvPr>
          <p:cNvSpPr>
            <a:spLocks noGrp="1"/>
          </p:cNvSpPr>
          <p:nvPr/>
        </p:nvSpPr>
        <p:spPr>
          <a:xfrm flipH="1" flipV="1">
            <a:off x="8856285" y="11236551"/>
            <a:ext cx="5100578" cy="74643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9" name="Line">
            <a:extLst>
              <a:ext uri="{FF2B5EF4-FFF2-40B4-BE49-F238E27FC236}">
                <a16:creationId xmlns:a16="http://schemas.microsoft.com/office/drawing/2014/main" id="{0AAC3B68-1181-4592-BD13-7F73BE52D6FB}"/>
              </a:ext>
            </a:extLst>
          </p:cNvPr>
          <p:cNvSpPr>
            <a:spLocks noGrp="1"/>
          </p:cNvSpPr>
          <p:nvPr/>
        </p:nvSpPr>
        <p:spPr>
          <a:xfrm flipH="1">
            <a:off x="20147591" y="9905179"/>
            <a:ext cx="299668" cy="774388"/>
          </a:xfrm>
          <a:prstGeom prst="line">
            <a:avLst/>
          </a:prstGeom>
          <a:ln w="1270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4776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Linear Programming">
            <a:extLst>
              <a:ext uri="{FF2B5EF4-FFF2-40B4-BE49-F238E27FC236}">
                <a16:creationId xmlns:a16="http://schemas.microsoft.com/office/drawing/2014/main" id="{F0085BF8-5449-4F3B-BA88-D42ECCCDE5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Programação Linear</a:t>
            </a:r>
          </a:p>
        </p:txBody>
      </p:sp>
    </p:spTree>
    <p:extLst>
      <p:ext uri="{BB962C8B-B14F-4D97-AF65-F5344CB8AC3E}">
        <p14:creationId xmlns:p14="http://schemas.microsoft.com/office/powerpoint/2010/main" val="351236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Linear Programming">
            <a:extLst>
              <a:ext uri="{FF2B5EF4-FFF2-40B4-BE49-F238E27FC236}">
                <a16:creationId xmlns:a16="http://schemas.microsoft.com/office/drawing/2014/main" id="{987E944A-7391-429F-B752-6B4938D4F72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Programação Linear</a:t>
            </a:r>
          </a:p>
        </p:txBody>
      </p:sp>
      <p:sp>
        <p:nvSpPr>
          <p:cNvPr id="2034" name="Minimize a cost function c1x1 + c2x2 + ... + cnxn…">
            <a:extLst>
              <a:ext uri="{FF2B5EF4-FFF2-40B4-BE49-F238E27FC236}">
                <a16:creationId xmlns:a16="http://schemas.microsoft.com/office/drawing/2014/main" id="{BBA61485-93B3-46B8-873A-294EA741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Minimizar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função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 c</a:t>
            </a:r>
            <a:r>
              <a:rPr baseline="-25000" dirty="0"/>
              <a:t>1</a:t>
            </a: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+ c</a:t>
            </a:r>
            <a:r>
              <a:rPr baseline="-25000" dirty="0"/>
              <a:t>2</a:t>
            </a: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+ ... + </a:t>
            </a:r>
            <a:r>
              <a:rPr dirty="0" err="1"/>
              <a:t>c</a:t>
            </a:r>
            <a:r>
              <a:rPr baseline="-25000" dirty="0" err="1"/>
              <a:t>n</a:t>
            </a:r>
            <a:r>
              <a:rPr dirty="0" err="1"/>
              <a:t>x</a:t>
            </a:r>
            <a:r>
              <a:rPr baseline="-25000" dirty="0" err="1"/>
              <a:t>n</a:t>
            </a:r>
            <a:r>
              <a:rPr dirty="0"/>
              <a:t> </a:t>
            </a:r>
          </a:p>
          <a:p>
            <a:r>
              <a:rPr dirty="0"/>
              <a:t>Com </a:t>
            </a:r>
            <a:r>
              <a:rPr dirty="0" err="1"/>
              <a:t>restrições</a:t>
            </a:r>
            <a:r>
              <a:rPr dirty="0"/>
              <a:t> da forma a</a:t>
            </a:r>
            <a:r>
              <a:rPr baseline="-25000" dirty="0"/>
              <a:t>1</a:t>
            </a: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+ a</a:t>
            </a:r>
            <a:r>
              <a:rPr baseline="-25000" dirty="0"/>
              <a:t>2</a:t>
            </a: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+ ... + </a:t>
            </a:r>
            <a:r>
              <a:rPr dirty="0" err="1"/>
              <a:t>a</a:t>
            </a:r>
            <a:r>
              <a:rPr baseline="-25000" dirty="0" err="1"/>
              <a:t>n</a:t>
            </a:r>
            <a:r>
              <a:rPr dirty="0" err="1"/>
              <a:t>x</a:t>
            </a:r>
            <a:r>
              <a:rPr baseline="-25000" dirty="0" err="1"/>
              <a:t>n</a:t>
            </a:r>
            <a:r>
              <a:rPr dirty="0"/>
              <a:t> ≤ b</a:t>
            </a:r>
            <a:r>
              <a:rPr lang="pt-BR" dirty="0"/>
              <a:t> </a:t>
            </a:r>
            <a:r>
              <a:rPr dirty="0" err="1"/>
              <a:t>ou</a:t>
            </a:r>
            <a:r>
              <a:rPr dirty="0"/>
              <a:t> da forma a</a:t>
            </a:r>
            <a:r>
              <a:rPr baseline="-25000" dirty="0"/>
              <a:t>1</a:t>
            </a: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+ a</a:t>
            </a:r>
            <a:r>
              <a:rPr baseline="-25000" dirty="0"/>
              <a:t>2</a:t>
            </a: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+ ... + </a:t>
            </a:r>
            <a:r>
              <a:rPr dirty="0" err="1"/>
              <a:t>a</a:t>
            </a:r>
            <a:r>
              <a:rPr baseline="-25000" dirty="0" err="1"/>
              <a:t>n</a:t>
            </a:r>
            <a:r>
              <a:rPr dirty="0" err="1"/>
              <a:t>x</a:t>
            </a:r>
            <a:r>
              <a:rPr baseline="-25000" dirty="0" err="1"/>
              <a:t>n</a:t>
            </a:r>
            <a:r>
              <a:rPr dirty="0"/>
              <a:t> = b</a:t>
            </a:r>
          </a:p>
          <a:p>
            <a:r>
              <a:rPr dirty="0"/>
              <a:t>Com </a:t>
            </a:r>
            <a:r>
              <a:rPr dirty="0" err="1"/>
              <a:t>limites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variável</a:t>
            </a:r>
            <a:r>
              <a:rPr dirty="0"/>
              <a:t> l</a:t>
            </a:r>
            <a:r>
              <a:rPr baseline="-25000" dirty="0"/>
              <a:t>i</a:t>
            </a:r>
            <a:r>
              <a:rPr dirty="0"/>
              <a:t> ≤ x</a:t>
            </a:r>
            <a:r>
              <a:rPr baseline="-25000" dirty="0"/>
              <a:t>i</a:t>
            </a:r>
            <a:r>
              <a:rPr dirty="0"/>
              <a:t> ≤ </a:t>
            </a:r>
            <a:r>
              <a:rPr dirty="0" err="1"/>
              <a:t>u</a:t>
            </a:r>
            <a:r>
              <a:rPr baseline="-25000" dirty="0" err="1"/>
              <a:t>i</a:t>
            </a:r>
            <a:endParaRPr baseline="-25000" dirty="0"/>
          </a:p>
        </p:txBody>
      </p:sp>
    </p:spTree>
    <p:extLst>
      <p:ext uri="{BB962C8B-B14F-4D97-AF65-F5344CB8AC3E}">
        <p14:creationId xmlns:p14="http://schemas.microsoft.com/office/powerpoint/2010/main" val="12907422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Linear Programming Example">
            <a:extLst>
              <a:ext uri="{FF2B5EF4-FFF2-40B4-BE49-F238E27FC236}">
                <a16:creationId xmlns:a16="http://schemas.microsoft.com/office/drawing/2014/main" id="{7CC28B04-31FE-4FBC-9DAD-41E5FFFF34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</p:spTree>
    <p:extLst>
      <p:ext uri="{BB962C8B-B14F-4D97-AF65-F5344CB8AC3E}">
        <p14:creationId xmlns:p14="http://schemas.microsoft.com/office/powerpoint/2010/main" val="20749937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C6F53-9FEB-08A4-FA9C-BF76F86A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Linear Programming Example">
            <a:extLst>
              <a:ext uri="{FF2B5EF4-FFF2-40B4-BE49-F238E27FC236}">
                <a16:creationId xmlns:a16="http://schemas.microsoft.com/office/drawing/2014/main" id="{21616FF6-41E9-4D2C-29D7-52A19BC96E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37" name="Two machines X1 and X2. X1 costs $50/hour to run, X2 costs $80/hour to run. Goal is to minimize cost.…">
            <a:extLst>
              <a:ext uri="{FF2B5EF4-FFF2-40B4-BE49-F238E27FC236}">
                <a16:creationId xmlns:a16="http://schemas.microsoft.com/office/drawing/2014/main" id="{1B178EBB-406D-D574-24A8-9AD893E6D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60984"/>
            <a:ext cx="21005800" cy="8085015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Duas </a:t>
            </a:r>
            <a:r>
              <a:rPr dirty="0" err="1"/>
              <a:t>máquinas</a:t>
            </a:r>
            <a:r>
              <a:rPr dirty="0"/>
              <a:t> X1 e X2. X1 </a:t>
            </a:r>
            <a:r>
              <a:rPr dirty="0" err="1"/>
              <a:t>custa</a:t>
            </a:r>
            <a:r>
              <a:rPr dirty="0"/>
              <a:t> $50/hora para </a:t>
            </a:r>
            <a:r>
              <a:rPr dirty="0" err="1"/>
              <a:t>operar</a:t>
            </a:r>
            <a:r>
              <a:rPr dirty="0"/>
              <a:t> e X2 </a:t>
            </a:r>
            <a:r>
              <a:rPr dirty="0" err="1"/>
              <a:t>custa</a:t>
            </a:r>
            <a:r>
              <a:rPr dirty="0"/>
              <a:t> $80/hora. O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minimizar</a:t>
            </a:r>
            <a:r>
              <a:rPr dirty="0"/>
              <a:t> o </a:t>
            </a:r>
            <a:r>
              <a:rPr dirty="0" err="1"/>
              <a:t>custo</a:t>
            </a:r>
            <a:r>
              <a:rPr dirty="0"/>
              <a:t>.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4437720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CACB-DAD7-1C7C-AB71-68875311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Linear Programming Example">
            <a:extLst>
              <a:ext uri="{FF2B5EF4-FFF2-40B4-BE49-F238E27FC236}">
                <a16:creationId xmlns:a16="http://schemas.microsoft.com/office/drawing/2014/main" id="{A6F5B914-0608-0159-8F72-B32B6FB5B88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37" name="Two machines X1 and X2. X1 costs $50/hour to run, X2 costs $80/hour to run. Goal is to minimize cost.…">
            <a:extLst>
              <a:ext uri="{FF2B5EF4-FFF2-40B4-BE49-F238E27FC236}">
                <a16:creationId xmlns:a16="http://schemas.microsoft.com/office/drawing/2014/main" id="{3EA304F1-C448-E9FB-8658-B8D5C093C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60984"/>
            <a:ext cx="21005800" cy="8085015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Duas </a:t>
            </a:r>
            <a:r>
              <a:rPr dirty="0" err="1"/>
              <a:t>máquinas</a:t>
            </a:r>
            <a:r>
              <a:rPr dirty="0"/>
              <a:t> X1 e X2. X1 </a:t>
            </a:r>
            <a:r>
              <a:rPr dirty="0" err="1"/>
              <a:t>custa</a:t>
            </a:r>
            <a:r>
              <a:rPr dirty="0"/>
              <a:t> $50/hora para </a:t>
            </a:r>
            <a:r>
              <a:rPr dirty="0" err="1"/>
              <a:t>operar</a:t>
            </a:r>
            <a:r>
              <a:rPr dirty="0"/>
              <a:t> e X2 </a:t>
            </a:r>
            <a:r>
              <a:rPr dirty="0" err="1"/>
              <a:t>custa</a:t>
            </a:r>
            <a:r>
              <a:rPr dirty="0"/>
              <a:t> $80/hora. O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minimizar</a:t>
            </a:r>
            <a:r>
              <a:rPr dirty="0"/>
              <a:t> o </a:t>
            </a:r>
            <a:r>
              <a:rPr dirty="0" err="1"/>
              <a:t>custo</a:t>
            </a:r>
            <a:r>
              <a:rPr dirty="0"/>
              <a:t>.</a:t>
            </a:r>
            <a:endParaRPr lang="en-BR" dirty="0"/>
          </a:p>
          <a:p>
            <a:pPr>
              <a:defRPr i="1"/>
            </a:pPr>
            <a:r>
              <a:rPr lang="en-US" dirty="0"/>
              <a:t>X1 </a:t>
            </a:r>
            <a:r>
              <a:rPr lang="en-US" dirty="0" err="1"/>
              <a:t>requer</a:t>
            </a:r>
            <a:r>
              <a:rPr lang="en-US" dirty="0"/>
              <a:t> 5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X2 </a:t>
            </a:r>
            <a:r>
              <a:rPr lang="en-US" dirty="0" err="1"/>
              <a:t>requer</a:t>
            </a:r>
            <a:r>
              <a:rPr lang="en-US" dirty="0"/>
              <a:t> 2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</a:t>
            </a:r>
            <a:r>
              <a:rPr lang="en-US" dirty="0" err="1"/>
              <a:t>Há</a:t>
            </a:r>
            <a:r>
              <a:rPr lang="en-US" dirty="0"/>
              <a:t> 20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disponíveis</a:t>
            </a:r>
            <a:r>
              <a:rPr lang="en-US" dirty="0"/>
              <a:t>.</a:t>
            </a:r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39691282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DE1F-2F8E-E839-8787-D81A9B9C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Linear Programming Example">
            <a:extLst>
              <a:ext uri="{FF2B5EF4-FFF2-40B4-BE49-F238E27FC236}">
                <a16:creationId xmlns:a16="http://schemas.microsoft.com/office/drawing/2014/main" id="{98005849-B51A-68E0-4296-D33E4395E0E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37" name="Two machines X1 and X2. X1 costs $50/hour to run, X2 costs $80/hour to run. Goal is to minimize cost.…">
            <a:extLst>
              <a:ext uri="{FF2B5EF4-FFF2-40B4-BE49-F238E27FC236}">
                <a16:creationId xmlns:a16="http://schemas.microsoft.com/office/drawing/2014/main" id="{582A9185-A766-5104-442B-E340825D5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360984"/>
            <a:ext cx="21005800" cy="8085015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Duas </a:t>
            </a:r>
            <a:r>
              <a:rPr dirty="0" err="1"/>
              <a:t>máquinas</a:t>
            </a:r>
            <a:r>
              <a:rPr dirty="0"/>
              <a:t> X1 e X2. X1 </a:t>
            </a:r>
            <a:r>
              <a:rPr dirty="0" err="1"/>
              <a:t>custa</a:t>
            </a:r>
            <a:r>
              <a:rPr dirty="0"/>
              <a:t> $50/hora para </a:t>
            </a:r>
            <a:r>
              <a:rPr dirty="0" err="1"/>
              <a:t>operar</a:t>
            </a:r>
            <a:r>
              <a:rPr dirty="0"/>
              <a:t> e X2 </a:t>
            </a:r>
            <a:r>
              <a:rPr dirty="0" err="1"/>
              <a:t>custa</a:t>
            </a:r>
            <a:r>
              <a:rPr dirty="0"/>
              <a:t> $80/hora. O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minimizar</a:t>
            </a:r>
            <a:r>
              <a:rPr dirty="0"/>
              <a:t> o </a:t>
            </a:r>
            <a:r>
              <a:rPr dirty="0" err="1"/>
              <a:t>custo</a:t>
            </a:r>
            <a:r>
              <a:rPr dirty="0"/>
              <a:t>.</a:t>
            </a:r>
            <a:endParaRPr lang="en-BR" dirty="0"/>
          </a:p>
          <a:p>
            <a:pPr>
              <a:defRPr i="1"/>
            </a:pPr>
            <a:r>
              <a:rPr lang="en-US" dirty="0"/>
              <a:t>X1 </a:t>
            </a:r>
            <a:r>
              <a:rPr lang="en-US" dirty="0" err="1"/>
              <a:t>requer</a:t>
            </a:r>
            <a:r>
              <a:rPr lang="en-US" dirty="0"/>
              <a:t> 5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X2 </a:t>
            </a:r>
            <a:r>
              <a:rPr lang="en-US" dirty="0" err="1"/>
              <a:t>requer</a:t>
            </a:r>
            <a:r>
              <a:rPr lang="en-US" dirty="0"/>
              <a:t> 2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</a:t>
            </a:r>
            <a:r>
              <a:rPr lang="en-US" dirty="0" err="1"/>
              <a:t>Há</a:t>
            </a:r>
            <a:r>
              <a:rPr lang="en-US" dirty="0"/>
              <a:t> 20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disponíveis</a:t>
            </a:r>
            <a:r>
              <a:rPr lang="en-US" dirty="0"/>
              <a:t>.</a:t>
            </a:r>
            <a:endParaRPr lang="en-US" i="0" dirty="0"/>
          </a:p>
          <a:p>
            <a:pPr>
              <a:defRPr i="1"/>
            </a:pPr>
            <a:r>
              <a:rPr lang="en-US" dirty="0"/>
              <a:t>X1 </a:t>
            </a:r>
            <a:r>
              <a:rPr lang="en-US" dirty="0" err="1"/>
              <a:t>produz</a:t>
            </a:r>
            <a:r>
              <a:rPr lang="en-US" dirty="0"/>
              <a:t> 10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X2 </a:t>
            </a:r>
            <a:r>
              <a:rPr lang="en-US" dirty="0" err="1"/>
              <a:t>produz</a:t>
            </a:r>
            <a:r>
              <a:rPr lang="en-US" dirty="0"/>
              <a:t> 12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hora. 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de 90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produção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8933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Linear Programming Example">
            <a:extLst>
              <a:ext uri="{FF2B5EF4-FFF2-40B4-BE49-F238E27FC236}">
                <a16:creationId xmlns:a16="http://schemas.microsoft.com/office/drawing/2014/main" id="{233ECA69-6453-4592-BAB1-3E7059DF547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40" name="Two machines X1 and X2. X1 costs $50/hour to run, X2 costs $80/hour to run.…">
            <a:extLst>
              <a:ext uri="{FF2B5EF4-FFF2-40B4-BE49-F238E27FC236}">
                <a16:creationId xmlns:a16="http://schemas.microsoft.com/office/drawing/2014/main" id="{D5CB9DBC-FB77-420A-8442-C62D12AA4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defRPr i="1"/>
            </a:pPr>
            <a:r>
              <a:rPr dirty="0"/>
              <a:t>X1 </a:t>
            </a:r>
            <a:r>
              <a:rPr dirty="0" err="1"/>
              <a:t>requer</a:t>
            </a:r>
            <a:r>
              <a:rPr dirty="0"/>
              <a:t> 5 </a:t>
            </a:r>
            <a:r>
              <a:rPr dirty="0" err="1"/>
              <a:t>unidades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X2 </a:t>
            </a:r>
            <a:r>
              <a:rPr dirty="0" err="1"/>
              <a:t>requer</a:t>
            </a:r>
            <a:r>
              <a:rPr dirty="0"/>
              <a:t> 2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</a:t>
            </a:r>
            <a:r>
              <a:rPr dirty="0" err="1"/>
              <a:t>Há</a:t>
            </a:r>
            <a:r>
              <a:rPr dirty="0"/>
              <a:t> 20 </a:t>
            </a:r>
            <a:r>
              <a:rPr dirty="0" err="1"/>
              <a:t>unidades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disponíveis</a:t>
            </a:r>
            <a:r>
              <a:rPr dirty="0"/>
              <a:t>.</a:t>
            </a:r>
            <a:endParaRPr i="0" dirty="0"/>
          </a:p>
          <a:p>
            <a:pPr>
              <a:defRPr i="1"/>
            </a:pPr>
            <a:r>
              <a:rPr dirty="0"/>
              <a:t>X1 </a:t>
            </a:r>
            <a:r>
              <a:rPr dirty="0" err="1"/>
              <a:t>produz</a:t>
            </a:r>
            <a:r>
              <a:rPr dirty="0"/>
              <a:t> 10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X2 </a:t>
            </a:r>
            <a:r>
              <a:rPr dirty="0" err="1"/>
              <a:t>produz</a:t>
            </a:r>
            <a:r>
              <a:rPr dirty="0"/>
              <a:t> 12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de 90 </a:t>
            </a:r>
            <a:r>
              <a:rPr dirty="0" err="1"/>
              <a:t>unidades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.</a:t>
            </a:r>
          </a:p>
        </p:txBody>
      </p:sp>
      <p:sp>
        <p:nvSpPr>
          <p:cNvPr id="2041" name="Rectangle">
            <a:extLst>
              <a:ext uri="{FF2B5EF4-FFF2-40B4-BE49-F238E27FC236}">
                <a16:creationId xmlns:a16="http://schemas.microsoft.com/office/drawing/2014/main" id="{5B6DFC96-D61C-428E-8D91-37AD682B4186}"/>
              </a:ext>
            </a:extLst>
          </p:cNvPr>
          <p:cNvSpPr>
            <a:spLocks noGrp="1"/>
          </p:cNvSpPr>
          <p:nvPr/>
        </p:nvSpPr>
        <p:spPr>
          <a:xfrm>
            <a:off x="934694" y="3464246"/>
            <a:ext cx="22514612" cy="2097009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1885E4B3-CAF0-4D11-9109-DEB060CD59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+80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1885E4B3-CAF0-4D11-9109-DEB060CD5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blipFill>
                <a:blip r:embed="rId3"/>
                <a:stretch>
                  <a:fillRect l="-7895" r="-20175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3" name="Cost Function:">
            <a:extLst>
              <a:ext uri="{FF2B5EF4-FFF2-40B4-BE49-F238E27FC236}">
                <a16:creationId xmlns:a16="http://schemas.microsoft.com/office/drawing/2014/main" id="{39EF31DF-D5C9-48EA-B94D-1D69755A8910}"/>
              </a:ext>
            </a:extLst>
          </p:cNvPr>
          <p:cNvSpPr>
            <a:spLocks noGrp="1"/>
          </p:cNvSpPr>
          <p:nvPr/>
        </p:nvSpPr>
        <p:spPr>
          <a:xfrm>
            <a:off x="2099866" y="3646075"/>
            <a:ext cx="4781477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de custo:</a:t>
            </a:r>
          </a:p>
        </p:txBody>
      </p:sp>
    </p:spTree>
    <p:extLst>
      <p:ext uri="{BB962C8B-B14F-4D97-AF65-F5344CB8AC3E}">
        <p14:creationId xmlns:p14="http://schemas.microsoft.com/office/powerpoint/2010/main" val="11419007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2456B-D3C2-9295-962C-B6E3B7F7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Linear Programming Example">
            <a:extLst>
              <a:ext uri="{FF2B5EF4-FFF2-40B4-BE49-F238E27FC236}">
                <a16:creationId xmlns:a16="http://schemas.microsoft.com/office/drawing/2014/main" id="{441F6D69-627C-9BBB-2844-0EC424FEA9E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40" name="Two machines X1 and X2. X1 costs $50/hour to run, X2 costs $80/hour to run.…">
            <a:extLst>
              <a:ext uri="{FF2B5EF4-FFF2-40B4-BE49-F238E27FC236}">
                <a16:creationId xmlns:a16="http://schemas.microsoft.com/office/drawing/2014/main" id="{B9042331-6254-4A27-B5BA-1D89225FA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defRPr i="1"/>
            </a:pPr>
            <a:endParaRPr lang="pt-BR" i="0" dirty="0"/>
          </a:p>
          <a:p>
            <a:pPr>
              <a:defRPr i="1"/>
            </a:pPr>
            <a:endParaRPr i="0" dirty="0"/>
          </a:p>
          <a:p>
            <a:pPr>
              <a:defRPr i="1"/>
            </a:pPr>
            <a:r>
              <a:rPr dirty="0"/>
              <a:t>X1 </a:t>
            </a:r>
            <a:r>
              <a:rPr dirty="0" err="1"/>
              <a:t>produz</a:t>
            </a:r>
            <a:r>
              <a:rPr dirty="0"/>
              <a:t> 10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X2 </a:t>
            </a:r>
            <a:r>
              <a:rPr dirty="0" err="1"/>
              <a:t>produz</a:t>
            </a:r>
            <a:r>
              <a:rPr dirty="0"/>
              <a:t> 12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hora. 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de 90 </a:t>
            </a:r>
            <a:r>
              <a:rPr dirty="0" err="1"/>
              <a:t>unidades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.</a:t>
            </a:r>
          </a:p>
        </p:txBody>
      </p:sp>
      <p:sp>
        <p:nvSpPr>
          <p:cNvPr id="2041" name="Rectangle">
            <a:extLst>
              <a:ext uri="{FF2B5EF4-FFF2-40B4-BE49-F238E27FC236}">
                <a16:creationId xmlns:a16="http://schemas.microsoft.com/office/drawing/2014/main" id="{4415C828-33A0-51E7-1303-1E69AFDC450B}"/>
              </a:ext>
            </a:extLst>
          </p:cNvPr>
          <p:cNvSpPr>
            <a:spLocks noGrp="1"/>
          </p:cNvSpPr>
          <p:nvPr/>
        </p:nvSpPr>
        <p:spPr>
          <a:xfrm>
            <a:off x="934694" y="3464246"/>
            <a:ext cx="22514612" cy="2097009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7499A1E3-281A-1268-3460-55E5D3560F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+80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7499A1E3-281A-1268-3460-55E5D3560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blipFill>
                <a:blip r:embed="rId3"/>
                <a:stretch>
                  <a:fillRect l="-7895" r="-20175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3" name="Cost Function:">
            <a:extLst>
              <a:ext uri="{FF2B5EF4-FFF2-40B4-BE49-F238E27FC236}">
                <a16:creationId xmlns:a16="http://schemas.microsoft.com/office/drawing/2014/main" id="{8806F48C-3E4C-49B1-FEF2-4D1034519F1A}"/>
              </a:ext>
            </a:extLst>
          </p:cNvPr>
          <p:cNvSpPr>
            <a:spLocks noGrp="1"/>
          </p:cNvSpPr>
          <p:nvPr/>
        </p:nvSpPr>
        <p:spPr>
          <a:xfrm>
            <a:off x="2099866" y="3646075"/>
            <a:ext cx="4781477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de custo: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A91B4312-8D6B-E963-5E34-FC27637C25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≤20</m:t>
                      </m:r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A91B4312-8D6B-E963-5E34-FC27637C2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blipFill>
                <a:blip r:embed="rId4"/>
                <a:stretch>
                  <a:fillRect l="-6221" r="-19816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straint:">
            <a:extLst>
              <a:ext uri="{FF2B5EF4-FFF2-40B4-BE49-F238E27FC236}">
                <a16:creationId xmlns:a16="http://schemas.microsoft.com/office/drawing/2014/main" id="{11ED4F66-2967-E7C0-6A3A-3D2D71C559E0}"/>
              </a:ext>
            </a:extLst>
          </p:cNvPr>
          <p:cNvSpPr>
            <a:spLocks noGrp="1"/>
          </p:cNvSpPr>
          <p:nvPr/>
        </p:nvSpPr>
        <p:spPr>
          <a:xfrm>
            <a:off x="2099866" y="6435851"/>
            <a:ext cx="361468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Restrição</a:t>
            </a:r>
            <a:r>
              <a:rPr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797210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D89B-2054-F140-CEF7-3F42197C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Linear Programming Example">
            <a:extLst>
              <a:ext uri="{FF2B5EF4-FFF2-40B4-BE49-F238E27FC236}">
                <a16:creationId xmlns:a16="http://schemas.microsoft.com/office/drawing/2014/main" id="{FC9CB087-E516-3096-7F81-AF391EFFAAD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41" name="Rectangle">
            <a:extLst>
              <a:ext uri="{FF2B5EF4-FFF2-40B4-BE49-F238E27FC236}">
                <a16:creationId xmlns:a16="http://schemas.microsoft.com/office/drawing/2014/main" id="{82ED81D7-2279-9B3F-98C5-18E11F3B67A8}"/>
              </a:ext>
            </a:extLst>
          </p:cNvPr>
          <p:cNvSpPr>
            <a:spLocks noGrp="1"/>
          </p:cNvSpPr>
          <p:nvPr/>
        </p:nvSpPr>
        <p:spPr>
          <a:xfrm>
            <a:off x="934694" y="3464246"/>
            <a:ext cx="22514612" cy="2097009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4FEA735D-EEDF-B6A4-76B4-43C621F3C4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+80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4FEA735D-EEDF-B6A4-76B4-43C621F3C4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blipFill>
                <a:blip r:embed="rId3"/>
                <a:stretch>
                  <a:fillRect l="-7895" r="-20175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3" name="Cost Function:">
            <a:extLst>
              <a:ext uri="{FF2B5EF4-FFF2-40B4-BE49-F238E27FC236}">
                <a16:creationId xmlns:a16="http://schemas.microsoft.com/office/drawing/2014/main" id="{CD0235BD-6A72-3C8D-3203-B0296227A491}"/>
              </a:ext>
            </a:extLst>
          </p:cNvPr>
          <p:cNvSpPr>
            <a:spLocks noGrp="1"/>
          </p:cNvSpPr>
          <p:nvPr/>
        </p:nvSpPr>
        <p:spPr>
          <a:xfrm>
            <a:off x="2099866" y="3646075"/>
            <a:ext cx="4781477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de custo: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8BA56A29-C1EE-E6C2-7D7E-2D1C1CD0E53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≤20</m:t>
                      </m:r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8BA56A29-C1EE-E6C2-7D7E-2D1C1CD0E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blipFill>
                <a:blip r:embed="rId4"/>
                <a:stretch>
                  <a:fillRect l="-6221" r="-19816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straint:">
            <a:extLst>
              <a:ext uri="{FF2B5EF4-FFF2-40B4-BE49-F238E27FC236}">
                <a16:creationId xmlns:a16="http://schemas.microsoft.com/office/drawing/2014/main" id="{66C7FB6E-76F1-87A7-612B-C87E184F77AB}"/>
              </a:ext>
            </a:extLst>
          </p:cNvPr>
          <p:cNvSpPr>
            <a:spLocks noGrp="1"/>
          </p:cNvSpPr>
          <p:nvPr/>
        </p:nvSpPr>
        <p:spPr>
          <a:xfrm>
            <a:off x="2099866" y="6435851"/>
            <a:ext cx="361468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Restrição</a:t>
            </a:r>
            <a:r>
              <a:rPr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">
                <a:extLst>
                  <a:ext uri="{FF2B5EF4-FFF2-40B4-BE49-F238E27FC236}">
                    <a16:creationId xmlns:a16="http://schemas.microsoft.com/office/drawing/2014/main" id="{6C6E9AF3-C0DA-AC8E-D1ED-76BE786647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25764" y="9524422"/>
                <a:ext cx="6356554" cy="87092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+12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≥90</m:t>
                      </m:r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Equation">
                <a:extLst>
                  <a:ext uri="{FF2B5EF4-FFF2-40B4-BE49-F238E27FC236}">
                    <a16:creationId xmlns:a16="http://schemas.microsoft.com/office/drawing/2014/main" id="{6C6E9AF3-C0DA-AC8E-D1ED-76BE786647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764" y="9524422"/>
                <a:ext cx="6356554" cy="870923"/>
              </a:xfrm>
              <a:prstGeom prst="rect">
                <a:avLst/>
              </a:prstGeom>
              <a:blipFill>
                <a:blip r:embed="rId5"/>
                <a:stretch>
                  <a:fillRect l="-5190" r="-19960" b="-51429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straint:">
            <a:extLst>
              <a:ext uri="{FF2B5EF4-FFF2-40B4-BE49-F238E27FC236}">
                <a16:creationId xmlns:a16="http://schemas.microsoft.com/office/drawing/2014/main" id="{40656E4C-7D7D-C725-523F-D0E93D74582B}"/>
              </a:ext>
            </a:extLst>
          </p:cNvPr>
          <p:cNvSpPr>
            <a:spLocks noGrp="1"/>
          </p:cNvSpPr>
          <p:nvPr/>
        </p:nvSpPr>
        <p:spPr>
          <a:xfrm>
            <a:off x="2067973" y="9617963"/>
            <a:ext cx="361468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Restrição</a:t>
            </a:r>
            <a:r>
              <a:rPr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659896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F5A3-AC58-3CF4-0446-518E0FE3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Linear Programming Example">
            <a:extLst>
              <a:ext uri="{FF2B5EF4-FFF2-40B4-BE49-F238E27FC236}">
                <a16:creationId xmlns:a16="http://schemas.microsoft.com/office/drawing/2014/main" id="{EDC683A5-A7DA-7476-7C55-6EB9ADA1110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Exemplo de Programação Linear</a:t>
            </a:r>
          </a:p>
        </p:txBody>
      </p:sp>
      <p:sp>
        <p:nvSpPr>
          <p:cNvPr id="2041" name="Rectangle">
            <a:extLst>
              <a:ext uri="{FF2B5EF4-FFF2-40B4-BE49-F238E27FC236}">
                <a16:creationId xmlns:a16="http://schemas.microsoft.com/office/drawing/2014/main" id="{01B93791-1587-2846-F1DE-DF3208E92DF0}"/>
              </a:ext>
            </a:extLst>
          </p:cNvPr>
          <p:cNvSpPr>
            <a:spLocks noGrp="1"/>
          </p:cNvSpPr>
          <p:nvPr/>
        </p:nvSpPr>
        <p:spPr>
          <a:xfrm>
            <a:off x="934694" y="3464246"/>
            <a:ext cx="22514612" cy="2097009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64147D3F-FA47-96F9-E2EC-3C1702E9E8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+80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42" name="Equation">
                <a:extLst>
                  <a:ext uri="{FF2B5EF4-FFF2-40B4-BE49-F238E27FC236}">
                    <a16:creationId xmlns:a16="http://schemas.microsoft.com/office/drawing/2014/main" id="{64147D3F-FA47-96F9-E2EC-3C1702E9E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89" y="3529313"/>
                <a:ext cx="4330998" cy="882201"/>
              </a:xfrm>
              <a:prstGeom prst="rect">
                <a:avLst/>
              </a:prstGeom>
              <a:blipFill>
                <a:blip r:embed="rId3"/>
                <a:stretch>
                  <a:fillRect l="-7895" r="-20175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3" name="Cost Function:">
            <a:extLst>
              <a:ext uri="{FF2B5EF4-FFF2-40B4-BE49-F238E27FC236}">
                <a16:creationId xmlns:a16="http://schemas.microsoft.com/office/drawing/2014/main" id="{07B661AF-C5F9-B482-1183-146E1568DE2D}"/>
              </a:ext>
            </a:extLst>
          </p:cNvPr>
          <p:cNvSpPr>
            <a:spLocks noGrp="1"/>
          </p:cNvSpPr>
          <p:nvPr/>
        </p:nvSpPr>
        <p:spPr>
          <a:xfrm>
            <a:off x="2099866" y="3646075"/>
            <a:ext cx="4781477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de custo: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6E398DE5-66DE-79C1-C283-B478657DDE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≤20</m:t>
                      </m:r>
                    </m:oMath>
                  </m:oMathPara>
                </a14:m>
                <a:endParaRPr sz="7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6E398DE5-66DE-79C1-C283-B478657DD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7" y="6336671"/>
                <a:ext cx="5491938" cy="882201"/>
              </a:xfrm>
              <a:prstGeom prst="rect">
                <a:avLst/>
              </a:prstGeom>
              <a:blipFill>
                <a:blip r:embed="rId4"/>
                <a:stretch>
                  <a:fillRect l="-6221" r="-19816" b="-4929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straint:">
            <a:extLst>
              <a:ext uri="{FF2B5EF4-FFF2-40B4-BE49-F238E27FC236}">
                <a16:creationId xmlns:a16="http://schemas.microsoft.com/office/drawing/2014/main" id="{E1BADB4D-0460-9B8D-FDD9-D2CDB2C53200}"/>
              </a:ext>
            </a:extLst>
          </p:cNvPr>
          <p:cNvSpPr>
            <a:spLocks noGrp="1"/>
          </p:cNvSpPr>
          <p:nvPr/>
        </p:nvSpPr>
        <p:spPr>
          <a:xfrm>
            <a:off x="2099866" y="6435851"/>
            <a:ext cx="361468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Restrição</a:t>
            </a:r>
            <a:r>
              <a:rPr dirty="0"/>
              <a:t>:</a:t>
            </a:r>
          </a:p>
        </p:txBody>
      </p:sp>
      <p:sp>
        <p:nvSpPr>
          <p:cNvPr id="7" name="Constraint:">
            <a:extLst>
              <a:ext uri="{FF2B5EF4-FFF2-40B4-BE49-F238E27FC236}">
                <a16:creationId xmlns:a16="http://schemas.microsoft.com/office/drawing/2014/main" id="{2839964A-63FB-7F94-1BC9-D6C396B956EA}"/>
              </a:ext>
            </a:extLst>
          </p:cNvPr>
          <p:cNvSpPr>
            <a:spLocks noGrp="1"/>
          </p:cNvSpPr>
          <p:nvPr/>
        </p:nvSpPr>
        <p:spPr>
          <a:xfrm>
            <a:off x="2067973" y="9617963"/>
            <a:ext cx="361468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Restrição</a:t>
            </a:r>
            <a:r>
              <a:rPr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E022E895-C48D-5CE0-6F0F-6ED6639C131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25764" y="9454086"/>
                <a:ext cx="9912131" cy="87092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(−10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)+(−12</m:t>
                      </m:r>
                      <m:sSub>
                        <m:sSubPr>
                          <m:ctrlP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7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7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)≤−90</m:t>
                      </m:r>
                    </m:oMath>
                  </m:oMathPara>
                </a14:m>
                <a:endParaRPr sz="7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Equation">
                <a:extLst>
                  <a:ext uri="{FF2B5EF4-FFF2-40B4-BE49-F238E27FC236}">
                    <a16:creationId xmlns:a16="http://schemas.microsoft.com/office/drawing/2014/main" id="{E022E895-C48D-5CE0-6F0F-6ED6639C1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764" y="9454086"/>
                <a:ext cx="9912131" cy="870923"/>
              </a:xfrm>
              <a:prstGeom prst="rect">
                <a:avLst/>
              </a:prstGeom>
              <a:blipFill>
                <a:blip r:embed="rId5"/>
                <a:stretch>
                  <a:fillRect l="-4481" r="-13956" b="-75714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57655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Linear Programming Algorithms">
            <a:extLst>
              <a:ext uri="{FF2B5EF4-FFF2-40B4-BE49-F238E27FC236}">
                <a16:creationId xmlns:a16="http://schemas.microsoft.com/office/drawing/2014/main" id="{79D2914D-B13A-4B15-ADC0-BADB37957B5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Algoritmos de PL</a:t>
            </a:r>
          </a:p>
        </p:txBody>
      </p:sp>
      <p:sp>
        <p:nvSpPr>
          <p:cNvPr id="2074" name="Simplex…">
            <a:extLst>
              <a:ext uri="{FF2B5EF4-FFF2-40B4-BE49-F238E27FC236}">
                <a16:creationId xmlns:a16="http://schemas.microsoft.com/office/drawing/2014/main" id="{AD6253B7-0157-4537-8A98-180A69AF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Simplex</a:t>
            </a:r>
          </a:p>
          <a:p>
            <a:r>
              <a:rPr lang="pt-BR" dirty="0"/>
              <a:t>Métodos de </a:t>
            </a:r>
            <a:r>
              <a:rPr dirty="0"/>
              <a:t>Pontos </a:t>
            </a:r>
            <a:r>
              <a:rPr dirty="0" err="1"/>
              <a:t>Interiores</a:t>
            </a:r>
            <a:r>
              <a:rPr lang="pt-BR" dirty="0"/>
              <a:t> (Interior-Point </a:t>
            </a:r>
            <a:r>
              <a:rPr lang="pt-BR" dirty="0" err="1"/>
              <a:t>Methods</a:t>
            </a:r>
            <a:r>
              <a:rPr lang="pt-B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68733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Constraint Satisfaction">
            <a:extLst>
              <a:ext uri="{FF2B5EF4-FFF2-40B4-BE49-F238E27FC236}">
                <a16:creationId xmlns:a16="http://schemas.microsoft.com/office/drawing/2014/main" id="{54995C86-9AB8-4AD4-918F-2B575CC16D7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Problemas de </a:t>
            </a:r>
            <a:br>
              <a:rPr lang="pt-BR" dirty="0"/>
            </a:br>
            <a:r>
              <a:rPr dirty="0" err="1"/>
              <a:t>Satisfação</a:t>
            </a:r>
            <a:r>
              <a:rPr dirty="0"/>
              <a:t> de </a:t>
            </a:r>
            <a:r>
              <a:rPr dirty="0" err="1"/>
              <a:t>Restrições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1263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1">
            <a:extLst>
              <a:ext uri="{FF2B5EF4-FFF2-40B4-BE49-F238E27FC236}">
                <a16:creationId xmlns:a16="http://schemas.microsoft.com/office/drawing/2014/main" id="{A67A4FB4-17A7-499C-B3D2-065281D87372}"/>
              </a:ext>
            </a:extLst>
          </p:cNvPr>
          <p:cNvSpPr>
            <a:spLocks noGrp="1"/>
          </p:cNvSpPr>
          <p:nvPr/>
        </p:nvSpPr>
        <p:spPr>
          <a:xfrm>
            <a:off x="1372998" y="1710755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079" name="2">
            <a:extLst>
              <a:ext uri="{FF2B5EF4-FFF2-40B4-BE49-F238E27FC236}">
                <a16:creationId xmlns:a16="http://schemas.microsoft.com/office/drawing/2014/main" id="{E1518514-36BA-4501-8AFA-DE2320FB6EAA}"/>
              </a:ext>
            </a:extLst>
          </p:cNvPr>
          <p:cNvSpPr>
            <a:spLocks noGrp="1"/>
          </p:cNvSpPr>
          <p:nvPr/>
        </p:nvSpPr>
        <p:spPr>
          <a:xfrm>
            <a:off x="1372998" y="4676814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080" name="3">
            <a:extLst>
              <a:ext uri="{FF2B5EF4-FFF2-40B4-BE49-F238E27FC236}">
                <a16:creationId xmlns:a16="http://schemas.microsoft.com/office/drawing/2014/main" id="{0D660657-1FD9-4F2C-940D-052850AD9665}"/>
              </a:ext>
            </a:extLst>
          </p:cNvPr>
          <p:cNvSpPr>
            <a:spLocks noGrp="1"/>
          </p:cNvSpPr>
          <p:nvPr/>
        </p:nvSpPr>
        <p:spPr>
          <a:xfrm>
            <a:off x="1372998" y="7642873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081" name="4">
            <a:extLst>
              <a:ext uri="{FF2B5EF4-FFF2-40B4-BE49-F238E27FC236}">
                <a16:creationId xmlns:a16="http://schemas.microsoft.com/office/drawing/2014/main" id="{020BB9BC-DBA5-42BB-A3EC-33DC272D0BBA}"/>
              </a:ext>
            </a:extLst>
          </p:cNvPr>
          <p:cNvSpPr>
            <a:spLocks noGrp="1"/>
          </p:cNvSpPr>
          <p:nvPr/>
        </p:nvSpPr>
        <p:spPr>
          <a:xfrm>
            <a:off x="1372998" y="10608932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082" name="Student:">
            <a:extLst>
              <a:ext uri="{FF2B5EF4-FFF2-40B4-BE49-F238E27FC236}">
                <a16:creationId xmlns:a16="http://schemas.microsoft.com/office/drawing/2014/main" id="{E47F370E-C8A4-4A11-A03B-B747E32FA964}"/>
              </a:ext>
            </a:extLst>
          </p:cNvPr>
          <p:cNvSpPr>
            <a:spLocks noGrp="1"/>
          </p:cNvSpPr>
          <p:nvPr/>
        </p:nvSpPr>
        <p:spPr>
          <a:xfrm>
            <a:off x="1657094" y="505812"/>
            <a:ext cx="1918795" cy="87203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Aluno</a:t>
            </a:r>
            <a:r>
              <a:rPr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002142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1">
            <a:extLst>
              <a:ext uri="{FF2B5EF4-FFF2-40B4-BE49-F238E27FC236}">
                <a16:creationId xmlns:a16="http://schemas.microsoft.com/office/drawing/2014/main" id="{321F024B-AC58-4BC0-B179-A90E670FC0FD}"/>
              </a:ext>
            </a:extLst>
          </p:cNvPr>
          <p:cNvSpPr>
            <a:spLocks noGrp="1"/>
          </p:cNvSpPr>
          <p:nvPr/>
        </p:nvSpPr>
        <p:spPr>
          <a:xfrm>
            <a:off x="1372998" y="1710755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085" name="2">
            <a:extLst>
              <a:ext uri="{FF2B5EF4-FFF2-40B4-BE49-F238E27FC236}">
                <a16:creationId xmlns:a16="http://schemas.microsoft.com/office/drawing/2014/main" id="{76AE7AD5-43C6-42AA-829F-D0A19C5FC4E4}"/>
              </a:ext>
            </a:extLst>
          </p:cNvPr>
          <p:cNvSpPr>
            <a:spLocks noGrp="1"/>
          </p:cNvSpPr>
          <p:nvPr/>
        </p:nvSpPr>
        <p:spPr>
          <a:xfrm>
            <a:off x="1372998" y="4676814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086" name="3">
            <a:extLst>
              <a:ext uri="{FF2B5EF4-FFF2-40B4-BE49-F238E27FC236}">
                <a16:creationId xmlns:a16="http://schemas.microsoft.com/office/drawing/2014/main" id="{F6B953B6-A8E8-449B-803C-6740BB1E2C09}"/>
              </a:ext>
            </a:extLst>
          </p:cNvPr>
          <p:cNvSpPr>
            <a:spLocks noGrp="1"/>
          </p:cNvSpPr>
          <p:nvPr/>
        </p:nvSpPr>
        <p:spPr>
          <a:xfrm>
            <a:off x="1372998" y="7642873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087" name="4">
            <a:extLst>
              <a:ext uri="{FF2B5EF4-FFF2-40B4-BE49-F238E27FC236}">
                <a16:creationId xmlns:a16="http://schemas.microsoft.com/office/drawing/2014/main" id="{FB5117BA-A4A7-48A0-8BA4-8C36E7EAF929}"/>
              </a:ext>
            </a:extLst>
          </p:cNvPr>
          <p:cNvSpPr>
            <a:spLocks noGrp="1"/>
          </p:cNvSpPr>
          <p:nvPr/>
        </p:nvSpPr>
        <p:spPr>
          <a:xfrm>
            <a:off x="1372998" y="10608932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088" name="Student:">
            <a:extLst>
              <a:ext uri="{FF2B5EF4-FFF2-40B4-BE49-F238E27FC236}">
                <a16:creationId xmlns:a16="http://schemas.microsoft.com/office/drawing/2014/main" id="{8F5EAAD9-C9B6-4AD9-B421-F773B85B1B7F}"/>
              </a:ext>
            </a:extLst>
          </p:cNvPr>
          <p:cNvSpPr>
            <a:spLocks noGrp="1"/>
          </p:cNvSpPr>
          <p:nvPr/>
        </p:nvSpPr>
        <p:spPr>
          <a:xfrm>
            <a:off x="1657094" y="505812"/>
            <a:ext cx="1918795" cy="87203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Aluno</a:t>
            </a:r>
            <a:r>
              <a:rPr dirty="0"/>
              <a:t>:</a:t>
            </a:r>
          </a:p>
        </p:txBody>
      </p:sp>
      <p:sp>
        <p:nvSpPr>
          <p:cNvPr id="2089" name="Taking classes:">
            <a:extLst>
              <a:ext uri="{FF2B5EF4-FFF2-40B4-BE49-F238E27FC236}">
                <a16:creationId xmlns:a16="http://schemas.microsoft.com/office/drawing/2014/main" id="{56791957-0CDD-4DAE-A7AE-F75546646A1E}"/>
              </a:ext>
            </a:extLst>
          </p:cNvPr>
          <p:cNvSpPr>
            <a:spLocks noGrp="1"/>
          </p:cNvSpPr>
          <p:nvPr/>
        </p:nvSpPr>
        <p:spPr>
          <a:xfrm>
            <a:off x="5730049" y="505812"/>
            <a:ext cx="9093781" cy="872034"/>
          </a:xfrm>
          <a:prstGeom prst="rect">
            <a:avLst/>
          </a:prstGeom>
          <a:ln w="12700"/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Cursando</a:t>
            </a:r>
            <a:r>
              <a:rPr dirty="0"/>
              <a:t> </a:t>
            </a:r>
            <a:r>
              <a:rPr dirty="0" err="1"/>
              <a:t>disciplinas</a:t>
            </a:r>
            <a:r>
              <a:rPr dirty="0"/>
              <a:t>:</a:t>
            </a:r>
          </a:p>
        </p:txBody>
      </p:sp>
      <p:sp>
        <p:nvSpPr>
          <p:cNvPr id="2090" name="A">
            <a:extLst>
              <a:ext uri="{FF2B5EF4-FFF2-40B4-BE49-F238E27FC236}">
                <a16:creationId xmlns:a16="http://schemas.microsoft.com/office/drawing/2014/main" id="{E6F9B108-C9D3-4444-AD2C-A995C93BA6C4}"/>
              </a:ext>
            </a:extLst>
          </p:cNvPr>
          <p:cNvSpPr>
            <a:spLocks noGrp="1"/>
          </p:cNvSpPr>
          <p:nvPr/>
        </p:nvSpPr>
        <p:spPr>
          <a:xfrm>
            <a:off x="6877136" y="2056521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091" name="B">
            <a:extLst>
              <a:ext uri="{FF2B5EF4-FFF2-40B4-BE49-F238E27FC236}">
                <a16:creationId xmlns:a16="http://schemas.microsoft.com/office/drawing/2014/main" id="{22F655E3-0E23-477E-8166-20633091CB4D}"/>
              </a:ext>
            </a:extLst>
          </p:cNvPr>
          <p:cNvSpPr>
            <a:spLocks noGrp="1"/>
          </p:cNvSpPr>
          <p:nvPr/>
        </p:nvSpPr>
        <p:spPr>
          <a:xfrm>
            <a:off x="9603996" y="2056521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092" name="C">
            <a:extLst>
              <a:ext uri="{FF2B5EF4-FFF2-40B4-BE49-F238E27FC236}">
                <a16:creationId xmlns:a16="http://schemas.microsoft.com/office/drawing/2014/main" id="{4ABEB0BD-DDD9-465F-A55F-AC911DD42826}"/>
              </a:ext>
            </a:extLst>
          </p:cNvPr>
          <p:cNvSpPr>
            <a:spLocks noGrp="1"/>
          </p:cNvSpPr>
          <p:nvPr/>
        </p:nvSpPr>
        <p:spPr>
          <a:xfrm>
            <a:off x="12330857" y="2056521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093" name="B">
            <a:extLst>
              <a:ext uri="{FF2B5EF4-FFF2-40B4-BE49-F238E27FC236}">
                <a16:creationId xmlns:a16="http://schemas.microsoft.com/office/drawing/2014/main" id="{B4EC23B3-041B-4E03-9418-06729A623DF7}"/>
              </a:ext>
            </a:extLst>
          </p:cNvPr>
          <p:cNvSpPr>
            <a:spLocks noGrp="1"/>
          </p:cNvSpPr>
          <p:nvPr/>
        </p:nvSpPr>
        <p:spPr>
          <a:xfrm>
            <a:off x="6877136" y="5245832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094" name="D">
            <a:extLst>
              <a:ext uri="{FF2B5EF4-FFF2-40B4-BE49-F238E27FC236}">
                <a16:creationId xmlns:a16="http://schemas.microsoft.com/office/drawing/2014/main" id="{C007179C-E895-445F-A8F5-1D14413CF366}"/>
              </a:ext>
            </a:extLst>
          </p:cNvPr>
          <p:cNvSpPr>
            <a:spLocks noGrp="1"/>
          </p:cNvSpPr>
          <p:nvPr/>
        </p:nvSpPr>
        <p:spPr>
          <a:xfrm>
            <a:off x="9603996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095" name="E">
            <a:extLst>
              <a:ext uri="{FF2B5EF4-FFF2-40B4-BE49-F238E27FC236}">
                <a16:creationId xmlns:a16="http://schemas.microsoft.com/office/drawing/2014/main" id="{B911DDDE-8865-432A-B513-9026E8F2C850}"/>
              </a:ext>
            </a:extLst>
          </p:cNvPr>
          <p:cNvSpPr>
            <a:spLocks noGrp="1"/>
          </p:cNvSpPr>
          <p:nvPr/>
        </p:nvSpPr>
        <p:spPr>
          <a:xfrm>
            <a:off x="12330857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096" name="C">
            <a:extLst>
              <a:ext uri="{FF2B5EF4-FFF2-40B4-BE49-F238E27FC236}">
                <a16:creationId xmlns:a16="http://schemas.microsoft.com/office/drawing/2014/main" id="{BC76E3F1-B5A4-4B25-83CE-157B6B2733AF}"/>
              </a:ext>
            </a:extLst>
          </p:cNvPr>
          <p:cNvSpPr>
            <a:spLocks noGrp="1"/>
          </p:cNvSpPr>
          <p:nvPr/>
        </p:nvSpPr>
        <p:spPr>
          <a:xfrm>
            <a:off x="6877136" y="7988640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097" name="E">
            <a:extLst>
              <a:ext uri="{FF2B5EF4-FFF2-40B4-BE49-F238E27FC236}">
                <a16:creationId xmlns:a16="http://schemas.microsoft.com/office/drawing/2014/main" id="{0ACA8BCD-DE56-4FD5-869F-2CE1081C0408}"/>
              </a:ext>
            </a:extLst>
          </p:cNvPr>
          <p:cNvSpPr>
            <a:spLocks noGrp="1"/>
          </p:cNvSpPr>
          <p:nvPr/>
        </p:nvSpPr>
        <p:spPr>
          <a:xfrm>
            <a:off x="9603996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098" name="F">
            <a:extLst>
              <a:ext uri="{FF2B5EF4-FFF2-40B4-BE49-F238E27FC236}">
                <a16:creationId xmlns:a16="http://schemas.microsoft.com/office/drawing/2014/main" id="{9E9343DE-BCC2-411B-8A0F-624EDDDAFBD4}"/>
              </a:ext>
            </a:extLst>
          </p:cNvPr>
          <p:cNvSpPr>
            <a:spLocks noGrp="1"/>
          </p:cNvSpPr>
          <p:nvPr/>
        </p:nvSpPr>
        <p:spPr>
          <a:xfrm>
            <a:off x="12330857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099" name="E">
            <a:extLst>
              <a:ext uri="{FF2B5EF4-FFF2-40B4-BE49-F238E27FC236}">
                <a16:creationId xmlns:a16="http://schemas.microsoft.com/office/drawing/2014/main" id="{EB4870E9-71A7-4499-9A10-7A2806C9E30B}"/>
              </a:ext>
            </a:extLst>
          </p:cNvPr>
          <p:cNvSpPr>
            <a:spLocks noGrp="1"/>
          </p:cNvSpPr>
          <p:nvPr/>
        </p:nvSpPr>
        <p:spPr>
          <a:xfrm>
            <a:off x="6877136" y="10954698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00" name="F">
            <a:extLst>
              <a:ext uri="{FF2B5EF4-FFF2-40B4-BE49-F238E27FC236}">
                <a16:creationId xmlns:a16="http://schemas.microsoft.com/office/drawing/2014/main" id="{09669960-C619-4977-A400-1FFDC059130A}"/>
              </a:ext>
            </a:extLst>
          </p:cNvPr>
          <p:cNvSpPr>
            <a:spLocks noGrp="1"/>
          </p:cNvSpPr>
          <p:nvPr/>
        </p:nvSpPr>
        <p:spPr>
          <a:xfrm>
            <a:off x="9603996" y="1084456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01" name="G">
            <a:extLst>
              <a:ext uri="{FF2B5EF4-FFF2-40B4-BE49-F238E27FC236}">
                <a16:creationId xmlns:a16="http://schemas.microsoft.com/office/drawing/2014/main" id="{E5A2AC1F-4E40-4024-BD3E-FBC8A8F20DA0}"/>
              </a:ext>
            </a:extLst>
          </p:cNvPr>
          <p:cNvSpPr>
            <a:spLocks noGrp="1"/>
          </p:cNvSpPr>
          <p:nvPr/>
        </p:nvSpPr>
        <p:spPr>
          <a:xfrm>
            <a:off x="12330857" y="1084456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5549262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1">
            <a:extLst>
              <a:ext uri="{FF2B5EF4-FFF2-40B4-BE49-F238E27FC236}">
                <a16:creationId xmlns:a16="http://schemas.microsoft.com/office/drawing/2014/main" id="{4758AF1E-078D-4EEB-8EA5-18E2E654880F}"/>
              </a:ext>
            </a:extLst>
          </p:cNvPr>
          <p:cNvSpPr>
            <a:spLocks noGrp="1"/>
          </p:cNvSpPr>
          <p:nvPr/>
        </p:nvSpPr>
        <p:spPr>
          <a:xfrm>
            <a:off x="1372998" y="1710755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1</a:t>
            </a:r>
          </a:p>
        </p:txBody>
      </p:sp>
      <p:sp>
        <p:nvSpPr>
          <p:cNvPr id="2104" name="2">
            <a:extLst>
              <a:ext uri="{FF2B5EF4-FFF2-40B4-BE49-F238E27FC236}">
                <a16:creationId xmlns:a16="http://schemas.microsoft.com/office/drawing/2014/main" id="{8DD0081B-2A1F-4A4E-8A37-099D3DE2F7E6}"/>
              </a:ext>
            </a:extLst>
          </p:cNvPr>
          <p:cNvSpPr>
            <a:spLocks noGrp="1"/>
          </p:cNvSpPr>
          <p:nvPr/>
        </p:nvSpPr>
        <p:spPr>
          <a:xfrm>
            <a:off x="1372998" y="4676814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105" name="3">
            <a:extLst>
              <a:ext uri="{FF2B5EF4-FFF2-40B4-BE49-F238E27FC236}">
                <a16:creationId xmlns:a16="http://schemas.microsoft.com/office/drawing/2014/main" id="{7D756691-78F7-45C5-85ED-659B80B850AB}"/>
              </a:ext>
            </a:extLst>
          </p:cNvPr>
          <p:cNvSpPr>
            <a:spLocks noGrp="1"/>
          </p:cNvSpPr>
          <p:nvPr/>
        </p:nvSpPr>
        <p:spPr>
          <a:xfrm>
            <a:off x="1372998" y="7642873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106" name="4">
            <a:extLst>
              <a:ext uri="{FF2B5EF4-FFF2-40B4-BE49-F238E27FC236}">
                <a16:creationId xmlns:a16="http://schemas.microsoft.com/office/drawing/2014/main" id="{0801B95F-97A1-46ED-A3F9-F17F890C929C}"/>
              </a:ext>
            </a:extLst>
          </p:cNvPr>
          <p:cNvSpPr>
            <a:spLocks noGrp="1"/>
          </p:cNvSpPr>
          <p:nvPr/>
        </p:nvSpPr>
        <p:spPr>
          <a:xfrm>
            <a:off x="1372998" y="10608932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107" name="Student:">
            <a:extLst>
              <a:ext uri="{FF2B5EF4-FFF2-40B4-BE49-F238E27FC236}">
                <a16:creationId xmlns:a16="http://schemas.microsoft.com/office/drawing/2014/main" id="{00367BC4-7861-4353-8504-50DC6E8C29F1}"/>
              </a:ext>
            </a:extLst>
          </p:cNvPr>
          <p:cNvSpPr>
            <a:spLocks noGrp="1"/>
          </p:cNvSpPr>
          <p:nvPr/>
        </p:nvSpPr>
        <p:spPr>
          <a:xfrm>
            <a:off x="1657094" y="505812"/>
            <a:ext cx="1918795" cy="87203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Aluno</a:t>
            </a:r>
            <a:r>
              <a:rPr dirty="0"/>
              <a:t>:</a:t>
            </a:r>
          </a:p>
        </p:txBody>
      </p:sp>
      <p:sp>
        <p:nvSpPr>
          <p:cNvPr id="2109" name="A">
            <a:extLst>
              <a:ext uri="{FF2B5EF4-FFF2-40B4-BE49-F238E27FC236}">
                <a16:creationId xmlns:a16="http://schemas.microsoft.com/office/drawing/2014/main" id="{BB2EBACC-646A-4EFB-B2BA-1EB329411F94}"/>
              </a:ext>
            </a:extLst>
          </p:cNvPr>
          <p:cNvSpPr>
            <a:spLocks noGrp="1"/>
          </p:cNvSpPr>
          <p:nvPr/>
        </p:nvSpPr>
        <p:spPr>
          <a:xfrm>
            <a:off x="6877136" y="2056521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110" name="B">
            <a:extLst>
              <a:ext uri="{FF2B5EF4-FFF2-40B4-BE49-F238E27FC236}">
                <a16:creationId xmlns:a16="http://schemas.microsoft.com/office/drawing/2014/main" id="{91D8926C-D766-4DF6-888F-BDF4D71DAE67}"/>
              </a:ext>
            </a:extLst>
          </p:cNvPr>
          <p:cNvSpPr>
            <a:spLocks noGrp="1"/>
          </p:cNvSpPr>
          <p:nvPr/>
        </p:nvSpPr>
        <p:spPr>
          <a:xfrm>
            <a:off x="9603996" y="2056521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11" name="C">
            <a:extLst>
              <a:ext uri="{FF2B5EF4-FFF2-40B4-BE49-F238E27FC236}">
                <a16:creationId xmlns:a16="http://schemas.microsoft.com/office/drawing/2014/main" id="{2A6D528B-BE89-417E-B662-7072FDDD96C0}"/>
              </a:ext>
            </a:extLst>
          </p:cNvPr>
          <p:cNvSpPr>
            <a:spLocks noGrp="1"/>
          </p:cNvSpPr>
          <p:nvPr/>
        </p:nvSpPr>
        <p:spPr>
          <a:xfrm>
            <a:off x="12330857" y="2056521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12" name="B">
            <a:extLst>
              <a:ext uri="{FF2B5EF4-FFF2-40B4-BE49-F238E27FC236}">
                <a16:creationId xmlns:a16="http://schemas.microsoft.com/office/drawing/2014/main" id="{21347D94-6EFB-4F9F-AA6A-0CCBAE5D5B39}"/>
              </a:ext>
            </a:extLst>
          </p:cNvPr>
          <p:cNvSpPr>
            <a:spLocks noGrp="1"/>
          </p:cNvSpPr>
          <p:nvPr/>
        </p:nvSpPr>
        <p:spPr>
          <a:xfrm>
            <a:off x="6877136" y="5245832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13" name="D">
            <a:extLst>
              <a:ext uri="{FF2B5EF4-FFF2-40B4-BE49-F238E27FC236}">
                <a16:creationId xmlns:a16="http://schemas.microsoft.com/office/drawing/2014/main" id="{95131D0D-E69A-453D-AB33-89B2E340E32C}"/>
              </a:ext>
            </a:extLst>
          </p:cNvPr>
          <p:cNvSpPr>
            <a:spLocks noGrp="1"/>
          </p:cNvSpPr>
          <p:nvPr/>
        </p:nvSpPr>
        <p:spPr>
          <a:xfrm>
            <a:off x="9603996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114" name="E">
            <a:extLst>
              <a:ext uri="{FF2B5EF4-FFF2-40B4-BE49-F238E27FC236}">
                <a16:creationId xmlns:a16="http://schemas.microsoft.com/office/drawing/2014/main" id="{6D6F8818-5A7F-449A-8B67-6A8DA4F4C168}"/>
              </a:ext>
            </a:extLst>
          </p:cNvPr>
          <p:cNvSpPr>
            <a:spLocks noGrp="1"/>
          </p:cNvSpPr>
          <p:nvPr/>
        </p:nvSpPr>
        <p:spPr>
          <a:xfrm>
            <a:off x="12330857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15" name="C">
            <a:extLst>
              <a:ext uri="{FF2B5EF4-FFF2-40B4-BE49-F238E27FC236}">
                <a16:creationId xmlns:a16="http://schemas.microsoft.com/office/drawing/2014/main" id="{4906B5C9-21D6-4822-876D-9EE78E8EC513}"/>
              </a:ext>
            </a:extLst>
          </p:cNvPr>
          <p:cNvSpPr>
            <a:spLocks noGrp="1"/>
          </p:cNvSpPr>
          <p:nvPr/>
        </p:nvSpPr>
        <p:spPr>
          <a:xfrm>
            <a:off x="6877136" y="7988640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16" name="E">
            <a:extLst>
              <a:ext uri="{FF2B5EF4-FFF2-40B4-BE49-F238E27FC236}">
                <a16:creationId xmlns:a16="http://schemas.microsoft.com/office/drawing/2014/main" id="{41D7D8EF-1EA3-4763-8088-D6D48FDDA1B0}"/>
              </a:ext>
            </a:extLst>
          </p:cNvPr>
          <p:cNvSpPr>
            <a:spLocks noGrp="1"/>
          </p:cNvSpPr>
          <p:nvPr/>
        </p:nvSpPr>
        <p:spPr>
          <a:xfrm>
            <a:off x="9603996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17" name="F">
            <a:extLst>
              <a:ext uri="{FF2B5EF4-FFF2-40B4-BE49-F238E27FC236}">
                <a16:creationId xmlns:a16="http://schemas.microsoft.com/office/drawing/2014/main" id="{B0B5824A-1A0B-401D-A18F-A20E8AF3A068}"/>
              </a:ext>
            </a:extLst>
          </p:cNvPr>
          <p:cNvSpPr>
            <a:spLocks noGrp="1"/>
          </p:cNvSpPr>
          <p:nvPr/>
        </p:nvSpPr>
        <p:spPr>
          <a:xfrm>
            <a:off x="12330857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18" name="E">
            <a:extLst>
              <a:ext uri="{FF2B5EF4-FFF2-40B4-BE49-F238E27FC236}">
                <a16:creationId xmlns:a16="http://schemas.microsoft.com/office/drawing/2014/main" id="{EEE91E26-CA1F-4782-81C1-C5EE620145C4}"/>
              </a:ext>
            </a:extLst>
          </p:cNvPr>
          <p:cNvSpPr>
            <a:spLocks noGrp="1"/>
          </p:cNvSpPr>
          <p:nvPr/>
        </p:nvSpPr>
        <p:spPr>
          <a:xfrm>
            <a:off x="6877136" y="10954698"/>
            <a:ext cx="1829803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19" name="F">
            <a:extLst>
              <a:ext uri="{FF2B5EF4-FFF2-40B4-BE49-F238E27FC236}">
                <a16:creationId xmlns:a16="http://schemas.microsoft.com/office/drawing/2014/main" id="{F55DF2EE-3C2D-46A2-BC4C-C89FEA36A55C}"/>
              </a:ext>
            </a:extLst>
          </p:cNvPr>
          <p:cNvSpPr>
            <a:spLocks noGrp="1"/>
          </p:cNvSpPr>
          <p:nvPr/>
        </p:nvSpPr>
        <p:spPr>
          <a:xfrm>
            <a:off x="9603996" y="1084456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20" name="G">
            <a:extLst>
              <a:ext uri="{FF2B5EF4-FFF2-40B4-BE49-F238E27FC236}">
                <a16:creationId xmlns:a16="http://schemas.microsoft.com/office/drawing/2014/main" id="{763AD055-DBD7-4928-80FA-063845EE6A3E}"/>
              </a:ext>
            </a:extLst>
          </p:cNvPr>
          <p:cNvSpPr>
            <a:spLocks noGrp="1"/>
          </p:cNvSpPr>
          <p:nvPr/>
        </p:nvSpPr>
        <p:spPr>
          <a:xfrm>
            <a:off x="12330857" y="1084456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121" name="Exam slots:">
            <a:extLst>
              <a:ext uri="{FF2B5EF4-FFF2-40B4-BE49-F238E27FC236}">
                <a16:creationId xmlns:a16="http://schemas.microsoft.com/office/drawing/2014/main" id="{9C9042A9-B8C1-4F21-9A6D-F0D56630D7B5}"/>
              </a:ext>
            </a:extLst>
          </p:cNvPr>
          <p:cNvSpPr>
            <a:spLocks noGrp="1"/>
          </p:cNvSpPr>
          <p:nvPr/>
        </p:nvSpPr>
        <p:spPr>
          <a:xfrm>
            <a:off x="17237583" y="510028"/>
            <a:ext cx="3395961" cy="863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Horários de prova:</a:t>
            </a:r>
          </a:p>
        </p:txBody>
      </p:sp>
      <p:sp>
        <p:nvSpPr>
          <p:cNvPr id="2122" name="Line">
            <a:extLst>
              <a:ext uri="{FF2B5EF4-FFF2-40B4-BE49-F238E27FC236}">
                <a16:creationId xmlns:a16="http://schemas.microsoft.com/office/drawing/2014/main" id="{997578D1-A264-4833-9CFC-A0FFBCD432C0}"/>
              </a:ext>
            </a:extLst>
          </p:cNvPr>
          <p:cNvSpPr>
            <a:spLocks noGrp="1"/>
          </p:cNvSpPr>
          <p:nvPr/>
        </p:nvSpPr>
        <p:spPr>
          <a:xfrm flipV="1">
            <a:off x="16245286" y="587094"/>
            <a:ext cx="1" cy="1254181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3" name="Monday">
            <a:extLst>
              <a:ext uri="{FF2B5EF4-FFF2-40B4-BE49-F238E27FC236}">
                <a16:creationId xmlns:a16="http://schemas.microsoft.com/office/drawing/2014/main" id="{026EF90B-AD12-411B-908F-FCE431A5A26B}"/>
              </a:ext>
            </a:extLst>
          </p:cNvPr>
          <p:cNvSpPr>
            <a:spLocks noGrp="1"/>
          </p:cNvSpPr>
          <p:nvPr/>
        </p:nvSpPr>
        <p:spPr>
          <a:xfrm>
            <a:off x="16911172" y="2076895"/>
            <a:ext cx="6650841" cy="1270001"/>
          </a:xfrm>
          <a:prstGeom prst="roundRect">
            <a:avLst>
              <a:gd name="adj" fmla="val 15000"/>
            </a:avLst>
          </a:prstGeom>
          <a:solidFill>
            <a:srgbClr val="6C6C6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Segunda-</a:t>
            </a:r>
            <a:r>
              <a:rPr dirty="0" err="1"/>
              <a:t>feira</a:t>
            </a:r>
            <a:endParaRPr dirty="0"/>
          </a:p>
        </p:txBody>
      </p:sp>
      <p:sp>
        <p:nvSpPr>
          <p:cNvPr id="2124" name="Tuesday">
            <a:extLst>
              <a:ext uri="{FF2B5EF4-FFF2-40B4-BE49-F238E27FC236}">
                <a16:creationId xmlns:a16="http://schemas.microsoft.com/office/drawing/2014/main" id="{DF5E4A29-FEC1-4EA8-9F52-756ABFC853C2}"/>
              </a:ext>
            </a:extLst>
          </p:cNvPr>
          <p:cNvSpPr>
            <a:spLocks noGrp="1"/>
          </p:cNvSpPr>
          <p:nvPr/>
        </p:nvSpPr>
        <p:spPr>
          <a:xfrm>
            <a:off x="16911172" y="3687497"/>
            <a:ext cx="6650841" cy="1270001"/>
          </a:xfrm>
          <a:prstGeom prst="roundRect">
            <a:avLst>
              <a:gd name="adj" fmla="val 15000"/>
            </a:avLst>
          </a:prstGeom>
          <a:solidFill>
            <a:srgbClr val="6C6C6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Terça-feira</a:t>
            </a:r>
          </a:p>
        </p:txBody>
      </p:sp>
      <p:sp>
        <p:nvSpPr>
          <p:cNvPr id="2125" name="Wednesday">
            <a:extLst>
              <a:ext uri="{FF2B5EF4-FFF2-40B4-BE49-F238E27FC236}">
                <a16:creationId xmlns:a16="http://schemas.microsoft.com/office/drawing/2014/main" id="{607806C6-8EFC-43A5-AFBE-7CD3C33C7489}"/>
              </a:ext>
            </a:extLst>
          </p:cNvPr>
          <p:cNvSpPr>
            <a:spLocks noGrp="1"/>
          </p:cNvSpPr>
          <p:nvPr/>
        </p:nvSpPr>
        <p:spPr>
          <a:xfrm>
            <a:off x="16911172" y="5298099"/>
            <a:ext cx="6650841" cy="1270001"/>
          </a:xfrm>
          <a:prstGeom prst="roundRect">
            <a:avLst>
              <a:gd name="adj" fmla="val 15000"/>
            </a:avLst>
          </a:prstGeom>
          <a:solidFill>
            <a:srgbClr val="6C6C6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Quarta-feira</a:t>
            </a:r>
          </a:p>
        </p:txBody>
      </p:sp>
      <p:sp>
        <p:nvSpPr>
          <p:cNvPr id="2" name="Taking classes:">
            <a:extLst>
              <a:ext uri="{FF2B5EF4-FFF2-40B4-BE49-F238E27FC236}">
                <a16:creationId xmlns:a16="http://schemas.microsoft.com/office/drawing/2014/main" id="{43F766C9-0A69-EE9C-0474-D5562E2F7C4E}"/>
              </a:ext>
            </a:extLst>
          </p:cNvPr>
          <p:cNvSpPr>
            <a:spLocks noGrp="1"/>
          </p:cNvSpPr>
          <p:nvPr/>
        </p:nvSpPr>
        <p:spPr>
          <a:xfrm>
            <a:off x="5730049" y="505812"/>
            <a:ext cx="9093781" cy="872034"/>
          </a:xfrm>
          <a:prstGeom prst="rect">
            <a:avLst/>
          </a:prstGeom>
          <a:ln w="12700"/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Cursando</a:t>
            </a:r>
            <a:r>
              <a:rPr dirty="0"/>
              <a:t> </a:t>
            </a:r>
            <a:r>
              <a:rPr dirty="0" err="1"/>
              <a:t>disciplinas</a:t>
            </a:r>
            <a:r>
              <a:rPr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24038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1">
            <a:extLst>
              <a:ext uri="{FF2B5EF4-FFF2-40B4-BE49-F238E27FC236}">
                <a16:creationId xmlns:a16="http://schemas.microsoft.com/office/drawing/2014/main" id="{8A61AF0B-AC06-4F69-9D52-D1AF18336647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1</a:t>
            </a:r>
          </a:p>
        </p:txBody>
      </p:sp>
      <p:sp>
        <p:nvSpPr>
          <p:cNvPr id="2128" name="2">
            <a:extLst>
              <a:ext uri="{FF2B5EF4-FFF2-40B4-BE49-F238E27FC236}">
                <a16:creationId xmlns:a16="http://schemas.microsoft.com/office/drawing/2014/main" id="{078C575D-307D-407B-B5CA-E939E86C131B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129" name="3">
            <a:extLst>
              <a:ext uri="{FF2B5EF4-FFF2-40B4-BE49-F238E27FC236}">
                <a16:creationId xmlns:a16="http://schemas.microsoft.com/office/drawing/2014/main" id="{B5C0122B-5AAC-4ACF-AD1E-1325B8C608A5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130" name="4">
            <a:extLst>
              <a:ext uri="{FF2B5EF4-FFF2-40B4-BE49-F238E27FC236}">
                <a16:creationId xmlns:a16="http://schemas.microsoft.com/office/drawing/2014/main" id="{C8E2F303-F273-4A9B-80CB-048517A86BF6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131" name="A">
            <a:extLst>
              <a:ext uri="{FF2B5EF4-FFF2-40B4-BE49-F238E27FC236}">
                <a16:creationId xmlns:a16="http://schemas.microsoft.com/office/drawing/2014/main" id="{76441E2D-0227-4590-A99D-F4CC8CEC39F7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132" name="B">
            <a:extLst>
              <a:ext uri="{FF2B5EF4-FFF2-40B4-BE49-F238E27FC236}">
                <a16:creationId xmlns:a16="http://schemas.microsoft.com/office/drawing/2014/main" id="{7E14C288-A5EA-4E43-AFE6-FAD3A1E644FE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33" name="C">
            <a:extLst>
              <a:ext uri="{FF2B5EF4-FFF2-40B4-BE49-F238E27FC236}">
                <a16:creationId xmlns:a16="http://schemas.microsoft.com/office/drawing/2014/main" id="{E106AD04-5E35-4B54-9D29-DA064AD86A41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34" name="B">
            <a:extLst>
              <a:ext uri="{FF2B5EF4-FFF2-40B4-BE49-F238E27FC236}">
                <a16:creationId xmlns:a16="http://schemas.microsoft.com/office/drawing/2014/main" id="{D4B77FEB-2C72-49D9-B0AA-12AB93115006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35" name="D">
            <a:extLst>
              <a:ext uri="{FF2B5EF4-FFF2-40B4-BE49-F238E27FC236}">
                <a16:creationId xmlns:a16="http://schemas.microsoft.com/office/drawing/2014/main" id="{0A80F673-5F60-4DAE-B624-5D879F116DAF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136" name="E">
            <a:extLst>
              <a:ext uri="{FF2B5EF4-FFF2-40B4-BE49-F238E27FC236}">
                <a16:creationId xmlns:a16="http://schemas.microsoft.com/office/drawing/2014/main" id="{A2732910-3569-4F2D-A92F-5C647C1E8FB6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37" name="C">
            <a:extLst>
              <a:ext uri="{FF2B5EF4-FFF2-40B4-BE49-F238E27FC236}">
                <a16:creationId xmlns:a16="http://schemas.microsoft.com/office/drawing/2014/main" id="{689DED37-046E-4450-8FF0-DA0B258E9F2A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38" name="E">
            <a:extLst>
              <a:ext uri="{FF2B5EF4-FFF2-40B4-BE49-F238E27FC236}">
                <a16:creationId xmlns:a16="http://schemas.microsoft.com/office/drawing/2014/main" id="{271215D2-3DFD-4B16-83F7-855E1E872B2C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39" name="F">
            <a:extLst>
              <a:ext uri="{FF2B5EF4-FFF2-40B4-BE49-F238E27FC236}">
                <a16:creationId xmlns:a16="http://schemas.microsoft.com/office/drawing/2014/main" id="{69564392-5C28-40D1-9C63-85DFB2AF995E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40" name="E">
            <a:extLst>
              <a:ext uri="{FF2B5EF4-FFF2-40B4-BE49-F238E27FC236}">
                <a16:creationId xmlns:a16="http://schemas.microsoft.com/office/drawing/2014/main" id="{3533135F-1B2F-4794-999B-ABC918A6FFCA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41" name="F">
            <a:extLst>
              <a:ext uri="{FF2B5EF4-FFF2-40B4-BE49-F238E27FC236}">
                <a16:creationId xmlns:a16="http://schemas.microsoft.com/office/drawing/2014/main" id="{6C939DD6-4E3D-4614-ABB9-2717444C442C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42" name="G">
            <a:extLst>
              <a:ext uri="{FF2B5EF4-FFF2-40B4-BE49-F238E27FC236}">
                <a16:creationId xmlns:a16="http://schemas.microsoft.com/office/drawing/2014/main" id="{811D37C3-4B06-4938-8C2F-CC1F6AA09706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143" name="A">
            <a:extLst>
              <a:ext uri="{FF2B5EF4-FFF2-40B4-BE49-F238E27FC236}">
                <a16:creationId xmlns:a16="http://schemas.microsoft.com/office/drawing/2014/main" id="{BADFFC22-1716-42E3-A6A0-E85324286447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144" name="B">
            <a:extLst>
              <a:ext uri="{FF2B5EF4-FFF2-40B4-BE49-F238E27FC236}">
                <a16:creationId xmlns:a16="http://schemas.microsoft.com/office/drawing/2014/main" id="{78827147-FCE2-4053-AC05-06212EADD4A5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145" name="C">
            <a:extLst>
              <a:ext uri="{FF2B5EF4-FFF2-40B4-BE49-F238E27FC236}">
                <a16:creationId xmlns:a16="http://schemas.microsoft.com/office/drawing/2014/main" id="{0CE48467-519C-47A5-BC63-EF6EDCC2CAC0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146" name="D">
            <a:extLst>
              <a:ext uri="{FF2B5EF4-FFF2-40B4-BE49-F238E27FC236}">
                <a16:creationId xmlns:a16="http://schemas.microsoft.com/office/drawing/2014/main" id="{9252BD86-0E58-4C1B-9724-9A7CC3112FED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147" name="E">
            <a:extLst>
              <a:ext uri="{FF2B5EF4-FFF2-40B4-BE49-F238E27FC236}">
                <a16:creationId xmlns:a16="http://schemas.microsoft.com/office/drawing/2014/main" id="{2A45338D-65F3-43F1-A78F-FD4BC1976371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148" name="F">
            <a:extLst>
              <a:ext uri="{FF2B5EF4-FFF2-40B4-BE49-F238E27FC236}">
                <a16:creationId xmlns:a16="http://schemas.microsoft.com/office/drawing/2014/main" id="{51A7AB9D-3290-4D19-A7DF-77B0E1564B3E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149" name="G">
            <a:extLst>
              <a:ext uri="{FF2B5EF4-FFF2-40B4-BE49-F238E27FC236}">
                <a16:creationId xmlns:a16="http://schemas.microsoft.com/office/drawing/2014/main" id="{07782701-431B-489C-8D99-456E6B638C88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1748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1">
            <a:extLst>
              <a:ext uri="{FF2B5EF4-FFF2-40B4-BE49-F238E27FC236}">
                <a16:creationId xmlns:a16="http://schemas.microsoft.com/office/drawing/2014/main" id="{7D724D26-61D7-4852-B209-DD8FB8165439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1</a:t>
            </a:r>
          </a:p>
        </p:txBody>
      </p:sp>
      <p:sp>
        <p:nvSpPr>
          <p:cNvPr id="2152" name="2">
            <a:extLst>
              <a:ext uri="{FF2B5EF4-FFF2-40B4-BE49-F238E27FC236}">
                <a16:creationId xmlns:a16="http://schemas.microsoft.com/office/drawing/2014/main" id="{D9A6D060-2F30-4D60-86DA-7F337B306F82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2</a:t>
            </a:r>
          </a:p>
        </p:txBody>
      </p:sp>
      <p:sp>
        <p:nvSpPr>
          <p:cNvPr id="2153" name="3">
            <a:extLst>
              <a:ext uri="{FF2B5EF4-FFF2-40B4-BE49-F238E27FC236}">
                <a16:creationId xmlns:a16="http://schemas.microsoft.com/office/drawing/2014/main" id="{FB975A70-AF16-49B2-AC32-5DD1EB012C5E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154" name="4">
            <a:extLst>
              <a:ext uri="{FF2B5EF4-FFF2-40B4-BE49-F238E27FC236}">
                <a16:creationId xmlns:a16="http://schemas.microsoft.com/office/drawing/2014/main" id="{7F941B21-42EF-4756-9632-D9171483D614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155" name="A">
            <a:extLst>
              <a:ext uri="{FF2B5EF4-FFF2-40B4-BE49-F238E27FC236}">
                <a16:creationId xmlns:a16="http://schemas.microsoft.com/office/drawing/2014/main" id="{51D8D0BA-85F5-4AD1-87C1-64529C4E1767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156" name="B">
            <a:extLst>
              <a:ext uri="{FF2B5EF4-FFF2-40B4-BE49-F238E27FC236}">
                <a16:creationId xmlns:a16="http://schemas.microsoft.com/office/drawing/2014/main" id="{8699472F-1CB1-42BB-BBCF-678FD04280F4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57" name="C">
            <a:extLst>
              <a:ext uri="{FF2B5EF4-FFF2-40B4-BE49-F238E27FC236}">
                <a16:creationId xmlns:a16="http://schemas.microsoft.com/office/drawing/2014/main" id="{E58ACFEC-9A01-4D01-BE5B-DDB370ECF84E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58" name="B">
            <a:extLst>
              <a:ext uri="{FF2B5EF4-FFF2-40B4-BE49-F238E27FC236}">
                <a16:creationId xmlns:a16="http://schemas.microsoft.com/office/drawing/2014/main" id="{A02A7EC8-180C-4C1B-B13F-F1B79FF69A41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59" name="D">
            <a:extLst>
              <a:ext uri="{FF2B5EF4-FFF2-40B4-BE49-F238E27FC236}">
                <a16:creationId xmlns:a16="http://schemas.microsoft.com/office/drawing/2014/main" id="{A750713C-C0F3-4781-9A64-FF3AD0CB6940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160" name="E">
            <a:extLst>
              <a:ext uri="{FF2B5EF4-FFF2-40B4-BE49-F238E27FC236}">
                <a16:creationId xmlns:a16="http://schemas.microsoft.com/office/drawing/2014/main" id="{41C61D1B-E43A-482D-B855-4BB09716B7A1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61" name="C">
            <a:extLst>
              <a:ext uri="{FF2B5EF4-FFF2-40B4-BE49-F238E27FC236}">
                <a16:creationId xmlns:a16="http://schemas.microsoft.com/office/drawing/2014/main" id="{6AC9C409-8786-48B6-8E9B-B2B54303E652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62" name="E">
            <a:extLst>
              <a:ext uri="{FF2B5EF4-FFF2-40B4-BE49-F238E27FC236}">
                <a16:creationId xmlns:a16="http://schemas.microsoft.com/office/drawing/2014/main" id="{E36DAA65-2B34-4984-8083-C1537B7E2D7A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63" name="F">
            <a:extLst>
              <a:ext uri="{FF2B5EF4-FFF2-40B4-BE49-F238E27FC236}">
                <a16:creationId xmlns:a16="http://schemas.microsoft.com/office/drawing/2014/main" id="{2F757C0E-4AC7-4165-BD22-010E649F960E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64" name="E">
            <a:extLst>
              <a:ext uri="{FF2B5EF4-FFF2-40B4-BE49-F238E27FC236}">
                <a16:creationId xmlns:a16="http://schemas.microsoft.com/office/drawing/2014/main" id="{CC98405B-C6FB-4C3B-B130-C1BE445FDC3E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65" name="F">
            <a:extLst>
              <a:ext uri="{FF2B5EF4-FFF2-40B4-BE49-F238E27FC236}">
                <a16:creationId xmlns:a16="http://schemas.microsoft.com/office/drawing/2014/main" id="{1D7B7F98-DD50-4CB0-AACB-5D5A8181EC32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66" name="G">
            <a:extLst>
              <a:ext uri="{FF2B5EF4-FFF2-40B4-BE49-F238E27FC236}">
                <a16:creationId xmlns:a16="http://schemas.microsoft.com/office/drawing/2014/main" id="{8A574EEC-1BAC-47CD-8434-3A076F47FF9C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167" name="A">
            <a:extLst>
              <a:ext uri="{FF2B5EF4-FFF2-40B4-BE49-F238E27FC236}">
                <a16:creationId xmlns:a16="http://schemas.microsoft.com/office/drawing/2014/main" id="{A8103337-2C9A-4CFD-8FC4-EABFD4E88B7F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168" name="B">
            <a:extLst>
              <a:ext uri="{FF2B5EF4-FFF2-40B4-BE49-F238E27FC236}">
                <a16:creationId xmlns:a16="http://schemas.microsoft.com/office/drawing/2014/main" id="{626D4215-CF25-4430-9822-BD3DD87D15F3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169" name="C">
            <a:extLst>
              <a:ext uri="{FF2B5EF4-FFF2-40B4-BE49-F238E27FC236}">
                <a16:creationId xmlns:a16="http://schemas.microsoft.com/office/drawing/2014/main" id="{B6784DC8-BDE5-4774-A90E-397A028DBA7F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170" name="D">
            <a:extLst>
              <a:ext uri="{FF2B5EF4-FFF2-40B4-BE49-F238E27FC236}">
                <a16:creationId xmlns:a16="http://schemas.microsoft.com/office/drawing/2014/main" id="{96D3E16D-BCE6-41BF-B239-797BA1EAC9AD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171" name="E">
            <a:extLst>
              <a:ext uri="{FF2B5EF4-FFF2-40B4-BE49-F238E27FC236}">
                <a16:creationId xmlns:a16="http://schemas.microsoft.com/office/drawing/2014/main" id="{11FC1880-94C9-44C1-B756-8E692031DACA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172" name="F">
            <a:extLst>
              <a:ext uri="{FF2B5EF4-FFF2-40B4-BE49-F238E27FC236}">
                <a16:creationId xmlns:a16="http://schemas.microsoft.com/office/drawing/2014/main" id="{4F91E175-BA7C-414C-9D58-33399ED51A51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173" name="G">
            <a:extLst>
              <a:ext uri="{FF2B5EF4-FFF2-40B4-BE49-F238E27FC236}">
                <a16:creationId xmlns:a16="http://schemas.microsoft.com/office/drawing/2014/main" id="{F9E9BFFF-9CAA-4E80-9CA6-03BF0ED18707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5629062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Line">
            <a:extLst>
              <a:ext uri="{FF2B5EF4-FFF2-40B4-BE49-F238E27FC236}">
                <a16:creationId xmlns:a16="http://schemas.microsoft.com/office/drawing/2014/main" id="{254BF017-D43D-4DA7-A338-55359747FB87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6" name="Line">
            <a:extLst>
              <a:ext uri="{FF2B5EF4-FFF2-40B4-BE49-F238E27FC236}">
                <a16:creationId xmlns:a16="http://schemas.microsoft.com/office/drawing/2014/main" id="{7B2A7A9A-A127-4515-9CD7-CE92532E0053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7" name="Line">
            <a:extLst>
              <a:ext uri="{FF2B5EF4-FFF2-40B4-BE49-F238E27FC236}">
                <a16:creationId xmlns:a16="http://schemas.microsoft.com/office/drawing/2014/main" id="{A4CBDD97-92D9-42A3-A46D-3FEF52D44E9F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8" name="1">
            <a:extLst>
              <a:ext uri="{FF2B5EF4-FFF2-40B4-BE49-F238E27FC236}">
                <a16:creationId xmlns:a16="http://schemas.microsoft.com/office/drawing/2014/main" id="{E408B1E3-C38F-4C34-8F63-753FBE4DD38F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179" name="2">
            <a:extLst>
              <a:ext uri="{FF2B5EF4-FFF2-40B4-BE49-F238E27FC236}">
                <a16:creationId xmlns:a16="http://schemas.microsoft.com/office/drawing/2014/main" id="{BFCCF793-06CE-4DEC-BC01-95836B6C1DF6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180" name="3">
            <a:extLst>
              <a:ext uri="{FF2B5EF4-FFF2-40B4-BE49-F238E27FC236}">
                <a16:creationId xmlns:a16="http://schemas.microsoft.com/office/drawing/2014/main" id="{D09CC437-4E3C-4583-A508-A2E6B210D1DB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181" name="4">
            <a:extLst>
              <a:ext uri="{FF2B5EF4-FFF2-40B4-BE49-F238E27FC236}">
                <a16:creationId xmlns:a16="http://schemas.microsoft.com/office/drawing/2014/main" id="{8A4C4908-4AD8-4910-99CB-CAA74F64B098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182" name="A">
            <a:extLst>
              <a:ext uri="{FF2B5EF4-FFF2-40B4-BE49-F238E27FC236}">
                <a16:creationId xmlns:a16="http://schemas.microsoft.com/office/drawing/2014/main" id="{FC9FA202-92CC-41C5-9F9A-8766BBCB33AB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183" name="B">
            <a:extLst>
              <a:ext uri="{FF2B5EF4-FFF2-40B4-BE49-F238E27FC236}">
                <a16:creationId xmlns:a16="http://schemas.microsoft.com/office/drawing/2014/main" id="{820C3433-1B36-442A-AC70-1B77B878A67D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84" name="C">
            <a:extLst>
              <a:ext uri="{FF2B5EF4-FFF2-40B4-BE49-F238E27FC236}">
                <a16:creationId xmlns:a16="http://schemas.microsoft.com/office/drawing/2014/main" id="{C76A3917-9DAA-4D97-9D73-6DF8F677D03B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85" name="B">
            <a:extLst>
              <a:ext uri="{FF2B5EF4-FFF2-40B4-BE49-F238E27FC236}">
                <a16:creationId xmlns:a16="http://schemas.microsoft.com/office/drawing/2014/main" id="{42C28A51-961C-41AA-87A0-770F79607ABF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186" name="D">
            <a:extLst>
              <a:ext uri="{FF2B5EF4-FFF2-40B4-BE49-F238E27FC236}">
                <a16:creationId xmlns:a16="http://schemas.microsoft.com/office/drawing/2014/main" id="{579F891A-DCC0-4AD5-98D2-2819B25AA540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187" name="E">
            <a:extLst>
              <a:ext uri="{FF2B5EF4-FFF2-40B4-BE49-F238E27FC236}">
                <a16:creationId xmlns:a16="http://schemas.microsoft.com/office/drawing/2014/main" id="{B0A24E0A-36EF-4A65-86F0-39BB78B3868B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88" name="C">
            <a:extLst>
              <a:ext uri="{FF2B5EF4-FFF2-40B4-BE49-F238E27FC236}">
                <a16:creationId xmlns:a16="http://schemas.microsoft.com/office/drawing/2014/main" id="{6BBA19D6-E2A8-4118-8DB0-84EB0EF023C1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189" name="E">
            <a:extLst>
              <a:ext uri="{FF2B5EF4-FFF2-40B4-BE49-F238E27FC236}">
                <a16:creationId xmlns:a16="http://schemas.microsoft.com/office/drawing/2014/main" id="{6216BBC4-728E-469A-AF97-FD48F38EBCE6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90" name="F">
            <a:extLst>
              <a:ext uri="{FF2B5EF4-FFF2-40B4-BE49-F238E27FC236}">
                <a16:creationId xmlns:a16="http://schemas.microsoft.com/office/drawing/2014/main" id="{C0D57648-5C8D-4442-B3E4-BBE47359D7B1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91" name="E">
            <a:extLst>
              <a:ext uri="{FF2B5EF4-FFF2-40B4-BE49-F238E27FC236}">
                <a16:creationId xmlns:a16="http://schemas.microsoft.com/office/drawing/2014/main" id="{BD7E4176-D668-48AD-875A-687EE5C657DF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192" name="F">
            <a:extLst>
              <a:ext uri="{FF2B5EF4-FFF2-40B4-BE49-F238E27FC236}">
                <a16:creationId xmlns:a16="http://schemas.microsoft.com/office/drawing/2014/main" id="{1C55E0A4-88D3-47D6-AF4E-33DC1BEEA081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193" name="G">
            <a:extLst>
              <a:ext uri="{FF2B5EF4-FFF2-40B4-BE49-F238E27FC236}">
                <a16:creationId xmlns:a16="http://schemas.microsoft.com/office/drawing/2014/main" id="{93FEE0A4-D694-4794-8870-193E3B89838D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194" name="A">
            <a:extLst>
              <a:ext uri="{FF2B5EF4-FFF2-40B4-BE49-F238E27FC236}">
                <a16:creationId xmlns:a16="http://schemas.microsoft.com/office/drawing/2014/main" id="{5497CC98-0390-48F2-B833-3C8E8572496B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195" name="B">
            <a:extLst>
              <a:ext uri="{FF2B5EF4-FFF2-40B4-BE49-F238E27FC236}">
                <a16:creationId xmlns:a16="http://schemas.microsoft.com/office/drawing/2014/main" id="{96BB318A-7FB2-493F-8910-8FEC6D13D2B4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196" name="C">
            <a:extLst>
              <a:ext uri="{FF2B5EF4-FFF2-40B4-BE49-F238E27FC236}">
                <a16:creationId xmlns:a16="http://schemas.microsoft.com/office/drawing/2014/main" id="{64D45D50-3761-4735-A87E-F788A3DF6E1B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197" name="D">
            <a:extLst>
              <a:ext uri="{FF2B5EF4-FFF2-40B4-BE49-F238E27FC236}">
                <a16:creationId xmlns:a16="http://schemas.microsoft.com/office/drawing/2014/main" id="{016A03AF-C215-4B47-8C57-43CD4B4F9711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198" name="E">
            <a:extLst>
              <a:ext uri="{FF2B5EF4-FFF2-40B4-BE49-F238E27FC236}">
                <a16:creationId xmlns:a16="http://schemas.microsoft.com/office/drawing/2014/main" id="{5062E629-FD08-4400-B5AC-80F146B3A087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199" name="F">
            <a:extLst>
              <a:ext uri="{FF2B5EF4-FFF2-40B4-BE49-F238E27FC236}">
                <a16:creationId xmlns:a16="http://schemas.microsoft.com/office/drawing/2014/main" id="{349C3470-94D5-49BD-A86C-CEE9D44AD024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200" name="G">
            <a:extLst>
              <a:ext uri="{FF2B5EF4-FFF2-40B4-BE49-F238E27FC236}">
                <a16:creationId xmlns:a16="http://schemas.microsoft.com/office/drawing/2014/main" id="{AFA63DAD-9EAF-443F-8B15-AE37D58B4D6B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450425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Line">
            <a:extLst>
              <a:ext uri="{FF2B5EF4-FFF2-40B4-BE49-F238E27FC236}">
                <a16:creationId xmlns:a16="http://schemas.microsoft.com/office/drawing/2014/main" id="{34968C7C-B0B3-46A7-8A11-53155C472321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03" name="Line">
            <a:extLst>
              <a:ext uri="{FF2B5EF4-FFF2-40B4-BE49-F238E27FC236}">
                <a16:creationId xmlns:a16="http://schemas.microsoft.com/office/drawing/2014/main" id="{5024A851-C27C-4C8E-A255-CA4F88B8FED0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04" name="Line">
            <a:extLst>
              <a:ext uri="{FF2B5EF4-FFF2-40B4-BE49-F238E27FC236}">
                <a16:creationId xmlns:a16="http://schemas.microsoft.com/office/drawing/2014/main" id="{CABA7085-FD5D-42C7-8E04-FDC08D79D4D2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05" name="1">
            <a:extLst>
              <a:ext uri="{FF2B5EF4-FFF2-40B4-BE49-F238E27FC236}">
                <a16:creationId xmlns:a16="http://schemas.microsoft.com/office/drawing/2014/main" id="{0804E39E-BC30-48EC-A50E-D8F3F2B33B5E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206" name="2">
            <a:extLst>
              <a:ext uri="{FF2B5EF4-FFF2-40B4-BE49-F238E27FC236}">
                <a16:creationId xmlns:a16="http://schemas.microsoft.com/office/drawing/2014/main" id="{EEE8D63B-2D21-48A2-B111-05FFF5A859C5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207" name="3">
            <a:extLst>
              <a:ext uri="{FF2B5EF4-FFF2-40B4-BE49-F238E27FC236}">
                <a16:creationId xmlns:a16="http://schemas.microsoft.com/office/drawing/2014/main" id="{F1C0073F-DD7A-4EF1-985F-AA29EA1881F0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208" name="4">
            <a:extLst>
              <a:ext uri="{FF2B5EF4-FFF2-40B4-BE49-F238E27FC236}">
                <a16:creationId xmlns:a16="http://schemas.microsoft.com/office/drawing/2014/main" id="{21C44CAC-A48E-4509-941B-F3E51BF4BD6C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209" name="A">
            <a:extLst>
              <a:ext uri="{FF2B5EF4-FFF2-40B4-BE49-F238E27FC236}">
                <a16:creationId xmlns:a16="http://schemas.microsoft.com/office/drawing/2014/main" id="{F2B81B48-7018-47FA-8DBB-D8A35DC830E8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210" name="B">
            <a:extLst>
              <a:ext uri="{FF2B5EF4-FFF2-40B4-BE49-F238E27FC236}">
                <a16:creationId xmlns:a16="http://schemas.microsoft.com/office/drawing/2014/main" id="{5D2128F5-71E8-4103-8808-4B939D55DB24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11" name="C">
            <a:extLst>
              <a:ext uri="{FF2B5EF4-FFF2-40B4-BE49-F238E27FC236}">
                <a16:creationId xmlns:a16="http://schemas.microsoft.com/office/drawing/2014/main" id="{6024AC93-4235-4F25-9D1F-8491D4D7898F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12" name="B">
            <a:extLst>
              <a:ext uri="{FF2B5EF4-FFF2-40B4-BE49-F238E27FC236}">
                <a16:creationId xmlns:a16="http://schemas.microsoft.com/office/drawing/2014/main" id="{CDBA6268-EF68-4D76-B920-0313E95C0CA7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13" name="D">
            <a:extLst>
              <a:ext uri="{FF2B5EF4-FFF2-40B4-BE49-F238E27FC236}">
                <a16:creationId xmlns:a16="http://schemas.microsoft.com/office/drawing/2014/main" id="{00EFC936-E069-44DD-A175-9DB7812E0D6C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214" name="E">
            <a:extLst>
              <a:ext uri="{FF2B5EF4-FFF2-40B4-BE49-F238E27FC236}">
                <a16:creationId xmlns:a16="http://schemas.microsoft.com/office/drawing/2014/main" id="{38FF3F30-0BDC-419D-84D3-8699D998EF88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15" name="C">
            <a:extLst>
              <a:ext uri="{FF2B5EF4-FFF2-40B4-BE49-F238E27FC236}">
                <a16:creationId xmlns:a16="http://schemas.microsoft.com/office/drawing/2014/main" id="{324FF88B-E36F-42E8-B7DD-F83E3AE8164E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16" name="E">
            <a:extLst>
              <a:ext uri="{FF2B5EF4-FFF2-40B4-BE49-F238E27FC236}">
                <a16:creationId xmlns:a16="http://schemas.microsoft.com/office/drawing/2014/main" id="{3177C8CC-CDB3-4F78-98BE-766DCF57A274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17" name="F">
            <a:extLst>
              <a:ext uri="{FF2B5EF4-FFF2-40B4-BE49-F238E27FC236}">
                <a16:creationId xmlns:a16="http://schemas.microsoft.com/office/drawing/2014/main" id="{772F60AC-72CE-46FD-9C58-755CA6D3B412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18" name="E">
            <a:extLst>
              <a:ext uri="{FF2B5EF4-FFF2-40B4-BE49-F238E27FC236}">
                <a16:creationId xmlns:a16="http://schemas.microsoft.com/office/drawing/2014/main" id="{D82398C8-62E0-4226-8D2C-D34E2A75BCA5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19" name="F">
            <a:extLst>
              <a:ext uri="{FF2B5EF4-FFF2-40B4-BE49-F238E27FC236}">
                <a16:creationId xmlns:a16="http://schemas.microsoft.com/office/drawing/2014/main" id="{C1DABCB8-6E99-4F7E-A4D4-04A0C945A969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20" name="G">
            <a:extLst>
              <a:ext uri="{FF2B5EF4-FFF2-40B4-BE49-F238E27FC236}">
                <a16:creationId xmlns:a16="http://schemas.microsoft.com/office/drawing/2014/main" id="{2562C490-EAB4-4908-A346-B3F50A8B0A0F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221" name="A">
            <a:extLst>
              <a:ext uri="{FF2B5EF4-FFF2-40B4-BE49-F238E27FC236}">
                <a16:creationId xmlns:a16="http://schemas.microsoft.com/office/drawing/2014/main" id="{F9F35DEE-5CA2-4C7B-951D-8EA1FCC2C0E9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222" name="B">
            <a:extLst>
              <a:ext uri="{FF2B5EF4-FFF2-40B4-BE49-F238E27FC236}">
                <a16:creationId xmlns:a16="http://schemas.microsoft.com/office/drawing/2014/main" id="{1E2D5DF3-E10E-4976-AEAC-9314343D3732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223" name="C">
            <a:extLst>
              <a:ext uri="{FF2B5EF4-FFF2-40B4-BE49-F238E27FC236}">
                <a16:creationId xmlns:a16="http://schemas.microsoft.com/office/drawing/2014/main" id="{10839ADE-7B53-4EA2-ACE5-E149E796EE75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224" name="D">
            <a:extLst>
              <a:ext uri="{FF2B5EF4-FFF2-40B4-BE49-F238E27FC236}">
                <a16:creationId xmlns:a16="http://schemas.microsoft.com/office/drawing/2014/main" id="{20F79C61-9EE7-46C3-8938-F3A76059274C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225" name="E">
            <a:extLst>
              <a:ext uri="{FF2B5EF4-FFF2-40B4-BE49-F238E27FC236}">
                <a16:creationId xmlns:a16="http://schemas.microsoft.com/office/drawing/2014/main" id="{90297975-070A-4E3A-8CC6-B2FF9882E260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226" name="F">
            <a:extLst>
              <a:ext uri="{FF2B5EF4-FFF2-40B4-BE49-F238E27FC236}">
                <a16:creationId xmlns:a16="http://schemas.microsoft.com/office/drawing/2014/main" id="{A237FA67-613A-4108-AFB8-2990F1844EB1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227" name="G">
            <a:extLst>
              <a:ext uri="{FF2B5EF4-FFF2-40B4-BE49-F238E27FC236}">
                <a16:creationId xmlns:a16="http://schemas.microsoft.com/office/drawing/2014/main" id="{7DC2937D-982E-46F2-9E26-C0574BE88EE3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35546733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Line">
            <a:extLst>
              <a:ext uri="{FF2B5EF4-FFF2-40B4-BE49-F238E27FC236}">
                <a16:creationId xmlns:a16="http://schemas.microsoft.com/office/drawing/2014/main" id="{F9F2F566-6C64-4A0B-BBE9-3A579690462B}"/>
              </a:ext>
            </a:extLst>
          </p:cNvPr>
          <p:cNvSpPr>
            <a:spLocks noGrp="1"/>
          </p:cNvSpPr>
          <p:nvPr/>
        </p:nvSpPr>
        <p:spPr>
          <a:xfrm flipH="1" flipV="1">
            <a:off x="14804149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0" name="Line">
            <a:extLst>
              <a:ext uri="{FF2B5EF4-FFF2-40B4-BE49-F238E27FC236}">
                <a16:creationId xmlns:a16="http://schemas.microsoft.com/office/drawing/2014/main" id="{D6E356A1-EB58-4D37-982F-D68C0FDD610C}"/>
              </a:ext>
            </a:extLst>
          </p:cNvPr>
          <p:cNvSpPr>
            <a:spLocks noGrp="1"/>
          </p:cNvSpPr>
          <p:nvPr/>
        </p:nvSpPr>
        <p:spPr>
          <a:xfrm flipH="1" flipV="1">
            <a:off x="13372646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1" name="Line">
            <a:extLst>
              <a:ext uri="{FF2B5EF4-FFF2-40B4-BE49-F238E27FC236}">
                <a16:creationId xmlns:a16="http://schemas.microsoft.com/office/drawing/2014/main" id="{61A171F9-08EE-4C4F-A715-6B5E6F96F69C}"/>
              </a:ext>
            </a:extLst>
          </p:cNvPr>
          <p:cNvSpPr>
            <a:spLocks noGrp="1"/>
          </p:cNvSpPr>
          <p:nvPr/>
        </p:nvSpPr>
        <p:spPr>
          <a:xfrm flipH="1">
            <a:off x="13245646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2" name="Line">
            <a:extLst>
              <a:ext uri="{FF2B5EF4-FFF2-40B4-BE49-F238E27FC236}">
                <a16:creationId xmlns:a16="http://schemas.microsoft.com/office/drawing/2014/main" id="{53B6FBFB-3F06-42C3-AE26-20591C3B8E0E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3" name="Line">
            <a:extLst>
              <a:ext uri="{FF2B5EF4-FFF2-40B4-BE49-F238E27FC236}">
                <a16:creationId xmlns:a16="http://schemas.microsoft.com/office/drawing/2014/main" id="{371423AD-0EF1-40FF-B4A7-021E4259D78C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4" name="Line">
            <a:extLst>
              <a:ext uri="{FF2B5EF4-FFF2-40B4-BE49-F238E27FC236}">
                <a16:creationId xmlns:a16="http://schemas.microsoft.com/office/drawing/2014/main" id="{4FCEC91E-0D9C-4F15-AD3B-A201FB8C1A62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5" name="1">
            <a:extLst>
              <a:ext uri="{FF2B5EF4-FFF2-40B4-BE49-F238E27FC236}">
                <a16:creationId xmlns:a16="http://schemas.microsoft.com/office/drawing/2014/main" id="{A025CBB5-1F4F-44A3-8AE7-4D75C1C95F39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236" name="2">
            <a:extLst>
              <a:ext uri="{FF2B5EF4-FFF2-40B4-BE49-F238E27FC236}">
                <a16:creationId xmlns:a16="http://schemas.microsoft.com/office/drawing/2014/main" id="{C554F0D8-EB27-4049-8954-FA3591963DFC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237" name="3">
            <a:extLst>
              <a:ext uri="{FF2B5EF4-FFF2-40B4-BE49-F238E27FC236}">
                <a16:creationId xmlns:a16="http://schemas.microsoft.com/office/drawing/2014/main" id="{7B4F6369-CE23-4B63-860A-FCF89696046E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238" name="4">
            <a:extLst>
              <a:ext uri="{FF2B5EF4-FFF2-40B4-BE49-F238E27FC236}">
                <a16:creationId xmlns:a16="http://schemas.microsoft.com/office/drawing/2014/main" id="{AA784083-6DC1-4AA4-8B57-A5F997A40E71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239" name="A">
            <a:extLst>
              <a:ext uri="{FF2B5EF4-FFF2-40B4-BE49-F238E27FC236}">
                <a16:creationId xmlns:a16="http://schemas.microsoft.com/office/drawing/2014/main" id="{4A069E70-D628-4D02-8CCE-8EFBEA0C663D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240" name="B">
            <a:extLst>
              <a:ext uri="{FF2B5EF4-FFF2-40B4-BE49-F238E27FC236}">
                <a16:creationId xmlns:a16="http://schemas.microsoft.com/office/drawing/2014/main" id="{BD0EA18D-EA09-4D3B-A11A-275A6EB3061D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41" name="C">
            <a:extLst>
              <a:ext uri="{FF2B5EF4-FFF2-40B4-BE49-F238E27FC236}">
                <a16:creationId xmlns:a16="http://schemas.microsoft.com/office/drawing/2014/main" id="{ABF5372E-1283-4148-96F9-C1F5E315A20D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42" name="B">
            <a:extLst>
              <a:ext uri="{FF2B5EF4-FFF2-40B4-BE49-F238E27FC236}">
                <a16:creationId xmlns:a16="http://schemas.microsoft.com/office/drawing/2014/main" id="{100905A8-9F5E-45E8-9A08-24BD44B566C6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43" name="D">
            <a:extLst>
              <a:ext uri="{FF2B5EF4-FFF2-40B4-BE49-F238E27FC236}">
                <a16:creationId xmlns:a16="http://schemas.microsoft.com/office/drawing/2014/main" id="{18DE5FD7-2AAE-4AF7-A882-72BB39F776A9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244" name="E">
            <a:extLst>
              <a:ext uri="{FF2B5EF4-FFF2-40B4-BE49-F238E27FC236}">
                <a16:creationId xmlns:a16="http://schemas.microsoft.com/office/drawing/2014/main" id="{57459DD0-BCCB-4AE7-939B-F2CA60221F71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45" name="C">
            <a:extLst>
              <a:ext uri="{FF2B5EF4-FFF2-40B4-BE49-F238E27FC236}">
                <a16:creationId xmlns:a16="http://schemas.microsoft.com/office/drawing/2014/main" id="{558E602A-4111-421A-9600-34F89D7CA6BC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46" name="E">
            <a:extLst>
              <a:ext uri="{FF2B5EF4-FFF2-40B4-BE49-F238E27FC236}">
                <a16:creationId xmlns:a16="http://schemas.microsoft.com/office/drawing/2014/main" id="{57667CCF-D835-4FE5-98BE-17E719F4FCC9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47" name="F">
            <a:extLst>
              <a:ext uri="{FF2B5EF4-FFF2-40B4-BE49-F238E27FC236}">
                <a16:creationId xmlns:a16="http://schemas.microsoft.com/office/drawing/2014/main" id="{36E2171E-19CB-440F-9E86-799EE87F61F3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48" name="E">
            <a:extLst>
              <a:ext uri="{FF2B5EF4-FFF2-40B4-BE49-F238E27FC236}">
                <a16:creationId xmlns:a16="http://schemas.microsoft.com/office/drawing/2014/main" id="{58D94914-F9F3-4E26-B9F8-4B4FBDB192BD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49" name="F">
            <a:extLst>
              <a:ext uri="{FF2B5EF4-FFF2-40B4-BE49-F238E27FC236}">
                <a16:creationId xmlns:a16="http://schemas.microsoft.com/office/drawing/2014/main" id="{273F7824-3A70-4EFF-A3F1-AF436F912F7C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50" name="G">
            <a:extLst>
              <a:ext uri="{FF2B5EF4-FFF2-40B4-BE49-F238E27FC236}">
                <a16:creationId xmlns:a16="http://schemas.microsoft.com/office/drawing/2014/main" id="{E30A5CE5-3A80-456D-AEA0-B1D572061585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251" name="A">
            <a:extLst>
              <a:ext uri="{FF2B5EF4-FFF2-40B4-BE49-F238E27FC236}">
                <a16:creationId xmlns:a16="http://schemas.microsoft.com/office/drawing/2014/main" id="{DAEBC03C-90AB-4D00-BF84-0BE72DD55555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252" name="B">
            <a:extLst>
              <a:ext uri="{FF2B5EF4-FFF2-40B4-BE49-F238E27FC236}">
                <a16:creationId xmlns:a16="http://schemas.microsoft.com/office/drawing/2014/main" id="{3FEFA2FA-F4FA-44BB-80A3-3160A48BCB0D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253" name="C">
            <a:extLst>
              <a:ext uri="{FF2B5EF4-FFF2-40B4-BE49-F238E27FC236}">
                <a16:creationId xmlns:a16="http://schemas.microsoft.com/office/drawing/2014/main" id="{607BD10A-D90F-425B-B42E-D91FED0D1007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254" name="D">
            <a:extLst>
              <a:ext uri="{FF2B5EF4-FFF2-40B4-BE49-F238E27FC236}">
                <a16:creationId xmlns:a16="http://schemas.microsoft.com/office/drawing/2014/main" id="{7C566EFF-76AB-428C-9B80-ADA6BCEE2570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255" name="E">
            <a:extLst>
              <a:ext uri="{FF2B5EF4-FFF2-40B4-BE49-F238E27FC236}">
                <a16:creationId xmlns:a16="http://schemas.microsoft.com/office/drawing/2014/main" id="{7951DDCA-A31F-4DA9-BFD4-4781C06715E3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256" name="F">
            <a:extLst>
              <a:ext uri="{FF2B5EF4-FFF2-40B4-BE49-F238E27FC236}">
                <a16:creationId xmlns:a16="http://schemas.microsoft.com/office/drawing/2014/main" id="{AD1D0EC5-7C66-469A-8A1A-91F290125A6D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257" name="G">
            <a:extLst>
              <a:ext uri="{FF2B5EF4-FFF2-40B4-BE49-F238E27FC236}">
                <a16:creationId xmlns:a16="http://schemas.microsoft.com/office/drawing/2014/main" id="{962673BD-D0C0-47CA-9A0C-E966A3BB6154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49791584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Line">
            <a:extLst>
              <a:ext uri="{FF2B5EF4-FFF2-40B4-BE49-F238E27FC236}">
                <a16:creationId xmlns:a16="http://schemas.microsoft.com/office/drawing/2014/main" id="{0C3DA0BA-1C0C-442E-A207-A5BC812E92E7}"/>
              </a:ext>
            </a:extLst>
          </p:cNvPr>
          <p:cNvSpPr>
            <a:spLocks noGrp="1"/>
          </p:cNvSpPr>
          <p:nvPr/>
        </p:nvSpPr>
        <p:spPr>
          <a:xfrm flipH="1" flipV="1">
            <a:off x="14804149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0" name="Line">
            <a:extLst>
              <a:ext uri="{FF2B5EF4-FFF2-40B4-BE49-F238E27FC236}">
                <a16:creationId xmlns:a16="http://schemas.microsoft.com/office/drawing/2014/main" id="{9AA6E710-4FD0-4B86-85EA-A115A74995ED}"/>
              </a:ext>
            </a:extLst>
          </p:cNvPr>
          <p:cNvSpPr>
            <a:spLocks noGrp="1"/>
          </p:cNvSpPr>
          <p:nvPr/>
        </p:nvSpPr>
        <p:spPr>
          <a:xfrm flipH="1" flipV="1">
            <a:off x="13372646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1" name="Line">
            <a:extLst>
              <a:ext uri="{FF2B5EF4-FFF2-40B4-BE49-F238E27FC236}">
                <a16:creationId xmlns:a16="http://schemas.microsoft.com/office/drawing/2014/main" id="{AEB3EC64-82C2-449F-A280-CBB29ED37A02}"/>
              </a:ext>
            </a:extLst>
          </p:cNvPr>
          <p:cNvSpPr>
            <a:spLocks noGrp="1"/>
          </p:cNvSpPr>
          <p:nvPr/>
        </p:nvSpPr>
        <p:spPr>
          <a:xfrm flipH="1">
            <a:off x="13245646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2" name="Line">
            <a:extLst>
              <a:ext uri="{FF2B5EF4-FFF2-40B4-BE49-F238E27FC236}">
                <a16:creationId xmlns:a16="http://schemas.microsoft.com/office/drawing/2014/main" id="{9BB056A9-5445-47AF-8C95-F1918FB72E7D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3" name="Line">
            <a:extLst>
              <a:ext uri="{FF2B5EF4-FFF2-40B4-BE49-F238E27FC236}">
                <a16:creationId xmlns:a16="http://schemas.microsoft.com/office/drawing/2014/main" id="{EB383333-E11C-4BC2-88B2-3A0B1CF1A89C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4" name="Line">
            <a:extLst>
              <a:ext uri="{FF2B5EF4-FFF2-40B4-BE49-F238E27FC236}">
                <a16:creationId xmlns:a16="http://schemas.microsoft.com/office/drawing/2014/main" id="{4E37506D-3C51-47CC-BCA2-D31AC08B228D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5" name="1">
            <a:extLst>
              <a:ext uri="{FF2B5EF4-FFF2-40B4-BE49-F238E27FC236}">
                <a16:creationId xmlns:a16="http://schemas.microsoft.com/office/drawing/2014/main" id="{7B88C654-5A76-4AD4-89B2-D7D22C727BFA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266" name="2">
            <a:extLst>
              <a:ext uri="{FF2B5EF4-FFF2-40B4-BE49-F238E27FC236}">
                <a16:creationId xmlns:a16="http://schemas.microsoft.com/office/drawing/2014/main" id="{A0ADAFB9-EF47-4369-B33B-BA4635BA6767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267" name="3">
            <a:extLst>
              <a:ext uri="{FF2B5EF4-FFF2-40B4-BE49-F238E27FC236}">
                <a16:creationId xmlns:a16="http://schemas.microsoft.com/office/drawing/2014/main" id="{E3C5834D-B209-498F-B89F-C58AB176686A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268" name="4">
            <a:extLst>
              <a:ext uri="{FF2B5EF4-FFF2-40B4-BE49-F238E27FC236}">
                <a16:creationId xmlns:a16="http://schemas.microsoft.com/office/drawing/2014/main" id="{162E673C-D67A-474E-8F24-2514412E44E8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269" name="A">
            <a:extLst>
              <a:ext uri="{FF2B5EF4-FFF2-40B4-BE49-F238E27FC236}">
                <a16:creationId xmlns:a16="http://schemas.microsoft.com/office/drawing/2014/main" id="{07549F9C-E5BB-4550-B2F7-1828BAF574BE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270" name="B">
            <a:extLst>
              <a:ext uri="{FF2B5EF4-FFF2-40B4-BE49-F238E27FC236}">
                <a16:creationId xmlns:a16="http://schemas.microsoft.com/office/drawing/2014/main" id="{2D2BBFBF-2BFF-41D7-8EA7-C035B006F6D5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71" name="C">
            <a:extLst>
              <a:ext uri="{FF2B5EF4-FFF2-40B4-BE49-F238E27FC236}">
                <a16:creationId xmlns:a16="http://schemas.microsoft.com/office/drawing/2014/main" id="{01F71425-E1E6-46CF-814F-00685565ADC6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72" name="B">
            <a:extLst>
              <a:ext uri="{FF2B5EF4-FFF2-40B4-BE49-F238E27FC236}">
                <a16:creationId xmlns:a16="http://schemas.microsoft.com/office/drawing/2014/main" id="{69ECB384-DC21-47CD-83E6-37F58BAA97E5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273" name="D">
            <a:extLst>
              <a:ext uri="{FF2B5EF4-FFF2-40B4-BE49-F238E27FC236}">
                <a16:creationId xmlns:a16="http://schemas.microsoft.com/office/drawing/2014/main" id="{920CCD4D-EFD2-4308-A08A-C34C95D4567F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274" name="E">
            <a:extLst>
              <a:ext uri="{FF2B5EF4-FFF2-40B4-BE49-F238E27FC236}">
                <a16:creationId xmlns:a16="http://schemas.microsoft.com/office/drawing/2014/main" id="{CB327C8F-DB60-48D7-8D20-615A3DCCF9CE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75" name="C">
            <a:extLst>
              <a:ext uri="{FF2B5EF4-FFF2-40B4-BE49-F238E27FC236}">
                <a16:creationId xmlns:a16="http://schemas.microsoft.com/office/drawing/2014/main" id="{DACD1C7F-A6A2-40AF-9CDA-02302985A8E2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276" name="E">
            <a:extLst>
              <a:ext uri="{FF2B5EF4-FFF2-40B4-BE49-F238E27FC236}">
                <a16:creationId xmlns:a16="http://schemas.microsoft.com/office/drawing/2014/main" id="{62D1F750-6362-4436-AE6E-ACB91E944BB8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77" name="F">
            <a:extLst>
              <a:ext uri="{FF2B5EF4-FFF2-40B4-BE49-F238E27FC236}">
                <a16:creationId xmlns:a16="http://schemas.microsoft.com/office/drawing/2014/main" id="{BB1B34D4-E983-40AF-B915-B340A22DFF26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78" name="E">
            <a:extLst>
              <a:ext uri="{FF2B5EF4-FFF2-40B4-BE49-F238E27FC236}">
                <a16:creationId xmlns:a16="http://schemas.microsoft.com/office/drawing/2014/main" id="{EBFAA438-331C-445C-991D-250BC45DBA66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279" name="F">
            <a:extLst>
              <a:ext uri="{FF2B5EF4-FFF2-40B4-BE49-F238E27FC236}">
                <a16:creationId xmlns:a16="http://schemas.microsoft.com/office/drawing/2014/main" id="{1246B8E9-0561-4C11-8D97-95E9F9ECB079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280" name="G">
            <a:extLst>
              <a:ext uri="{FF2B5EF4-FFF2-40B4-BE49-F238E27FC236}">
                <a16:creationId xmlns:a16="http://schemas.microsoft.com/office/drawing/2014/main" id="{B556B6D0-E363-4134-A4FF-C813498ECA80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281" name="A">
            <a:extLst>
              <a:ext uri="{FF2B5EF4-FFF2-40B4-BE49-F238E27FC236}">
                <a16:creationId xmlns:a16="http://schemas.microsoft.com/office/drawing/2014/main" id="{88DB114A-DFB2-4671-8AAA-2EDA53C3736B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282" name="B">
            <a:extLst>
              <a:ext uri="{FF2B5EF4-FFF2-40B4-BE49-F238E27FC236}">
                <a16:creationId xmlns:a16="http://schemas.microsoft.com/office/drawing/2014/main" id="{2FD7A339-D952-45AD-8E9C-41C32507E7CF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283" name="C">
            <a:extLst>
              <a:ext uri="{FF2B5EF4-FFF2-40B4-BE49-F238E27FC236}">
                <a16:creationId xmlns:a16="http://schemas.microsoft.com/office/drawing/2014/main" id="{C8756C1A-D39A-40BF-92AD-51CCE1D891F7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284" name="D">
            <a:extLst>
              <a:ext uri="{FF2B5EF4-FFF2-40B4-BE49-F238E27FC236}">
                <a16:creationId xmlns:a16="http://schemas.microsoft.com/office/drawing/2014/main" id="{4F0A3EB6-F7ED-48E7-946F-2728D1C989C7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285" name="E">
            <a:extLst>
              <a:ext uri="{FF2B5EF4-FFF2-40B4-BE49-F238E27FC236}">
                <a16:creationId xmlns:a16="http://schemas.microsoft.com/office/drawing/2014/main" id="{8B9D2A85-F1C6-4BB0-B889-ACE9C3263853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286" name="F">
            <a:extLst>
              <a:ext uri="{FF2B5EF4-FFF2-40B4-BE49-F238E27FC236}">
                <a16:creationId xmlns:a16="http://schemas.microsoft.com/office/drawing/2014/main" id="{A2A9F016-8981-448C-943D-CEDE63DF95AA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287" name="G">
            <a:extLst>
              <a:ext uri="{FF2B5EF4-FFF2-40B4-BE49-F238E27FC236}">
                <a16:creationId xmlns:a16="http://schemas.microsoft.com/office/drawing/2014/main" id="{C7F1F77A-07B3-4A01-BAA9-2F0F4AFE99C9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581153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Line">
            <a:extLst>
              <a:ext uri="{FF2B5EF4-FFF2-40B4-BE49-F238E27FC236}">
                <a16:creationId xmlns:a16="http://schemas.microsoft.com/office/drawing/2014/main" id="{7282D8C6-CC53-4A06-B62A-E7D35EC5D09A}"/>
              </a:ext>
            </a:extLst>
          </p:cNvPr>
          <p:cNvSpPr>
            <a:spLocks noGrp="1"/>
          </p:cNvSpPr>
          <p:nvPr/>
        </p:nvSpPr>
        <p:spPr>
          <a:xfrm>
            <a:off x="19656349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60B78FA1-7396-4F8B-BE1F-ED83F236699E}"/>
              </a:ext>
            </a:extLst>
          </p:cNvPr>
          <p:cNvSpPr>
            <a:spLocks noGrp="1"/>
          </p:cNvSpPr>
          <p:nvPr/>
        </p:nvSpPr>
        <p:spPr>
          <a:xfrm flipV="1">
            <a:off x="1585254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53B65F9C-8DD9-4EA6-BD82-357753FA7089}"/>
              </a:ext>
            </a:extLst>
          </p:cNvPr>
          <p:cNvSpPr>
            <a:spLocks noGrp="1"/>
          </p:cNvSpPr>
          <p:nvPr/>
        </p:nvSpPr>
        <p:spPr>
          <a:xfrm flipV="1">
            <a:off x="15940265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2" name="Line">
            <a:extLst>
              <a:ext uri="{FF2B5EF4-FFF2-40B4-BE49-F238E27FC236}">
                <a16:creationId xmlns:a16="http://schemas.microsoft.com/office/drawing/2014/main" id="{25C35B33-1005-43AB-9BFD-3EA72C210ED0}"/>
              </a:ext>
            </a:extLst>
          </p:cNvPr>
          <p:cNvSpPr>
            <a:spLocks noGrp="1"/>
          </p:cNvSpPr>
          <p:nvPr/>
        </p:nvSpPr>
        <p:spPr>
          <a:xfrm flipH="1" flipV="1">
            <a:off x="14804149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3" name="Line">
            <a:extLst>
              <a:ext uri="{FF2B5EF4-FFF2-40B4-BE49-F238E27FC236}">
                <a16:creationId xmlns:a16="http://schemas.microsoft.com/office/drawing/2014/main" id="{9F9C16E9-0921-43D0-BE77-B5A9CEF0A56A}"/>
              </a:ext>
            </a:extLst>
          </p:cNvPr>
          <p:cNvSpPr>
            <a:spLocks noGrp="1"/>
          </p:cNvSpPr>
          <p:nvPr/>
        </p:nvSpPr>
        <p:spPr>
          <a:xfrm flipH="1" flipV="1">
            <a:off x="13372646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4" name="Line">
            <a:extLst>
              <a:ext uri="{FF2B5EF4-FFF2-40B4-BE49-F238E27FC236}">
                <a16:creationId xmlns:a16="http://schemas.microsoft.com/office/drawing/2014/main" id="{8B068C09-E3CF-497B-BD39-08B7A73FF991}"/>
              </a:ext>
            </a:extLst>
          </p:cNvPr>
          <p:cNvSpPr>
            <a:spLocks noGrp="1"/>
          </p:cNvSpPr>
          <p:nvPr/>
        </p:nvSpPr>
        <p:spPr>
          <a:xfrm flipH="1">
            <a:off x="13245646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5" name="Line">
            <a:extLst>
              <a:ext uri="{FF2B5EF4-FFF2-40B4-BE49-F238E27FC236}">
                <a16:creationId xmlns:a16="http://schemas.microsoft.com/office/drawing/2014/main" id="{D3E70AE7-D04D-4972-9172-70FC32D7C179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6" name="Line">
            <a:extLst>
              <a:ext uri="{FF2B5EF4-FFF2-40B4-BE49-F238E27FC236}">
                <a16:creationId xmlns:a16="http://schemas.microsoft.com/office/drawing/2014/main" id="{F351B170-F3F4-4259-B981-6777637EA997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7" name="Line">
            <a:extLst>
              <a:ext uri="{FF2B5EF4-FFF2-40B4-BE49-F238E27FC236}">
                <a16:creationId xmlns:a16="http://schemas.microsoft.com/office/drawing/2014/main" id="{B573F2FA-FD4C-42D1-A3BC-3C5C1EF14299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806477C3-672E-42A7-96F8-0B5AD89EA5F2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299" name="2">
            <a:extLst>
              <a:ext uri="{FF2B5EF4-FFF2-40B4-BE49-F238E27FC236}">
                <a16:creationId xmlns:a16="http://schemas.microsoft.com/office/drawing/2014/main" id="{7270AD9C-86DA-4B71-BA0B-37F4ECC92545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300" name="3">
            <a:extLst>
              <a:ext uri="{FF2B5EF4-FFF2-40B4-BE49-F238E27FC236}">
                <a16:creationId xmlns:a16="http://schemas.microsoft.com/office/drawing/2014/main" id="{87CD2C79-7B9A-4FF3-B0DB-0C0DCFB08255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301" name="4">
            <a:extLst>
              <a:ext uri="{FF2B5EF4-FFF2-40B4-BE49-F238E27FC236}">
                <a16:creationId xmlns:a16="http://schemas.microsoft.com/office/drawing/2014/main" id="{50705EC4-9F80-4BCA-8680-39DCA5EE5E43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302" name="A">
            <a:extLst>
              <a:ext uri="{FF2B5EF4-FFF2-40B4-BE49-F238E27FC236}">
                <a16:creationId xmlns:a16="http://schemas.microsoft.com/office/drawing/2014/main" id="{9B268CCB-6EDA-4D2C-A882-1C119BCC0938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303" name="B">
            <a:extLst>
              <a:ext uri="{FF2B5EF4-FFF2-40B4-BE49-F238E27FC236}">
                <a16:creationId xmlns:a16="http://schemas.microsoft.com/office/drawing/2014/main" id="{ECD3E6A8-F614-4362-8CAD-959BAE4824ED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04" name="C">
            <a:extLst>
              <a:ext uri="{FF2B5EF4-FFF2-40B4-BE49-F238E27FC236}">
                <a16:creationId xmlns:a16="http://schemas.microsoft.com/office/drawing/2014/main" id="{ECD5E453-F396-4D6F-8C5D-EAF38EB4B550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05" name="B">
            <a:extLst>
              <a:ext uri="{FF2B5EF4-FFF2-40B4-BE49-F238E27FC236}">
                <a16:creationId xmlns:a16="http://schemas.microsoft.com/office/drawing/2014/main" id="{4A29C112-9139-4BEC-A8C3-B24808F58910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06" name="D">
            <a:extLst>
              <a:ext uri="{FF2B5EF4-FFF2-40B4-BE49-F238E27FC236}">
                <a16:creationId xmlns:a16="http://schemas.microsoft.com/office/drawing/2014/main" id="{0CA5EF77-1CB2-4454-A1DC-6B5CB57C487A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307" name="E">
            <a:extLst>
              <a:ext uri="{FF2B5EF4-FFF2-40B4-BE49-F238E27FC236}">
                <a16:creationId xmlns:a16="http://schemas.microsoft.com/office/drawing/2014/main" id="{A897AC55-06C4-4125-87EE-37E3695ADF59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08" name="C">
            <a:extLst>
              <a:ext uri="{FF2B5EF4-FFF2-40B4-BE49-F238E27FC236}">
                <a16:creationId xmlns:a16="http://schemas.microsoft.com/office/drawing/2014/main" id="{0E8DB876-C49C-40B1-B862-29A8449B53A1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09" name="E">
            <a:extLst>
              <a:ext uri="{FF2B5EF4-FFF2-40B4-BE49-F238E27FC236}">
                <a16:creationId xmlns:a16="http://schemas.microsoft.com/office/drawing/2014/main" id="{1E83807C-5C5D-4079-860A-02EF92202954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10" name="F">
            <a:extLst>
              <a:ext uri="{FF2B5EF4-FFF2-40B4-BE49-F238E27FC236}">
                <a16:creationId xmlns:a16="http://schemas.microsoft.com/office/drawing/2014/main" id="{E52F4954-B3C3-4A0D-8A1C-FA7905A4F38A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11" name="E">
            <a:extLst>
              <a:ext uri="{FF2B5EF4-FFF2-40B4-BE49-F238E27FC236}">
                <a16:creationId xmlns:a16="http://schemas.microsoft.com/office/drawing/2014/main" id="{1FEF5D78-8F07-49F8-AA53-8DCEB54A62DE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12" name="F">
            <a:extLst>
              <a:ext uri="{FF2B5EF4-FFF2-40B4-BE49-F238E27FC236}">
                <a16:creationId xmlns:a16="http://schemas.microsoft.com/office/drawing/2014/main" id="{414795E4-F251-44C0-A5FA-00D933BDBEAF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13" name="G">
            <a:extLst>
              <a:ext uri="{FF2B5EF4-FFF2-40B4-BE49-F238E27FC236}">
                <a16:creationId xmlns:a16="http://schemas.microsoft.com/office/drawing/2014/main" id="{823F437F-63D0-44E5-A0DA-5D6950E78953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314" name="A">
            <a:extLst>
              <a:ext uri="{FF2B5EF4-FFF2-40B4-BE49-F238E27FC236}">
                <a16:creationId xmlns:a16="http://schemas.microsoft.com/office/drawing/2014/main" id="{B1B5D2E5-0EA9-4E25-BE8E-E53BAF9A8661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315" name="B">
            <a:extLst>
              <a:ext uri="{FF2B5EF4-FFF2-40B4-BE49-F238E27FC236}">
                <a16:creationId xmlns:a16="http://schemas.microsoft.com/office/drawing/2014/main" id="{055FDA14-8709-4DE4-A316-FCDE96A6ED15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316" name="C">
            <a:extLst>
              <a:ext uri="{FF2B5EF4-FFF2-40B4-BE49-F238E27FC236}">
                <a16:creationId xmlns:a16="http://schemas.microsoft.com/office/drawing/2014/main" id="{303AA3D6-26BE-4785-96E0-7B7FAC72763B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317" name="D">
            <a:extLst>
              <a:ext uri="{FF2B5EF4-FFF2-40B4-BE49-F238E27FC236}">
                <a16:creationId xmlns:a16="http://schemas.microsoft.com/office/drawing/2014/main" id="{7A0A7D74-8E7C-480C-ABE5-6DB6BEC7E5DA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318" name="E">
            <a:extLst>
              <a:ext uri="{FF2B5EF4-FFF2-40B4-BE49-F238E27FC236}">
                <a16:creationId xmlns:a16="http://schemas.microsoft.com/office/drawing/2014/main" id="{9B3ED604-0F9A-4D1B-9F68-6E91E7D22C41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319" name="F">
            <a:extLst>
              <a:ext uri="{FF2B5EF4-FFF2-40B4-BE49-F238E27FC236}">
                <a16:creationId xmlns:a16="http://schemas.microsoft.com/office/drawing/2014/main" id="{499DEBA7-CA96-4557-93EE-0E0CA39DE4ED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320" name="G">
            <a:extLst>
              <a:ext uri="{FF2B5EF4-FFF2-40B4-BE49-F238E27FC236}">
                <a16:creationId xmlns:a16="http://schemas.microsoft.com/office/drawing/2014/main" id="{F92D71E6-1ED5-44A3-8A6C-B3DBDAFC32D7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2344852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Line">
            <a:extLst>
              <a:ext uri="{FF2B5EF4-FFF2-40B4-BE49-F238E27FC236}">
                <a16:creationId xmlns:a16="http://schemas.microsoft.com/office/drawing/2014/main" id="{B8C63B40-B902-40F7-8F59-6831CA6EF345}"/>
              </a:ext>
            </a:extLst>
          </p:cNvPr>
          <p:cNvSpPr>
            <a:spLocks noGrp="1"/>
          </p:cNvSpPr>
          <p:nvPr/>
        </p:nvSpPr>
        <p:spPr>
          <a:xfrm>
            <a:off x="19656349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3" name="Line">
            <a:extLst>
              <a:ext uri="{FF2B5EF4-FFF2-40B4-BE49-F238E27FC236}">
                <a16:creationId xmlns:a16="http://schemas.microsoft.com/office/drawing/2014/main" id="{93F13D92-DF43-40F2-BB14-D8A970AB359F}"/>
              </a:ext>
            </a:extLst>
          </p:cNvPr>
          <p:cNvSpPr>
            <a:spLocks noGrp="1"/>
          </p:cNvSpPr>
          <p:nvPr/>
        </p:nvSpPr>
        <p:spPr>
          <a:xfrm flipV="1">
            <a:off x="1585254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4" name="Line">
            <a:extLst>
              <a:ext uri="{FF2B5EF4-FFF2-40B4-BE49-F238E27FC236}">
                <a16:creationId xmlns:a16="http://schemas.microsoft.com/office/drawing/2014/main" id="{F4556107-D88C-4897-9A37-3CDC94F82549}"/>
              </a:ext>
            </a:extLst>
          </p:cNvPr>
          <p:cNvSpPr>
            <a:spLocks noGrp="1"/>
          </p:cNvSpPr>
          <p:nvPr/>
        </p:nvSpPr>
        <p:spPr>
          <a:xfrm flipV="1">
            <a:off x="15940265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5" name="Line">
            <a:extLst>
              <a:ext uri="{FF2B5EF4-FFF2-40B4-BE49-F238E27FC236}">
                <a16:creationId xmlns:a16="http://schemas.microsoft.com/office/drawing/2014/main" id="{962A0822-C709-4E56-A6A0-6A06E80F3D2F}"/>
              </a:ext>
            </a:extLst>
          </p:cNvPr>
          <p:cNvSpPr>
            <a:spLocks noGrp="1"/>
          </p:cNvSpPr>
          <p:nvPr/>
        </p:nvSpPr>
        <p:spPr>
          <a:xfrm flipH="1" flipV="1">
            <a:off x="14804149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6" name="Line">
            <a:extLst>
              <a:ext uri="{FF2B5EF4-FFF2-40B4-BE49-F238E27FC236}">
                <a16:creationId xmlns:a16="http://schemas.microsoft.com/office/drawing/2014/main" id="{60195487-9EDC-4CED-959F-C36E4379D15E}"/>
              </a:ext>
            </a:extLst>
          </p:cNvPr>
          <p:cNvSpPr>
            <a:spLocks noGrp="1"/>
          </p:cNvSpPr>
          <p:nvPr/>
        </p:nvSpPr>
        <p:spPr>
          <a:xfrm flipH="1" flipV="1">
            <a:off x="13372646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7" name="Line">
            <a:extLst>
              <a:ext uri="{FF2B5EF4-FFF2-40B4-BE49-F238E27FC236}">
                <a16:creationId xmlns:a16="http://schemas.microsoft.com/office/drawing/2014/main" id="{38D07D0E-5B68-4B34-B5EF-3BC730D717A0}"/>
              </a:ext>
            </a:extLst>
          </p:cNvPr>
          <p:cNvSpPr>
            <a:spLocks noGrp="1"/>
          </p:cNvSpPr>
          <p:nvPr/>
        </p:nvSpPr>
        <p:spPr>
          <a:xfrm flipH="1">
            <a:off x="13245646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8" name="Line">
            <a:extLst>
              <a:ext uri="{FF2B5EF4-FFF2-40B4-BE49-F238E27FC236}">
                <a16:creationId xmlns:a16="http://schemas.microsoft.com/office/drawing/2014/main" id="{5911F89A-FB53-4BF2-A8A4-170123F2E9B3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9" name="Line">
            <a:extLst>
              <a:ext uri="{FF2B5EF4-FFF2-40B4-BE49-F238E27FC236}">
                <a16:creationId xmlns:a16="http://schemas.microsoft.com/office/drawing/2014/main" id="{5D45EBC7-5BE8-4F99-99E4-5BB3FB1739AD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30" name="Line">
            <a:extLst>
              <a:ext uri="{FF2B5EF4-FFF2-40B4-BE49-F238E27FC236}">
                <a16:creationId xmlns:a16="http://schemas.microsoft.com/office/drawing/2014/main" id="{A25F2817-4F4A-4035-B007-FE46AC8BC6E1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31" name="1">
            <a:extLst>
              <a:ext uri="{FF2B5EF4-FFF2-40B4-BE49-F238E27FC236}">
                <a16:creationId xmlns:a16="http://schemas.microsoft.com/office/drawing/2014/main" id="{26328E2E-1D9D-43BE-B2F3-5F9DD3F72066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332" name="2">
            <a:extLst>
              <a:ext uri="{FF2B5EF4-FFF2-40B4-BE49-F238E27FC236}">
                <a16:creationId xmlns:a16="http://schemas.microsoft.com/office/drawing/2014/main" id="{20A7BB3E-7E9A-42C7-BFA1-D91D890EC132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333" name="3">
            <a:extLst>
              <a:ext uri="{FF2B5EF4-FFF2-40B4-BE49-F238E27FC236}">
                <a16:creationId xmlns:a16="http://schemas.microsoft.com/office/drawing/2014/main" id="{8F298770-119F-457C-80B2-66668032D4B1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334" name="4">
            <a:extLst>
              <a:ext uri="{FF2B5EF4-FFF2-40B4-BE49-F238E27FC236}">
                <a16:creationId xmlns:a16="http://schemas.microsoft.com/office/drawing/2014/main" id="{98B0F612-A537-4475-A6BF-752BF14B2C29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335" name="A">
            <a:extLst>
              <a:ext uri="{FF2B5EF4-FFF2-40B4-BE49-F238E27FC236}">
                <a16:creationId xmlns:a16="http://schemas.microsoft.com/office/drawing/2014/main" id="{D93B675E-C364-4001-BB1E-446AF889CB5E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336" name="B">
            <a:extLst>
              <a:ext uri="{FF2B5EF4-FFF2-40B4-BE49-F238E27FC236}">
                <a16:creationId xmlns:a16="http://schemas.microsoft.com/office/drawing/2014/main" id="{D49AD2E6-22BB-4E6F-BBC6-F1B135C8D0C0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37" name="C">
            <a:extLst>
              <a:ext uri="{FF2B5EF4-FFF2-40B4-BE49-F238E27FC236}">
                <a16:creationId xmlns:a16="http://schemas.microsoft.com/office/drawing/2014/main" id="{43954858-F065-4E94-89DD-46E65F4878C2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38" name="B">
            <a:extLst>
              <a:ext uri="{FF2B5EF4-FFF2-40B4-BE49-F238E27FC236}">
                <a16:creationId xmlns:a16="http://schemas.microsoft.com/office/drawing/2014/main" id="{51E0A691-666A-4765-BE60-D9AFA4B3519F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39" name="D">
            <a:extLst>
              <a:ext uri="{FF2B5EF4-FFF2-40B4-BE49-F238E27FC236}">
                <a16:creationId xmlns:a16="http://schemas.microsoft.com/office/drawing/2014/main" id="{2367B008-F013-42DF-937C-D93EA10ED0E4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340" name="E">
            <a:extLst>
              <a:ext uri="{FF2B5EF4-FFF2-40B4-BE49-F238E27FC236}">
                <a16:creationId xmlns:a16="http://schemas.microsoft.com/office/drawing/2014/main" id="{35BE34FF-05E6-4657-9685-8AE8D404DE4D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41" name="C">
            <a:extLst>
              <a:ext uri="{FF2B5EF4-FFF2-40B4-BE49-F238E27FC236}">
                <a16:creationId xmlns:a16="http://schemas.microsoft.com/office/drawing/2014/main" id="{7AEC6157-A439-4B60-B9C5-57FB9C6A4722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42" name="E">
            <a:extLst>
              <a:ext uri="{FF2B5EF4-FFF2-40B4-BE49-F238E27FC236}">
                <a16:creationId xmlns:a16="http://schemas.microsoft.com/office/drawing/2014/main" id="{92F7EE00-1920-407C-AC92-0AD60F7F265A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43" name="F">
            <a:extLst>
              <a:ext uri="{FF2B5EF4-FFF2-40B4-BE49-F238E27FC236}">
                <a16:creationId xmlns:a16="http://schemas.microsoft.com/office/drawing/2014/main" id="{A30DBBB3-35FF-40F8-A7E5-5427A5871E47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44" name="E">
            <a:extLst>
              <a:ext uri="{FF2B5EF4-FFF2-40B4-BE49-F238E27FC236}">
                <a16:creationId xmlns:a16="http://schemas.microsoft.com/office/drawing/2014/main" id="{88D8F4E1-83B7-45E8-989F-AE46A0D7C1A5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45" name="F">
            <a:extLst>
              <a:ext uri="{FF2B5EF4-FFF2-40B4-BE49-F238E27FC236}">
                <a16:creationId xmlns:a16="http://schemas.microsoft.com/office/drawing/2014/main" id="{AF1C7A9F-E93B-4A8B-B4FF-7F0A7516B9B6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46" name="G">
            <a:extLst>
              <a:ext uri="{FF2B5EF4-FFF2-40B4-BE49-F238E27FC236}">
                <a16:creationId xmlns:a16="http://schemas.microsoft.com/office/drawing/2014/main" id="{9AE4EA58-DEDB-498F-86A4-7F4A75DC3E88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347" name="A">
            <a:extLst>
              <a:ext uri="{FF2B5EF4-FFF2-40B4-BE49-F238E27FC236}">
                <a16:creationId xmlns:a16="http://schemas.microsoft.com/office/drawing/2014/main" id="{5EF6A366-1E71-447C-AFFC-4CF35912F884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348" name="B">
            <a:extLst>
              <a:ext uri="{FF2B5EF4-FFF2-40B4-BE49-F238E27FC236}">
                <a16:creationId xmlns:a16="http://schemas.microsoft.com/office/drawing/2014/main" id="{8D04D686-00EC-42F2-913E-5E87BFB97C36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349" name="C">
            <a:extLst>
              <a:ext uri="{FF2B5EF4-FFF2-40B4-BE49-F238E27FC236}">
                <a16:creationId xmlns:a16="http://schemas.microsoft.com/office/drawing/2014/main" id="{99EF64F0-A027-4C09-A0CC-5A13A1AF20E8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350" name="D">
            <a:extLst>
              <a:ext uri="{FF2B5EF4-FFF2-40B4-BE49-F238E27FC236}">
                <a16:creationId xmlns:a16="http://schemas.microsoft.com/office/drawing/2014/main" id="{FF5DA277-4924-4771-9BB0-A7269576AE96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351" name="E">
            <a:extLst>
              <a:ext uri="{FF2B5EF4-FFF2-40B4-BE49-F238E27FC236}">
                <a16:creationId xmlns:a16="http://schemas.microsoft.com/office/drawing/2014/main" id="{87561E74-77A9-4057-BD9D-2355FF6BC2C8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352" name="F">
            <a:extLst>
              <a:ext uri="{FF2B5EF4-FFF2-40B4-BE49-F238E27FC236}">
                <a16:creationId xmlns:a16="http://schemas.microsoft.com/office/drawing/2014/main" id="{E5D96447-3F2F-4DA2-B4CB-F0180DC03369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353" name="G">
            <a:extLst>
              <a:ext uri="{FF2B5EF4-FFF2-40B4-BE49-F238E27FC236}">
                <a16:creationId xmlns:a16="http://schemas.microsoft.com/office/drawing/2014/main" id="{1CE36202-5866-4F96-B930-054BAAC930F8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840712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Line">
            <a:extLst>
              <a:ext uri="{FF2B5EF4-FFF2-40B4-BE49-F238E27FC236}">
                <a16:creationId xmlns:a16="http://schemas.microsoft.com/office/drawing/2014/main" id="{28A01AF6-254D-42F7-A413-172A66D68741}"/>
              </a:ext>
            </a:extLst>
          </p:cNvPr>
          <p:cNvSpPr>
            <a:spLocks noGrp="1"/>
          </p:cNvSpPr>
          <p:nvPr/>
        </p:nvSpPr>
        <p:spPr>
          <a:xfrm>
            <a:off x="20499761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6" name="Line">
            <a:extLst>
              <a:ext uri="{FF2B5EF4-FFF2-40B4-BE49-F238E27FC236}">
                <a16:creationId xmlns:a16="http://schemas.microsoft.com/office/drawing/2014/main" id="{7FD533DB-8116-4B47-94E9-FE5087774582}"/>
              </a:ext>
            </a:extLst>
          </p:cNvPr>
          <p:cNvSpPr>
            <a:spLocks noGrp="1"/>
          </p:cNvSpPr>
          <p:nvPr/>
        </p:nvSpPr>
        <p:spPr>
          <a:xfrm>
            <a:off x="15923547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7" name="Line">
            <a:extLst>
              <a:ext uri="{FF2B5EF4-FFF2-40B4-BE49-F238E27FC236}">
                <a16:creationId xmlns:a16="http://schemas.microsoft.com/office/drawing/2014/main" id="{FBBC5C76-D65F-4501-A119-B2067B77B8F1}"/>
              </a:ext>
            </a:extLst>
          </p:cNvPr>
          <p:cNvSpPr>
            <a:spLocks noGrp="1"/>
          </p:cNvSpPr>
          <p:nvPr/>
        </p:nvSpPr>
        <p:spPr>
          <a:xfrm>
            <a:off x="19656349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8" name="Line">
            <a:extLst>
              <a:ext uri="{FF2B5EF4-FFF2-40B4-BE49-F238E27FC236}">
                <a16:creationId xmlns:a16="http://schemas.microsoft.com/office/drawing/2014/main" id="{02F91C16-59B3-404B-BBEF-9D1AB4E0C3FB}"/>
              </a:ext>
            </a:extLst>
          </p:cNvPr>
          <p:cNvSpPr>
            <a:spLocks noGrp="1"/>
          </p:cNvSpPr>
          <p:nvPr/>
        </p:nvSpPr>
        <p:spPr>
          <a:xfrm flipV="1">
            <a:off x="1585254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9" name="Line">
            <a:extLst>
              <a:ext uri="{FF2B5EF4-FFF2-40B4-BE49-F238E27FC236}">
                <a16:creationId xmlns:a16="http://schemas.microsoft.com/office/drawing/2014/main" id="{D0EADC49-099C-4EF0-A41B-A3FEF5237EE4}"/>
              </a:ext>
            </a:extLst>
          </p:cNvPr>
          <p:cNvSpPr>
            <a:spLocks noGrp="1"/>
          </p:cNvSpPr>
          <p:nvPr/>
        </p:nvSpPr>
        <p:spPr>
          <a:xfrm flipV="1">
            <a:off x="15940265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0" name="Line">
            <a:extLst>
              <a:ext uri="{FF2B5EF4-FFF2-40B4-BE49-F238E27FC236}">
                <a16:creationId xmlns:a16="http://schemas.microsoft.com/office/drawing/2014/main" id="{1E4CC6DE-4B29-4C6C-8CCE-43299464052F}"/>
              </a:ext>
            </a:extLst>
          </p:cNvPr>
          <p:cNvSpPr>
            <a:spLocks noGrp="1"/>
          </p:cNvSpPr>
          <p:nvPr/>
        </p:nvSpPr>
        <p:spPr>
          <a:xfrm flipH="1" flipV="1">
            <a:off x="14804149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1" name="Line">
            <a:extLst>
              <a:ext uri="{FF2B5EF4-FFF2-40B4-BE49-F238E27FC236}">
                <a16:creationId xmlns:a16="http://schemas.microsoft.com/office/drawing/2014/main" id="{D6B20878-3017-46B9-8F89-E6A2E39B8872}"/>
              </a:ext>
            </a:extLst>
          </p:cNvPr>
          <p:cNvSpPr>
            <a:spLocks noGrp="1"/>
          </p:cNvSpPr>
          <p:nvPr/>
        </p:nvSpPr>
        <p:spPr>
          <a:xfrm flipH="1" flipV="1">
            <a:off x="13372646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2" name="Line">
            <a:extLst>
              <a:ext uri="{FF2B5EF4-FFF2-40B4-BE49-F238E27FC236}">
                <a16:creationId xmlns:a16="http://schemas.microsoft.com/office/drawing/2014/main" id="{5671B24C-BFA5-482D-B754-B83905CA8446}"/>
              </a:ext>
            </a:extLst>
          </p:cNvPr>
          <p:cNvSpPr>
            <a:spLocks noGrp="1"/>
          </p:cNvSpPr>
          <p:nvPr/>
        </p:nvSpPr>
        <p:spPr>
          <a:xfrm flipH="1">
            <a:off x="13245646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3" name="Line">
            <a:extLst>
              <a:ext uri="{FF2B5EF4-FFF2-40B4-BE49-F238E27FC236}">
                <a16:creationId xmlns:a16="http://schemas.microsoft.com/office/drawing/2014/main" id="{305C9B9A-C5F7-477C-90CA-FB1A421BE17D}"/>
              </a:ext>
            </a:extLst>
          </p:cNvPr>
          <p:cNvSpPr>
            <a:spLocks noGrp="1"/>
          </p:cNvSpPr>
          <p:nvPr/>
        </p:nvSpPr>
        <p:spPr>
          <a:xfrm>
            <a:off x="16528687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4" name="Line">
            <a:extLst>
              <a:ext uri="{FF2B5EF4-FFF2-40B4-BE49-F238E27FC236}">
                <a16:creationId xmlns:a16="http://schemas.microsoft.com/office/drawing/2014/main" id="{C72854F4-6742-455E-9407-467D0C44DA52}"/>
              </a:ext>
            </a:extLst>
          </p:cNvPr>
          <p:cNvSpPr>
            <a:spLocks noGrp="1"/>
          </p:cNvSpPr>
          <p:nvPr/>
        </p:nvSpPr>
        <p:spPr>
          <a:xfrm>
            <a:off x="15006738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5" name="Line">
            <a:extLst>
              <a:ext uri="{FF2B5EF4-FFF2-40B4-BE49-F238E27FC236}">
                <a16:creationId xmlns:a16="http://schemas.microsoft.com/office/drawing/2014/main" id="{1D782779-46E3-4196-AF1B-D6590BCF07EB}"/>
              </a:ext>
            </a:extLst>
          </p:cNvPr>
          <p:cNvSpPr>
            <a:spLocks noGrp="1"/>
          </p:cNvSpPr>
          <p:nvPr/>
        </p:nvSpPr>
        <p:spPr>
          <a:xfrm flipV="1">
            <a:off x="14879738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6" name="1">
            <a:extLst>
              <a:ext uri="{FF2B5EF4-FFF2-40B4-BE49-F238E27FC236}">
                <a16:creationId xmlns:a16="http://schemas.microsoft.com/office/drawing/2014/main" id="{A3D87970-63FB-42CF-9356-29A39D7B74ED}"/>
              </a:ext>
            </a:extLst>
          </p:cNvPr>
          <p:cNvSpPr>
            <a:spLocks noGrp="1"/>
          </p:cNvSpPr>
          <p:nvPr/>
        </p:nvSpPr>
        <p:spPr>
          <a:xfrm>
            <a:off x="499592" y="1694808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2367" name="2">
            <a:extLst>
              <a:ext uri="{FF2B5EF4-FFF2-40B4-BE49-F238E27FC236}">
                <a16:creationId xmlns:a16="http://schemas.microsoft.com/office/drawing/2014/main" id="{59F72874-01C0-4DBC-9185-CF5FDD7E406B}"/>
              </a:ext>
            </a:extLst>
          </p:cNvPr>
          <p:cNvSpPr>
            <a:spLocks noGrp="1"/>
          </p:cNvSpPr>
          <p:nvPr/>
        </p:nvSpPr>
        <p:spPr>
          <a:xfrm>
            <a:off x="499592" y="466086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2</a:t>
            </a:r>
          </a:p>
        </p:txBody>
      </p:sp>
      <p:sp>
        <p:nvSpPr>
          <p:cNvPr id="2368" name="3">
            <a:extLst>
              <a:ext uri="{FF2B5EF4-FFF2-40B4-BE49-F238E27FC236}">
                <a16:creationId xmlns:a16="http://schemas.microsoft.com/office/drawing/2014/main" id="{A6918037-5A14-4178-85DD-70F4ADC3DCFE}"/>
              </a:ext>
            </a:extLst>
          </p:cNvPr>
          <p:cNvSpPr>
            <a:spLocks noGrp="1"/>
          </p:cNvSpPr>
          <p:nvPr/>
        </p:nvSpPr>
        <p:spPr>
          <a:xfrm>
            <a:off x="499592" y="7626927"/>
            <a:ext cx="2753626" cy="238567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3</a:t>
            </a:r>
          </a:p>
        </p:txBody>
      </p:sp>
      <p:sp>
        <p:nvSpPr>
          <p:cNvPr id="2369" name="4">
            <a:extLst>
              <a:ext uri="{FF2B5EF4-FFF2-40B4-BE49-F238E27FC236}">
                <a16:creationId xmlns:a16="http://schemas.microsoft.com/office/drawing/2014/main" id="{F48EDDF2-6656-4647-B26D-CC382967A714}"/>
              </a:ext>
            </a:extLst>
          </p:cNvPr>
          <p:cNvSpPr>
            <a:spLocks noGrp="1"/>
          </p:cNvSpPr>
          <p:nvPr/>
        </p:nvSpPr>
        <p:spPr>
          <a:xfrm>
            <a:off x="499592" y="10592985"/>
            <a:ext cx="2753626" cy="238567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4</a:t>
            </a:r>
          </a:p>
        </p:txBody>
      </p:sp>
      <p:sp>
        <p:nvSpPr>
          <p:cNvPr id="2370" name="A">
            <a:extLst>
              <a:ext uri="{FF2B5EF4-FFF2-40B4-BE49-F238E27FC236}">
                <a16:creationId xmlns:a16="http://schemas.microsoft.com/office/drawing/2014/main" id="{81810F94-0102-4AE9-B62F-4289A8169C90}"/>
              </a:ext>
            </a:extLst>
          </p:cNvPr>
          <p:cNvSpPr>
            <a:spLocks noGrp="1"/>
          </p:cNvSpPr>
          <p:nvPr/>
        </p:nvSpPr>
        <p:spPr>
          <a:xfrm>
            <a:off x="3002123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2371" name="B">
            <a:extLst>
              <a:ext uri="{FF2B5EF4-FFF2-40B4-BE49-F238E27FC236}">
                <a16:creationId xmlns:a16="http://schemas.microsoft.com/office/drawing/2014/main" id="{35E99D35-596C-44AD-ADE4-7326EFF70AF8}"/>
              </a:ext>
            </a:extLst>
          </p:cNvPr>
          <p:cNvSpPr>
            <a:spLocks noGrp="1"/>
          </p:cNvSpPr>
          <p:nvPr/>
        </p:nvSpPr>
        <p:spPr>
          <a:xfrm>
            <a:off x="5154908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72" name="C">
            <a:extLst>
              <a:ext uri="{FF2B5EF4-FFF2-40B4-BE49-F238E27FC236}">
                <a16:creationId xmlns:a16="http://schemas.microsoft.com/office/drawing/2014/main" id="{A67966D0-2D62-42E5-AFED-7DF5AF467112}"/>
              </a:ext>
            </a:extLst>
          </p:cNvPr>
          <p:cNvSpPr>
            <a:spLocks noGrp="1"/>
          </p:cNvSpPr>
          <p:nvPr/>
        </p:nvSpPr>
        <p:spPr>
          <a:xfrm>
            <a:off x="7307692" y="2040575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73" name="B">
            <a:extLst>
              <a:ext uri="{FF2B5EF4-FFF2-40B4-BE49-F238E27FC236}">
                <a16:creationId xmlns:a16="http://schemas.microsoft.com/office/drawing/2014/main" id="{F19CA222-5927-4C66-ADAA-962461E640C4}"/>
              </a:ext>
            </a:extLst>
          </p:cNvPr>
          <p:cNvSpPr>
            <a:spLocks noGrp="1"/>
          </p:cNvSpPr>
          <p:nvPr/>
        </p:nvSpPr>
        <p:spPr>
          <a:xfrm>
            <a:off x="3002123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2374" name="D">
            <a:extLst>
              <a:ext uri="{FF2B5EF4-FFF2-40B4-BE49-F238E27FC236}">
                <a16:creationId xmlns:a16="http://schemas.microsoft.com/office/drawing/2014/main" id="{0BE59016-D947-4714-98C7-C93E7742A57B}"/>
              </a:ext>
            </a:extLst>
          </p:cNvPr>
          <p:cNvSpPr>
            <a:spLocks noGrp="1"/>
          </p:cNvSpPr>
          <p:nvPr/>
        </p:nvSpPr>
        <p:spPr>
          <a:xfrm>
            <a:off x="5154908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2375" name="E">
            <a:extLst>
              <a:ext uri="{FF2B5EF4-FFF2-40B4-BE49-F238E27FC236}">
                <a16:creationId xmlns:a16="http://schemas.microsoft.com/office/drawing/2014/main" id="{02CEC74A-58B8-47F7-A43A-879EE540C994}"/>
              </a:ext>
            </a:extLst>
          </p:cNvPr>
          <p:cNvSpPr>
            <a:spLocks noGrp="1"/>
          </p:cNvSpPr>
          <p:nvPr/>
        </p:nvSpPr>
        <p:spPr>
          <a:xfrm>
            <a:off x="7307692" y="524583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76" name="C">
            <a:extLst>
              <a:ext uri="{FF2B5EF4-FFF2-40B4-BE49-F238E27FC236}">
                <a16:creationId xmlns:a16="http://schemas.microsoft.com/office/drawing/2014/main" id="{F6FEA539-AC4C-42F7-8187-0C6200200ADB}"/>
              </a:ext>
            </a:extLst>
          </p:cNvPr>
          <p:cNvSpPr>
            <a:spLocks noGrp="1"/>
          </p:cNvSpPr>
          <p:nvPr/>
        </p:nvSpPr>
        <p:spPr>
          <a:xfrm>
            <a:off x="3002123" y="7988640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2377" name="E">
            <a:extLst>
              <a:ext uri="{FF2B5EF4-FFF2-40B4-BE49-F238E27FC236}">
                <a16:creationId xmlns:a16="http://schemas.microsoft.com/office/drawing/2014/main" id="{0A7282B4-49E9-4287-BEB7-36056F3139F6}"/>
              </a:ext>
            </a:extLst>
          </p:cNvPr>
          <p:cNvSpPr>
            <a:spLocks noGrp="1"/>
          </p:cNvSpPr>
          <p:nvPr/>
        </p:nvSpPr>
        <p:spPr>
          <a:xfrm>
            <a:off x="5154908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78" name="F">
            <a:extLst>
              <a:ext uri="{FF2B5EF4-FFF2-40B4-BE49-F238E27FC236}">
                <a16:creationId xmlns:a16="http://schemas.microsoft.com/office/drawing/2014/main" id="{7E124135-EAC2-438E-B163-A4CCEDC64E1C}"/>
              </a:ext>
            </a:extLst>
          </p:cNvPr>
          <p:cNvSpPr>
            <a:spLocks noGrp="1"/>
          </p:cNvSpPr>
          <p:nvPr/>
        </p:nvSpPr>
        <p:spPr>
          <a:xfrm>
            <a:off x="7307692" y="7972693"/>
            <a:ext cx="1829804" cy="169414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79" name="E">
            <a:extLst>
              <a:ext uri="{FF2B5EF4-FFF2-40B4-BE49-F238E27FC236}">
                <a16:creationId xmlns:a16="http://schemas.microsoft.com/office/drawing/2014/main" id="{B0F4AF33-2B51-4F15-B5D6-46D9FA81A0B7}"/>
              </a:ext>
            </a:extLst>
          </p:cNvPr>
          <p:cNvSpPr>
            <a:spLocks noGrp="1"/>
          </p:cNvSpPr>
          <p:nvPr/>
        </p:nvSpPr>
        <p:spPr>
          <a:xfrm>
            <a:off x="3002123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2380" name="F">
            <a:extLst>
              <a:ext uri="{FF2B5EF4-FFF2-40B4-BE49-F238E27FC236}">
                <a16:creationId xmlns:a16="http://schemas.microsoft.com/office/drawing/2014/main" id="{D2CFA576-D7FB-4432-865D-7AF79C11B72B}"/>
              </a:ext>
            </a:extLst>
          </p:cNvPr>
          <p:cNvSpPr>
            <a:spLocks noGrp="1"/>
          </p:cNvSpPr>
          <p:nvPr/>
        </p:nvSpPr>
        <p:spPr>
          <a:xfrm>
            <a:off x="5154908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2381" name="G">
            <a:extLst>
              <a:ext uri="{FF2B5EF4-FFF2-40B4-BE49-F238E27FC236}">
                <a16:creationId xmlns:a16="http://schemas.microsoft.com/office/drawing/2014/main" id="{26FC6D22-A4D3-42BB-A78F-126141F491FE}"/>
              </a:ext>
            </a:extLst>
          </p:cNvPr>
          <p:cNvSpPr>
            <a:spLocks noGrp="1"/>
          </p:cNvSpPr>
          <p:nvPr/>
        </p:nvSpPr>
        <p:spPr>
          <a:xfrm>
            <a:off x="7307692" y="10938752"/>
            <a:ext cx="1829804" cy="169414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7974" y="0"/>
                </a:moveTo>
                <a:lnTo>
                  <a:pt x="12381" y="2366"/>
                </a:lnTo>
                <a:lnTo>
                  <a:pt x="12373" y="2368"/>
                </a:lnTo>
                <a:cubicBezTo>
                  <a:pt x="11868" y="2611"/>
                  <a:pt x="11498" y="3043"/>
                  <a:pt x="11273" y="3649"/>
                </a:cubicBezTo>
                <a:cubicBezTo>
                  <a:pt x="11070" y="4192"/>
                  <a:pt x="11055" y="4701"/>
                  <a:pt x="11055" y="4845"/>
                </a:cubicBezTo>
                <a:lnTo>
                  <a:pt x="11055" y="5127"/>
                </a:lnTo>
                <a:lnTo>
                  <a:pt x="20346" y="1249"/>
                </a:lnTo>
                <a:lnTo>
                  <a:pt x="19907" y="1017"/>
                </a:lnTo>
                <a:lnTo>
                  <a:pt x="11770" y="4414"/>
                </a:lnTo>
                <a:cubicBezTo>
                  <a:pt x="12018" y="4052"/>
                  <a:pt x="12419" y="3735"/>
                  <a:pt x="12972" y="3468"/>
                </a:cubicBezTo>
                <a:lnTo>
                  <a:pt x="19369" y="735"/>
                </a:lnTo>
                <a:lnTo>
                  <a:pt x="18934" y="505"/>
                </a:lnTo>
                <a:lnTo>
                  <a:pt x="12837" y="3109"/>
                </a:lnTo>
                <a:lnTo>
                  <a:pt x="12830" y="3113"/>
                </a:lnTo>
                <a:cubicBezTo>
                  <a:pt x="12227" y="3403"/>
                  <a:pt x="11780" y="3756"/>
                  <a:pt x="11494" y="4167"/>
                </a:cubicBezTo>
                <a:cubicBezTo>
                  <a:pt x="11607" y="3668"/>
                  <a:pt x="11876" y="3033"/>
                  <a:pt x="12515" y="2723"/>
                </a:cubicBezTo>
                <a:lnTo>
                  <a:pt x="18411" y="230"/>
                </a:lnTo>
                <a:lnTo>
                  <a:pt x="17974" y="0"/>
                </a:lnTo>
                <a:close/>
                <a:moveTo>
                  <a:pt x="3633" y="2"/>
                </a:moveTo>
                <a:lnTo>
                  <a:pt x="3194" y="231"/>
                </a:lnTo>
                <a:lnTo>
                  <a:pt x="9084" y="2723"/>
                </a:lnTo>
                <a:cubicBezTo>
                  <a:pt x="9723" y="3033"/>
                  <a:pt x="9992" y="3668"/>
                  <a:pt x="10105" y="4167"/>
                </a:cubicBezTo>
                <a:cubicBezTo>
                  <a:pt x="9819" y="3756"/>
                  <a:pt x="9371" y="3403"/>
                  <a:pt x="8768" y="3113"/>
                </a:cubicBezTo>
                <a:lnTo>
                  <a:pt x="2670" y="507"/>
                </a:lnTo>
                <a:lnTo>
                  <a:pt x="2233" y="736"/>
                </a:lnTo>
                <a:lnTo>
                  <a:pt x="8626" y="3468"/>
                </a:lnTo>
                <a:cubicBezTo>
                  <a:pt x="9179" y="3735"/>
                  <a:pt x="9581" y="4051"/>
                  <a:pt x="9828" y="4414"/>
                </a:cubicBezTo>
                <a:lnTo>
                  <a:pt x="1694" y="1019"/>
                </a:lnTo>
                <a:lnTo>
                  <a:pt x="1254" y="1250"/>
                </a:lnTo>
                <a:lnTo>
                  <a:pt x="10543" y="5127"/>
                </a:lnTo>
                <a:lnTo>
                  <a:pt x="10543" y="4845"/>
                </a:lnTo>
                <a:cubicBezTo>
                  <a:pt x="10544" y="4701"/>
                  <a:pt x="10528" y="4192"/>
                  <a:pt x="10326" y="3649"/>
                </a:cubicBezTo>
                <a:cubicBezTo>
                  <a:pt x="10100" y="3043"/>
                  <a:pt x="9730" y="2611"/>
                  <a:pt x="9226" y="2368"/>
                </a:cubicBezTo>
                <a:lnTo>
                  <a:pt x="3633" y="2"/>
                </a:lnTo>
                <a:close/>
                <a:moveTo>
                  <a:pt x="0" y="1735"/>
                </a:moveTo>
                <a:lnTo>
                  <a:pt x="0" y="17289"/>
                </a:lnTo>
                <a:lnTo>
                  <a:pt x="8756" y="20993"/>
                </a:lnTo>
                <a:lnTo>
                  <a:pt x="8756" y="5441"/>
                </a:lnTo>
                <a:lnTo>
                  <a:pt x="0" y="1735"/>
                </a:lnTo>
                <a:close/>
                <a:moveTo>
                  <a:pt x="21600" y="1735"/>
                </a:moveTo>
                <a:lnTo>
                  <a:pt x="12844" y="5441"/>
                </a:lnTo>
                <a:lnTo>
                  <a:pt x="12844" y="20993"/>
                </a:lnTo>
                <a:lnTo>
                  <a:pt x="21600" y="17289"/>
                </a:lnTo>
                <a:lnTo>
                  <a:pt x="21600" y="1735"/>
                </a:lnTo>
                <a:close/>
                <a:moveTo>
                  <a:pt x="9325" y="5827"/>
                </a:moveTo>
                <a:lnTo>
                  <a:pt x="9325" y="21600"/>
                </a:lnTo>
                <a:lnTo>
                  <a:pt x="12275" y="21600"/>
                </a:lnTo>
                <a:lnTo>
                  <a:pt x="12275" y="5827"/>
                </a:lnTo>
                <a:lnTo>
                  <a:pt x="9325" y="5827"/>
                </a:lnTo>
                <a:close/>
              </a:path>
            </a:pathLst>
          </a:cu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5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2382" name="A">
            <a:extLst>
              <a:ext uri="{FF2B5EF4-FFF2-40B4-BE49-F238E27FC236}">
                <a16:creationId xmlns:a16="http://schemas.microsoft.com/office/drawing/2014/main" id="{9BAAFC5E-8BE6-449F-AD7A-7F64C4C7DD6F}"/>
              </a:ext>
            </a:extLst>
          </p:cNvPr>
          <p:cNvSpPr>
            <a:spLocks noGrp="1"/>
          </p:cNvSpPr>
          <p:nvPr/>
        </p:nvSpPr>
        <p:spPr>
          <a:xfrm>
            <a:off x="15990141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383" name="B">
            <a:extLst>
              <a:ext uri="{FF2B5EF4-FFF2-40B4-BE49-F238E27FC236}">
                <a16:creationId xmlns:a16="http://schemas.microsoft.com/office/drawing/2014/main" id="{79FFAD48-DD99-4913-B6DB-CB9FAB4A1063}"/>
              </a:ext>
            </a:extLst>
          </p:cNvPr>
          <p:cNvSpPr>
            <a:spLocks noGrp="1"/>
          </p:cNvSpPr>
          <p:nvPr/>
        </p:nvSpPr>
        <p:spPr>
          <a:xfrm>
            <a:off x="1418022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384" name="C">
            <a:extLst>
              <a:ext uri="{FF2B5EF4-FFF2-40B4-BE49-F238E27FC236}">
                <a16:creationId xmlns:a16="http://schemas.microsoft.com/office/drawing/2014/main" id="{671B3F3B-846F-4E32-A8DB-8C170D306376}"/>
              </a:ext>
            </a:extLst>
          </p:cNvPr>
          <p:cNvSpPr>
            <a:spLocks noGrp="1"/>
          </p:cNvSpPr>
          <p:nvPr/>
        </p:nvSpPr>
        <p:spPr>
          <a:xfrm>
            <a:off x="1894824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385" name="D">
            <a:extLst>
              <a:ext uri="{FF2B5EF4-FFF2-40B4-BE49-F238E27FC236}">
                <a16:creationId xmlns:a16="http://schemas.microsoft.com/office/drawing/2014/main" id="{492A52FA-7FF0-4A2D-ACEF-57E668C50524}"/>
              </a:ext>
            </a:extLst>
          </p:cNvPr>
          <p:cNvSpPr>
            <a:spLocks noGrp="1"/>
          </p:cNvSpPr>
          <p:nvPr/>
        </p:nvSpPr>
        <p:spPr>
          <a:xfrm>
            <a:off x="12585572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386" name="E">
            <a:extLst>
              <a:ext uri="{FF2B5EF4-FFF2-40B4-BE49-F238E27FC236}">
                <a16:creationId xmlns:a16="http://schemas.microsoft.com/office/drawing/2014/main" id="{8CE20495-B7E5-4DC4-9004-F6C16C06DA9F}"/>
              </a:ext>
            </a:extLst>
          </p:cNvPr>
          <p:cNvSpPr>
            <a:spLocks noGrp="1"/>
          </p:cNvSpPr>
          <p:nvPr/>
        </p:nvSpPr>
        <p:spPr>
          <a:xfrm>
            <a:off x="15256600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387" name="F">
            <a:extLst>
              <a:ext uri="{FF2B5EF4-FFF2-40B4-BE49-F238E27FC236}">
                <a16:creationId xmlns:a16="http://schemas.microsoft.com/office/drawing/2014/main" id="{3CF5B296-1618-4E4F-A27C-38DF05666E52}"/>
              </a:ext>
            </a:extLst>
          </p:cNvPr>
          <p:cNvSpPr>
            <a:spLocks noGrp="1"/>
          </p:cNvSpPr>
          <p:nvPr/>
        </p:nvSpPr>
        <p:spPr>
          <a:xfrm>
            <a:off x="20016666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388" name="G">
            <a:extLst>
              <a:ext uri="{FF2B5EF4-FFF2-40B4-BE49-F238E27FC236}">
                <a16:creationId xmlns:a16="http://schemas.microsoft.com/office/drawing/2014/main" id="{D4619E94-1F70-432A-A11B-F1729E79BC1D}"/>
              </a:ext>
            </a:extLst>
          </p:cNvPr>
          <p:cNvSpPr>
            <a:spLocks noGrp="1"/>
          </p:cNvSpPr>
          <p:nvPr/>
        </p:nvSpPr>
        <p:spPr>
          <a:xfrm>
            <a:off x="21252505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07462757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Line">
            <a:extLst>
              <a:ext uri="{FF2B5EF4-FFF2-40B4-BE49-F238E27FC236}">
                <a16:creationId xmlns:a16="http://schemas.microsoft.com/office/drawing/2014/main" id="{D9CC5EE7-856C-4506-9C35-F14AF0E01C9E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1" name="Line">
            <a:extLst>
              <a:ext uri="{FF2B5EF4-FFF2-40B4-BE49-F238E27FC236}">
                <a16:creationId xmlns:a16="http://schemas.microsoft.com/office/drawing/2014/main" id="{1452D6AB-ECD7-4F1B-9066-862C72E6E883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2" name="Line">
            <a:extLst>
              <a:ext uri="{FF2B5EF4-FFF2-40B4-BE49-F238E27FC236}">
                <a16:creationId xmlns:a16="http://schemas.microsoft.com/office/drawing/2014/main" id="{A225D607-1917-4AC1-BA3B-DFCED24E0D2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3" name="Line">
            <a:extLst>
              <a:ext uri="{FF2B5EF4-FFF2-40B4-BE49-F238E27FC236}">
                <a16:creationId xmlns:a16="http://schemas.microsoft.com/office/drawing/2014/main" id="{3B3CA288-8A7B-42E8-B893-3B7BFDC3795A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4" name="Line">
            <a:extLst>
              <a:ext uri="{FF2B5EF4-FFF2-40B4-BE49-F238E27FC236}">
                <a16:creationId xmlns:a16="http://schemas.microsoft.com/office/drawing/2014/main" id="{8CBEF2E2-EF0A-4B80-95D8-156445EF8768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5" name="Line">
            <a:extLst>
              <a:ext uri="{FF2B5EF4-FFF2-40B4-BE49-F238E27FC236}">
                <a16:creationId xmlns:a16="http://schemas.microsoft.com/office/drawing/2014/main" id="{19D8A297-9B46-4CC7-A09F-40147B919B21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D52C33FA-3ECE-4C20-AA52-8E4492081FAE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7" name="Line">
            <a:extLst>
              <a:ext uri="{FF2B5EF4-FFF2-40B4-BE49-F238E27FC236}">
                <a16:creationId xmlns:a16="http://schemas.microsoft.com/office/drawing/2014/main" id="{F4AEBAFC-99F8-4ACD-B02A-7A9750DB59A1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8" name="Line">
            <a:extLst>
              <a:ext uri="{FF2B5EF4-FFF2-40B4-BE49-F238E27FC236}">
                <a16:creationId xmlns:a16="http://schemas.microsoft.com/office/drawing/2014/main" id="{A3A32CBE-A16F-4F1F-B43A-52ED94F7B740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9" name="Line">
            <a:extLst>
              <a:ext uri="{FF2B5EF4-FFF2-40B4-BE49-F238E27FC236}">
                <a16:creationId xmlns:a16="http://schemas.microsoft.com/office/drawing/2014/main" id="{53D1FE3B-33AA-4781-B527-5911A5433CC5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00" name="Line">
            <a:extLst>
              <a:ext uri="{FF2B5EF4-FFF2-40B4-BE49-F238E27FC236}">
                <a16:creationId xmlns:a16="http://schemas.microsoft.com/office/drawing/2014/main" id="{641E5DCF-D1DA-4B99-A1A9-50266ADEB5EF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01" name="A">
            <a:extLst>
              <a:ext uri="{FF2B5EF4-FFF2-40B4-BE49-F238E27FC236}">
                <a16:creationId xmlns:a16="http://schemas.microsoft.com/office/drawing/2014/main" id="{EE69BBE7-DC13-4BF4-A72B-ED154BA8747A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02" name="B">
            <a:extLst>
              <a:ext uri="{FF2B5EF4-FFF2-40B4-BE49-F238E27FC236}">
                <a16:creationId xmlns:a16="http://schemas.microsoft.com/office/drawing/2014/main" id="{FFF59CFD-E28B-4908-BB00-BEBBA6DC656A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03" name="C">
            <a:extLst>
              <a:ext uri="{FF2B5EF4-FFF2-40B4-BE49-F238E27FC236}">
                <a16:creationId xmlns:a16="http://schemas.microsoft.com/office/drawing/2014/main" id="{E18455C7-D020-4FDF-B4CF-D5227E533B4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404" name="D">
            <a:extLst>
              <a:ext uri="{FF2B5EF4-FFF2-40B4-BE49-F238E27FC236}">
                <a16:creationId xmlns:a16="http://schemas.microsoft.com/office/drawing/2014/main" id="{B18DCD6D-99B4-4674-9FF8-88627D029193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405" name="E">
            <a:extLst>
              <a:ext uri="{FF2B5EF4-FFF2-40B4-BE49-F238E27FC236}">
                <a16:creationId xmlns:a16="http://schemas.microsoft.com/office/drawing/2014/main" id="{2C56083E-DF70-4163-BB81-CA4604242F13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406" name="F">
            <a:extLst>
              <a:ext uri="{FF2B5EF4-FFF2-40B4-BE49-F238E27FC236}">
                <a16:creationId xmlns:a16="http://schemas.microsoft.com/office/drawing/2014/main" id="{C22E6680-A658-4671-8F87-1CBFC0E69B10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407" name="G">
            <a:extLst>
              <a:ext uri="{FF2B5EF4-FFF2-40B4-BE49-F238E27FC236}">
                <a16:creationId xmlns:a16="http://schemas.microsoft.com/office/drawing/2014/main" id="{0C2D13E5-BB21-43F7-A4CE-06A1EBCF5683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327224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Constraint Satisfaction Problem">
            <a:extLst>
              <a:ext uri="{FF2B5EF4-FFF2-40B4-BE49-F238E27FC236}">
                <a16:creationId xmlns:a16="http://schemas.microsoft.com/office/drawing/2014/main" id="{25ABBCD9-07DD-48D8-8BEC-9B09ABFD2E3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 de Restrições</a:t>
            </a:r>
          </a:p>
        </p:txBody>
      </p:sp>
      <p:sp>
        <p:nvSpPr>
          <p:cNvPr id="2410" name="Set of variables {X1, X2, ..., Xn}…">
            <a:extLst>
              <a:ext uri="{FF2B5EF4-FFF2-40B4-BE49-F238E27FC236}">
                <a16:creationId xmlns:a16="http://schemas.microsoft.com/office/drawing/2014/main" id="{0B2F611C-1C88-4AC8-8B08-58E90527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Conjunto de variáveis {X1, X2, ..., Xn}</a:t>
            </a:r>
          </a:p>
          <a:p>
            <a:pPr>
              <a:buNone/>
            </a:pPr>
            <a:r>
              <a:t>Conjunto de domínios para cada variável {D1, D2, ..., Dn}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>
              <a:buNone/>
            </a:pPr>
            <a:r>
              <a:t>Conjunto de restrições C</a:t>
            </a:r>
          </a:p>
        </p:txBody>
      </p:sp>
    </p:spTree>
    <p:extLst>
      <p:ext uri="{BB962C8B-B14F-4D97-AF65-F5344CB8AC3E}">
        <p14:creationId xmlns:p14="http://schemas.microsoft.com/office/powerpoint/2010/main" val="201364631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7" name="Table 1"/>
          <p:cNvGraphicFramePr/>
          <p:nvPr/>
        </p:nvGraphicFramePr>
        <p:xfrm>
          <a:off x="1226649" y="1824407"/>
          <a:ext cx="10069038" cy="100671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1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23084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031E-38CD-BCC6-BB68-8338E2A5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Variables">
            <a:extLst>
              <a:ext uri="{FF2B5EF4-FFF2-40B4-BE49-F238E27FC236}">
                <a16:creationId xmlns:a16="http://schemas.microsoft.com/office/drawing/2014/main" id="{A17F5809-F488-AE5A-E569-C08E72F0D8DA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13" name="{(0, 2), (1, 1), (1, 2), (2, 0), ...}">
            <a:extLst>
              <a:ext uri="{FF2B5EF4-FFF2-40B4-BE49-F238E27FC236}">
                <a16:creationId xmlns:a16="http://schemas.microsoft.com/office/drawing/2014/main" id="{26A56B45-F611-F57D-C96D-85ED8EBF0EA2}"/>
              </a:ext>
            </a:extLst>
          </p:cNvPr>
          <p:cNvSpPr>
            <a:spLocks noGrp="1"/>
          </p:cNvSpPr>
          <p:nvPr/>
        </p:nvSpPr>
        <p:spPr>
          <a:xfrm>
            <a:off x="12714603" y="2829153"/>
            <a:ext cx="9543307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{(0, 2), (1, 1), (1, 2), (2, 0), ...}</a:t>
            </a:r>
          </a:p>
        </p:txBody>
      </p:sp>
      <p:graphicFrame>
        <p:nvGraphicFramePr>
          <p:cNvPr id="2427" name="Table 1">
            <a:extLst>
              <a:ext uri="{FF2B5EF4-FFF2-40B4-BE49-F238E27FC236}">
                <a16:creationId xmlns:a16="http://schemas.microsoft.com/office/drawing/2014/main" id="{6B02874E-DB51-287B-4519-65C2AE35335A}"/>
              </a:ext>
            </a:extLst>
          </p:cNvPr>
          <p:cNvGraphicFramePr/>
          <p:nvPr/>
        </p:nvGraphicFramePr>
        <p:xfrm>
          <a:off x="1226649" y="1824407"/>
          <a:ext cx="10069038" cy="100671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1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4097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5DA9-5ECB-A722-1480-B81DD9B8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Variables">
            <a:extLst>
              <a:ext uri="{FF2B5EF4-FFF2-40B4-BE49-F238E27FC236}">
                <a16:creationId xmlns:a16="http://schemas.microsoft.com/office/drawing/2014/main" id="{7537E948-2B0A-57E9-9197-F4C3EB0A760E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13" name="{(0, 2), (1, 1), (1, 2), (2, 0), ...}">
            <a:extLst>
              <a:ext uri="{FF2B5EF4-FFF2-40B4-BE49-F238E27FC236}">
                <a16:creationId xmlns:a16="http://schemas.microsoft.com/office/drawing/2014/main" id="{80970D02-B8E2-5CDF-4715-37DCD06C4D93}"/>
              </a:ext>
            </a:extLst>
          </p:cNvPr>
          <p:cNvSpPr>
            <a:spLocks noGrp="1"/>
          </p:cNvSpPr>
          <p:nvPr/>
        </p:nvSpPr>
        <p:spPr>
          <a:xfrm>
            <a:off x="12714603" y="2829153"/>
            <a:ext cx="9543307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{(0, 2), (1, 1), (1, 2), (2, 0), ...}</a:t>
            </a:r>
          </a:p>
        </p:txBody>
      </p:sp>
      <p:sp>
        <p:nvSpPr>
          <p:cNvPr id="2414" name="Domains">
            <a:extLst>
              <a:ext uri="{FF2B5EF4-FFF2-40B4-BE49-F238E27FC236}">
                <a16:creationId xmlns:a16="http://schemas.microsoft.com/office/drawing/2014/main" id="{A35244BD-745F-F144-886D-19213AE48C6A}"/>
              </a:ext>
            </a:extLst>
          </p:cNvPr>
          <p:cNvSpPr>
            <a:spLocks noGrp="1"/>
          </p:cNvSpPr>
          <p:nvPr/>
        </p:nvSpPr>
        <p:spPr>
          <a:xfrm>
            <a:off x="15925756" y="5458109"/>
            <a:ext cx="31210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Domínios</a:t>
            </a:r>
          </a:p>
        </p:txBody>
      </p:sp>
      <p:sp>
        <p:nvSpPr>
          <p:cNvPr id="2415" name="{1, 2, 3, 4, 5, 6, 7, 8, 9}">
            <a:extLst>
              <a:ext uri="{FF2B5EF4-FFF2-40B4-BE49-F238E27FC236}">
                <a16:creationId xmlns:a16="http://schemas.microsoft.com/office/drawing/2014/main" id="{1A9AE89D-C0A6-FA50-C80E-A1425307EE39}"/>
              </a:ext>
            </a:extLst>
          </p:cNvPr>
          <p:cNvSpPr>
            <a:spLocks noGrp="1"/>
          </p:cNvSpPr>
          <p:nvPr/>
        </p:nvSpPr>
        <p:spPr>
          <a:xfrm>
            <a:off x="13824861" y="6609604"/>
            <a:ext cx="7322791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{1, 2, 3, 4, 5, 6, 7, 8, 9}</a:t>
            </a:r>
          </a:p>
        </p:txBody>
      </p:sp>
      <p:sp>
        <p:nvSpPr>
          <p:cNvPr id="2416" name="for each variable">
            <a:extLst>
              <a:ext uri="{FF2B5EF4-FFF2-40B4-BE49-F238E27FC236}">
                <a16:creationId xmlns:a16="http://schemas.microsoft.com/office/drawing/2014/main" id="{7EF42513-C041-F319-857E-875B3FCD752D}"/>
              </a:ext>
            </a:extLst>
          </p:cNvPr>
          <p:cNvSpPr>
            <a:spLocks noGrp="1"/>
          </p:cNvSpPr>
          <p:nvPr/>
        </p:nvSpPr>
        <p:spPr>
          <a:xfrm>
            <a:off x="15316537" y="7740024"/>
            <a:ext cx="4339439" cy="787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para cada variável</a:t>
            </a:r>
          </a:p>
        </p:txBody>
      </p:sp>
      <p:graphicFrame>
        <p:nvGraphicFramePr>
          <p:cNvPr id="2427" name="Table 1">
            <a:extLst>
              <a:ext uri="{FF2B5EF4-FFF2-40B4-BE49-F238E27FC236}">
                <a16:creationId xmlns:a16="http://schemas.microsoft.com/office/drawing/2014/main" id="{E81D55BC-BDA9-28D9-C4D4-9329D31FD1EA}"/>
              </a:ext>
            </a:extLst>
          </p:cNvPr>
          <p:cNvGraphicFramePr/>
          <p:nvPr/>
        </p:nvGraphicFramePr>
        <p:xfrm>
          <a:off x="1226649" y="1824407"/>
          <a:ext cx="10069038" cy="100671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1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1275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EC89-EE84-C54B-6536-F1A48BE0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Variables">
            <a:extLst>
              <a:ext uri="{FF2B5EF4-FFF2-40B4-BE49-F238E27FC236}">
                <a16:creationId xmlns:a16="http://schemas.microsoft.com/office/drawing/2014/main" id="{D3E2214A-DC4D-5BC4-E8F4-1857F333195C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13" name="{(0, 2), (1, 1), (1, 2), (2, 0), ...}">
            <a:extLst>
              <a:ext uri="{FF2B5EF4-FFF2-40B4-BE49-F238E27FC236}">
                <a16:creationId xmlns:a16="http://schemas.microsoft.com/office/drawing/2014/main" id="{963D9519-38DE-9AFF-C1F3-C34A0C822239}"/>
              </a:ext>
            </a:extLst>
          </p:cNvPr>
          <p:cNvSpPr>
            <a:spLocks noGrp="1"/>
          </p:cNvSpPr>
          <p:nvPr/>
        </p:nvSpPr>
        <p:spPr>
          <a:xfrm>
            <a:off x="12714603" y="2829153"/>
            <a:ext cx="9543307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{(0, 2), (1, 1), (1, 2), (2, 0), ...}</a:t>
            </a:r>
          </a:p>
        </p:txBody>
      </p:sp>
      <p:sp>
        <p:nvSpPr>
          <p:cNvPr id="2414" name="Domains">
            <a:extLst>
              <a:ext uri="{FF2B5EF4-FFF2-40B4-BE49-F238E27FC236}">
                <a16:creationId xmlns:a16="http://schemas.microsoft.com/office/drawing/2014/main" id="{31410A07-BA30-0A6A-C069-822EA36200C5}"/>
              </a:ext>
            </a:extLst>
          </p:cNvPr>
          <p:cNvSpPr>
            <a:spLocks noGrp="1"/>
          </p:cNvSpPr>
          <p:nvPr/>
        </p:nvSpPr>
        <p:spPr>
          <a:xfrm>
            <a:off x="15925756" y="5458109"/>
            <a:ext cx="31210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Domínios</a:t>
            </a:r>
          </a:p>
        </p:txBody>
      </p:sp>
      <p:sp>
        <p:nvSpPr>
          <p:cNvPr id="2415" name="{1, 2, 3, 4, 5, 6, 7, 8, 9}">
            <a:extLst>
              <a:ext uri="{FF2B5EF4-FFF2-40B4-BE49-F238E27FC236}">
                <a16:creationId xmlns:a16="http://schemas.microsoft.com/office/drawing/2014/main" id="{2B4E7826-0C80-A252-DE10-5E8CB74B6647}"/>
              </a:ext>
            </a:extLst>
          </p:cNvPr>
          <p:cNvSpPr>
            <a:spLocks noGrp="1"/>
          </p:cNvSpPr>
          <p:nvPr/>
        </p:nvSpPr>
        <p:spPr>
          <a:xfrm>
            <a:off x="13824861" y="6609604"/>
            <a:ext cx="7322791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{1, 2, 3, 4, 5, 6, 7, 8, 9}</a:t>
            </a:r>
          </a:p>
        </p:txBody>
      </p:sp>
      <p:sp>
        <p:nvSpPr>
          <p:cNvPr id="2416" name="for each variable">
            <a:extLst>
              <a:ext uri="{FF2B5EF4-FFF2-40B4-BE49-F238E27FC236}">
                <a16:creationId xmlns:a16="http://schemas.microsoft.com/office/drawing/2014/main" id="{7A813C4F-96CC-C360-42A3-FAFC7FF7D0E9}"/>
              </a:ext>
            </a:extLst>
          </p:cNvPr>
          <p:cNvSpPr>
            <a:spLocks noGrp="1"/>
          </p:cNvSpPr>
          <p:nvPr/>
        </p:nvSpPr>
        <p:spPr>
          <a:xfrm>
            <a:off x="15316537" y="7740024"/>
            <a:ext cx="4339439" cy="787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para cada variável</a:t>
            </a:r>
          </a:p>
        </p:txBody>
      </p:sp>
      <p:sp>
        <p:nvSpPr>
          <p:cNvPr id="2417" name="Constraints">
            <a:extLst>
              <a:ext uri="{FF2B5EF4-FFF2-40B4-BE49-F238E27FC236}">
                <a16:creationId xmlns:a16="http://schemas.microsoft.com/office/drawing/2014/main" id="{11AA7867-EFED-8C25-07B4-E28B40D10798}"/>
              </a:ext>
            </a:extLst>
          </p:cNvPr>
          <p:cNvSpPr>
            <a:spLocks noGrp="1"/>
          </p:cNvSpPr>
          <p:nvPr/>
        </p:nvSpPr>
        <p:spPr>
          <a:xfrm>
            <a:off x="15502154" y="9444748"/>
            <a:ext cx="396820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Restrições</a:t>
            </a:r>
          </a:p>
        </p:txBody>
      </p:sp>
      <p:sp>
        <p:nvSpPr>
          <p:cNvPr id="2418" name="{(0, 2) ≠ (1, 1) ≠ (1, 2) ≠ (2, 0), ...}">
            <a:extLst>
              <a:ext uri="{FF2B5EF4-FFF2-40B4-BE49-F238E27FC236}">
                <a16:creationId xmlns:a16="http://schemas.microsoft.com/office/drawing/2014/main" id="{A303C3AA-9F0E-2409-2807-AFAC102C1D5C}"/>
              </a:ext>
            </a:extLst>
          </p:cNvPr>
          <p:cNvSpPr>
            <a:spLocks noGrp="1"/>
          </p:cNvSpPr>
          <p:nvPr/>
        </p:nvSpPr>
        <p:spPr>
          <a:xfrm>
            <a:off x="12087292" y="10732524"/>
            <a:ext cx="10797928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{(0, 2) ≠ (1, 1) ≠ (1, 2) ≠ (2, 0), ...}</a:t>
            </a:r>
          </a:p>
        </p:txBody>
      </p:sp>
      <p:graphicFrame>
        <p:nvGraphicFramePr>
          <p:cNvPr id="2427" name="Table 1">
            <a:extLst>
              <a:ext uri="{FF2B5EF4-FFF2-40B4-BE49-F238E27FC236}">
                <a16:creationId xmlns:a16="http://schemas.microsoft.com/office/drawing/2014/main" id="{9584C9F8-859E-02EC-E470-1BFFF07F21EC}"/>
              </a:ext>
            </a:extLst>
          </p:cNvPr>
          <p:cNvGraphicFramePr/>
          <p:nvPr/>
        </p:nvGraphicFramePr>
        <p:xfrm>
          <a:off x="1226649" y="1824407"/>
          <a:ext cx="10069038" cy="1006718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1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8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0">
                      <a:solidFill>
                        <a:srgbClr val="D6D7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85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0">
                      <a:solidFill>
                        <a:srgbClr val="D6D7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78447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Line">
            <a:extLst>
              <a:ext uri="{FF2B5EF4-FFF2-40B4-BE49-F238E27FC236}">
                <a16:creationId xmlns:a16="http://schemas.microsoft.com/office/drawing/2014/main" id="{6A7F5D66-0D0F-495D-87AC-D23D4305E319}"/>
              </a:ext>
            </a:extLst>
          </p:cNvPr>
          <p:cNvSpPr>
            <a:spLocks noGrp="1"/>
          </p:cNvSpPr>
          <p:nvPr/>
        </p:nvSpPr>
        <p:spPr>
          <a:xfrm>
            <a:off x="8902620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2" name="Line">
            <a:extLst>
              <a:ext uri="{FF2B5EF4-FFF2-40B4-BE49-F238E27FC236}">
                <a16:creationId xmlns:a16="http://schemas.microsoft.com/office/drawing/2014/main" id="{B3857855-B5E8-46D3-A5EE-3DD5B1EB0744}"/>
              </a:ext>
            </a:extLst>
          </p:cNvPr>
          <p:cNvSpPr>
            <a:spLocks noGrp="1"/>
          </p:cNvSpPr>
          <p:nvPr/>
        </p:nvSpPr>
        <p:spPr>
          <a:xfrm>
            <a:off x="4326405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3" name="Line">
            <a:extLst>
              <a:ext uri="{FF2B5EF4-FFF2-40B4-BE49-F238E27FC236}">
                <a16:creationId xmlns:a16="http://schemas.microsoft.com/office/drawing/2014/main" id="{3789B5C2-8143-486F-9A36-CE57622BE00D}"/>
              </a:ext>
            </a:extLst>
          </p:cNvPr>
          <p:cNvSpPr>
            <a:spLocks noGrp="1"/>
          </p:cNvSpPr>
          <p:nvPr/>
        </p:nvSpPr>
        <p:spPr>
          <a:xfrm>
            <a:off x="8059208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4" name="Line">
            <a:extLst>
              <a:ext uri="{FF2B5EF4-FFF2-40B4-BE49-F238E27FC236}">
                <a16:creationId xmlns:a16="http://schemas.microsoft.com/office/drawing/2014/main" id="{B96751EA-CFE3-4123-92EE-CB4D42A0F3BC}"/>
              </a:ext>
            </a:extLst>
          </p:cNvPr>
          <p:cNvSpPr>
            <a:spLocks noGrp="1"/>
          </p:cNvSpPr>
          <p:nvPr/>
        </p:nvSpPr>
        <p:spPr>
          <a:xfrm flipV="1">
            <a:off x="4255405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5" name="Line">
            <a:extLst>
              <a:ext uri="{FF2B5EF4-FFF2-40B4-BE49-F238E27FC236}">
                <a16:creationId xmlns:a16="http://schemas.microsoft.com/office/drawing/2014/main" id="{29F4AA16-AFBC-4011-886D-0E15D1987CFE}"/>
              </a:ext>
            </a:extLst>
          </p:cNvPr>
          <p:cNvSpPr>
            <a:spLocks noGrp="1"/>
          </p:cNvSpPr>
          <p:nvPr/>
        </p:nvSpPr>
        <p:spPr>
          <a:xfrm flipV="1">
            <a:off x="4343123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6" name="Line">
            <a:extLst>
              <a:ext uri="{FF2B5EF4-FFF2-40B4-BE49-F238E27FC236}">
                <a16:creationId xmlns:a16="http://schemas.microsoft.com/office/drawing/2014/main" id="{7BBFC58C-B527-4628-9608-3AB26B4D8B29}"/>
              </a:ext>
            </a:extLst>
          </p:cNvPr>
          <p:cNvSpPr>
            <a:spLocks noGrp="1"/>
          </p:cNvSpPr>
          <p:nvPr/>
        </p:nvSpPr>
        <p:spPr>
          <a:xfrm flipH="1" flipV="1">
            <a:off x="3207007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7" name="Line">
            <a:extLst>
              <a:ext uri="{FF2B5EF4-FFF2-40B4-BE49-F238E27FC236}">
                <a16:creationId xmlns:a16="http://schemas.microsoft.com/office/drawing/2014/main" id="{036A6EC3-BA49-489D-9604-C8D73AAD04C5}"/>
              </a:ext>
            </a:extLst>
          </p:cNvPr>
          <p:cNvSpPr>
            <a:spLocks noGrp="1"/>
          </p:cNvSpPr>
          <p:nvPr/>
        </p:nvSpPr>
        <p:spPr>
          <a:xfrm flipH="1" flipV="1">
            <a:off x="1775504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8" name="Line">
            <a:extLst>
              <a:ext uri="{FF2B5EF4-FFF2-40B4-BE49-F238E27FC236}">
                <a16:creationId xmlns:a16="http://schemas.microsoft.com/office/drawing/2014/main" id="{3D3ED3EA-96EC-40C4-8686-AF8DE7983342}"/>
              </a:ext>
            </a:extLst>
          </p:cNvPr>
          <p:cNvSpPr>
            <a:spLocks noGrp="1"/>
          </p:cNvSpPr>
          <p:nvPr/>
        </p:nvSpPr>
        <p:spPr>
          <a:xfrm flipH="1">
            <a:off x="1648504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9" name="Line">
            <a:extLst>
              <a:ext uri="{FF2B5EF4-FFF2-40B4-BE49-F238E27FC236}">
                <a16:creationId xmlns:a16="http://schemas.microsoft.com/office/drawing/2014/main" id="{0A42050E-76CD-421F-ABC3-1633AD2AE38C}"/>
              </a:ext>
            </a:extLst>
          </p:cNvPr>
          <p:cNvSpPr>
            <a:spLocks noGrp="1"/>
          </p:cNvSpPr>
          <p:nvPr/>
        </p:nvSpPr>
        <p:spPr>
          <a:xfrm>
            <a:off x="4931545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0" name="Line">
            <a:extLst>
              <a:ext uri="{FF2B5EF4-FFF2-40B4-BE49-F238E27FC236}">
                <a16:creationId xmlns:a16="http://schemas.microsoft.com/office/drawing/2014/main" id="{322B2191-371F-4DB0-A19E-3BC5E5497389}"/>
              </a:ext>
            </a:extLst>
          </p:cNvPr>
          <p:cNvSpPr>
            <a:spLocks noGrp="1"/>
          </p:cNvSpPr>
          <p:nvPr/>
        </p:nvSpPr>
        <p:spPr>
          <a:xfrm>
            <a:off x="3409596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1" name="Line">
            <a:extLst>
              <a:ext uri="{FF2B5EF4-FFF2-40B4-BE49-F238E27FC236}">
                <a16:creationId xmlns:a16="http://schemas.microsoft.com/office/drawing/2014/main" id="{19385036-EB1E-420E-9B77-479D2D0DCB96}"/>
              </a:ext>
            </a:extLst>
          </p:cNvPr>
          <p:cNvSpPr>
            <a:spLocks noGrp="1"/>
          </p:cNvSpPr>
          <p:nvPr/>
        </p:nvSpPr>
        <p:spPr>
          <a:xfrm flipV="1">
            <a:off x="3282596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2" name="A">
            <a:extLst>
              <a:ext uri="{FF2B5EF4-FFF2-40B4-BE49-F238E27FC236}">
                <a16:creationId xmlns:a16="http://schemas.microsoft.com/office/drawing/2014/main" id="{8E783AB8-21BD-477C-8E01-A56F31EC9D8C}"/>
              </a:ext>
            </a:extLst>
          </p:cNvPr>
          <p:cNvSpPr>
            <a:spLocks noGrp="1"/>
          </p:cNvSpPr>
          <p:nvPr/>
        </p:nvSpPr>
        <p:spPr>
          <a:xfrm>
            <a:off x="4392999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33" name="B">
            <a:extLst>
              <a:ext uri="{FF2B5EF4-FFF2-40B4-BE49-F238E27FC236}">
                <a16:creationId xmlns:a16="http://schemas.microsoft.com/office/drawing/2014/main" id="{7DEF3F11-78A8-40DE-8022-42905DE30FA4}"/>
              </a:ext>
            </a:extLst>
          </p:cNvPr>
          <p:cNvSpPr>
            <a:spLocks noGrp="1"/>
          </p:cNvSpPr>
          <p:nvPr/>
        </p:nvSpPr>
        <p:spPr>
          <a:xfrm>
            <a:off x="2583085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34" name="C">
            <a:extLst>
              <a:ext uri="{FF2B5EF4-FFF2-40B4-BE49-F238E27FC236}">
                <a16:creationId xmlns:a16="http://schemas.microsoft.com/office/drawing/2014/main" id="{11C18132-15D9-4A44-AF71-FCFBCBCF9C43}"/>
              </a:ext>
            </a:extLst>
          </p:cNvPr>
          <p:cNvSpPr>
            <a:spLocks noGrp="1"/>
          </p:cNvSpPr>
          <p:nvPr/>
        </p:nvSpPr>
        <p:spPr>
          <a:xfrm>
            <a:off x="735110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435" name="D">
            <a:extLst>
              <a:ext uri="{FF2B5EF4-FFF2-40B4-BE49-F238E27FC236}">
                <a16:creationId xmlns:a16="http://schemas.microsoft.com/office/drawing/2014/main" id="{2E4745E1-0F6C-4548-9237-663EF278C8DA}"/>
              </a:ext>
            </a:extLst>
          </p:cNvPr>
          <p:cNvSpPr>
            <a:spLocks noGrp="1"/>
          </p:cNvSpPr>
          <p:nvPr/>
        </p:nvSpPr>
        <p:spPr>
          <a:xfrm>
            <a:off x="988430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436" name="E">
            <a:extLst>
              <a:ext uri="{FF2B5EF4-FFF2-40B4-BE49-F238E27FC236}">
                <a16:creationId xmlns:a16="http://schemas.microsoft.com/office/drawing/2014/main" id="{2C79DA52-9379-4D62-A0B9-09E762B4F63A}"/>
              </a:ext>
            </a:extLst>
          </p:cNvPr>
          <p:cNvSpPr>
            <a:spLocks noGrp="1"/>
          </p:cNvSpPr>
          <p:nvPr/>
        </p:nvSpPr>
        <p:spPr>
          <a:xfrm>
            <a:off x="3659458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437" name="F">
            <a:extLst>
              <a:ext uri="{FF2B5EF4-FFF2-40B4-BE49-F238E27FC236}">
                <a16:creationId xmlns:a16="http://schemas.microsoft.com/office/drawing/2014/main" id="{74E7B2E8-698B-4A66-B76A-60B8A44750E0}"/>
              </a:ext>
            </a:extLst>
          </p:cNvPr>
          <p:cNvSpPr>
            <a:spLocks noGrp="1"/>
          </p:cNvSpPr>
          <p:nvPr/>
        </p:nvSpPr>
        <p:spPr>
          <a:xfrm>
            <a:off x="8419525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438" name="G">
            <a:extLst>
              <a:ext uri="{FF2B5EF4-FFF2-40B4-BE49-F238E27FC236}">
                <a16:creationId xmlns:a16="http://schemas.microsoft.com/office/drawing/2014/main" id="{05AFDED8-3746-4C63-8F5D-037C102B94EF}"/>
              </a:ext>
            </a:extLst>
          </p:cNvPr>
          <p:cNvSpPr>
            <a:spLocks noGrp="1"/>
          </p:cNvSpPr>
          <p:nvPr/>
        </p:nvSpPr>
        <p:spPr>
          <a:xfrm>
            <a:off x="9655364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651676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63287-6045-A34D-FB6A-ED1AE9AD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Line">
            <a:extLst>
              <a:ext uri="{FF2B5EF4-FFF2-40B4-BE49-F238E27FC236}">
                <a16:creationId xmlns:a16="http://schemas.microsoft.com/office/drawing/2014/main" id="{5075CC23-114E-7A3A-6438-6CE4FC2C7C60}"/>
              </a:ext>
            </a:extLst>
          </p:cNvPr>
          <p:cNvSpPr>
            <a:spLocks noGrp="1"/>
          </p:cNvSpPr>
          <p:nvPr/>
        </p:nvSpPr>
        <p:spPr>
          <a:xfrm>
            <a:off x="8902620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2" name="Line">
            <a:extLst>
              <a:ext uri="{FF2B5EF4-FFF2-40B4-BE49-F238E27FC236}">
                <a16:creationId xmlns:a16="http://schemas.microsoft.com/office/drawing/2014/main" id="{16EE3BFA-0AAE-E2D8-FF74-992B712C56B3}"/>
              </a:ext>
            </a:extLst>
          </p:cNvPr>
          <p:cNvSpPr>
            <a:spLocks noGrp="1"/>
          </p:cNvSpPr>
          <p:nvPr/>
        </p:nvSpPr>
        <p:spPr>
          <a:xfrm>
            <a:off x="4326405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3" name="Line">
            <a:extLst>
              <a:ext uri="{FF2B5EF4-FFF2-40B4-BE49-F238E27FC236}">
                <a16:creationId xmlns:a16="http://schemas.microsoft.com/office/drawing/2014/main" id="{CA4CD400-6355-C7C2-99A7-9E04B7E8CBF6}"/>
              </a:ext>
            </a:extLst>
          </p:cNvPr>
          <p:cNvSpPr>
            <a:spLocks noGrp="1"/>
          </p:cNvSpPr>
          <p:nvPr/>
        </p:nvSpPr>
        <p:spPr>
          <a:xfrm>
            <a:off x="8059208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4" name="Line">
            <a:extLst>
              <a:ext uri="{FF2B5EF4-FFF2-40B4-BE49-F238E27FC236}">
                <a16:creationId xmlns:a16="http://schemas.microsoft.com/office/drawing/2014/main" id="{CA1FFE49-47DB-5BB6-76B9-22173EDB1B0E}"/>
              </a:ext>
            </a:extLst>
          </p:cNvPr>
          <p:cNvSpPr>
            <a:spLocks noGrp="1"/>
          </p:cNvSpPr>
          <p:nvPr/>
        </p:nvSpPr>
        <p:spPr>
          <a:xfrm flipV="1">
            <a:off x="4255405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5" name="Line">
            <a:extLst>
              <a:ext uri="{FF2B5EF4-FFF2-40B4-BE49-F238E27FC236}">
                <a16:creationId xmlns:a16="http://schemas.microsoft.com/office/drawing/2014/main" id="{CBD64DE6-B6EE-EA61-F873-585303641262}"/>
              </a:ext>
            </a:extLst>
          </p:cNvPr>
          <p:cNvSpPr>
            <a:spLocks noGrp="1"/>
          </p:cNvSpPr>
          <p:nvPr/>
        </p:nvSpPr>
        <p:spPr>
          <a:xfrm flipV="1">
            <a:off x="4343123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6" name="Line">
            <a:extLst>
              <a:ext uri="{FF2B5EF4-FFF2-40B4-BE49-F238E27FC236}">
                <a16:creationId xmlns:a16="http://schemas.microsoft.com/office/drawing/2014/main" id="{3654D1C0-EBBB-D8D9-6ADD-125D9AF1C91A}"/>
              </a:ext>
            </a:extLst>
          </p:cNvPr>
          <p:cNvSpPr>
            <a:spLocks noGrp="1"/>
          </p:cNvSpPr>
          <p:nvPr/>
        </p:nvSpPr>
        <p:spPr>
          <a:xfrm flipH="1" flipV="1">
            <a:off x="3207007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7" name="Line">
            <a:extLst>
              <a:ext uri="{FF2B5EF4-FFF2-40B4-BE49-F238E27FC236}">
                <a16:creationId xmlns:a16="http://schemas.microsoft.com/office/drawing/2014/main" id="{A6E8F20B-17A4-B7CA-26F5-2AB541B7D0EF}"/>
              </a:ext>
            </a:extLst>
          </p:cNvPr>
          <p:cNvSpPr>
            <a:spLocks noGrp="1"/>
          </p:cNvSpPr>
          <p:nvPr/>
        </p:nvSpPr>
        <p:spPr>
          <a:xfrm flipH="1" flipV="1">
            <a:off x="1775504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8" name="Line">
            <a:extLst>
              <a:ext uri="{FF2B5EF4-FFF2-40B4-BE49-F238E27FC236}">
                <a16:creationId xmlns:a16="http://schemas.microsoft.com/office/drawing/2014/main" id="{9BF3A839-08B3-D998-1E04-69E9A8FC57DB}"/>
              </a:ext>
            </a:extLst>
          </p:cNvPr>
          <p:cNvSpPr>
            <a:spLocks noGrp="1"/>
          </p:cNvSpPr>
          <p:nvPr/>
        </p:nvSpPr>
        <p:spPr>
          <a:xfrm flipH="1">
            <a:off x="1648504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9" name="Line">
            <a:extLst>
              <a:ext uri="{FF2B5EF4-FFF2-40B4-BE49-F238E27FC236}">
                <a16:creationId xmlns:a16="http://schemas.microsoft.com/office/drawing/2014/main" id="{F274A6E6-1D04-321B-A92C-A0DEF1650CA9}"/>
              </a:ext>
            </a:extLst>
          </p:cNvPr>
          <p:cNvSpPr>
            <a:spLocks noGrp="1"/>
          </p:cNvSpPr>
          <p:nvPr/>
        </p:nvSpPr>
        <p:spPr>
          <a:xfrm>
            <a:off x="4931545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0" name="Line">
            <a:extLst>
              <a:ext uri="{FF2B5EF4-FFF2-40B4-BE49-F238E27FC236}">
                <a16:creationId xmlns:a16="http://schemas.microsoft.com/office/drawing/2014/main" id="{E10CBC28-89DB-8192-1ACE-14F273BBF381}"/>
              </a:ext>
            </a:extLst>
          </p:cNvPr>
          <p:cNvSpPr>
            <a:spLocks noGrp="1"/>
          </p:cNvSpPr>
          <p:nvPr/>
        </p:nvSpPr>
        <p:spPr>
          <a:xfrm>
            <a:off x="3409596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1" name="Line">
            <a:extLst>
              <a:ext uri="{FF2B5EF4-FFF2-40B4-BE49-F238E27FC236}">
                <a16:creationId xmlns:a16="http://schemas.microsoft.com/office/drawing/2014/main" id="{1954A586-0734-A7E6-1F0C-32C97386E51A}"/>
              </a:ext>
            </a:extLst>
          </p:cNvPr>
          <p:cNvSpPr>
            <a:spLocks noGrp="1"/>
          </p:cNvSpPr>
          <p:nvPr/>
        </p:nvSpPr>
        <p:spPr>
          <a:xfrm flipV="1">
            <a:off x="3282596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2" name="A">
            <a:extLst>
              <a:ext uri="{FF2B5EF4-FFF2-40B4-BE49-F238E27FC236}">
                <a16:creationId xmlns:a16="http://schemas.microsoft.com/office/drawing/2014/main" id="{40E1C8E7-1AB8-8B46-7C2E-445B4921674A}"/>
              </a:ext>
            </a:extLst>
          </p:cNvPr>
          <p:cNvSpPr>
            <a:spLocks noGrp="1"/>
          </p:cNvSpPr>
          <p:nvPr/>
        </p:nvSpPr>
        <p:spPr>
          <a:xfrm>
            <a:off x="4392999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33" name="B">
            <a:extLst>
              <a:ext uri="{FF2B5EF4-FFF2-40B4-BE49-F238E27FC236}">
                <a16:creationId xmlns:a16="http://schemas.microsoft.com/office/drawing/2014/main" id="{1BFC236B-CAF0-8495-CC81-DC2A8A38785E}"/>
              </a:ext>
            </a:extLst>
          </p:cNvPr>
          <p:cNvSpPr>
            <a:spLocks noGrp="1"/>
          </p:cNvSpPr>
          <p:nvPr/>
        </p:nvSpPr>
        <p:spPr>
          <a:xfrm>
            <a:off x="2583085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34" name="C">
            <a:extLst>
              <a:ext uri="{FF2B5EF4-FFF2-40B4-BE49-F238E27FC236}">
                <a16:creationId xmlns:a16="http://schemas.microsoft.com/office/drawing/2014/main" id="{166F283B-6C4F-1D48-72B2-3460C1B38D93}"/>
              </a:ext>
            </a:extLst>
          </p:cNvPr>
          <p:cNvSpPr>
            <a:spLocks noGrp="1"/>
          </p:cNvSpPr>
          <p:nvPr/>
        </p:nvSpPr>
        <p:spPr>
          <a:xfrm>
            <a:off x="735110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435" name="D">
            <a:extLst>
              <a:ext uri="{FF2B5EF4-FFF2-40B4-BE49-F238E27FC236}">
                <a16:creationId xmlns:a16="http://schemas.microsoft.com/office/drawing/2014/main" id="{E19EC271-825A-7063-1D0E-B266B5714794}"/>
              </a:ext>
            </a:extLst>
          </p:cNvPr>
          <p:cNvSpPr>
            <a:spLocks noGrp="1"/>
          </p:cNvSpPr>
          <p:nvPr/>
        </p:nvSpPr>
        <p:spPr>
          <a:xfrm>
            <a:off x="988430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436" name="E">
            <a:extLst>
              <a:ext uri="{FF2B5EF4-FFF2-40B4-BE49-F238E27FC236}">
                <a16:creationId xmlns:a16="http://schemas.microsoft.com/office/drawing/2014/main" id="{D368260A-900C-DDE9-EF22-9E40C3489DEE}"/>
              </a:ext>
            </a:extLst>
          </p:cNvPr>
          <p:cNvSpPr>
            <a:spLocks noGrp="1"/>
          </p:cNvSpPr>
          <p:nvPr/>
        </p:nvSpPr>
        <p:spPr>
          <a:xfrm>
            <a:off x="3659458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437" name="F">
            <a:extLst>
              <a:ext uri="{FF2B5EF4-FFF2-40B4-BE49-F238E27FC236}">
                <a16:creationId xmlns:a16="http://schemas.microsoft.com/office/drawing/2014/main" id="{612758F9-E9F0-260B-7394-E854DA0AAC2A}"/>
              </a:ext>
            </a:extLst>
          </p:cNvPr>
          <p:cNvSpPr>
            <a:spLocks noGrp="1"/>
          </p:cNvSpPr>
          <p:nvPr/>
        </p:nvSpPr>
        <p:spPr>
          <a:xfrm>
            <a:off x="8419525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438" name="G">
            <a:extLst>
              <a:ext uri="{FF2B5EF4-FFF2-40B4-BE49-F238E27FC236}">
                <a16:creationId xmlns:a16="http://schemas.microsoft.com/office/drawing/2014/main" id="{FD3EE58F-379C-87F7-30D8-DA2836257179}"/>
              </a:ext>
            </a:extLst>
          </p:cNvPr>
          <p:cNvSpPr>
            <a:spLocks noGrp="1"/>
          </p:cNvSpPr>
          <p:nvPr/>
        </p:nvSpPr>
        <p:spPr>
          <a:xfrm>
            <a:off x="9655364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439" name="Variables">
            <a:extLst>
              <a:ext uri="{FF2B5EF4-FFF2-40B4-BE49-F238E27FC236}">
                <a16:creationId xmlns:a16="http://schemas.microsoft.com/office/drawing/2014/main" id="{83D1A5F9-88CB-F7B8-FC8E-33E03132CF20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40" name="{A, B, C, D, E, F, G}">
            <a:extLst>
              <a:ext uri="{FF2B5EF4-FFF2-40B4-BE49-F238E27FC236}">
                <a16:creationId xmlns:a16="http://schemas.microsoft.com/office/drawing/2014/main" id="{75952B00-8397-6B4B-8921-32485F751B74}"/>
              </a:ext>
            </a:extLst>
          </p:cNvPr>
          <p:cNvSpPr>
            <a:spLocks noGrp="1"/>
          </p:cNvSpPr>
          <p:nvPr/>
        </p:nvSpPr>
        <p:spPr>
          <a:xfrm>
            <a:off x="14185025" y="2829153"/>
            <a:ext cx="6602463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i="1" dirty="0"/>
              <a:t>A</a:t>
            </a:r>
            <a:r>
              <a:rPr dirty="0"/>
              <a:t>, </a:t>
            </a:r>
            <a:r>
              <a:rPr i="1" dirty="0"/>
              <a:t>B</a:t>
            </a:r>
            <a:r>
              <a:rPr dirty="0"/>
              <a:t>, </a:t>
            </a:r>
            <a:r>
              <a:rPr i="1" dirty="0"/>
              <a:t>C</a:t>
            </a:r>
            <a:r>
              <a:rPr dirty="0"/>
              <a:t>, </a:t>
            </a:r>
            <a:r>
              <a:rPr i="1" dirty="0"/>
              <a:t>D</a:t>
            </a:r>
            <a:r>
              <a:rPr dirty="0"/>
              <a:t>, </a:t>
            </a:r>
            <a:r>
              <a:rPr i="1" dirty="0"/>
              <a:t>E</a:t>
            </a:r>
            <a:r>
              <a:rPr dirty="0"/>
              <a:t>, </a:t>
            </a:r>
            <a:r>
              <a:rPr i="1" dirty="0"/>
              <a:t>F</a:t>
            </a:r>
            <a:r>
              <a:rPr dirty="0"/>
              <a:t>, </a:t>
            </a:r>
            <a:r>
              <a:rPr i="1" dirty="0"/>
              <a:t>G</a:t>
            </a: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13197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3034-55F8-51DC-D906-F85937F8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Line">
            <a:extLst>
              <a:ext uri="{FF2B5EF4-FFF2-40B4-BE49-F238E27FC236}">
                <a16:creationId xmlns:a16="http://schemas.microsoft.com/office/drawing/2014/main" id="{F41D2AF5-6182-E4CF-4A1B-AB2E4D6EADC3}"/>
              </a:ext>
            </a:extLst>
          </p:cNvPr>
          <p:cNvSpPr>
            <a:spLocks noGrp="1"/>
          </p:cNvSpPr>
          <p:nvPr/>
        </p:nvSpPr>
        <p:spPr>
          <a:xfrm>
            <a:off x="8902620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2" name="Line">
            <a:extLst>
              <a:ext uri="{FF2B5EF4-FFF2-40B4-BE49-F238E27FC236}">
                <a16:creationId xmlns:a16="http://schemas.microsoft.com/office/drawing/2014/main" id="{85CE9CAC-2901-E7D6-9DB3-F7D5103A657F}"/>
              </a:ext>
            </a:extLst>
          </p:cNvPr>
          <p:cNvSpPr>
            <a:spLocks noGrp="1"/>
          </p:cNvSpPr>
          <p:nvPr/>
        </p:nvSpPr>
        <p:spPr>
          <a:xfrm>
            <a:off x="4326405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3" name="Line">
            <a:extLst>
              <a:ext uri="{FF2B5EF4-FFF2-40B4-BE49-F238E27FC236}">
                <a16:creationId xmlns:a16="http://schemas.microsoft.com/office/drawing/2014/main" id="{59A32AC3-D576-9A20-DC2F-65792699CCD2}"/>
              </a:ext>
            </a:extLst>
          </p:cNvPr>
          <p:cNvSpPr>
            <a:spLocks noGrp="1"/>
          </p:cNvSpPr>
          <p:nvPr/>
        </p:nvSpPr>
        <p:spPr>
          <a:xfrm>
            <a:off x="8059208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4" name="Line">
            <a:extLst>
              <a:ext uri="{FF2B5EF4-FFF2-40B4-BE49-F238E27FC236}">
                <a16:creationId xmlns:a16="http://schemas.microsoft.com/office/drawing/2014/main" id="{C1D156CB-3501-7C82-D02C-5ACEA9ECAECF}"/>
              </a:ext>
            </a:extLst>
          </p:cNvPr>
          <p:cNvSpPr>
            <a:spLocks noGrp="1"/>
          </p:cNvSpPr>
          <p:nvPr/>
        </p:nvSpPr>
        <p:spPr>
          <a:xfrm flipV="1">
            <a:off x="4255405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5" name="Line">
            <a:extLst>
              <a:ext uri="{FF2B5EF4-FFF2-40B4-BE49-F238E27FC236}">
                <a16:creationId xmlns:a16="http://schemas.microsoft.com/office/drawing/2014/main" id="{337E0E2C-717C-2120-590D-EBBBE4974186}"/>
              </a:ext>
            </a:extLst>
          </p:cNvPr>
          <p:cNvSpPr>
            <a:spLocks noGrp="1"/>
          </p:cNvSpPr>
          <p:nvPr/>
        </p:nvSpPr>
        <p:spPr>
          <a:xfrm flipV="1">
            <a:off x="4343123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6" name="Line">
            <a:extLst>
              <a:ext uri="{FF2B5EF4-FFF2-40B4-BE49-F238E27FC236}">
                <a16:creationId xmlns:a16="http://schemas.microsoft.com/office/drawing/2014/main" id="{A79E153C-AC3A-44F6-4972-9F5DA64FD700}"/>
              </a:ext>
            </a:extLst>
          </p:cNvPr>
          <p:cNvSpPr>
            <a:spLocks noGrp="1"/>
          </p:cNvSpPr>
          <p:nvPr/>
        </p:nvSpPr>
        <p:spPr>
          <a:xfrm flipH="1" flipV="1">
            <a:off x="3207007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7" name="Line">
            <a:extLst>
              <a:ext uri="{FF2B5EF4-FFF2-40B4-BE49-F238E27FC236}">
                <a16:creationId xmlns:a16="http://schemas.microsoft.com/office/drawing/2014/main" id="{7D06850F-EB60-66F6-C4C8-E6B1057867FA}"/>
              </a:ext>
            </a:extLst>
          </p:cNvPr>
          <p:cNvSpPr>
            <a:spLocks noGrp="1"/>
          </p:cNvSpPr>
          <p:nvPr/>
        </p:nvSpPr>
        <p:spPr>
          <a:xfrm flipH="1" flipV="1">
            <a:off x="1775504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8" name="Line">
            <a:extLst>
              <a:ext uri="{FF2B5EF4-FFF2-40B4-BE49-F238E27FC236}">
                <a16:creationId xmlns:a16="http://schemas.microsoft.com/office/drawing/2014/main" id="{48DB47B5-966D-74D8-82F6-D0BA50BD1B1B}"/>
              </a:ext>
            </a:extLst>
          </p:cNvPr>
          <p:cNvSpPr>
            <a:spLocks noGrp="1"/>
          </p:cNvSpPr>
          <p:nvPr/>
        </p:nvSpPr>
        <p:spPr>
          <a:xfrm flipH="1">
            <a:off x="1648504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9" name="Line">
            <a:extLst>
              <a:ext uri="{FF2B5EF4-FFF2-40B4-BE49-F238E27FC236}">
                <a16:creationId xmlns:a16="http://schemas.microsoft.com/office/drawing/2014/main" id="{EEDB2E15-BE09-D77B-5D19-93D1E09D1220}"/>
              </a:ext>
            </a:extLst>
          </p:cNvPr>
          <p:cNvSpPr>
            <a:spLocks noGrp="1"/>
          </p:cNvSpPr>
          <p:nvPr/>
        </p:nvSpPr>
        <p:spPr>
          <a:xfrm>
            <a:off x="4931545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0" name="Line">
            <a:extLst>
              <a:ext uri="{FF2B5EF4-FFF2-40B4-BE49-F238E27FC236}">
                <a16:creationId xmlns:a16="http://schemas.microsoft.com/office/drawing/2014/main" id="{8DD31AA8-40B2-29CE-8C2A-558F522274B4}"/>
              </a:ext>
            </a:extLst>
          </p:cNvPr>
          <p:cNvSpPr>
            <a:spLocks noGrp="1"/>
          </p:cNvSpPr>
          <p:nvPr/>
        </p:nvSpPr>
        <p:spPr>
          <a:xfrm>
            <a:off x="3409596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1" name="Line">
            <a:extLst>
              <a:ext uri="{FF2B5EF4-FFF2-40B4-BE49-F238E27FC236}">
                <a16:creationId xmlns:a16="http://schemas.microsoft.com/office/drawing/2014/main" id="{A145F05A-660A-3C76-AFC3-49F3A884E771}"/>
              </a:ext>
            </a:extLst>
          </p:cNvPr>
          <p:cNvSpPr>
            <a:spLocks noGrp="1"/>
          </p:cNvSpPr>
          <p:nvPr/>
        </p:nvSpPr>
        <p:spPr>
          <a:xfrm flipV="1">
            <a:off x="3282596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2" name="A">
            <a:extLst>
              <a:ext uri="{FF2B5EF4-FFF2-40B4-BE49-F238E27FC236}">
                <a16:creationId xmlns:a16="http://schemas.microsoft.com/office/drawing/2014/main" id="{4EB44495-149F-E96F-4187-EF6C20B12602}"/>
              </a:ext>
            </a:extLst>
          </p:cNvPr>
          <p:cNvSpPr>
            <a:spLocks noGrp="1"/>
          </p:cNvSpPr>
          <p:nvPr/>
        </p:nvSpPr>
        <p:spPr>
          <a:xfrm>
            <a:off x="4392999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33" name="B">
            <a:extLst>
              <a:ext uri="{FF2B5EF4-FFF2-40B4-BE49-F238E27FC236}">
                <a16:creationId xmlns:a16="http://schemas.microsoft.com/office/drawing/2014/main" id="{EAC8BA62-5CF4-3DEA-3F75-BC845F9CA334}"/>
              </a:ext>
            </a:extLst>
          </p:cNvPr>
          <p:cNvSpPr>
            <a:spLocks noGrp="1"/>
          </p:cNvSpPr>
          <p:nvPr/>
        </p:nvSpPr>
        <p:spPr>
          <a:xfrm>
            <a:off x="2583085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34" name="C">
            <a:extLst>
              <a:ext uri="{FF2B5EF4-FFF2-40B4-BE49-F238E27FC236}">
                <a16:creationId xmlns:a16="http://schemas.microsoft.com/office/drawing/2014/main" id="{4AF9FD24-242D-214F-F2E2-BDCC486FA239}"/>
              </a:ext>
            </a:extLst>
          </p:cNvPr>
          <p:cNvSpPr>
            <a:spLocks noGrp="1"/>
          </p:cNvSpPr>
          <p:nvPr/>
        </p:nvSpPr>
        <p:spPr>
          <a:xfrm>
            <a:off x="735110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435" name="D">
            <a:extLst>
              <a:ext uri="{FF2B5EF4-FFF2-40B4-BE49-F238E27FC236}">
                <a16:creationId xmlns:a16="http://schemas.microsoft.com/office/drawing/2014/main" id="{33C3B8FB-1BCC-3693-AB0B-95A781223F20}"/>
              </a:ext>
            </a:extLst>
          </p:cNvPr>
          <p:cNvSpPr>
            <a:spLocks noGrp="1"/>
          </p:cNvSpPr>
          <p:nvPr/>
        </p:nvSpPr>
        <p:spPr>
          <a:xfrm>
            <a:off x="988430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436" name="E">
            <a:extLst>
              <a:ext uri="{FF2B5EF4-FFF2-40B4-BE49-F238E27FC236}">
                <a16:creationId xmlns:a16="http://schemas.microsoft.com/office/drawing/2014/main" id="{D9DC907D-432F-4EED-8B7D-E9462F192D65}"/>
              </a:ext>
            </a:extLst>
          </p:cNvPr>
          <p:cNvSpPr>
            <a:spLocks noGrp="1"/>
          </p:cNvSpPr>
          <p:nvPr/>
        </p:nvSpPr>
        <p:spPr>
          <a:xfrm>
            <a:off x="3659458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437" name="F">
            <a:extLst>
              <a:ext uri="{FF2B5EF4-FFF2-40B4-BE49-F238E27FC236}">
                <a16:creationId xmlns:a16="http://schemas.microsoft.com/office/drawing/2014/main" id="{B2A0E4DD-363F-D854-ACC6-04A4CF80BBAA}"/>
              </a:ext>
            </a:extLst>
          </p:cNvPr>
          <p:cNvSpPr>
            <a:spLocks noGrp="1"/>
          </p:cNvSpPr>
          <p:nvPr/>
        </p:nvSpPr>
        <p:spPr>
          <a:xfrm>
            <a:off x="8419525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438" name="G">
            <a:extLst>
              <a:ext uri="{FF2B5EF4-FFF2-40B4-BE49-F238E27FC236}">
                <a16:creationId xmlns:a16="http://schemas.microsoft.com/office/drawing/2014/main" id="{F9632B38-6370-316C-7968-0DB1A3A336B7}"/>
              </a:ext>
            </a:extLst>
          </p:cNvPr>
          <p:cNvSpPr>
            <a:spLocks noGrp="1"/>
          </p:cNvSpPr>
          <p:nvPr/>
        </p:nvSpPr>
        <p:spPr>
          <a:xfrm>
            <a:off x="9655364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439" name="Variables">
            <a:extLst>
              <a:ext uri="{FF2B5EF4-FFF2-40B4-BE49-F238E27FC236}">
                <a16:creationId xmlns:a16="http://schemas.microsoft.com/office/drawing/2014/main" id="{05EF7168-B874-5CAA-0B81-035EF653BAE8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40" name="{A, B, C, D, E, F, G}">
            <a:extLst>
              <a:ext uri="{FF2B5EF4-FFF2-40B4-BE49-F238E27FC236}">
                <a16:creationId xmlns:a16="http://schemas.microsoft.com/office/drawing/2014/main" id="{1572DE62-3D84-603E-8BBF-9513E9A38BA7}"/>
              </a:ext>
            </a:extLst>
          </p:cNvPr>
          <p:cNvSpPr>
            <a:spLocks noGrp="1"/>
          </p:cNvSpPr>
          <p:nvPr/>
        </p:nvSpPr>
        <p:spPr>
          <a:xfrm>
            <a:off x="14185025" y="2829153"/>
            <a:ext cx="6602463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</a:t>
            </a:r>
            <a:r>
              <a:rPr i="1"/>
              <a:t>A</a:t>
            </a:r>
            <a:r>
              <a:t>, </a:t>
            </a:r>
            <a:r>
              <a:rPr i="1"/>
              <a:t>B</a:t>
            </a:r>
            <a:r>
              <a:t>, </a:t>
            </a:r>
            <a:r>
              <a:rPr i="1"/>
              <a:t>C</a:t>
            </a:r>
            <a:r>
              <a:t>, </a:t>
            </a:r>
            <a:r>
              <a:rPr i="1"/>
              <a:t>D</a:t>
            </a:r>
            <a:r>
              <a:t>, </a:t>
            </a:r>
            <a:r>
              <a:rPr i="1"/>
              <a:t>E</a:t>
            </a:r>
            <a:r>
              <a:t>, </a:t>
            </a:r>
            <a:r>
              <a:rPr i="1"/>
              <a:t>F</a:t>
            </a:r>
            <a:r>
              <a:t>, </a:t>
            </a:r>
            <a:r>
              <a:rPr i="1"/>
              <a:t>G</a:t>
            </a:r>
            <a:r>
              <a:t>}</a:t>
            </a:r>
          </a:p>
        </p:txBody>
      </p:sp>
      <p:sp>
        <p:nvSpPr>
          <p:cNvPr id="2441" name="Domains">
            <a:extLst>
              <a:ext uri="{FF2B5EF4-FFF2-40B4-BE49-F238E27FC236}">
                <a16:creationId xmlns:a16="http://schemas.microsoft.com/office/drawing/2014/main" id="{3ED3F78F-D2F3-CC81-C939-B351013C0E95}"/>
              </a:ext>
            </a:extLst>
          </p:cNvPr>
          <p:cNvSpPr>
            <a:spLocks noGrp="1"/>
          </p:cNvSpPr>
          <p:nvPr/>
        </p:nvSpPr>
        <p:spPr>
          <a:xfrm>
            <a:off x="15925756" y="5458109"/>
            <a:ext cx="31210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Domínios</a:t>
            </a:r>
          </a:p>
        </p:txBody>
      </p:sp>
      <p:sp>
        <p:nvSpPr>
          <p:cNvPr id="2442" name="{Monday, Tuesday, Wednesday}">
            <a:extLst>
              <a:ext uri="{FF2B5EF4-FFF2-40B4-BE49-F238E27FC236}">
                <a16:creationId xmlns:a16="http://schemas.microsoft.com/office/drawing/2014/main" id="{C25C53DA-5791-E44D-CEAF-B34AC90893B2}"/>
              </a:ext>
            </a:extLst>
          </p:cNvPr>
          <p:cNvSpPr>
            <a:spLocks noGrp="1"/>
          </p:cNvSpPr>
          <p:nvPr/>
        </p:nvSpPr>
        <p:spPr>
          <a:xfrm>
            <a:off x="13712788" y="6604643"/>
            <a:ext cx="7546938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segunda</a:t>
            </a:r>
            <a:r>
              <a:rPr dirty="0"/>
              <a:t>, </a:t>
            </a:r>
            <a:r>
              <a:rPr dirty="0" err="1"/>
              <a:t>terça</a:t>
            </a:r>
            <a:r>
              <a:rPr dirty="0"/>
              <a:t>, </a:t>
            </a:r>
            <a:r>
              <a:rPr dirty="0" err="1"/>
              <a:t>quarta</a:t>
            </a:r>
            <a:r>
              <a:rPr dirty="0"/>
              <a:t>}</a:t>
            </a:r>
          </a:p>
        </p:txBody>
      </p:sp>
      <p:sp>
        <p:nvSpPr>
          <p:cNvPr id="2443" name="for each variable">
            <a:extLst>
              <a:ext uri="{FF2B5EF4-FFF2-40B4-BE49-F238E27FC236}">
                <a16:creationId xmlns:a16="http://schemas.microsoft.com/office/drawing/2014/main" id="{1B0C883A-AEB6-CC91-6B7A-3E97A2A0E44C}"/>
              </a:ext>
            </a:extLst>
          </p:cNvPr>
          <p:cNvSpPr>
            <a:spLocks noGrp="1"/>
          </p:cNvSpPr>
          <p:nvPr/>
        </p:nvSpPr>
        <p:spPr>
          <a:xfrm>
            <a:off x="15316537" y="7740024"/>
            <a:ext cx="4339439" cy="787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para cada variável</a:t>
            </a:r>
          </a:p>
        </p:txBody>
      </p:sp>
    </p:spTree>
    <p:extLst>
      <p:ext uri="{BB962C8B-B14F-4D97-AF65-F5344CB8AC3E}">
        <p14:creationId xmlns:p14="http://schemas.microsoft.com/office/powerpoint/2010/main" val="25307101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69C0-80FF-105D-E0F7-967A24B4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Line">
            <a:extLst>
              <a:ext uri="{FF2B5EF4-FFF2-40B4-BE49-F238E27FC236}">
                <a16:creationId xmlns:a16="http://schemas.microsoft.com/office/drawing/2014/main" id="{27C465BA-CF93-F200-478E-F04737F2027A}"/>
              </a:ext>
            </a:extLst>
          </p:cNvPr>
          <p:cNvSpPr>
            <a:spLocks noGrp="1"/>
          </p:cNvSpPr>
          <p:nvPr/>
        </p:nvSpPr>
        <p:spPr>
          <a:xfrm>
            <a:off x="8902620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2" name="Line">
            <a:extLst>
              <a:ext uri="{FF2B5EF4-FFF2-40B4-BE49-F238E27FC236}">
                <a16:creationId xmlns:a16="http://schemas.microsoft.com/office/drawing/2014/main" id="{BFB15541-FE13-6C1F-66F7-FBFAF7FE0FBF}"/>
              </a:ext>
            </a:extLst>
          </p:cNvPr>
          <p:cNvSpPr>
            <a:spLocks noGrp="1"/>
          </p:cNvSpPr>
          <p:nvPr/>
        </p:nvSpPr>
        <p:spPr>
          <a:xfrm>
            <a:off x="4326405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3" name="Line">
            <a:extLst>
              <a:ext uri="{FF2B5EF4-FFF2-40B4-BE49-F238E27FC236}">
                <a16:creationId xmlns:a16="http://schemas.microsoft.com/office/drawing/2014/main" id="{E65EABF7-7A43-741F-41A5-F8324751B211}"/>
              </a:ext>
            </a:extLst>
          </p:cNvPr>
          <p:cNvSpPr>
            <a:spLocks noGrp="1"/>
          </p:cNvSpPr>
          <p:nvPr/>
        </p:nvSpPr>
        <p:spPr>
          <a:xfrm>
            <a:off x="8059208" y="5320864"/>
            <a:ext cx="1091674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4" name="Line">
            <a:extLst>
              <a:ext uri="{FF2B5EF4-FFF2-40B4-BE49-F238E27FC236}">
                <a16:creationId xmlns:a16="http://schemas.microsoft.com/office/drawing/2014/main" id="{68E79DC8-706D-D177-669E-B1E4E008053C}"/>
              </a:ext>
            </a:extLst>
          </p:cNvPr>
          <p:cNvSpPr>
            <a:spLocks noGrp="1"/>
          </p:cNvSpPr>
          <p:nvPr/>
        </p:nvSpPr>
        <p:spPr>
          <a:xfrm flipV="1">
            <a:off x="4255405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5" name="Line">
            <a:extLst>
              <a:ext uri="{FF2B5EF4-FFF2-40B4-BE49-F238E27FC236}">
                <a16:creationId xmlns:a16="http://schemas.microsoft.com/office/drawing/2014/main" id="{45191E09-19E3-92F8-C05D-427500D618B8}"/>
              </a:ext>
            </a:extLst>
          </p:cNvPr>
          <p:cNvSpPr>
            <a:spLocks noGrp="1"/>
          </p:cNvSpPr>
          <p:nvPr/>
        </p:nvSpPr>
        <p:spPr>
          <a:xfrm flipV="1">
            <a:off x="4343123" y="5085003"/>
            <a:ext cx="3775553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6" name="Line">
            <a:extLst>
              <a:ext uri="{FF2B5EF4-FFF2-40B4-BE49-F238E27FC236}">
                <a16:creationId xmlns:a16="http://schemas.microsoft.com/office/drawing/2014/main" id="{89C740CD-E099-9690-7295-249127368157}"/>
              </a:ext>
            </a:extLst>
          </p:cNvPr>
          <p:cNvSpPr>
            <a:spLocks noGrp="1"/>
          </p:cNvSpPr>
          <p:nvPr/>
        </p:nvSpPr>
        <p:spPr>
          <a:xfrm flipH="1" flipV="1">
            <a:off x="3207007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7" name="Line">
            <a:extLst>
              <a:ext uri="{FF2B5EF4-FFF2-40B4-BE49-F238E27FC236}">
                <a16:creationId xmlns:a16="http://schemas.microsoft.com/office/drawing/2014/main" id="{F3207E14-69C9-EB24-8666-A7604FDD7BAC}"/>
              </a:ext>
            </a:extLst>
          </p:cNvPr>
          <p:cNvSpPr>
            <a:spLocks noGrp="1"/>
          </p:cNvSpPr>
          <p:nvPr/>
        </p:nvSpPr>
        <p:spPr>
          <a:xfrm flipH="1" flipV="1">
            <a:off x="1775504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8" name="Line">
            <a:extLst>
              <a:ext uri="{FF2B5EF4-FFF2-40B4-BE49-F238E27FC236}">
                <a16:creationId xmlns:a16="http://schemas.microsoft.com/office/drawing/2014/main" id="{3490B7F0-3A03-AD41-CEC3-9CF0F3C700A4}"/>
              </a:ext>
            </a:extLst>
          </p:cNvPr>
          <p:cNvSpPr>
            <a:spLocks noGrp="1"/>
          </p:cNvSpPr>
          <p:nvPr/>
        </p:nvSpPr>
        <p:spPr>
          <a:xfrm flipH="1">
            <a:off x="1648504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29" name="Line">
            <a:extLst>
              <a:ext uri="{FF2B5EF4-FFF2-40B4-BE49-F238E27FC236}">
                <a16:creationId xmlns:a16="http://schemas.microsoft.com/office/drawing/2014/main" id="{03EF0561-2274-32F6-CF2E-D9607CE2494C}"/>
              </a:ext>
            </a:extLst>
          </p:cNvPr>
          <p:cNvSpPr>
            <a:spLocks noGrp="1"/>
          </p:cNvSpPr>
          <p:nvPr/>
        </p:nvSpPr>
        <p:spPr>
          <a:xfrm>
            <a:off x="4931545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0" name="Line">
            <a:extLst>
              <a:ext uri="{FF2B5EF4-FFF2-40B4-BE49-F238E27FC236}">
                <a16:creationId xmlns:a16="http://schemas.microsoft.com/office/drawing/2014/main" id="{C9C5E536-38E7-BE88-CF60-E23DA9BCB733}"/>
              </a:ext>
            </a:extLst>
          </p:cNvPr>
          <p:cNvSpPr>
            <a:spLocks noGrp="1"/>
          </p:cNvSpPr>
          <p:nvPr/>
        </p:nvSpPr>
        <p:spPr>
          <a:xfrm>
            <a:off x="3409596" y="5059950"/>
            <a:ext cx="4526122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1" name="Line">
            <a:extLst>
              <a:ext uri="{FF2B5EF4-FFF2-40B4-BE49-F238E27FC236}">
                <a16:creationId xmlns:a16="http://schemas.microsoft.com/office/drawing/2014/main" id="{C0BFF08F-0C8A-4705-C4EA-815218B9BFF3}"/>
              </a:ext>
            </a:extLst>
          </p:cNvPr>
          <p:cNvSpPr>
            <a:spLocks noGrp="1"/>
          </p:cNvSpPr>
          <p:nvPr/>
        </p:nvSpPr>
        <p:spPr>
          <a:xfrm flipV="1">
            <a:off x="3282596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32" name="A">
            <a:extLst>
              <a:ext uri="{FF2B5EF4-FFF2-40B4-BE49-F238E27FC236}">
                <a16:creationId xmlns:a16="http://schemas.microsoft.com/office/drawing/2014/main" id="{76F0C5D5-A4E3-BC40-D2F6-66BC13BC4C0D}"/>
              </a:ext>
            </a:extLst>
          </p:cNvPr>
          <p:cNvSpPr>
            <a:spLocks noGrp="1"/>
          </p:cNvSpPr>
          <p:nvPr/>
        </p:nvSpPr>
        <p:spPr>
          <a:xfrm>
            <a:off x="4392999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33" name="B">
            <a:extLst>
              <a:ext uri="{FF2B5EF4-FFF2-40B4-BE49-F238E27FC236}">
                <a16:creationId xmlns:a16="http://schemas.microsoft.com/office/drawing/2014/main" id="{B4ACC7F0-D1B9-9813-C7D9-37AC5219AD1C}"/>
              </a:ext>
            </a:extLst>
          </p:cNvPr>
          <p:cNvSpPr>
            <a:spLocks noGrp="1"/>
          </p:cNvSpPr>
          <p:nvPr/>
        </p:nvSpPr>
        <p:spPr>
          <a:xfrm>
            <a:off x="2583085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34" name="C">
            <a:extLst>
              <a:ext uri="{FF2B5EF4-FFF2-40B4-BE49-F238E27FC236}">
                <a16:creationId xmlns:a16="http://schemas.microsoft.com/office/drawing/2014/main" id="{7CDE7A70-FFA7-A56E-0DAE-3B0E0BA75D6A}"/>
              </a:ext>
            </a:extLst>
          </p:cNvPr>
          <p:cNvSpPr>
            <a:spLocks noGrp="1"/>
          </p:cNvSpPr>
          <p:nvPr/>
        </p:nvSpPr>
        <p:spPr>
          <a:xfrm>
            <a:off x="7351107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435" name="D">
            <a:extLst>
              <a:ext uri="{FF2B5EF4-FFF2-40B4-BE49-F238E27FC236}">
                <a16:creationId xmlns:a16="http://schemas.microsoft.com/office/drawing/2014/main" id="{1858777A-632C-B3DF-3182-3CD19A1E3B22}"/>
              </a:ext>
            </a:extLst>
          </p:cNvPr>
          <p:cNvSpPr>
            <a:spLocks noGrp="1"/>
          </p:cNvSpPr>
          <p:nvPr/>
        </p:nvSpPr>
        <p:spPr>
          <a:xfrm>
            <a:off x="988430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436" name="E">
            <a:extLst>
              <a:ext uri="{FF2B5EF4-FFF2-40B4-BE49-F238E27FC236}">
                <a16:creationId xmlns:a16="http://schemas.microsoft.com/office/drawing/2014/main" id="{4F1AFDBF-4DD0-A788-FA00-58A7EA0D6385}"/>
              </a:ext>
            </a:extLst>
          </p:cNvPr>
          <p:cNvSpPr>
            <a:spLocks noGrp="1"/>
          </p:cNvSpPr>
          <p:nvPr/>
        </p:nvSpPr>
        <p:spPr>
          <a:xfrm>
            <a:off x="3659458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437" name="F">
            <a:extLst>
              <a:ext uri="{FF2B5EF4-FFF2-40B4-BE49-F238E27FC236}">
                <a16:creationId xmlns:a16="http://schemas.microsoft.com/office/drawing/2014/main" id="{E4AB811F-6392-D43A-43E6-5077092159FE}"/>
              </a:ext>
            </a:extLst>
          </p:cNvPr>
          <p:cNvSpPr>
            <a:spLocks noGrp="1"/>
          </p:cNvSpPr>
          <p:nvPr/>
        </p:nvSpPr>
        <p:spPr>
          <a:xfrm>
            <a:off x="8419525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438" name="G">
            <a:extLst>
              <a:ext uri="{FF2B5EF4-FFF2-40B4-BE49-F238E27FC236}">
                <a16:creationId xmlns:a16="http://schemas.microsoft.com/office/drawing/2014/main" id="{A8273B7D-23C2-87F3-3D72-C4FCF78CF132}"/>
              </a:ext>
            </a:extLst>
          </p:cNvPr>
          <p:cNvSpPr>
            <a:spLocks noGrp="1"/>
          </p:cNvSpPr>
          <p:nvPr/>
        </p:nvSpPr>
        <p:spPr>
          <a:xfrm>
            <a:off x="9655364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439" name="Variables">
            <a:extLst>
              <a:ext uri="{FF2B5EF4-FFF2-40B4-BE49-F238E27FC236}">
                <a16:creationId xmlns:a16="http://schemas.microsoft.com/office/drawing/2014/main" id="{1E44F7E1-0A4D-ECC2-E682-6C451329C0F4}"/>
              </a:ext>
            </a:extLst>
          </p:cNvPr>
          <p:cNvSpPr>
            <a:spLocks noGrp="1"/>
          </p:cNvSpPr>
          <p:nvPr/>
        </p:nvSpPr>
        <p:spPr>
          <a:xfrm>
            <a:off x="15868829" y="1677659"/>
            <a:ext cx="323485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Variáveis</a:t>
            </a:r>
          </a:p>
        </p:txBody>
      </p:sp>
      <p:sp>
        <p:nvSpPr>
          <p:cNvPr id="2440" name="{A, B, C, D, E, F, G}">
            <a:extLst>
              <a:ext uri="{FF2B5EF4-FFF2-40B4-BE49-F238E27FC236}">
                <a16:creationId xmlns:a16="http://schemas.microsoft.com/office/drawing/2014/main" id="{BD4B830A-925F-3E99-7C17-271B89B1A6D2}"/>
              </a:ext>
            </a:extLst>
          </p:cNvPr>
          <p:cNvSpPr>
            <a:spLocks noGrp="1"/>
          </p:cNvSpPr>
          <p:nvPr/>
        </p:nvSpPr>
        <p:spPr>
          <a:xfrm>
            <a:off x="14185025" y="2829153"/>
            <a:ext cx="6602463" cy="94553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</a:t>
            </a:r>
            <a:r>
              <a:rPr i="1"/>
              <a:t>A</a:t>
            </a:r>
            <a:r>
              <a:t>, </a:t>
            </a:r>
            <a:r>
              <a:rPr i="1"/>
              <a:t>B</a:t>
            </a:r>
            <a:r>
              <a:t>, </a:t>
            </a:r>
            <a:r>
              <a:rPr i="1"/>
              <a:t>C</a:t>
            </a:r>
            <a:r>
              <a:t>, </a:t>
            </a:r>
            <a:r>
              <a:rPr i="1"/>
              <a:t>D</a:t>
            </a:r>
            <a:r>
              <a:t>, </a:t>
            </a:r>
            <a:r>
              <a:rPr i="1"/>
              <a:t>E</a:t>
            </a:r>
            <a:r>
              <a:t>, </a:t>
            </a:r>
            <a:r>
              <a:rPr i="1"/>
              <a:t>F</a:t>
            </a:r>
            <a:r>
              <a:t>, </a:t>
            </a:r>
            <a:r>
              <a:rPr i="1"/>
              <a:t>G</a:t>
            </a:r>
            <a:r>
              <a:t>}</a:t>
            </a:r>
          </a:p>
        </p:txBody>
      </p:sp>
      <p:sp>
        <p:nvSpPr>
          <p:cNvPr id="2441" name="Domains">
            <a:extLst>
              <a:ext uri="{FF2B5EF4-FFF2-40B4-BE49-F238E27FC236}">
                <a16:creationId xmlns:a16="http://schemas.microsoft.com/office/drawing/2014/main" id="{F803F7C9-D7BC-E505-8F6E-F1B00C4C9504}"/>
              </a:ext>
            </a:extLst>
          </p:cNvPr>
          <p:cNvSpPr>
            <a:spLocks noGrp="1"/>
          </p:cNvSpPr>
          <p:nvPr/>
        </p:nvSpPr>
        <p:spPr>
          <a:xfrm>
            <a:off x="15925756" y="5458109"/>
            <a:ext cx="3121001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Domínios</a:t>
            </a:r>
          </a:p>
        </p:txBody>
      </p:sp>
      <p:sp>
        <p:nvSpPr>
          <p:cNvPr id="2442" name="{Monday, Tuesday, Wednesday}">
            <a:extLst>
              <a:ext uri="{FF2B5EF4-FFF2-40B4-BE49-F238E27FC236}">
                <a16:creationId xmlns:a16="http://schemas.microsoft.com/office/drawing/2014/main" id="{7FACFDFF-E5A1-7486-8258-DE43EC9F9B92}"/>
              </a:ext>
            </a:extLst>
          </p:cNvPr>
          <p:cNvSpPr>
            <a:spLocks noGrp="1"/>
          </p:cNvSpPr>
          <p:nvPr/>
        </p:nvSpPr>
        <p:spPr>
          <a:xfrm>
            <a:off x="13712788" y="6604643"/>
            <a:ext cx="7546938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 err="1"/>
              <a:t>segunda</a:t>
            </a:r>
            <a:r>
              <a:rPr dirty="0"/>
              <a:t>, </a:t>
            </a:r>
            <a:r>
              <a:rPr dirty="0" err="1"/>
              <a:t>terça</a:t>
            </a:r>
            <a:r>
              <a:rPr dirty="0"/>
              <a:t>, </a:t>
            </a:r>
            <a:r>
              <a:rPr dirty="0" err="1"/>
              <a:t>quarta</a:t>
            </a:r>
            <a:r>
              <a:rPr dirty="0"/>
              <a:t>}</a:t>
            </a:r>
          </a:p>
        </p:txBody>
      </p:sp>
      <p:sp>
        <p:nvSpPr>
          <p:cNvPr id="2443" name="for each variable">
            <a:extLst>
              <a:ext uri="{FF2B5EF4-FFF2-40B4-BE49-F238E27FC236}">
                <a16:creationId xmlns:a16="http://schemas.microsoft.com/office/drawing/2014/main" id="{0E02F596-2388-B8BB-C9AC-9A7F7EF069E9}"/>
              </a:ext>
            </a:extLst>
          </p:cNvPr>
          <p:cNvSpPr>
            <a:spLocks noGrp="1"/>
          </p:cNvSpPr>
          <p:nvPr/>
        </p:nvSpPr>
        <p:spPr>
          <a:xfrm>
            <a:off x="15316537" y="7740024"/>
            <a:ext cx="4339439" cy="787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para cada variável</a:t>
            </a:r>
          </a:p>
        </p:txBody>
      </p:sp>
      <p:sp>
        <p:nvSpPr>
          <p:cNvPr id="2444" name="Constraints">
            <a:extLst>
              <a:ext uri="{FF2B5EF4-FFF2-40B4-BE49-F238E27FC236}">
                <a16:creationId xmlns:a16="http://schemas.microsoft.com/office/drawing/2014/main" id="{BA9A7A5E-39DC-5341-A352-D61583F5ACB4}"/>
              </a:ext>
            </a:extLst>
          </p:cNvPr>
          <p:cNvSpPr>
            <a:spLocks noGrp="1"/>
          </p:cNvSpPr>
          <p:nvPr/>
        </p:nvSpPr>
        <p:spPr>
          <a:xfrm>
            <a:off x="15502154" y="9444748"/>
            <a:ext cx="396820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Restrições</a:t>
            </a:r>
          </a:p>
        </p:txBody>
      </p:sp>
      <p:sp>
        <p:nvSpPr>
          <p:cNvPr id="2445" name="{A≠B, A≠C, B≠C, B≠D, B≠E, C≠E,…">
            <a:extLst>
              <a:ext uri="{FF2B5EF4-FFF2-40B4-BE49-F238E27FC236}">
                <a16:creationId xmlns:a16="http://schemas.microsoft.com/office/drawing/2014/main" id="{01C585AD-4189-3CAE-B443-802BD80E1A85}"/>
              </a:ext>
            </a:extLst>
          </p:cNvPr>
          <p:cNvSpPr>
            <a:spLocks noGrp="1"/>
          </p:cNvSpPr>
          <p:nvPr/>
        </p:nvSpPr>
        <p:spPr>
          <a:xfrm>
            <a:off x="12001582" y="10326344"/>
            <a:ext cx="10969350" cy="194925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</a:t>
            </a:r>
            <a:r>
              <a:rPr i="1"/>
              <a:t>A</a:t>
            </a:r>
            <a:r>
              <a:t>≠</a:t>
            </a:r>
            <a:r>
              <a:rPr i="1"/>
              <a:t>B</a:t>
            </a:r>
            <a:r>
              <a:t>, </a:t>
            </a:r>
            <a:r>
              <a:rPr i="1"/>
              <a:t>A</a:t>
            </a:r>
            <a:r>
              <a:t>≠</a:t>
            </a:r>
            <a:r>
              <a:rPr i="1"/>
              <a:t>C</a:t>
            </a:r>
            <a:r>
              <a:t>, </a:t>
            </a:r>
            <a:r>
              <a:rPr i="1"/>
              <a:t>B</a:t>
            </a:r>
            <a:r>
              <a:t>≠</a:t>
            </a:r>
            <a:r>
              <a:rPr i="1"/>
              <a:t>C</a:t>
            </a:r>
            <a:r>
              <a:t>, </a:t>
            </a:r>
            <a:r>
              <a:rPr i="1"/>
              <a:t>B</a:t>
            </a:r>
            <a:r>
              <a:t>≠</a:t>
            </a:r>
            <a:r>
              <a:rPr i="1"/>
              <a:t>D</a:t>
            </a:r>
            <a:r>
              <a:t>, </a:t>
            </a:r>
            <a:r>
              <a:rPr i="1"/>
              <a:t>B</a:t>
            </a:r>
            <a:r>
              <a:t>≠</a:t>
            </a:r>
            <a:r>
              <a:rPr i="1"/>
              <a:t>E</a:t>
            </a:r>
            <a:r>
              <a:t>, </a:t>
            </a:r>
            <a:r>
              <a:rPr i="1"/>
              <a:t>C</a:t>
            </a:r>
            <a:r>
              <a:t>≠</a:t>
            </a:r>
            <a:r>
              <a:rPr i="1"/>
              <a:t>E</a:t>
            </a:r>
            <a:r>
              <a:t>,</a:t>
            </a:r>
          </a:p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C</a:t>
            </a:r>
            <a:r>
              <a:t>≠</a:t>
            </a:r>
            <a:r>
              <a:rPr i="1"/>
              <a:t>F</a:t>
            </a:r>
            <a:r>
              <a:t>, </a:t>
            </a:r>
            <a:r>
              <a:rPr i="1"/>
              <a:t>D</a:t>
            </a:r>
            <a:r>
              <a:t>≠</a:t>
            </a:r>
            <a:r>
              <a:rPr i="1"/>
              <a:t>E</a:t>
            </a:r>
            <a:r>
              <a:t>, </a:t>
            </a:r>
            <a:r>
              <a:rPr i="1"/>
              <a:t>E</a:t>
            </a:r>
            <a:r>
              <a:t>≠</a:t>
            </a:r>
            <a:r>
              <a:rPr i="1"/>
              <a:t>F</a:t>
            </a:r>
            <a:r>
              <a:t>, </a:t>
            </a:r>
            <a:r>
              <a:rPr i="1"/>
              <a:t>E</a:t>
            </a:r>
            <a:r>
              <a:t>≠</a:t>
            </a:r>
            <a:r>
              <a:rPr i="1"/>
              <a:t>G</a:t>
            </a:r>
            <a:r>
              <a:t>, </a:t>
            </a:r>
            <a:r>
              <a:rPr i="1"/>
              <a:t>F</a:t>
            </a:r>
            <a:r>
              <a:t>≠</a:t>
            </a:r>
            <a:r>
              <a:rPr i="1"/>
              <a:t>G</a:t>
            </a: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07354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hard constraints">
            <a:extLst>
              <a:ext uri="{FF2B5EF4-FFF2-40B4-BE49-F238E27FC236}">
                <a16:creationId xmlns:a16="http://schemas.microsoft.com/office/drawing/2014/main" id="{0E08F2CB-3F67-4AFE-A821-3FEF3FEF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restrições rígidas</a:t>
            </a:r>
          </a:p>
        </p:txBody>
      </p:sp>
      <p:sp>
        <p:nvSpPr>
          <p:cNvPr id="2448" name="constraints that must be satisfied in a correct solution">
            <a:extLst>
              <a:ext uri="{FF2B5EF4-FFF2-40B4-BE49-F238E27FC236}">
                <a16:creationId xmlns:a16="http://schemas.microsoft.com/office/drawing/2014/main" id="{FA32F23C-7AAC-4D1D-B91F-A5B64297793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restrições que devem ser satisfeitas em uma solução correta</a:t>
            </a:r>
          </a:p>
        </p:txBody>
      </p:sp>
    </p:spTree>
    <p:extLst>
      <p:ext uri="{BB962C8B-B14F-4D97-AF65-F5344CB8AC3E}">
        <p14:creationId xmlns:p14="http://schemas.microsoft.com/office/powerpoint/2010/main" val="85376397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soft constraints">
            <a:extLst>
              <a:ext uri="{FF2B5EF4-FFF2-40B4-BE49-F238E27FC236}">
                <a16:creationId xmlns:a16="http://schemas.microsoft.com/office/drawing/2014/main" id="{A4CA3AFF-2452-4414-8D03-3D12FDBF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restrições flexíveis</a:t>
            </a:r>
          </a:p>
        </p:txBody>
      </p:sp>
      <p:sp>
        <p:nvSpPr>
          <p:cNvPr id="2451" name="constraints that express some notion of which solutions are preferred over others">
            <a:extLst>
              <a:ext uri="{FF2B5EF4-FFF2-40B4-BE49-F238E27FC236}">
                <a16:creationId xmlns:a16="http://schemas.microsoft.com/office/drawing/2014/main" id="{E3D3FD5E-6E9C-4F22-AD78-21173E2E4858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restrições que expressam quais soluções são preferíveis a outras</a:t>
            </a:r>
          </a:p>
        </p:txBody>
      </p:sp>
    </p:spTree>
    <p:extLst>
      <p:ext uri="{BB962C8B-B14F-4D97-AF65-F5344CB8AC3E}">
        <p14:creationId xmlns:p14="http://schemas.microsoft.com/office/powerpoint/2010/main" val="74602143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unary constraint">
            <a:extLst>
              <a:ext uri="{FF2B5EF4-FFF2-40B4-BE49-F238E27FC236}">
                <a16:creationId xmlns:a16="http://schemas.microsoft.com/office/drawing/2014/main" id="{D9AD77B7-958D-46FA-B8E7-D447D31C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restrição unária</a:t>
            </a:r>
          </a:p>
        </p:txBody>
      </p:sp>
      <p:sp>
        <p:nvSpPr>
          <p:cNvPr id="2473" name="constraint involving only one variable">
            <a:extLst>
              <a:ext uri="{FF2B5EF4-FFF2-40B4-BE49-F238E27FC236}">
                <a16:creationId xmlns:a16="http://schemas.microsoft.com/office/drawing/2014/main" id="{9674D67B-3FDA-435F-909F-DBED5595DCB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restrição que envolve apenas uma variável</a:t>
            </a:r>
          </a:p>
        </p:txBody>
      </p:sp>
    </p:spTree>
    <p:extLst>
      <p:ext uri="{BB962C8B-B14F-4D97-AF65-F5344CB8AC3E}">
        <p14:creationId xmlns:p14="http://schemas.microsoft.com/office/powerpoint/2010/main" val="96588034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unary constraint">
            <a:extLst>
              <a:ext uri="{FF2B5EF4-FFF2-40B4-BE49-F238E27FC236}">
                <a16:creationId xmlns:a16="http://schemas.microsoft.com/office/drawing/2014/main" id="{E765CAD0-8164-4DCC-A54D-8360C574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restrição unária</a:t>
            </a:r>
          </a:p>
        </p:txBody>
      </p:sp>
      <p:sp>
        <p:nvSpPr>
          <p:cNvPr id="2476" name="{A ≠ Monday}">
            <a:extLst>
              <a:ext uri="{FF2B5EF4-FFF2-40B4-BE49-F238E27FC236}">
                <a16:creationId xmlns:a16="http://schemas.microsoft.com/office/drawing/2014/main" id="{569384E9-95AA-4646-87CB-26A8A334D25D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9600" b="0">
                <a:latin typeface="Times New Roman"/>
                <a:ea typeface="Times New Roman"/>
                <a:cs typeface="Times New Roman"/>
              </a:defRPr>
            </a:pPr>
            <a:r>
              <a:t>{A ≠ segunda}</a:t>
            </a:r>
          </a:p>
        </p:txBody>
      </p:sp>
    </p:spTree>
    <p:extLst>
      <p:ext uri="{BB962C8B-B14F-4D97-AF65-F5344CB8AC3E}">
        <p14:creationId xmlns:p14="http://schemas.microsoft.com/office/powerpoint/2010/main" val="199204650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binary constraint">
            <a:extLst>
              <a:ext uri="{FF2B5EF4-FFF2-40B4-BE49-F238E27FC236}">
                <a16:creationId xmlns:a16="http://schemas.microsoft.com/office/drawing/2014/main" id="{795CDBC5-C004-48FB-AC0B-EBB815E4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restrição binária</a:t>
            </a:r>
          </a:p>
        </p:txBody>
      </p:sp>
      <p:sp>
        <p:nvSpPr>
          <p:cNvPr id="2479" name="constraint involving two variables">
            <a:extLst>
              <a:ext uri="{FF2B5EF4-FFF2-40B4-BE49-F238E27FC236}">
                <a16:creationId xmlns:a16="http://schemas.microsoft.com/office/drawing/2014/main" id="{8114EFFF-CE03-4A5B-B35A-38B595D3DEE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restrição que envolve duas variáveis</a:t>
            </a:r>
          </a:p>
        </p:txBody>
      </p:sp>
    </p:spTree>
    <p:extLst>
      <p:ext uri="{BB962C8B-B14F-4D97-AF65-F5344CB8AC3E}">
        <p14:creationId xmlns:p14="http://schemas.microsoft.com/office/powerpoint/2010/main" val="20537703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binary constraint">
            <a:extLst>
              <a:ext uri="{FF2B5EF4-FFF2-40B4-BE49-F238E27FC236}">
                <a16:creationId xmlns:a16="http://schemas.microsoft.com/office/drawing/2014/main" id="{15B5B505-CAAF-4AB5-93BB-46EDC5B48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restrição binária</a:t>
            </a:r>
          </a:p>
        </p:txBody>
      </p:sp>
      <p:sp>
        <p:nvSpPr>
          <p:cNvPr id="2482" name="{A ≠ B}">
            <a:extLst>
              <a:ext uri="{FF2B5EF4-FFF2-40B4-BE49-F238E27FC236}">
                <a16:creationId xmlns:a16="http://schemas.microsoft.com/office/drawing/2014/main" id="{96D28789-3BB3-4F74-94FF-7CC9E2E66CB2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9600" b="0">
                <a:latin typeface="Times New Roman"/>
                <a:ea typeface="Times New Roman"/>
                <a:cs typeface="Times New Roman"/>
              </a:defRPr>
            </a:pPr>
            <a:r>
              <a:t>{</a:t>
            </a:r>
            <a:r>
              <a:rPr i="1"/>
              <a:t>A</a:t>
            </a:r>
            <a:r>
              <a:t> ≠ </a:t>
            </a:r>
            <a:r>
              <a:rPr i="1"/>
              <a:t>B</a:t>
            </a: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01002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node consistency">
            <a:extLst>
              <a:ext uri="{FF2B5EF4-FFF2-40B4-BE49-F238E27FC236}">
                <a16:creationId xmlns:a16="http://schemas.microsoft.com/office/drawing/2014/main" id="{D3313DAB-40F5-47E3-A6D4-8BDDDA69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consistência de nó</a:t>
            </a:r>
          </a:p>
        </p:txBody>
      </p:sp>
      <p:sp>
        <p:nvSpPr>
          <p:cNvPr id="2485" name="when all the values in a variable's domain satisfy the variable's unary constraints">
            <a:extLst>
              <a:ext uri="{FF2B5EF4-FFF2-40B4-BE49-F238E27FC236}">
                <a16:creationId xmlns:a16="http://schemas.microsoft.com/office/drawing/2014/main" id="{B8978714-9772-405E-9DF2-03D51EDB2F0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quando todos os valores do domínio de uma variável satisfazem suas restrições unárias</a:t>
            </a:r>
          </a:p>
        </p:txBody>
      </p:sp>
    </p:spTree>
    <p:extLst>
      <p:ext uri="{BB962C8B-B14F-4D97-AF65-F5344CB8AC3E}">
        <p14:creationId xmlns:p14="http://schemas.microsoft.com/office/powerpoint/2010/main" val="24660702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Line">
            <a:extLst>
              <a:ext uri="{FF2B5EF4-FFF2-40B4-BE49-F238E27FC236}">
                <a16:creationId xmlns:a16="http://schemas.microsoft.com/office/drawing/2014/main" id="{AAA582A6-0E9B-4972-B06F-898AE2643848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88" name="A">
            <a:extLst>
              <a:ext uri="{FF2B5EF4-FFF2-40B4-BE49-F238E27FC236}">
                <a16:creationId xmlns:a16="http://schemas.microsoft.com/office/drawing/2014/main" id="{9B6ACADF-1173-41E7-919D-F8E73C32D408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89" name="B">
            <a:extLst>
              <a:ext uri="{FF2B5EF4-FFF2-40B4-BE49-F238E27FC236}">
                <a16:creationId xmlns:a16="http://schemas.microsoft.com/office/drawing/2014/main" id="{07672202-DD63-4538-A43F-347EB599D68D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90" name="{Mon, Tue, Wed}">
            <a:extLst>
              <a:ext uri="{FF2B5EF4-FFF2-40B4-BE49-F238E27FC236}">
                <a16:creationId xmlns:a16="http://schemas.microsoft.com/office/drawing/2014/main" id="{C62B755A-1CBF-4ECC-A5CD-6EE48D439DBD}"/>
              </a:ext>
            </a:extLst>
          </p:cNvPr>
          <p:cNvSpPr>
            <a:spLocks noGrp="1"/>
          </p:cNvSpPr>
          <p:nvPr/>
        </p:nvSpPr>
        <p:spPr>
          <a:xfrm>
            <a:off x="5338191" y="388824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491" name="{Mon, Tue, Wed}">
            <a:extLst>
              <a:ext uri="{FF2B5EF4-FFF2-40B4-BE49-F238E27FC236}">
                <a16:creationId xmlns:a16="http://schemas.microsoft.com/office/drawing/2014/main" id="{25731975-3585-481C-9279-F58C37AA9863}"/>
              </a:ext>
            </a:extLst>
          </p:cNvPr>
          <p:cNvSpPr>
            <a:spLocks noGrp="1"/>
          </p:cNvSpPr>
          <p:nvPr/>
        </p:nvSpPr>
        <p:spPr>
          <a:xfrm>
            <a:off x="13656295" y="3888245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60096000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Line">
            <a:extLst>
              <a:ext uri="{FF2B5EF4-FFF2-40B4-BE49-F238E27FC236}">
                <a16:creationId xmlns:a16="http://schemas.microsoft.com/office/drawing/2014/main" id="{966B196F-3495-47D2-B5DD-83E51C60BFCE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95" name="A">
            <a:extLst>
              <a:ext uri="{FF2B5EF4-FFF2-40B4-BE49-F238E27FC236}">
                <a16:creationId xmlns:a16="http://schemas.microsoft.com/office/drawing/2014/main" id="{34B39876-D958-4D69-950F-3B2A3AD10230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96" name="B">
            <a:extLst>
              <a:ext uri="{FF2B5EF4-FFF2-40B4-BE49-F238E27FC236}">
                <a16:creationId xmlns:a16="http://schemas.microsoft.com/office/drawing/2014/main" id="{66112945-C18A-4EAB-BD24-D12A8303BA5E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97" name="{Mon, Tue, Wed}">
            <a:extLst>
              <a:ext uri="{FF2B5EF4-FFF2-40B4-BE49-F238E27FC236}">
                <a16:creationId xmlns:a16="http://schemas.microsoft.com/office/drawing/2014/main" id="{D65C6627-F3BE-44D0-9E92-4C8FBF11B23E}"/>
              </a:ext>
            </a:extLst>
          </p:cNvPr>
          <p:cNvSpPr>
            <a:spLocks noGrp="1"/>
          </p:cNvSpPr>
          <p:nvPr/>
        </p:nvSpPr>
        <p:spPr>
          <a:xfrm>
            <a:off x="5338191" y="388824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498" name="{Mon, Tue, Wed}">
            <a:extLst>
              <a:ext uri="{FF2B5EF4-FFF2-40B4-BE49-F238E27FC236}">
                <a16:creationId xmlns:a16="http://schemas.microsoft.com/office/drawing/2014/main" id="{F4AAEA02-CD43-44DB-8902-E0D9AE4260F7}"/>
              </a:ext>
            </a:extLst>
          </p:cNvPr>
          <p:cNvSpPr>
            <a:spLocks noGrp="1"/>
          </p:cNvSpPr>
          <p:nvPr/>
        </p:nvSpPr>
        <p:spPr>
          <a:xfrm>
            <a:off x="13656295" y="3888245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499" name="{A ≠ Mon, B ≠ Tue, B ≠ Mon, A ≠ B}">
            <a:extLst>
              <a:ext uri="{FF2B5EF4-FFF2-40B4-BE49-F238E27FC236}">
                <a16:creationId xmlns:a16="http://schemas.microsoft.com/office/drawing/2014/main" id="{5F581255-A176-4831-A125-15D10AA8D951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78769843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FD3A-FCE8-D545-8B69-6D193E6D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Line">
            <a:extLst>
              <a:ext uri="{FF2B5EF4-FFF2-40B4-BE49-F238E27FC236}">
                <a16:creationId xmlns:a16="http://schemas.microsoft.com/office/drawing/2014/main" id="{3A17B121-81CA-B997-AC67-5E1C77E1DAED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95" name="A">
            <a:extLst>
              <a:ext uri="{FF2B5EF4-FFF2-40B4-BE49-F238E27FC236}">
                <a16:creationId xmlns:a16="http://schemas.microsoft.com/office/drawing/2014/main" id="{08EC2F5B-CE92-92CD-AE30-2F09158F764D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496" name="B">
            <a:extLst>
              <a:ext uri="{FF2B5EF4-FFF2-40B4-BE49-F238E27FC236}">
                <a16:creationId xmlns:a16="http://schemas.microsoft.com/office/drawing/2014/main" id="{B73012F9-0989-EF3D-4A37-D87AA1ED527E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497" name="{Mon, Tue, Wed}">
            <a:extLst>
              <a:ext uri="{FF2B5EF4-FFF2-40B4-BE49-F238E27FC236}">
                <a16:creationId xmlns:a16="http://schemas.microsoft.com/office/drawing/2014/main" id="{471CE4F2-D4DE-0DA0-7094-72FE28208DD4}"/>
              </a:ext>
            </a:extLst>
          </p:cNvPr>
          <p:cNvSpPr>
            <a:spLocks noGrp="1"/>
          </p:cNvSpPr>
          <p:nvPr/>
        </p:nvSpPr>
        <p:spPr>
          <a:xfrm>
            <a:off x="5338191" y="388824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498" name="{Mon, Tue, Wed}">
            <a:extLst>
              <a:ext uri="{FF2B5EF4-FFF2-40B4-BE49-F238E27FC236}">
                <a16:creationId xmlns:a16="http://schemas.microsoft.com/office/drawing/2014/main" id="{6717193C-D502-231B-8C5A-8EF2B56BB256}"/>
              </a:ext>
            </a:extLst>
          </p:cNvPr>
          <p:cNvSpPr>
            <a:spLocks noGrp="1"/>
          </p:cNvSpPr>
          <p:nvPr/>
        </p:nvSpPr>
        <p:spPr>
          <a:xfrm>
            <a:off x="13656295" y="3888245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499" name="{A ≠ Mon, B ≠ Tue, B ≠ Mon, A ≠ B}">
            <a:extLst>
              <a:ext uri="{FF2B5EF4-FFF2-40B4-BE49-F238E27FC236}">
                <a16:creationId xmlns:a16="http://schemas.microsoft.com/office/drawing/2014/main" id="{BC0542C3-B234-DBC8-D201-F10FD3437CB5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</a:t>
            </a:r>
            <a:r>
              <a:rPr dirty="0">
                <a:solidFill>
                  <a:schemeClr val="accent4"/>
                </a:solidFill>
              </a:rPr>
              <a:t>A ≠ Seg</a:t>
            </a:r>
            <a:r>
              <a:rPr dirty="0"/>
              <a:t>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26453922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Line">
            <a:extLst>
              <a:ext uri="{FF2B5EF4-FFF2-40B4-BE49-F238E27FC236}">
                <a16:creationId xmlns:a16="http://schemas.microsoft.com/office/drawing/2014/main" id="{A6E4F0A9-AF71-45FC-A783-133AD0B53B86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02" name="A">
            <a:extLst>
              <a:ext uri="{FF2B5EF4-FFF2-40B4-BE49-F238E27FC236}">
                <a16:creationId xmlns:a16="http://schemas.microsoft.com/office/drawing/2014/main" id="{F0FD4910-2FF5-4A6F-B774-CB04CE1076D4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03" name="B">
            <a:extLst>
              <a:ext uri="{FF2B5EF4-FFF2-40B4-BE49-F238E27FC236}">
                <a16:creationId xmlns:a16="http://schemas.microsoft.com/office/drawing/2014/main" id="{7BEE5817-34D9-4DB8-8A1A-1ECA2B3A96FF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04" name="{Tue, Wed}">
            <a:extLst>
              <a:ext uri="{FF2B5EF4-FFF2-40B4-BE49-F238E27FC236}">
                <a16:creationId xmlns:a16="http://schemas.microsoft.com/office/drawing/2014/main" id="{F8D48566-A83C-44A3-81E9-52FE0F632E26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05" name="{Mon, Tue, Wed}">
            <a:extLst>
              <a:ext uri="{FF2B5EF4-FFF2-40B4-BE49-F238E27FC236}">
                <a16:creationId xmlns:a16="http://schemas.microsoft.com/office/drawing/2014/main" id="{791B4025-9362-4FB7-86CC-6EBCA539ACF8}"/>
              </a:ext>
            </a:extLst>
          </p:cNvPr>
          <p:cNvSpPr>
            <a:spLocks noGrp="1"/>
          </p:cNvSpPr>
          <p:nvPr/>
        </p:nvSpPr>
        <p:spPr>
          <a:xfrm>
            <a:off x="13656295" y="3888245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506" name="{A ≠ Mon, B ≠ Tue, B ≠ Mon, A ≠ B}">
            <a:extLst>
              <a:ext uri="{FF2B5EF4-FFF2-40B4-BE49-F238E27FC236}">
                <a16:creationId xmlns:a16="http://schemas.microsoft.com/office/drawing/2014/main" id="{3797BA6E-7B23-4750-A79C-821704F74A84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108353449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Line">
            <a:extLst>
              <a:ext uri="{FF2B5EF4-FFF2-40B4-BE49-F238E27FC236}">
                <a16:creationId xmlns:a16="http://schemas.microsoft.com/office/drawing/2014/main" id="{27718141-4D66-4F63-9A84-F5A7C6DE9EC5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09" name="A">
            <a:extLst>
              <a:ext uri="{FF2B5EF4-FFF2-40B4-BE49-F238E27FC236}">
                <a16:creationId xmlns:a16="http://schemas.microsoft.com/office/drawing/2014/main" id="{5F0AA0B0-5A48-4263-915D-65195FCDC2FE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10" name="B">
            <a:extLst>
              <a:ext uri="{FF2B5EF4-FFF2-40B4-BE49-F238E27FC236}">
                <a16:creationId xmlns:a16="http://schemas.microsoft.com/office/drawing/2014/main" id="{C8FE4DF5-0A7C-4B73-9EAC-F819C83F930C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11" name="{Tue, Wed}">
            <a:extLst>
              <a:ext uri="{FF2B5EF4-FFF2-40B4-BE49-F238E27FC236}">
                <a16:creationId xmlns:a16="http://schemas.microsoft.com/office/drawing/2014/main" id="{602E2464-43D9-4E1B-85F3-E8D6D61077D3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12" name="{A ≠ Mon, B ≠ Tue, B ≠ Mon, A ≠ B}">
            <a:extLst>
              <a:ext uri="{FF2B5EF4-FFF2-40B4-BE49-F238E27FC236}">
                <a16:creationId xmlns:a16="http://schemas.microsoft.com/office/drawing/2014/main" id="{D648DF38-C80B-4B85-854A-1619D4265CF0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{A ≠ Seg, </a:t>
            </a:r>
            <a:r>
              <a:rPr dirty="0">
                <a:solidFill>
                  <a:schemeClr val="accent4"/>
                </a:solidFill>
              </a:rPr>
              <a:t>B ≠ Ter</a:t>
            </a:r>
            <a:r>
              <a:rPr dirty="0"/>
              <a:t>, B ≠ Seg, A ≠ B}</a:t>
            </a:r>
          </a:p>
        </p:txBody>
      </p:sp>
      <p:sp>
        <p:nvSpPr>
          <p:cNvPr id="2513" name="{Mon, Tue, Wed}">
            <a:extLst>
              <a:ext uri="{FF2B5EF4-FFF2-40B4-BE49-F238E27FC236}">
                <a16:creationId xmlns:a16="http://schemas.microsoft.com/office/drawing/2014/main" id="{ABC31979-FFC6-4747-825B-21F54F14284F}"/>
              </a:ext>
            </a:extLst>
          </p:cNvPr>
          <p:cNvSpPr>
            <a:spLocks noGrp="1"/>
          </p:cNvSpPr>
          <p:nvPr/>
        </p:nvSpPr>
        <p:spPr>
          <a:xfrm>
            <a:off x="13656295" y="3888245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28345010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Line">
            <a:extLst>
              <a:ext uri="{FF2B5EF4-FFF2-40B4-BE49-F238E27FC236}">
                <a16:creationId xmlns:a16="http://schemas.microsoft.com/office/drawing/2014/main" id="{8A6A233A-4439-4508-9F52-BE9416309DDF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16" name="A">
            <a:extLst>
              <a:ext uri="{FF2B5EF4-FFF2-40B4-BE49-F238E27FC236}">
                <a16:creationId xmlns:a16="http://schemas.microsoft.com/office/drawing/2014/main" id="{84C07ABF-8B6C-4513-987E-3F92C6321EA3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17" name="B">
            <a:extLst>
              <a:ext uri="{FF2B5EF4-FFF2-40B4-BE49-F238E27FC236}">
                <a16:creationId xmlns:a16="http://schemas.microsoft.com/office/drawing/2014/main" id="{6D29C440-D028-45B6-B57E-21F7A736C807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18" name="{Tue, Wed}">
            <a:extLst>
              <a:ext uri="{FF2B5EF4-FFF2-40B4-BE49-F238E27FC236}">
                <a16:creationId xmlns:a16="http://schemas.microsoft.com/office/drawing/2014/main" id="{4D38F78E-2564-47C7-B94F-0725F6C9C647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19" name="{Mon, Wed}">
            <a:extLst>
              <a:ext uri="{FF2B5EF4-FFF2-40B4-BE49-F238E27FC236}">
                <a16:creationId xmlns:a16="http://schemas.microsoft.com/office/drawing/2014/main" id="{7DB57456-4FA3-4E31-B3E6-D98831FB0CF0}"/>
              </a:ext>
            </a:extLst>
          </p:cNvPr>
          <p:cNvSpPr>
            <a:spLocks noGrp="1"/>
          </p:cNvSpPr>
          <p:nvPr/>
        </p:nvSpPr>
        <p:spPr>
          <a:xfrm>
            <a:off x="14397273" y="3888245"/>
            <a:ext cx="3907558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Qua}</a:t>
            </a:r>
          </a:p>
        </p:txBody>
      </p:sp>
      <p:sp>
        <p:nvSpPr>
          <p:cNvPr id="2520" name="{A ≠ Mon, B ≠ Tue, B ≠ Mon, A ≠ B}">
            <a:extLst>
              <a:ext uri="{FF2B5EF4-FFF2-40B4-BE49-F238E27FC236}">
                <a16:creationId xmlns:a16="http://schemas.microsoft.com/office/drawing/2014/main" id="{65ADFDDE-EBBC-4C85-A2B0-EB0896F78DA4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10656923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Line">
            <a:extLst>
              <a:ext uri="{FF2B5EF4-FFF2-40B4-BE49-F238E27FC236}">
                <a16:creationId xmlns:a16="http://schemas.microsoft.com/office/drawing/2014/main" id="{4F595956-3882-4954-9C8E-0A7F07B1E95D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23" name="A">
            <a:extLst>
              <a:ext uri="{FF2B5EF4-FFF2-40B4-BE49-F238E27FC236}">
                <a16:creationId xmlns:a16="http://schemas.microsoft.com/office/drawing/2014/main" id="{4D815047-F8F0-43C1-81AE-6E7144C15192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24" name="B">
            <a:extLst>
              <a:ext uri="{FF2B5EF4-FFF2-40B4-BE49-F238E27FC236}">
                <a16:creationId xmlns:a16="http://schemas.microsoft.com/office/drawing/2014/main" id="{552F8847-472B-479C-831D-967644BCA7FC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25" name="{Tue, Wed}">
            <a:extLst>
              <a:ext uri="{FF2B5EF4-FFF2-40B4-BE49-F238E27FC236}">
                <a16:creationId xmlns:a16="http://schemas.microsoft.com/office/drawing/2014/main" id="{A9FD079A-52E7-4087-9A1D-5F1386A5DE4A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26" name="{Mon, Wed}">
            <a:extLst>
              <a:ext uri="{FF2B5EF4-FFF2-40B4-BE49-F238E27FC236}">
                <a16:creationId xmlns:a16="http://schemas.microsoft.com/office/drawing/2014/main" id="{C9B18A51-03EA-4000-BBAE-706EB4F17DBB}"/>
              </a:ext>
            </a:extLst>
          </p:cNvPr>
          <p:cNvSpPr>
            <a:spLocks noGrp="1"/>
          </p:cNvSpPr>
          <p:nvPr/>
        </p:nvSpPr>
        <p:spPr>
          <a:xfrm>
            <a:off x="14397273" y="3888245"/>
            <a:ext cx="3907558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Qua}</a:t>
            </a:r>
          </a:p>
        </p:txBody>
      </p:sp>
      <p:sp>
        <p:nvSpPr>
          <p:cNvPr id="2527" name="{A ≠ Mon, B ≠ Tue, B ≠ Mon, A ≠ B}">
            <a:extLst>
              <a:ext uri="{FF2B5EF4-FFF2-40B4-BE49-F238E27FC236}">
                <a16:creationId xmlns:a16="http://schemas.microsoft.com/office/drawing/2014/main" id="{56555C3D-BC52-498A-9352-82BB85F963AD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{A ≠ Seg, B ≠ Ter, </a:t>
            </a:r>
            <a:r>
              <a:rPr dirty="0">
                <a:solidFill>
                  <a:schemeClr val="accent4"/>
                </a:solidFill>
              </a:rPr>
              <a:t>B ≠ Seg</a:t>
            </a:r>
            <a:r>
              <a:rPr dirty="0"/>
              <a:t>, A ≠ B}</a:t>
            </a:r>
          </a:p>
        </p:txBody>
      </p:sp>
    </p:spTree>
    <p:extLst>
      <p:ext uri="{BB962C8B-B14F-4D97-AF65-F5344CB8AC3E}">
        <p14:creationId xmlns:p14="http://schemas.microsoft.com/office/powerpoint/2010/main" val="181653594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Line">
            <a:extLst>
              <a:ext uri="{FF2B5EF4-FFF2-40B4-BE49-F238E27FC236}">
                <a16:creationId xmlns:a16="http://schemas.microsoft.com/office/drawing/2014/main" id="{70ACF5D0-A99E-46C4-8E55-9255A862A72E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30" name="A">
            <a:extLst>
              <a:ext uri="{FF2B5EF4-FFF2-40B4-BE49-F238E27FC236}">
                <a16:creationId xmlns:a16="http://schemas.microsoft.com/office/drawing/2014/main" id="{0B09C559-6DD1-439C-B8F1-3E74B832D810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31" name="B">
            <a:extLst>
              <a:ext uri="{FF2B5EF4-FFF2-40B4-BE49-F238E27FC236}">
                <a16:creationId xmlns:a16="http://schemas.microsoft.com/office/drawing/2014/main" id="{40A1808A-C8A0-4095-B62D-F95B0A427F5C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32" name="{Tue, Wed}">
            <a:extLst>
              <a:ext uri="{FF2B5EF4-FFF2-40B4-BE49-F238E27FC236}">
                <a16:creationId xmlns:a16="http://schemas.microsoft.com/office/drawing/2014/main" id="{82EF1D6D-4765-43A7-8E56-6E02A917EEF3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33" name="{Wed}">
            <a:extLst>
              <a:ext uri="{FF2B5EF4-FFF2-40B4-BE49-F238E27FC236}">
                <a16:creationId xmlns:a16="http://schemas.microsoft.com/office/drawing/2014/main" id="{0BF4CD09-3189-4FE4-B3B8-07A670C2CBC8}"/>
              </a:ext>
            </a:extLst>
          </p:cNvPr>
          <p:cNvSpPr>
            <a:spLocks noGrp="1"/>
          </p:cNvSpPr>
          <p:nvPr/>
        </p:nvSpPr>
        <p:spPr>
          <a:xfrm>
            <a:off x="15286149" y="3888245"/>
            <a:ext cx="2129805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2534" name="{A ≠ Mon, B ≠ Tue, B ≠ Mon, A ≠ B}">
            <a:extLst>
              <a:ext uri="{FF2B5EF4-FFF2-40B4-BE49-F238E27FC236}">
                <a16:creationId xmlns:a16="http://schemas.microsoft.com/office/drawing/2014/main" id="{580D74A6-E212-499C-ACF0-6282C62E21AA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29890010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arc consistency">
            <a:extLst>
              <a:ext uri="{FF2B5EF4-FFF2-40B4-BE49-F238E27FC236}">
                <a16:creationId xmlns:a16="http://schemas.microsoft.com/office/drawing/2014/main" id="{24220978-6D90-4CD1-90A5-3C6DC580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consistência de arco</a:t>
            </a:r>
          </a:p>
        </p:txBody>
      </p:sp>
      <p:sp>
        <p:nvSpPr>
          <p:cNvPr id="2544" name="when all the values in a variable's domain satisfy the variable's binary constraints">
            <a:extLst>
              <a:ext uri="{FF2B5EF4-FFF2-40B4-BE49-F238E27FC236}">
                <a16:creationId xmlns:a16="http://schemas.microsoft.com/office/drawing/2014/main" id="{3DE4BAAA-260C-457B-8341-F536EE7FF84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quando todos os valores do domínio de uma variável satisfazem suas restrições binárias</a:t>
            </a:r>
          </a:p>
        </p:txBody>
      </p:sp>
    </p:spTree>
    <p:extLst>
      <p:ext uri="{BB962C8B-B14F-4D97-AF65-F5344CB8AC3E}">
        <p14:creationId xmlns:p14="http://schemas.microsoft.com/office/powerpoint/2010/main" val="13913852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arc consistency">
            <a:extLst>
              <a:ext uri="{FF2B5EF4-FFF2-40B4-BE49-F238E27FC236}">
                <a16:creationId xmlns:a16="http://schemas.microsoft.com/office/drawing/2014/main" id="{53724195-BA3C-475A-B603-A4C00262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consistência de arco</a:t>
            </a:r>
          </a:p>
        </p:txBody>
      </p:sp>
      <p:sp>
        <p:nvSpPr>
          <p:cNvPr id="2547" name="To make X arc-consistent with respect to Y, remove elements from X's domain until every choice for X has a possible choice for Y">
            <a:extLst>
              <a:ext uri="{FF2B5EF4-FFF2-40B4-BE49-F238E27FC236}">
                <a16:creationId xmlns:a16="http://schemas.microsoft.com/office/drawing/2014/main" id="{843CCD02-7E36-4CB1-82D3-3873192DF18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 fontScale="97487"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Para tornar X consistente em arco em relação a Y, remova elementos do domínio de X até que toda escolha de X tenha uma escolha possível para Y</a:t>
            </a:r>
          </a:p>
        </p:txBody>
      </p:sp>
    </p:spTree>
    <p:extLst>
      <p:ext uri="{BB962C8B-B14F-4D97-AF65-F5344CB8AC3E}">
        <p14:creationId xmlns:p14="http://schemas.microsoft.com/office/powerpoint/2010/main" val="139389568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Line">
            <a:extLst>
              <a:ext uri="{FF2B5EF4-FFF2-40B4-BE49-F238E27FC236}">
                <a16:creationId xmlns:a16="http://schemas.microsoft.com/office/drawing/2014/main" id="{6F66D09E-2D30-4A60-8C01-E79C60F98FF1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50" name="A">
            <a:extLst>
              <a:ext uri="{FF2B5EF4-FFF2-40B4-BE49-F238E27FC236}">
                <a16:creationId xmlns:a16="http://schemas.microsoft.com/office/drawing/2014/main" id="{CB480414-C81D-40F0-921D-27A9ABD248C1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51" name="B">
            <a:extLst>
              <a:ext uri="{FF2B5EF4-FFF2-40B4-BE49-F238E27FC236}">
                <a16:creationId xmlns:a16="http://schemas.microsoft.com/office/drawing/2014/main" id="{B682A39C-4A8A-4AF9-B8EA-13709EFBF704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52" name="{Tue, Wed}">
            <a:extLst>
              <a:ext uri="{FF2B5EF4-FFF2-40B4-BE49-F238E27FC236}">
                <a16:creationId xmlns:a16="http://schemas.microsoft.com/office/drawing/2014/main" id="{A517AF7C-83FB-4E27-82B1-020A47BF0BBC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53" name="{Wed}">
            <a:extLst>
              <a:ext uri="{FF2B5EF4-FFF2-40B4-BE49-F238E27FC236}">
                <a16:creationId xmlns:a16="http://schemas.microsoft.com/office/drawing/2014/main" id="{6D8CF470-741D-4199-B471-DC6B800CD529}"/>
              </a:ext>
            </a:extLst>
          </p:cNvPr>
          <p:cNvSpPr>
            <a:spLocks noGrp="1"/>
          </p:cNvSpPr>
          <p:nvPr/>
        </p:nvSpPr>
        <p:spPr>
          <a:xfrm>
            <a:off x="15286149" y="3888245"/>
            <a:ext cx="2129805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2554" name="{A ≠ Mon, B ≠ Tue, B ≠ Mon, A ≠ B}">
            <a:extLst>
              <a:ext uri="{FF2B5EF4-FFF2-40B4-BE49-F238E27FC236}">
                <a16:creationId xmlns:a16="http://schemas.microsoft.com/office/drawing/2014/main" id="{5C49FBE6-E17F-48F2-A26D-23292AF7A5BF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89862128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Line">
            <a:extLst>
              <a:ext uri="{FF2B5EF4-FFF2-40B4-BE49-F238E27FC236}">
                <a16:creationId xmlns:a16="http://schemas.microsoft.com/office/drawing/2014/main" id="{B19A65E8-26F7-4136-96C8-E7E9B443B73B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57" name="A">
            <a:extLst>
              <a:ext uri="{FF2B5EF4-FFF2-40B4-BE49-F238E27FC236}">
                <a16:creationId xmlns:a16="http://schemas.microsoft.com/office/drawing/2014/main" id="{B8CDAE3D-A56F-4DB3-9436-946C15E926F0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58" name="B">
            <a:extLst>
              <a:ext uri="{FF2B5EF4-FFF2-40B4-BE49-F238E27FC236}">
                <a16:creationId xmlns:a16="http://schemas.microsoft.com/office/drawing/2014/main" id="{69A028CB-B6D9-4E12-8293-0F206EC877B2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59" name="{Tue, Wed}">
            <a:extLst>
              <a:ext uri="{FF2B5EF4-FFF2-40B4-BE49-F238E27FC236}">
                <a16:creationId xmlns:a16="http://schemas.microsoft.com/office/drawing/2014/main" id="{E483521D-D512-4458-91B9-37B297CEF0B3}"/>
              </a:ext>
            </a:extLst>
          </p:cNvPr>
          <p:cNvSpPr>
            <a:spLocks noGrp="1"/>
          </p:cNvSpPr>
          <p:nvPr/>
        </p:nvSpPr>
        <p:spPr>
          <a:xfrm>
            <a:off x="6227067" y="3888245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  <p:sp>
        <p:nvSpPr>
          <p:cNvPr id="2560" name="{Wed}">
            <a:extLst>
              <a:ext uri="{FF2B5EF4-FFF2-40B4-BE49-F238E27FC236}">
                <a16:creationId xmlns:a16="http://schemas.microsoft.com/office/drawing/2014/main" id="{99CD529F-EC9D-4707-8295-10CE7C5F0856}"/>
              </a:ext>
            </a:extLst>
          </p:cNvPr>
          <p:cNvSpPr>
            <a:spLocks noGrp="1"/>
          </p:cNvSpPr>
          <p:nvPr/>
        </p:nvSpPr>
        <p:spPr>
          <a:xfrm>
            <a:off x="15286149" y="3888245"/>
            <a:ext cx="2129805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2561" name="{A ≠ Mon, B ≠ Tue, B ≠ Mon, A ≠ B}">
            <a:extLst>
              <a:ext uri="{FF2B5EF4-FFF2-40B4-BE49-F238E27FC236}">
                <a16:creationId xmlns:a16="http://schemas.microsoft.com/office/drawing/2014/main" id="{22692C96-60CA-42FB-880C-23885EAC64F2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{A ≠ Seg, B ≠ Ter, B ≠ Seg, </a:t>
            </a:r>
            <a:r>
              <a:rPr dirty="0">
                <a:solidFill>
                  <a:schemeClr val="accent4"/>
                </a:solidFill>
              </a:rPr>
              <a:t>A ≠ B</a:t>
            </a: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248002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Line">
            <a:extLst>
              <a:ext uri="{FF2B5EF4-FFF2-40B4-BE49-F238E27FC236}">
                <a16:creationId xmlns:a16="http://schemas.microsoft.com/office/drawing/2014/main" id="{22F0C252-C07E-4611-AFD5-1159F1C6AA9F}"/>
              </a:ext>
            </a:extLst>
          </p:cNvPr>
          <p:cNvSpPr>
            <a:spLocks noGrp="1"/>
          </p:cNvSpPr>
          <p:nvPr/>
        </p:nvSpPr>
        <p:spPr>
          <a:xfrm flipV="1">
            <a:off x="8021078" y="2817174"/>
            <a:ext cx="8408860" cy="28070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64" name="A">
            <a:extLst>
              <a:ext uri="{FF2B5EF4-FFF2-40B4-BE49-F238E27FC236}">
                <a16:creationId xmlns:a16="http://schemas.microsoft.com/office/drawing/2014/main" id="{3F5347B6-6773-4D3E-A4C2-D8175AFC7280}"/>
              </a:ext>
            </a:extLst>
          </p:cNvPr>
          <p:cNvSpPr>
            <a:spLocks noGrp="1"/>
          </p:cNvSpPr>
          <p:nvPr/>
        </p:nvSpPr>
        <p:spPr>
          <a:xfrm>
            <a:off x="7397947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65" name="B">
            <a:extLst>
              <a:ext uri="{FF2B5EF4-FFF2-40B4-BE49-F238E27FC236}">
                <a16:creationId xmlns:a16="http://schemas.microsoft.com/office/drawing/2014/main" id="{AA1D092F-5A3E-4E88-B78E-E7744832ED8F}"/>
              </a:ext>
            </a:extLst>
          </p:cNvPr>
          <p:cNvSpPr>
            <a:spLocks noGrp="1"/>
          </p:cNvSpPr>
          <p:nvPr/>
        </p:nvSpPr>
        <p:spPr>
          <a:xfrm>
            <a:off x="15716051" y="21962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66" name="{Tue}">
            <a:extLst>
              <a:ext uri="{FF2B5EF4-FFF2-40B4-BE49-F238E27FC236}">
                <a16:creationId xmlns:a16="http://schemas.microsoft.com/office/drawing/2014/main" id="{B6647FA4-8F1C-4FF6-8784-E92ECA18B00F}"/>
              </a:ext>
            </a:extLst>
          </p:cNvPr>
          <p:cNvSpPr>
            <a:spLocks noGrp="1"/>
          </p:cNvSpPr>
          <p:nvPr/>
        </p:nvSpPr>
        <p:spPr>
          <a:xfrm>
            <a:off x="7059574" y="3888245"/>
            <a:ext cx="194674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{Ter}</a:t>
            </a:r>
          </a:p>
        </p:txBody>
      </p:sp>
      <p:sp>
        <p:nvSpPr>
          <p:cNvPr id="2567" name="{Wed}">
            <a:extLst>
              <a:ext uri="{FF2B5EF4-FFF2-40B4-BE49-F238E27FC236}">
                <a16:creationId xmlns:a16="http://schemas.microsoft.com/office/drawing/2014/main" id="{6B17F383-44F6-4DA3-8E79-957696A0AA68}"/>
              </a:ext>
            </a:extLst>
          </p:cNvPr>
          <p:cNvSpPr>
            <a:spLocks noGrp="1"/>
          </p:cNvSpPr>
          <p:nvPr/>
        </p:nvSpPr>
        <p:spPr>
          <a:xfrm>
            <a:off x="15286149" y="3888245"/>
            <a:ext cx="2129805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2568" name="{A ≠ Mon, B ≠ Tue, B ≠ Mon, A ≠ B}">
            <a:extLst>
              <a:ext uri="{FF2B5EF4-FFF2-40B4-BE49-F238E27FC236}">
                <a16:creationId xmlns:a16="http://schemas.microsoft.com/office/drawing/2014/main" id="{BEEB567A-E5BC-40B5-B39C-07ECB4B558A5}"/>
              </a:ext>
            </a:extLst>
          </p:cNvPr>
          <p:cNvSpPr>
            <a:spLocks noGrp="1"/>
          </p:cNvSpPr>
          <p:nvPr/>
        </p:nvSpPr>
        <p:spPr>
          <a:xfrm>
            <a:off x="4229695" y="9031572"/>
            <a:ext cx="15924610" cy="138176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400" b="0">
                <a:latin typeface="Times New Roman"/>
                <a:ea typeface="Times New Roman"/>
                <a:cs typeface="Times New Roman"/>
              </a:defRPr>
            </a:pPr>
            <a:r>
              <a:t>{A ≠ Seg, B ≠ Ter, B ≠ Seg, A ≠ B}</a:t>
            </a:r>
          </a:p>
        </p:txBody>
      </p:sp>
    </p:spTree>
    <p:extLst>
      <p:ext uri="{BB962C8B-B14F-4D97-AF65-F5344CB8AC3E}">
        <p14:creationId xmlns:p14="http://schemas.microsoft.com/office/powerpoint/2010/main" val="111330360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6FB78875-6B01-4177-8694-0787F2B11E4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</p:spTree>
    <p:extLst>
      <p:ext uri="{BB962C8B-B14F-4D97-AF65-F5344CB8AC3E}">
        <p14:creationId xmlns:p14="http://schemas.microsoft.com/office/powerpoint/2010/main" val="18226296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D71-E906-FFEB-55F4-8C76E836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DABF0DF2-9D81-B410-D7E4-A5976A064BE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9801FB7C-D3DD-FE99-FE9D-B61EE2829C44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0690491" cy="238013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6589163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BCD0-A9BB-026B-307C-6CF9078C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91FE4B0C-2007-FF5B-D835-75AB2A15640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86500F1F-FD5E-85B5-FA24-90824BC77AFE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0690491" cy="351891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revised =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5406775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2C1A4-ABEC-D265-9440-347AE6A3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57FBDA79-68D6-A0FA-CD45-A80699DADF2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C04B28F6-C67A-1B51-D2F4-20FF436E6E64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0690491" cy="465768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revised =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X.domain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30579438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94BF6-D859-359C-AEBB-ED5E91039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1EBEA88E-1250-9B75-49AF-0C1CA844EF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AE7D837D-8EAB-9545-EA31-7B1736A17C22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8065458" cy="57964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revised =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X.domain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  <a:r>
              <a:rPr lang="en-US" dirty="0"/>
              <a:t>se </a:t>
            </a:r>
            <a:r>
              <a:rPr lang="en-US" dirty="0" err="1"/>
              <a:t>nenhum</a:t>
            </a:r>
            <a:r>
              <a:rPr lang="en-US" dirty="0"/>
              <a:t> y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Y.domain</a:t>
            </a:r>
            <a:r>
              <a:rPr lang="en-US" dirty="0"/>
              <a:t> </a:t>
            </a:r>
            <a:r>
              <a:rPr lang="en-US" dirty="0" err="1"/>
              <a:t>satisfaz</a:t>
            </a:r>
            <a:r>
              <a:rPr lang="en-US" dirty="0"/>
              <a:t> (X,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lang="en-US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42034109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B466-C39E-11FF-3864-9BC99590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2B76D9FC-8A7D-4F47-687E-98418E1E55A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4E2CB490-592F-F7C7-0919-C040E5A5A3ED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8065458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revised =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X.domain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</a:t>
            </a:r>
            <a:r>
              <a:rPr dirty="0" err="1"/>
              <a:t>nenhum</a:t>
            </a:r>
            <a:r>
              <a:rPr dirty="0"/>
              <a:t> y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Y.domain</a:t>
            </a:r>
            <a:r>
              <a:rPr dirty="0"/>
              <a:t> </a:t>
            </a:r>
            <a:r>
              <a:rPr dirty="0" err="1"/>
              <a:t>satisfaz</a:t>
            </a:r>
            <a:r>
              <a:rPr dirty="0"/>
              <a:t> (X,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excluir</a:t>
            </a:r>
            <a:r>
              <a:rPr dirty="0"/>
              <a:t> x de </a:t>
            </a:r>
            <a:r>
              <a:rPr dirty="0" err="1"/>
              <a:t>X.domain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369679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F09B-4B02-B329-99B1-F95C46F8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C9178739-FDA4-E722-3FF6-F728241B87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C292845D-F338-B70A-A2BD-134B7C2D9D59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8065458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revised =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X.domain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</a:t>
            </a:r>
            <a:r>
              <a:rPr dirty="0" err="1"/>
              <a:t>nenhum</a:t>
            </a:r>
            <a:r>
              <a:rPr dirty="0"/>
              <a:t> y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Y.domain</a:t>
            </a:r>
            <a:r>
              <a:rPr dirty="0"/>
              <a:t> </a:t>
            </a:r>
            <a:r>
              <a:rPr dirty="0" err="1"/>
              <a:t>satisfaz</a:t>
            </a:r>
            <a:r>
              <a:rPr dirty="0"/>
              <a:t> (X,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excluir</a:t>
            </a:r>
            <a:r>
              <a:rPr dirty="0"/>
              <a:t> x de </a:t>
            </a:r>
            <a:r>
              <a:rPr dirty="0" err="1"/>
              <a:t>X.domain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revised = </a:t>
            </a:r>
            <a:r>
              <a:rPr dirty="0" err="1"/>
              <a:t>verdadeiro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17300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FF29-3867-632F-DC39-1746885E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Arc Consistency">
            <a:extLst>
              <a:ext uri="{FF2B5EF4-FFF2-40B4-BE49-F238E27FC236}">
                <a16:creationId xmlns:a16="http://schemas.microsoft.com/office/drawing/2014/main" id="{9E2BC0AF-1CC2-CD73-31F1-3E1D17A9EAB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78" name="function Revise(csp, X, Y):…">
            <a:extLst>
              <a:ext uri="{FF2B5EF4-FFF2-40B4-BE49-F238E27FC236}">
                <a16:creationId xmlns:a16="http://schemas.microsoft.com/office/drawing/2014/main" id="{09223101-D675-004F-0F77-8EC38323EA68}"/>
              </a:ext>
            </a:extLst>
          </p:cNvPr>
          <p:cNvSpPr>
            <a:spLocks noGrp="1"/>
          </p:cNvSpPr>
          <p:nvPr/>
        </p:nvSpPr>
        <p:spPr>
          <a:xfrm>
            <a:off x="1780850" y="3988711"/>
            <a:ext cx="18065458" cy="807400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função REVISE(csp,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revised = falso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para x em X.domain: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se nenhum y em Y.domain satisfaz (X,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excluir x de X.domain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revised = verdadeiro</a:t>
            </a:r>
          </a:p>
          <a:p>
            <a:pPr algn="l">
              <a:buNone/>
              <a:defRPr sz="7400" b="0" i="1">
                <a:latin typeface="Times New Roman"/>
                <a:ea typeface="Times New Roman"/>
                <a:cs typeface="Times New Roman"/>
              </a:defRPr>
            </a:pPr>
            <a:r>
              <a:t>    retornar revised</a:t>
            </a:r>
          </a:p>
        </p:txBody>
      </p:sp>
    </p:spTree>
    <p:extLst>
      <p:ext uri="{BB962C8B-B14F-4D97-AF65-F5344CB8AC3E}">
        <p14:creationId xmlns:p14="http://schemas.microsoft.com/office/powerpoint/2010/main" val="344623769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851D3C9A-83A1-4D97-A037-24E8F803D8D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</p:spTree>
    <p:extLst>
      <p:ext uri="{BB962C8B-B14F-4D97-AF65-F5344CB8AC3E}">
        <p14:creationId xmlns:p14="http://schemas.microsoft.com/office/powerpoint/2010/main" val="108468810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030F-1D4F-B931-6A89-5F278BD1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9EEC005E-749E-D3A0-79CB-97186E0012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D806BDA6-6241-2663-6720-901A61DB3E21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7138686" cy="238013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5128943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B84B-179F-5690-AF92-BB58DF2B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433A7F9E-FD3F-16AB-BDDA-8FD9819C383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40228EAE-1926-9516-24ED-96F155C94CAE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2601207" cy="351891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i="1"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912557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EAC4-5394-AF25-DC3E-93A6D1DC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7675B273-93B9-E4A2-00CA-635A33F8263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1040282D-DA9F-B166-F119-52095AB50329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3909257" cy="465768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19974413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0077-91B2-BF9D-ACA0-6D145676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C2706E82-9CF9-A17C-C7F7-2DE51EC70C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01F74B87-97A9-2F95-19E5-8BB2B61B5F57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3909257" cy="57964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6208046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3E88-444C-E4FA-1A97-3D2B8814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09C0FE79-E81C-9313-1B38-1464A7149B9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5719EF56-B316-DDFA-1168-A84B32193643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3909257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96114791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7C69-E240-E60D-ECBF-27AE014E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EEC36EAF-561A-E7CE-DE36-2D9DD043334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E4A34110-3E8E-85A9-1A36-857ADFB6EE1A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5377608" cy="807400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o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X.domain</a:t>
            </a:r>
            <a:r>
              <a:rPr dirty="0"/>
              <a:t> ==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021947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6D37-294F-409D-6BD3-091ECA79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A4B60C53-EE7D-65C7-C8B7-B8901A7A9F7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17808AE2-7C4A-2C59-D9CC-402A07A8D7FE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5377608" cy="9212778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o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X.domain</a:t>
            </a:r>
            <a:r>
              <a:rPr dirty="0"/>
              <a:t> ==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</a:t>
            </a:r>
            <a:r>
              <a:rPr dirty="0" err="1"/>
              <a:t>retornar</a:t>
            </a:r>
            <a:r>
              <a:rPr dirty="0"/>
              <a:t>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9345463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9FCBC-3C32-C04C-9E04-3FC54B89C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287E5D87-91C7-7F5A-D29C-47659D0D12F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2980532B-3666-7B9B-2A86-66A68E38E039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6324982" cy="1035155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o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X.domain</a:t>
            </a:r>
            <a:r>
              <a:rPr dirty="0"/>
              <a:t> ==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</a:t>
            </a:r>
            <a:r>
              <a:rPr dirty="0" err="1"/>
              <a:t>retornar</a:t>
            </a:r>
            <a:r>
              <a:rPr dirty="0"/>
              <a:t>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para </a:t>
            </a:r>
            <a:r>
              <a:rPr dirty="0" err="1"/>
              <a:t>cada</a:t>
            </a:r>
            <a:r>
              <a:rPr dirty="0"/>
              <a:t> Z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X.neighbors</a:t>
            </a:r>
            <a:r>
              <a:rPr dirty="0"/>
              <a:t> - {Y}: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7746659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7962-3C35-60BE-9B11-1B8E53FB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2860B048-57B3-09F0-1E9A-33F252502D3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7BCA1951-9F4B-380E-D701-53B5B0F8EF30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6324982" cy="1035155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AC-3(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queue =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arcos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csp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enquanto</a:t>
            </a:r>
            <a:r>
              <a:rPr dirty="0"/>
              <a:t> queue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Revise(</a:t>
            </a:r>
            <a:r>
              <a:rPr dirty="0" err="1"/>
              <a:t>csp</a:t>
            </a:r>
            <a:r>
              <a:rPr dirty="0"/>
              <a:t>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o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X.domain</a:t>
            </a:r>
            <a:r>
              <a:rPr dirty="0"/>
              <a:t> ==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</a:t>
            </a:r>
            <a:r>
              <a:rPr dirty="0" err="1"/>
              <a:t>retornar</a:t>
            </a:r>
            <a:r>
              <a:rPr dirty="0"/>
              <a:t> </a:t>
            </a:r>
            <a:r>
              <a:rPr dirty="0" err="1"/>
              <a:t>falso</a:t>
            </a:r>
            <a:endParaRPr dirty="0"/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para </a:t>
            </a:r>
            <a:r>
              <a:rPr dirty="0" err="1"/>
              <a:t>cada</a:t>
            </a:r>
            <a:r>
              <a:rPr dirty="0"/>
              <a:t> Z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X.neighbors</a:t>
            </a:r>
            <a:r>
              <a:rPr dirty="0"/>
              <a:t> - {Y}: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    Enqueue(queue, (Z, X))</a:t>
            </a:r>
          </a:p>
        </p:txBody>
      </p:sp>
    </p:spTree>
    <p:extLst>
      <p:ext uri="{BB962C8B-B14F-4D97-AF65-F5344CB8AC3E}">
        <p14:creationId xmlns:p14="http://schemas.microsoft.com/office/powerpoint/2010/main" val="352832576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E847-20E2-A952-7811-620A6121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Arc Consistency">
            <a:extLst>
              <a:ext uri="{FF2B5EF4-FFF2-40B4-BE49-F238E27FC236}">
                <a16:creationId xmlns:a16="http://schemas.microsoft.com/office/drawing/2014/main" id="{3A275B9D-CE54-5499-78EB-F071CCE17FE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Consistência de Arco</a:t>
            </a:r>
          </a:p>
        </p:txBody>
      </p:sp>
      <p:sp>
        <p:nvSpPr>
          <p:cNvPr id="2581" name="function AC-3(csp):…">
            <a:extLst>
              <a:ext uri="{FF2B5EF4-FFF2-40B4-BE49-F238E27FC236}">
                <a16:creationId xmlns:a16="http://schemas.microsoft.com/office/drawing/2014/main" id="{D5BDDB90-DDE6-1155-A462-6E1EC2A97215}"/>
              </a:ext>
            </a:extLst>
          </p:cNvPr>
          <p:cNvSpPr>
            <a:spLocks noGrp="1"/>
          </p:cNvSpPr>
          <p:nvPr/>
        </p:nvSpPr>
        <p:spPr>
          <a:xfrm>
            <a:off x="2389154" y="2369461"/>
            <a:ext cx="16175903" cy="1149032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função AC-3(csp):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queue = todos os arcos em csp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enquanto queue não estiver vazia: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(X, Y) = Dequeue(queue)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se Revise(csp, X, Y):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se o tamanho de X.domain == 0: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    retornar falso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para cada Z em X.neighbors - {Y}: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    Enqueue(queue, (Z, X))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retornar verdadeiro</a:t>
            </a:r>
          </a:p>
        </p:txBody>
      </p:sp>
    </p:spTree>
    <p:extLst>
      <p:ext uri="{BB962C8B-B14F-4D97-AF65-F5344CB8AC3E}">
        <p14:creationId xmlns:p14="http://schemas.microsoft.com/office/powerpoint/2010/main" val="204823782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Line">
            <a:extLst>
              <a:ext uri="{FF2B5EF4-FFF2-40B4-BE49-F238E27FC236}">
                <a16:creationId xmlns:a16="http://schemas.microsoft.com/office/drawing/2014/main" id="{79DCE78D-62E8-4E9D-9BAD-998698178C4D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4" name="Line">
            <a:extLst>
              <a:ext uri="{FF2B5EF4-FFF2-40B4-BE49-F238E27FC236}">
                <a16:creationId xmlns:a16="http://schemas.microsoft.com/office/drawing/2014/main" id="{BE01BF0C-B5ED-4E7F-9D04-FD8F70FD58F9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5" name="Line">
            <a:extLst>
              <a:ext uri="{FF2B5EF4-FFF2-40B4-BE49-F238E27FC236}">
                <a16:creationId xmlns:a16="http://schemas.microsoft.com/office/drawing/2014/main" id="{B999D51F-2A9A-40CC-80C4-54C0C609B6DB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6" name="Line">
            <a:extLst>
              <a:ext uri="{FF2B5EF4-FFF2-40B4-BE49-F238E27FC236}">
                <a16:creationId xmlns:a16="http://schemas.microsoft.com/office/drawing/2014/main" id="{DA33D201-C8FF-470A-905A-A9C87057A06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7" name="Line">
            <a:extLst>
              <a:ext uri="{FF2B5EF4-FFF2-40B4-BE49-F238E27FC236}">
                <a16:creationId xmlns:a16="http://schemas.microsoft.com/office/drawing/2014/main" id="{50A919F5-8281-4548-BE4B-7A9C94CEC5A5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8" name="Line">
            <a:extLst>
              <a:ext uri="{FF2B5EF4-FFF2-40B4-BE49-F238E27FC236}">
                <a16:creationId xmlns:a16="http://schemas.microsoft.com/office/drawing/2014/main" id="{364F13A0-382B-4AF3-98AE-CF90D793B17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89" name="Line">
            <a:extLst>
              <a:ext uri="{FF2B5EF4-FFF2-40B4-BE49-F238E27FC236}">
                <a16:creationId xmlns:a16="http://schemas.microsoft.com/office/drawing/2014/main" id="{23F5E51B-224E-4E7E-9C80-06CC1067FB2C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90" name="Line">
            <a:extLst>
              <a:ext uri="{FF2B5EF4-FFF2-40B4-BE49-F238E27FC236}">
                <a16:creationId xmlns:a16="http://schemas.microsoft.com/office/drawing/2014/main" id="{424DFB0D-E6B9-415D-A8B5-39B5CF729E8F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91" name="Line">
            <a:extLst>
              <a:ext uri="{FF2B5EF4-FFF2-40B4-BE49-F238E27FC236}">
                <a16:creationId xmlns:a16="http://schemas.microsoft.com/office/drawing/2014/main" id="{8806F97A-1B32-4C33-81C4-BC29C74B6B8B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92" name="Line">
            <a:extLst>
              <a:ext uri="{FF2B5EF4-FFF2-40B4-BE49-F238E27FC236}">
                <a16:creationId xmlns:a16="http://schemas.microsoft.com/office/drawing/2014/main" id="{6106CC4F-BADD-4A54-94CC-08E2B258908A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93" name="Line">
            <a:extLst>
              <a:ext uri="{FF2B5EF4-FFF2-40B4-BE49-F238E27FC236}">
                <a16:creationId xmlns:a16="http://schemas.microsoft.com/office/drawing/2014/main" id="{973F6D06-26A2-4904-A3B4-C4BBA44ECEB8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94" name="A">
            <a:extLst>
              <a:ext uri="{FF2B5EF4-FFF2-40B4-BE49-F238E27FC236}">
                <a16:creationId xmlns:a16="http://schemas.microsoft.com/office/drawing/2014/main" id="{C81F3298-6E2B-462C-83B1-F97E62723766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595" name="B">
            <a:extLst>
              <a:ext uri="{FF2B5EF4-FFF2-40B4-BE49-F238E27FC236}">
                <a16:creationId xmlns:a16="http://schemas.microsoft.com/office/drawing/2014/main" id="{751FCAA4-FC4E-449F-879D-8EB4FFEBAF60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596" name="C">
            <a:extLst>
              <a:ext uri="{FF2B5EF4-FFF2-40B4-BE49-F238E27FC236}">
                <a16:creationId xmlns:a16="http://schemas.microsoft.com/office/drawing/2014/main" id="{CDDCDA43-711B-4ED1-AB55-FBF900195DB8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597" name="D">
            <a:extLst>
              <a:ext uri="{FF2B5EF4-FFF2-40B4-BE49-F238E27FC236}">
                <a16:creationId xmlns:a16="http://schemas.microsoft.com/office/drawing/2014/main" id="{1F404C6A-1340-40BE-85C4-51556DB8E7EA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598" name="E">
            <a:extLst>
              <a:ext uri="{FF2B5EF4-FFF2-40B4-BE49-F238E27FC236}">
                <a16:creationId xmlns:a16="http://schemas.microsoft.com/office/drawing/2014/main" id="{243659B1-6868-4C1A-A983-2E41723EAEFA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599" name="F">
            <a:extLst>
              <a:ext uri="{FF2B5EF4-FFF2-40B4-BE49-F238E27FC236}">
                <a16:creationId xmlns:a16="http://schemas.microsoft.com/office/drawing/2014/main" id="{F40274B1-D5E4-42F7-9AFF-D0354034435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600" name="G">
            <a:extLst>
              <a:ext uri="{FF2B5EF4-FFF2-40B4-BE49-F238E27FC236}">
                <a16:creationId xmlns:a16="http://schemas.microsoft.com/office/drawing/2014/main" id="{74113CD5-B2BE-4114-91F8-E9F39785E345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70819189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Line">
            <a:extLst>
              <a:ext uri="{FF2B5EF4-FFF2-40B4-BE49-F238E27FC236}">
                <a16:creationId xmlns:a16="http://schemas.microsoft.com/office/drawing/2014/main" id="{49566601-8B3D-48DD-9A75-8F9C1524AFE4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3" name="Line">
            <a:extLst>
              <a:ext uri="{FF2B5EF4-FFF2-40B4-BE49-F238E27FC236}">
                <a16:creationId xmlns:a16="http://schemas.microsoft.com/office/drawing/2014/main" id="{9F48A47C-97A6-4383-856D-82A446B7CA1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4" name="Line">
            <a:extLst>
              <a:ext uri="{FF2B5EF4-FFF2-40B4-BE49-F238E27FC236}">
                <a16:creationId xmlns:a16="http://schemas.microsoft.com/office/drawing/2014/main" id="{EDED045C-773A-4B34-B068-E92959AFD19A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5" name="Line">
            <a:extLst>
              <a:ext uri="{FF2B5EF4-FFF2-40B4-BE49-F238E27FC236}">
                <a16:creationId xmlns:a16="http://schemas.microsoft.com/office/drawing/2014/main" id="{627FCB65-4FA1-4E77-B886-D23BFF2867EE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6" name="Line">
            <a:extLst>
              <a:ext uri="{FF2B5EF4-FFF2-40B4-BE49-F238E27FC236}">
                <a16:creationId xmlns:a16="http://schemas.microsoft.com/office/drawing/2014/main" id="{A3294F35-206B-44E5-ABBD-52A776DA0318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7" name="Line">
            <a:extLst>
              <a:ext uri="{FF2B5EF4-FFF2-40B4-BE49-F238E27FC236}">
                <a16:creationId xmlns:a16="http://schemas.microsoft.com/office/drawing/2014/main" id="{B9506F46-4138-47F0-9432-503D00C2BCE9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8" name="Line">
            <a:extLst>
              <a:ext uri="{FF2B5EF4-FFF2-40B4-BE49-F238E27FC236}">
                <a16:creationId xmlns:a16="http://schemas.microsoft.com/office/drawing/2014/main" id="{CF3879C6-27B0-41BE-92BE-2950C1AA715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09" name="Line">
            <a:extLst>
              <a:ext uri="{FF2B5EF4-FFF2-40B4-BE49-F238E27FC236}">
                <a16:creationId xmlns:a16="http://schemas.microsoft.com/office/drawing/2014/main" id="{798D2DBB-4F3A-421C-8766-04AB0FDAA29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10" name="Line">
            <a:extLst>
              <a:ext uri="{FF2B5EF4-FFF2-40B4-BE49-F238E27FC236}">
                <a16:creationId xmlns:a16="http://schemas.microsoft.com/office/drawing/2014/main" id="{54D70981-A4D4-4CAA-9AE7-F50B0ED20669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11" name="Line">
            <a:extLst>
              <a:ext uri="{FF2B5EF4-FFF2-40B4-BE49-F238E27FC236}">
                <a16:creationId xmlns:a16="http://schemas.microsoft.com/office/drawing/2014/main" id="{12A37C14-B2D6-4CFE-ADF1-6CF47F256670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12" name="Line">
            <a:extLst>
              <a:ext uri="{FF2B5EF4-FFF2-40B4-BE49-F238E27FC236}">
                <a16:creationId xmlns:a16="http://schemas.microsoft.com/office/drawing/2014/main" id="{B75E4AF8-3E94-48B7-8EEB-67CC9E164A5B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13" name="A">
            <a:extLst>
              <a:ext uri="{FF2B5EF4-FFF2-40B4-BE49-F238E27FC236}">
                <a16:creationId xmlns:a16="http://schemas.microsoft.com/office/drawing/2014/main" id="{537FB883-0266-40F9-BB9D-2B9719787DDB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614" name="B">
            <a:extLst>
              <a:ext uri="{FF2B5EF4-FFF2-40B4-BE49-F238E27FC236}">
                <a16:creationId xmlns:a16="http://schemas.microsoft.com/office/drawing/2014/main" id="{65B65686-DF68-4BDD-B467-3153F2356B4F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615" name="C">
            <a:extLst>
              <a:ext uri="{FF2B5EF4-FFF2-40B4-BE49-F238E27FC236}">
                <a16:creationId xmlns:a16="http://schemas.microsoft.com/office/drawing/2014/main" id="{1B885800-CF18-48FB-88DF-B9F692D98108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616" name="D">
            <a:extLst>
              <a:ext uri="{FF2B5EF4-FFF2-40B4-BE49-F238E27FC236}">
                <a16:creationId xmlns:a16="http://schemas.microsoft.com/office/drawing/2014/main" id="{4AAF07EE-DBB5-425E-AF0C-14CF365C353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617" name="E">
            <a:extLst>
              <a:ext uri="{FF2B5EF4-FFF2-40B4-BE49-F238E27FC236}">
                <a16:creationId xmlns:a16="http://schemas.microsoft.com/office/drawing/2014/main" id="{2C3E6A3B-BD18-4EF1-B888-9F46A23EABE2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618" name="F">
            <a:extLst>
              <a:ext uri="{FF2B5EF4-FFF2-40B4-BE49-F238E27FC236}">
                <a16:creationId xmlns:a16="http://schemas.microsoft.com/office/drawing/2014/main" id="{6B7A631E-B64E-49D6-83F8-FDE0DBC1D8B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619" name="G">
            <a:extLst>
              <a:ext uri="{FF2B5EF4-FFF2-40B4-BE49-F238E27FC236}">
                <a16:creationId xmlns:a16="http://schemas.microsoft.com/office/drawing/2014/main" id="{73C00DAA-3CCF-4558-AF91-040253A01612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620" name="{Mon, Tue, Wed}">
            <a:extLst>
              <a:ext uri="{FF2B5EF4-FFF2-40B4-BE49-F238E27FC236}">
                <a16:creationId xmlns:a16="http://schemas.microsoft.com/office/drawing/2014/main" id="{3547E9F1-ED1B-43A8-8222-86E3917B2717}"/>
              </a:ext>
            </a:extLst>
          </p:cNvPr>
          <p:cNvSpPr>
            <a:spLocks noGrp="1"/>
          </p:cNvSpPr>
          <p:nvPr/>
        </p:nvSpPr>
        <p:spPr>
          <a:xfrm>
            <a:off x="11865991" y="795154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1" name="{Mon, Tue, Wed}">
            <a:extLst>
              <a:ext uri="{FF2B5EF4-FFF2-40B4-BE49-F238E27FC236}">
                <a16:creationId xmlns:a16="http://schemas.microsoft.com/office/drawing/2014/main" id="{FCA80A5B-B3F3-4BE0-A0C6-B7B8AF55AC91}"/>
              </a:ext>
            </a:extLst>
          </p:cNvPr>
          <p:cNvSpPr>
            <a:spLocks noGrp="1"/>
          </p:cNvSpPr>
          <p:nvPr/>
        </p:nvSpPr>
        <p:spPr>
          <a:xfrm>
            <a:off x="2989973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2" name="{Mon, Tue, Wed}">
            <a:extLst>
              <a:ext uri="{FF2B5EF4-FFF2-40B4-BE49-F238E27FC236}">
                <a16:creationId xmlns:a16="http://schemas.microsoft.com/office/drawing/2014/main" id="{3383D875-C3DD-44A8-8791-8AC25B545A66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3" name="{Mon, Tue, Wed}">
            <a:extLst>
              <a:ext uri="{FF2B5EF4-FFF2-40B4-BE49-F238E27FC236}">
                <a16:creationId xmlns:a16="http://schemas.microsoft.com/office/drawing/2014/main" id="{58C40CF6-4D23-4CDA-96C4-6B6556240E01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4" name="{Mon, Tue, Wed}">
            <a:extLst>
              <a:ext uri="{FF2B5EF4-FFF2-40B4-BE49-F238E27FC236}">
                <a16:creationId xmlns:a16="http://schemas.microsoft.com/office/drawing/2014/main" id="{B7FF4B78-71C3-44CA-9E3B-3C08B0B82140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5" name="{Mon, Tue, Wed}">
            <a:extLst>
              <a:ext uri="{FF2B5EF4-FFF2-40B4-BE49-F238E27FC236}">
                <a16:creationId xmlns:a16="http://schemas.microsoft.com/office/drawing/2014/main" id="{7C5FF075-7BF1-4EF9-8B41-21EEBACD2267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26" name="{Mon, Tue, Wed}">
            <a:extLst>
              <a:ext uri="{FF2B5EF4-FFF2-40B4-BE49-F238E27FC236}">
                <a16:creationId xmlns:a16="http://schemas.microsoft.com/office/drawing/2014/main" id="{6D6CEB5F-8C7E-4778-9B4C-3A39430F9AC5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89903939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Search Problems">
            <a:extLst>
              <a:ext uri="{FF2B5EF4-FFF2-40B4-BE49-F238E27FC236}">
                <a16:creationId xmlns:a16="http://schemas.microsoft.com/office/drawing/2014/main" id="{39F78FCE-8FE9-49B4-BD41-F95FC335E5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  <p:sp>
        <p:nvSpPr>
          <p:cNvPr id="2629" name="initial state…">
            <a:extLst>
              <a:ext uri="{FF2B5EF4-FFF2-40B4-BE49-F238E27FC236}">
                <a16:creationId xmlns:a16="http://schemas.microsoft.com/office/drawing/2014/main" id="{1717B14D-0AA6-4EB7-B44E-8897B3169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estado inicial</a:t>
            </a:r>
          </a:p>
          <a:p>
            <a:pPr>
              <a:buNone/>
            </a:pPr>
            <a:r>
              <a:t>ações</a:t>
            </a:r>
          </a:p>
          <a:p>
            <a:pPr>
              <a:buNone/>
            </a:pPr>
            <a:r>
              <a:t>modelo de transição</a:t>
            </a:r>
          </a:p>
          <a:p>
            <a:pPr>
              <a:buNone/>
            </a:pPr>
            <a:r>
              <a:t>teste de objetivo</a:t>
            </a:r>
          </a:p>
          <a:p>
            <a:pPr>
              <a:buNone/>
            </a:pPr>
            <a:r>
              <a:t>função de custo do caminho</a:t>
            </a:r>
          </a:p>
        </p:txBody>
      </p:sp>
    </p:spTree>
    <p:extLst>
      <p:ext uri="{BB962C8B-B14F-4D97-AF65-F5344CB8AC3E}">
        <p14:creationId xmlns:p14="http://schemas.microsoft.com/office/powerpoint/2010/main" val="44786178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CSPs as Search Problems">
            <a:extLst>
              <a:ext uri="{FF2B5EF4-FFF2-40B4-BE49-F238E27FC236}">
                <a16:creationId xmlns:a16="http://schemas.microsoft.com/office/drawing/2014/main" id="{2DFD50ED-A3AA-4E73-A37B-BBBF3FB42A1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CSPs como Busca</a:t>
            </a:r>
          </a:p>
        </p:txBody>
      </p:sp>
      <p:sp>
        <p:nvSpPr>
          <p:cNvPr id="2632" name="initial state: empty assignment (no variables)…">
            <a:extLst>
              <a:ext uri="{FF2B5EF4-FFF2-40B4-BE49-F238E27FC236}">
                <a16:creationId xmlns:a16="http://schemas.microsoft.com/office/drawing/2014/main" id="{ED12E810-A11A-43FC-90F7-7D2C10B67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: </a:t>
            </a:r>
            <a:r>
              <a:rPr dirty="0" err="1"/>
              <a:t>atribuição</a:t>
            </a:r>
            <a:r>
              <a:rPr dirty="0"/>
              <a:t> </a:t>
            </a:r>
            <a:r>
              <a:rPr dirty="0" err="1"/>
              <a:t>vazia</a:t>
            </a:r>
            <a:r>
              <a:rPr dirty="0"/>
              <a:t> (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variáveis</a:t>
            </a:r>
            <a:r>
              <a:rPr dirty="0"/>
              <a:t>)</a:t>
            </a:r>
          </a:p>
          <a:p>
            <a:r>
              <a:rPr dirty="0" err="1"/>
              <a:t>ações</a:t>
            </a:r>
            <a:r>
              <a:rPr dirty="0"/>
              <a:t>: </a:t>
            </a:r>
            <a:r>
              <a:rPr dirty="0" err="1"/>
              <a:t>adicionar</a:t>
            </a:r>
            <a:r>
              <a:rPr dirty="0"/>
              <a:t> {</a:t>
            </a:r>
            <a:r>
              <a:rPr dirty="0" err="1"/>
              <a:t>variável</a:t>
            </a:r>
            <a:r>
              <a:rPr dirty="0"/>
              <a:t> = valor} à </a:t>
            </a:r>
            <a:r>
              <a:rPr dirty="0" err="1"/>
              <a:t>atribuição</a:t>
            </a:r>
            <a:endParaRPr dirty="0"/>
          </a:p>
          <a:p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transição</a:t>
            </a:r>
            <a:r>
              <a:rPr dirty="0"/>
              <a:t>: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atribuição</a:t>
            </a:r>
            <a:r>
              <a:rPr dirty="0"/>
              <a:t> altera a </a:t>
            </a:r>
            <a:r>
              <a:rPr dirty="0" err="1"/>
              <a:t>atribuição</a:t>
            </a:r>
            <a:endParaRPr dirty="0"/>
          </a:p>
          <a:p>
            <a:r>
              <a:rPr dirty="0"/>
              <a:t>teste de </a:t>
            </a: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verificar</a:t>
            </a:r>
            <a:r>
              <a:rPr dirty="0"/>
              <a:t> se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atribuídas</a:t>
            </a:r>
            <a:r>
              <a:rPr dirty="0"/>
              <a:t> e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restrições</a:t>
            </a:r>
            <a:r>
              <a:rPr dirty="0"/>
              <a:t> </a:t>
            </a:r>
            <a:r>
              <a:rPr dirty="0" err="1"/>
              <a:t>satisfeitas</a:t>
            </a:r>
            <a:endParaRPr dirty="0"/>
          </a:p>
          <a:p>
            <a:r>
              <a:rPr dirty="0" err="1"/>
              <a:t>função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 do </a:t>
            </a:r>
            <a:r>
              <a:rPr dirty="0" err="1"/>
              <a:t>caminho</a:t>
            </a:r>
            <a:r>
              <a:rPr dirty="0"/>
              <a:t>: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caminhos</a:t>
            </a:r>
            <a:r>
              <a:rPr dirty="0"/>
              <a:t> </a:t>
            </a:r>
            <a:r>
              <a:rPr dirty="0" err="1"/>
              <a:t>têm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custo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95557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Backtracking Search">
            <a:extLst>
              <a:ext uri="{FF2B5EF4-FFF2-40B4-BE49-F238E27FC236}">
                <a16:creationId xmlns:a16="http://schemas.microsoft.com/office/drawing/2014/main" id="{3A31CF2F-F202-4A95-BCC7-D1C7B507A1C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</p:spTree>
    <p:extLst>
      <p:ext uri="{BB962C8B-B14F-4D97-AF65-F5344CB8AC3E}">
        <p14:creationId xmlns:p14="http://schemas.microsoft.com/office/powerpoint/2010/main" val="25652109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B13773C9-32C9-4D70-B272-7361D53B88A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</p:spTree>
    <p:extLst>
      <p:ext uri="{BB962C8B-B14F-4D97-AF65-F5344CB8AC3E}">
        <p14:creationId xmlns:p14="http://schemas.microsoft.com/office/powerpoint/2010/main" val="15695939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9127-2696-6E13-540A-3FBA737A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EC6756EE-E166-A061-A001-95CFEDEB1BB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EF2FBC33-9EB5-0B6B-EF51-FEAB62711DC5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13670409" cy="238013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8775172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6C60-24D6-2E16-842D-5644929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C4FDA176-2B5C-388B-C19F-E47B802189C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14A7E11C-EF4E-D8B4-020C-A52F0B2ACC42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0832626" cy="351891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75490168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00B1-EB2C-51AC-BDC6-7E2762D0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3DC92743-C7E7-7FA2-04B8-606EA2A8E9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25EC9240-B73B-5E80-DB1B-DF88E8973064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0832626" cy="465768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2954650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1942-9DDE-1611-AB0A-7E3DC442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FF3290C3-B5AF-E592-9215-971C7ABF017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9BBFE408-8ABD-8E17-4892-B8B6BB03E05C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57964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55985077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72B2-2663-957C-7EB0-7394535B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A813F9C1-1EDB-59F7-279A-58ADC5281F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447F6027-E43A-550C-4AE1-FD645B5E6C08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693523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36652857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8949-1568-2684-FDF6-9F387814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129DBA4D-8D9C-FA95-6BE2-40A711594C1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6284A0EB-2506-0E1B-9D17-E38BD2ADD7CD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807400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63967897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C020-FDD8-5295-C78F-E265DD7B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00F2CCC7-8FDC-D42A-4D62-E8C72A8078B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D206A483-C74E-6E8C-4DEC-24B89AC000CA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9212778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result = Backtrack(assignment,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790383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A287-CDC2-1E37-459E-1EC68944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03B55405-EB74-BA24-DD49-7E8ABECC4D8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FB193FE5-B727-8238-55D7-D76C281E2551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1035155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result = Backtrack(assignment,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84486289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5B52C-91AE-75D7-1BC0-4842A60A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8B31724C-A68F-8C04-E3BE-4B2AD2E4139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70787A6D-127D-D13F-DDDF-2F88DB1BD62E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062946" cy="10351552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result = Backtrack(assignment,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remover {var = value} de assignment</a:t>
            </a:r>
          </a:p>
        </p:txBody>
      </p:sp>
    </p:spTree>
    <p:extLst>
      <p:ext uri="{BB962C8B-B14F-4D97-AF65-F5344CB8AC3E}">
        <p14:creationId xmlns:p14="http://schemas.microsoft.com/office/powerpoint/2010/main" val="180624720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604D4-16D3-F9C6-EB62-CC3C87C5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Backtracking Search">
            <a:extLst>
              <a:ext uri="{FF2B5EF4-FFF2-40B4-BE49-F238E27FC236}">
                <a16:creationId xmlns:a16="http://schemas.microsoft.com/office/drawing/2014/main" id="{197A413B-C8BB-3A62-6497-29008F85FAE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com Retrocesso</a:t>
            </a:r>
          </a:p>
        </p:txBody>
      </p:sp>
      <p:sp>
        <p:nvSpPr>
          <p:cNvPr id="2637" name="function Backtrack(assignment, csp):…">
            <a:extLst>
              <a:ext uri="{FF2B5EF4-FFF2-40B4-BE49-F238E27FC236}">
                <a16:creationId xmlns:a16="http://schemas.microsoft.com/office/drawing/2014/main" id="{66A76465-C6F7-2F9B-8547-0079465F7836}"/>
              </a:ext>
            </a:extLst>
          </p:cNvPr>
          <p:cNvSpPr>
            <a:spLocks noGrp="1"/>
          </p:cNvSpPr>
          <p:nvPr/>
        </p:nvSpPr>
        <p:spPr>
          <a:xfrm>
            <a:off x="1076498" y="2369461"/>
            <a:ext cx="21159319" cy="11490325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função Backtrack(assignment, csp):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se assignment estiver completa: retornar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var = Select-Unassigned-Var(assignment, csp)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para value em Domain-Values(var, assignment, csp):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se value for consistente com assignment: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adicionar {var = value} a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result = Backtrack(assignment, csp)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    se result ≠ failure: retornar result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remover {var = value} de assignment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retornar failure</a:t>
            </a:r>
          </a:p>
        </p:txBody>
      </p:sp>
    </p:spTree>
    <p:extLst>
      <p:ext uri="{BB962C8B-B14F-4D97-AF65-F5344CB8AC3E}">
        <p14:creationId xmlns:p14="http://schemas.microsoft.com/office/powerpoint/2010/main" val="322249327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Line">
            <a:extLst>
              <a:ext uri="{FF2B5EF4-FFF2-40B4-BE49-F238E27FC236}">
                <a16:creationId xmlns:a16="http://schemas.microsoft.com/office/drawing/2014/main" id="{F4D1E1EE-6DB9-406F-8041-A067C3C50BE1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0" name="Line">
            <a:extLst>
              <a:ext uri="{FF2B5EF4-FFF2-40B4-BE49-F238E27FC236}">
                <a16:creationId xmlns:a16="http://schemas.microsoft.com/office/drawing/2014/main" id="{FAA4FF3B-B075-4F42-979E-522C32433551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1" name="Line">
            <a:extLst>
              <a:ext uri="{FF2B5EF4-FFF2-40B4-BE49-F238E27FC236}">
                <a16:creationId xmlns:a16="http://schemas.microsoft.com/office/drawing/2014/main" id="{AF80D069-FD29-42D8-9C17-497B582C38CB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2" name="Line">
            <a:extLst>
              <a:ext uri="{FF2B5EF4-FFF2-40B4-BE49-F238E27FC236}">
                <a16:creationId xmlns:a16="http://schemas.microsoft.com/office/drawing/2014/main" id="{BF9DB454-0D4C-464B-BC12-703FFA50684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3" name="Line">
            <a:extLst>
              <a:ext uri="{FF2B5EF4-FFF2-40B4-BE49-F238E27FC236}">
                <a16:creationId xmlns:a16="http://schemas.microsoft.com/office/drawing/2014/main" id="{814DE0B3-FA8B-48D5-971A-BC7DDE9D5A14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4" name="Line">
            <a:extLst>
              <a:ext uri="{FF2B5EF4-FFF2-40B4-BE49-F238E27FC236}">
                <a16:creationId xmlns:a16="http://schemas.microsoft.com/office/drawing/2014/main" id="{A32A15F0-0284-4589-BCC2-79F4A3507B51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5" name="Line">
            <a:extLst>
              <a:ext uri="{FF2B5EF4-FFF2-40B4-BE49-F238E27FC236}">
                <a16:creationId xmlns:a16="http://schemas.microsoft.com/office/drawing/2014/main" id="{FE145129-0041-423C-820D-50F1A07E6E88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6" name="Line">
            <a:extLst>
              <a:ext uri="{FF2B5EF4-FFF2-40B4-BE49-F238E27FC236}">
                <a16:creationId xmlns:a16="http://schemas.microsoft.com/office/drawing/2014/main" id="{57147FF7-E851-4C32-916F-A35197C31338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7" name="Line">
            <a:extLst>
              <a:ext uri="{FF2B5EF4-FFF2-40B4-BE49-F238E27FC236}">
                <a16:creationId xmlns:a16="http://schemas.microsoft.com/office/drawing/2014/main" id="{025C18FA-AD23-4D60-B0D6-4211161AADBA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8" name="Line">
            <a:extLst>
              <a:ext uri="{FF2B5EF4-FFF2-40B4-BE49-F238E27FC236}">
                <a16:creationId xmlns:a16="http://schemas.microsoft.com/office/drawing/2014/main" id="{6D50CDAB-5270-4418-9A6E-E00E1B52B793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49" name="Line">
            <a:extLst>
              <a:ext uri="{FF2B5EF4-FFF2-40B4-BE49-F238E27FC236}">
                <a16:creationId xmlns:a16="http://schemas.microsoft.com/office/drawing/2014/main" id="{65F8BE82-5864-4C7F-BEC8-18E110649F6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50" name="A">
            <a:extLst>
              <a:ext uri="{FF2B5EF4-FFF2-40B4-BE49-F238E27FC236}">
                <a16:creationId xmlns:a16="http://schemas.microsoft.com/office/drawing/2014/main" id="{922169C5-92CB-489C-8BDC-564BADC46599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651" name="B">
            <a:extLst>
              <a:ext uri="{FF2B5EF4-FFF2-40B4-BE49-F238E27FC236}">
                <a16:creationId xmlns:a16="http://schemas.microsoft.com/office/drawing/2014/main" id="{C962F708-E309-4B2D-BDAF-957F66B40DFE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652" name="C">
            <a:extLst>
              <a:ext uri="{FF2B5EF4-FFF2-40B4-BE49-F238E27FC236}">
                <a16:creationId xmlns:a16="http://schemas.microsoft.com/office/drawing/2014/main" id="{9A06754F-73AF-4895-B5F7-9170E02907C0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653" name="D">
            <a:extLst>
              <a:ext uri="{FF2B5EF4-FFF2-40B4-BE49-F238E27FC236}">
                <a16:creationId xmlns:a16="http://schemas.microsoft.com/office/drawing/2014/main" id="{71F5EF17-B880-438E-81DC-EAB5DB395D7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654" name="E">
            <a:extLst>
              <a:ext uri="{FF2B5EF4-FFF2-40B4-BE49-F238E27FC236}">
                <a16:creationId xmlns:a16="http://schemas.microsoft.com/office/drawing/2014/main" id="{8153A12A-C126-459F-B296-C2BBD520E4BA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655" name="F">
            <a:extLst>
              <a:ext uri="{FF2B5EF4-FFF2-40B4-BE49-F238E27FC236}">
                <a16:creationId xmlns:a16="http://schemas.microsoft.com/office/drawing/2014/main" id="{23D82CC6-A619-41D9-B2D4-61A06E607DED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656" name="G">
            <a:extLst>
              <a:ext uri="{FF2B5EF4-FFF2-40B4-BE49-F238E27FC236}">
                <a16:creationId xmlns:a16="http://schemas.microsoft.com/office/drawing/2014/main" id="{8A377E62-8405-4743-8586-22CE95680E25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657" name="{Mon, Tue, Wed}">
            <a:extLst>
              <a:ext uri="{FF2B5EF4-FFF2-40B4-BE49-F238E27FC236}">
                <a16:creationId xmlns:a16="http://schemas.microsoft.com/office/drawing/2014/main" id="{4FAA2889-C253-426F-815C-80124EEB7DCF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5267475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{Seg, Ter, Qua}</a:t>
            </a:r>
          </a:p>
        </p:txBody>
      </p:sp>
      <p:sp>
        <p:nvSpPr>
          <p:cNvPr id="2658" name="{Mon, Tue, Wed}">
            <a:extLst>
              <a:ext uri="{FF2B5EF4-FFF2-40B4-BE49-F238E27FC236}">
                <a16:creationId xmlns:a16="http://schemas.microsoft.com/office/drawing/2014/main" id="{F51796EB-DB11-4734-A79D-22C8BD809303}"/>
              </a:ext>
            </a:extLst>
          </p:cNvPr>
          <p:cNvSpPr>
            <a:spLocks noGrp="1"/>
          </p:cNvSpPr>
          <p:nvPr/>
        </p:nvSpPr>
        <p:spPr>
          <a:xfrm>
            <a:off x="2989974" y="4392302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59" name="{Mon, Tue, Wed}">
            <a:extLst>
              <a:ext uri="{FF2B5EF4-FFF2-40B4-BE49-F238E27FC236}">
                <a16:creationId xmlns:a16="http://schemas.microsoft.com/office/drawing/2014/main" id="{8C8D850B-2094-4E07-A416-E1B0B40C5904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60" name="{Mon, Tue, Wed}">
            <a:extLst>
              <a:ext uri="{FF2B5EF4-FFF2-40B4-BE49-F238E27FC236}">
                <a16:creationId xmlns:a16="http://schemas.microsoft.com/office/drawing/2014/main" id="{C994388E-4979-49D2-83B9-BBF53348E82C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61" name="{Mon, Tue, Wed}">
            <a:extLst>
              <a:ext uri="{FF2B5EF4-FFF2-40B4-BE49-F238E27FC236}">
                <a16:creationId xmlns:a16="http://schemas.microsoft.com/office/drawing/2014/main" id="{48861E67-A01A-4FC7-8DCF-F6523CE2264F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62" name="{Mon, Tue, Wed}">
            <a:extLst>
              <a:ext uri="{FF2B5EF4-FFF2-40B4-BE49-F238E27FC236}">
                <a16:creationId xmlns:a16="http://schemas.microsoft.com/office/drawing/2014/main" id="{094B6D43-C47D-4B11-830D-C0E134BADFD1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63" name="{Mon, Tue, Wed}">
            <a:extLst>
              <a:ext uri="{FF2B5EF4-FFF2-40B4-BE49-F238E27FC236}">
                <a16:creationId xmlns:a16="http://schemas.microsoft.com/office/drawing/2014/main" id="{150AF570-1906-4A9C-82AC-819F3380D0D0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86021873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Line">
            <a:extLst>
              <a:ext uri="{FF2B5EF4-FFF2-40B4-BE49-F238E27FC236}">
                <a16:creationId xmlns:a16="http://schemas.microsoft.com/office/drawing/2014/main" id="{3741E0E7-DBF6-448C-AA53-FE38A1CC1ABD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66" name="Line">
            <a:extLst>
              <a:ext uri="{FF2B5EF4-FFF2-40B4-BE49-F238E27FC236}">
                <a16:creationId xmlns:a16="http://schemas.microsoft.com/office/drawing/2014/main" id="{8E24F55E-0084-45AE-9B06-2181BD15607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67" name="Line">
            <a:extLst>
              <a:ext uri="{FF2B5EF4-FFF2-40B4-BE49-F238E27FC236}">
                <a16:creationId xmlns:a16="http://schemas.microsoft.com/office/drawing/2014/main" id="{B17DC0AD-1AB1-4A9D-BD4B-6250A3601EA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68" name="Line">
            <a:extLst>
              <a:ext uri="{FF2B5EF4-FFF2-40B4-BE49-F238E27FC236}">
                <a16:creationId xmlns:a16="http://schemas.microsoft.com/office/drawing/2014/main" id="{FC361FF2-0445-47EB-92AE-DB2F084704D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69" name="Line">
            <a:extLst>
              <a:ext uri="{FF2B5EF4-FFF2-40B4-BE49-F238E27FC236}">
                <a16:creationId xmlns:a16="http://schemas.microsoft.com/office/drawing/2014/main" id="{50EF318A-9C13-45FB-BF1B-C25DFFD541DB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0" name="Line">
            <a:extLst>
              <a:ext uri="{FF2B5EF4-FFF2-40B4-BE49-F238E27FC236}">
                <a16:creationId xmlns:a16="http://schemas.microsoft.com/office/drawing/2014/main" id="{3785169B-D1D8-4794-8ACA-185BE8BD1804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1" name="Line">
            <a:extLst>
              <a:ext uri="{FF2B5EF4-FFF2-40B4-BE49-F238E27FC236}">
                <a16:creationId xmlns:a16="http://schemas.microsoft.com/office/drawing/2014/main" id="{932098C9-CA30-4B41-85C0-A9689A30C61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2" name="Line">
            <a:extLst>
              <a:ext uri="{FF2B5EF4-FFF2-40B4-BE49-F238E27FC236}">
                <a16:creationId xmlns:a16="http://schemas.microsoft.com/office/drawing/2014/main" id="{DBC0C537-E6E3-4969-BE69-75E737DE662E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3" name="Line">
            <a:extLst>
              <a:ext uri="{FF2B5EF4-FFF2-40B4-BE49-F238E27FC236}">
                <a16:creationId xmlns:a16="http://schemas.microsoft.com/office/drawing/2014/main" id="{C888F587-EAA5-4FBD-BE03-3373E019E71B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4" name="Line">
            <a:extLst>
              <a:ext uri="{FF2B5EF4-FFF2-40B4-BE49-F238E27FC236}">
                <a16:creationId xmlns:a16="http://schemas.microsoft.com/office/drawing/2014/main" id="{D9C0BF82-2A65-4994-AFC0-2424B633A2F9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5" name="Line">
            <a:extLst>
              <a:ext uri="{FF2B5EF4-FFF2-40B4-BE49-F238E27FC236}">
                <a16:creationId xmlns:a16="http://schemas.microsoft.com/office/drawing/2014/main" id="{A8BE6D6B-D972-414F-A3DE-7D10E700ADB1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76" name="A">
            <a:extLst>
              <a:ext uri="{FF2B5EF4-FFF2-40B4-BE49-F238E27FC236}">
                <a16:creationId xmlns:a16="http://schemas.microsoft.com/office/drawing/2014/main" id="{BAC6645C-7334-4856-A0A0-17399AEFB546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677" name="B">
            <a:extLst>
              <a:ext uri="{FF2B5EF4-FFF2-40B4-BE49-F238E27FC236}">
                <a16:creationId xmlns:a16="http://schemas.microsoft.com/office/drawing/2014/main" id="{F1B3740A-3081-43AD-8CEE-E47EA0BBB13E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678" name="C">
            <a:extLst>
              <a:ext uri="{FF2B5EF4-FFF2-40B4-BE49-F238E27FC236}">
                <a16:creationId xmlns:a16="http://schemas.microsoft.com/office/drawing/2014/main" id="{E95D9726-8967-49B7-A97B-5CF7D8C7482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679" name="D">
            <a:extLst>
              <a:ext uri="{FF2B5EF4-FFF2-40B4-BE49-F238E27FC236}">
                <a16:creationId xmlns:a16="http://schemas.microsoft.com/office/drawing/2014/main" id="{5F40369A-DAE0-48AB-852F-2753F1E5471A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680" name="E">
            <a:extLst>
              <a:ext uri="{FF2B5EF4-FFF2-40B4-BE49-F238E27FC236}">
                <a16:creationId xmlns:a16="http://schemas.microsoft.com/office/drawing/2014/main" id="{60B5FF05-EEEC-4062-990E-703B110AC223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681" name="F">
            <a:extLst>
              <a:ext uri="{FF2B5EF4-FFF2-40B4-BE49-F238E27FC236}">
                <a16:creationId xmlns:a16="http://schemas.microsoft.com/office/drawing/2014/main" id="{A795646B-305D-480E-8BB1-0BD02BCB1F27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682" name="G">
            <a:extLst>
              <a:ext uri="{FF2B5EF4-FFF2-40B4-BE49-F238E27FC236}">
                <a16:creationId xmlns:a16="http://schemas.microsoft.com/office/drawing/2014/main" id="{D2D7EE8E-00F5-463C-BD9A-EA4A58FF42A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683" name="Mon">
            <a:extLst>
              <a:ext uri="{FF2B5EF4-FFF2-40B4-BE49-F238E27FC236}">
                <a16:creationId xmlns:a16="http://schemas.microsoft.com/office/drawing/2014/main" id="{24535244-8277-40E9-8081-86282BC3D973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684" name="{Mon, Tue, Wed}">
            <a:extLst>
              <a:ext uri="{FF2B5EF4-FFF2-40B4-BE49-F238E27FC236}">
                <a16:creationId xmlns:a16="http://schemas.microsoft.com/office/drawing/2014/main" id="{E1C450AD-8D4B-4A7D-89B9-55ED450041D0}"/>
              </a:ext>
            </a:extLst>
          </p:cNvPr>
          <p:cNvSpPr>
            <a:spLocks noGrp="1"/>
          </p:cNvSpPr>
          <p:nvPr/>
        </p:nvSpPr>
        <p:spPr>
          <a:xfrm>
            <a:off x="2989974" y="4392302"/>
            <a:ext cx="538951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85" name="{Mon, Tue, Wed}">
            <a:extLst>
              <a:ext uri="{FF2B5EF4-FFF2-40B4-BE49-F238E27FC236}">
                <a16:creationId xmlns:a16="http://schemas.microsoft.com/office/drawing/2014/main" id="{E89F5980-6A5F-429D-B2F9-23A348794E0B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86" name="{Mon, Tue, Wed}">
            <a:extLst>
              <a:ext uri="{FF2B5EF4-FFF2-40B4-BE49-F238E27FC236}">
                <a16:creationId xmlns:a16="http://schemas.microsoft.com/office/drawing/2014/main" id="{CFC26696-04C9-44A6-B094-08701554D148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87" name="{Mon, Tue, Wed}">
            <a:extLst>
              <a:ext uri="{FF2B5EF4-FFF2-40B4-BE49-F238E27FC236}">
                <a16:creationId xmlns:a16="http://schemas.microsoft.com/office/drawing/2014/main" id="{41529E2E-E2BC-4C25-B4A6-0499B4692C3A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88" name="{Mon, Tue, Wed}">
            <a:extLst>
              <a:ext uri="{FF2B5EF4-FFF2-40B4-BE49-F238E27FC236}">
                <a16:creationId xmlns:a16="http://schemas.microsoft.com/office/drawing/2014/main" id="{6A818636-DAD0-46DC-ACFA-54A0076FAD86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689" name="{Mon, Tue, Wed}">
            <a:extLst>
              <a:ext uri="{FF2B5EF4-FFF2-40B4-BE49-F238E27FC236}">
                <a16:creationId xmlns:a16="http://schemas.microsoft.com/office/drawing/2014/main" id="{9AF3E33C-53DF-4A10-B353-2405B346AA70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91337921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Line">
            <a:extLst>
              <a:ext uri="{FF2B5EF4-FFF2-40B4-BE49-F238E27FC236}">
                <a16:creationId xmlns:a16="http://schemas.microsoft.com/office/drawing/2014/main" id="{11791F75-D94C-4AAB-8974-966588A7CFC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2" name="Line">
            <a:extLst>
              <a:ext uri="{FF2B5EF4-FFF2-40B4-BE49-F238E27FC236}">
                <a16:creationId xmlns:a16="http://schemas.microsoft.com/office/drawing/2014/main" id="{AAD28EA2-5ED3-4368-8619-DECBF619588B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3" name="Line">
            <a:extLst>
              <a:ext uri="{FF2B5EF4-FFF2-40B4-BE49-F238E27FC236}">
                <a16:creationId xmlns:a16="http://schemas.microsoft.com/office/drawing/2014/main" id="{85E7E62F-E928-4FE1-AC52-BA71D4DEC672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4" name="Line">
            <a:extLst>
              <a:ext uri="{FF2B5EF4-FFF2-40B4-BE49-F238E27FC236}">
                <a16:creationId xmlns:a16="http://schemas.microsoft.com/office/drawing/2014/main" id="{BD9E4802-D8A3-4682-9BFA-266DE852C671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5" name="Line">
            <a:extLst>
              <a:ext uri="{FF2B5EF4-FFF2-40B4-BE49-F238E27FC236}">
                <a16:creationId xmlns:a16="http://schemas.microsoft.com/office/drawing/2014/main" id="{F2593797-98D2-4DF5-B51A-181C212532F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6" name="Line">
            <a:extLst>
              <a:ext uri="{FF2B5EF4-FFF2-40B4-BE49-F238E27FC236}">
                <a16:creationId xmlns:a16="http://schemas.microsoft.com/office/drawing/2014/main" id="{6FBAB9C4-954F-4F2A-949A-EFF41E3DF895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7" name="Line">
            <a:extLst>
              <a:ext uri="{FF2B5EF4-FFF2-40B4-BE49-F238E27FC236}">
                <a16:creationId xmlns:a16="http://schemas.microsoft.com/office/drawing/2014/main" id="{6DB729DA-AD28-434C-923D-12BD4A60879D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8" name="Line">
            <a:extLst>
              <a:ext uri="{FF2B5EF4-FFF2-40B4-BE49-F238E27FC236}">
                <a16:creationId xmlns:a16="http://schemas.microsoft.com/office/drawing/2014/main" id="{F053EE7E-71BB-4C66-B38F-7EC780264A83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699" name="Line">
            <a:extLst>
              <a:ext uri="{FF2B5EF4-FFF2-40B4-BE49-F238E27FC236}">
                <a16:creationId xmlns:a16="http://schemas.microsoft.com/office/drawing/2014/main" id="{4A6BAAE2-536B-409A-9ADD-C584521C58DD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00" name="Line">
            <a:extLst>
              <a:ext uri="{FF2B5EF4-FFF2-40B4-BE49-F238E27FC236}">
                <a16:creationId xmlns:a16="http://schemas.microsoft.com/office/drawing/2014/main" id="{B3220A8F-2FE4-4E58-AEE2-D219DD4D8E81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01" name="Line">
            <a:extLst>
              <a:ext uri="{FF2B5EF4-FFF2-40B4-BE49-F238E27FC236}">
                <a16:creationId xmlns:a16="http://schemas.microsoft.com/office/drawing/2014/main" id="{6479C186-EAED-4479-A76A-B9A6706A07C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02" name="A">
            <a:extLst>
              <a:ext uri="{FF2B5EF4-FFF2-40B4-BE49-F238E27FC236}">
                <a16:creationId xmlns:a16="http://schemas.microsoft.com/office/drawing/2014/main" id="{3BC0889F-00E3-45CE-B845-45D09FB1D2DB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703" name="B">
            <a:extLst>
              <a:ext uri="{FF2B5EF4-FFF2-40B4-BE49-F238E27FC236}">
                <a16:creationId xmlns:a16="http://schemas.microsoft.com/office/drawing/2014/main" id="{28A394AB-8E33-4B73-86C2-A8B0444D2C5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704" name="C">
            <a:extLst>
              <a:ext uri="{FF2B5EF4-FFF2-40B4-BE49-F238E27FC236}">
                <a16:creationId xmlns:a16="http://schemas.microsoft.com/office/drawing/2014/main" id="{3E77EE69-A566-45C4-97C4-E90FBAC74796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705" name="D">
            <a:extLst>
              <a:ext uri="{FF2B5EF4-FFF2-40B4-BE49-F238E27FC236}">
                <a16:creationId xmlns:a16="http://schemas.microsoft.com/office/drawing/2014/main" id="{5B30CB26-0BD5-47D3-8207-2FB42BD9155A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706" name="E">
            <a:extLst>
              <a:ext uri="{FF2B5EF4-FFF2-40B4-BE49-F238E27FC236}">
                <a16:creationId xmlns:a16="http://schemas.microsoft.com/office/drawing/2014/main" id="{630A9D29-7811-4A51-8762-61D2B9A02750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707" name="F">
            <a:extLst>
              <a:ext uri="{FF2B5EF4-FFF2-40B4-BE49-F238E27FC236}">
                <a16:creationId xmlns:a16="http://schemas.microsoft.com/office/drawing/2014/main" id="{9426F4A1-1BE1-47FD-9533-663D0636457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708" name="G">
            <a:extLst>
              <a:ext uri="{FF2B5EF4-FFF2-40B4-BE49-F238E27FC236}">
                <a16:creationId xmlns:a16="http://schemas.microsoft.com/office/drawing/2014/main" id="{C1A0D17A-3461-46FD-AAE6-14DB0D52A2B3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709" name="Mon">
            <a:extLst>
              <a:ext uri="{FF2B5EF4-FFF2-40B4-BE49-F238E27FC236}">
                <a16:creationId xmlns:a16="http://schemas.microsoft.com/office/drawing/2014/main" id="{6B0F4904-4B7E-4D89-B644-AAFEE66BC62F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10" name="Mon">
            <a:extLst>
              <a:ext uri="{FF2B5EF4-FFF2-40B4-BE49-F238E27FC236}">
                <a16:creationId xmlns:a16="http://schemas.microsoft.com/office/drawing/2014/main" id="{2980EBA9-0F79-4758-A853-4A852200FD1A}"/>
              </a:ext>
            </a:extLst>
          </p:cNvPr>
          <p:cNvSpPr>
            <a:spLocks noGrp="1"/>
          </p:cNvSpPr>
          <p:nvPr/>
        </p:nvSpPr>
        <p:spPr>
          <a:xfrm>
            <a:off x="6868435" y="4392302"/>
            <a:ext cx="151105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11" name="{Mon, Tue, Wed}">
            <a:extLst>
              <a:ext uri="{FF2B5EF4-FFF2-40B4-BE49-F238E27FC236}">
                <a16:creationId xmlns:a16="http://schemas.microsoft.com/office/drawing/2014/main" id="{F873C633-CD5C-49FC-9A2D-B0F0594F1F18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12" name="{Mon, Tue, Wed}">
            <a:extLst>
              <a:ext uri="{FF2B5EF4-FFF2-40B4-BE49-F238E27FC236}">
                <a16:creationId xmlns:a16="http://schemas.microsoft.com/office/drawing/2014/main" id="{145027B4-5F03-438B-B9CD-715049BDDAAA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13" name="{Mon, Tue, Wed}">
            <a:extLst>
              <a:ext uri="{FF2B5EF4-FFF2-40B4-BE49-F238E27FC236}">
                <a16:creationId xmlns:a16="http://schemas.microsoft.com/office/drawing/2014/main" id="{96ABA5CC-BA85-4E24-B910-0BEE6990BF23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14" name="{Mon, Tue, Wed}">
            <a:extLst>
              <a:ext uri="{FF2B5EF4-FFF2-40B4-BE49-F238E27FC236}">
                <a16:creationId xmlns:a16="http://schemas.microsoft.com/office/drawing/2014/main" id="{E0ACF5F8-82BC-4350-85CF-D69E17FDB7E7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15" name="{Mon, Tue, Wed}">
            <a:extLst>
              <a:ext uri="{FF2B5EF4-FFF2-40B4-BE49-F238E27FC236}">
                <a16:creationId xmlns:a16="http://schemas.microsoft.com/office/drawing/2014/main" id="{D15CBAD9-5822-45BB-8D89-7C35945F019B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46740100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Line">
            <a:extLst>
              <a:ext uri="{FF2B5EF4-FFF2-40B4-BE49-F238E27FC236}">
                <a16:creationId xmlns:a16="http://schemas.microsoft.com/office/drawing/2014/main" id="{3C6D0F18-1C51-4242-9CC6-D18B928CAAAC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18" name="Line">
            <a:extLst>
              <a:ext uri="{FF2B5EF4-FFF2-40B4-BE49-F238E27FC236}">
                <a16:creationId xmlns:a16="http://schemas.microsoft.com/office/drawing/2014/main" id="{9ADF40CD-BF7D-43F3-88F1-92ACFD940BC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19" name="Line">
            <a:extLst>
              <a:ext uri="{FF2B5EF4-FFF2-40B4-BE49-F238E27FC236}">
                <a16:creationId xmlns:a16="http://schemas.microsoft.com/office/drawing/2014/main" id="{7DDC0A36-C285-4FCF-8888-6590653D3E21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0" name="Line">
            <a:extLst>
              <a:ext uri="{FF2B5EF4-FFF2-40B4-BE49-F238E27FC236}">
                <a16:creationId xmlns:a16="http://schemas.microsoft.com/office/drawing/2014/main" id="{9964DB25-A1C2-4990-BDEF-CC204A9FD82B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1" name="Line">
            <a:extLst>
              <a:ext uri="{FF2B5EF4-FFF2-40B4-BE49-F238E27FC236}">
                <a16:creationId xmlns:a16="http://schemas.microsoft.com/office/drawing/2014/main" id="{98FE584E-6778-43C2-B1B5-597B52393B33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2" name="Line">
            <a:extLst>
              <a:ext uri="{FF2B5EF4-FFF2-40B4-BE49-F238E27FC236}">
                <a16:creationId xmlns:a16="http://schemas.microsoft.com/office/drawing/2014/main" id="{F4ACEBB1-B88D-4E9F-9DCB-7A598939970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3" name="Line">
            <a:extLst>
              <a:ext uri="{FF2B5EF4-FFF2-40B4-BE49-F238E27FC236}">
                <a16:creationId xmlns:a16="http://schemas.microsoft.com/office/drawing/2014/main" id="{6887EBB7-1F39-483C-A87F-A3669DA0FBAB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4" name="Line">
            <a:extLst>
              <a:ext uri="{FF2B5EF4-FFF2-40B4-BE49-F238E27FC236}">
                <a16:creationId xmlns:a16="http://schemas.microsoft.com/office/drawing/2014/main" id="{153F957E-F8D4-4A00-A051-63F4F8913652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5" name="Line">
            <a:extLst>
              <a:ext uri="{FF2B5EF4-FFF2-40B4-BE49-F238E27FC236}">
                <a16:creationId xmlns:a16="http://schemas.microsoft.com/office/drawing/2014/main" id="{D9949A67-C46D-41C5-BC8C-8D5F40E5A6E3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6" name="Line">
            <a:extLst>
              <a:ext uri="{FF2B5EF4-FFF2-40B4-BE49-F238E27FC236}">
                <a16:creationId xmlns:a16="http://schemas.microsoft.com/office/drawing/2014/main" id="{AD2B41C5-38E5-4761-9667-1B17DDA7A2F7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7" name="Line">
            <a:extLst>
              <a:ext uri="{FF2B5EF4-FFF2-40B4-BE49-F238E27FC236}">
                <a16:creationId xmlns:a16="http://schemas.microsoft.com/office/drawing/2014/main" id="{6F060419-781E-4E83-A78A-C77DEF3C15DE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28" name="A">
            <a:extLst>
              <a:ext uri="{FF2B5EF4-FFF2-40B4-BE49-F238E27FC236}">
                <a16:creationId xmlns:a16="http://schemas.microsoft.com/office/drawing/2014/main" id="{2DB43C0A-09C6-41E7-91F1-E003A1E8EB49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729" name="B">
            <a:extLst>
              <a:ext uri="{FF2B5EF4-FFF2-40B4-BE49-F238E27FC236}">
                <a16:creationId xmlns:a16="http://schemas.microsoft.com/office/drawing/2014/main" id="{F2FDEEC4-69F4-467B-AC0A-6DA74153C47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730" name="C">
            <a:extLst>
              <a:ext uri="{FF2B5EF4-FFF2-40B4-BE49-F238E27FC236}">
                <a16:creationId xmlns:a16="http://schemas.microsoft.com/office/drawing/2014/main" id="{2349718F-CA17-41A7-B75D-A6DD1E03A83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731" name="D">
            <a:extLst>
              <a:ext uri="{FF2B5EF4-FFF2-40B4-BE49-F238E27FC236}">
                <a16:creationId xmlns:a16="http://schemas.microsoft.com/office/drawing/2014/main" id="{D16FDBD4-D955-4676-8976-40350C0226B7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732" name="E">
            <a:extLst>
              <a:ext uri="{FF2B5EF4-FFF2-40B4-BE49-F238E27FC236}">
                <a16:creationId xmlns:a16="http://schemas.microsoft.com/office/drawing/2014/main" id="{6BE734FD-5F7D-4480-BDDD-56A9230F77C0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733" name="F">
            <a:extLst>
              <a:ext uri="{FF2B5EF4-FFF2-40B4-BE49-F238E27FC236}">
                <a16:creationId xmlns:a16="http://schemas.microsoft.com/office/drawing/2014/main" id="{A239A8E9-DAAC-4FB5-821E-2144464CBD41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734" name="G">
            <a:extLst>
              <a:ext uri="{FF2B5EF4-FFF2-40B4-BE49-F238E27FC236}">
                <a16:creationId xmlns:a16="http://schemas.microsoft.com/office/drawing/2014/main" id="{211C5AD7-E695-4D44-AD06-D4DA0BA67F7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735" name="Mon">
            <a:extLst>
              <a:ext uri="{FF2B5EF4-FFF2-40B4-BE49-F238E27FC236}">
                <a16:creationId xmlns:a16="http://schemas.microsoft.com/office/drawing/2014/main" id="{B4301155-BE49-4237-8145-0C655ACE9786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36" name="Mon">
            <a:extLst>
              <a:ext uri="{FF2B5EF4-FFF2-40B4-BE49-F238E27FC236}">
                <a16:creationId xmlns:a16="http://schemas.microsoft.com/office/drawing/2014/main" id="{9E041B54-E797-4690-AB9B-56EDE5E4DE25}"/>
              </a:ext>
            </a:extLst>
          </p:cNvPr>
          <p:cNvSpPr>
            <a:spLocks noGrp="1"/>
          </p:cNvSpPr>
          <p:nvPr/>
        </p:nvSpPr>
        <p:spPr>
          <a:xfrm>
            <a:off x="6868435" y="4392302"/>
            <a:ext cx="151105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37" name="{Mon, Tue, Wed}">
            <a:extLst>
              <a:ext uri="{FF2B5EF4-FFF2-40B4-BE49-F238E27FC236}">
                <a16:creationId xmlns:a16="http://schemas.microsoft.com/office/drawing/2014/main" id="{B04566EF-BE79-4940-A7B2-95AC0E4F1289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38" name="{Mon, Tue, Wed}">
            <a:extLst>
              <a:ext uri="{FF2B5EF4-FFF2-40B4-BE49-F238E27FC236}">
                <a16:creationId xmlns:a16="http://schemas.microsoft.com/office/drawing/2014/main" id="{59D86750-0DCB-45E4-8715-EA583FCF5078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39" name="{Mon, Tue, Wed}">
            <a:extLst>
              <a:ext uri="{FF2B5EF4-FFF2-40B4-BE49-F238E27FC236}">
                <a16:creationId xmlns:a16="http://schemas.microsoft.com/office/drawing/2014/main" id="{1178A602-7395-4A46-B789-D23DB9C2C421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40" name="{Mon, Tue, Wed}">
            <a:extLst>
              <a:ext uri="{FF2B5EF4-FFF2-40B4-BE49-F238E27FC236}">
                <a16:creationId xmlns:a16="http://schemas.microsoft.com/office/drawing/2014/main" id="{CCEA8939-75D9-4E10-BFF3-2CB297A0EE42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41" name="{Mon, Tue, Wed}">
            <a:extLst>
              <a:ext uri="{FF2B5EF4-FFF2-40B4-BE49-F238E27FC236}">
                <a16:creationId xmlns:a16="http://schemas.microsoft.com/office/drawing/2014/main" id="{68D19C18-E7AB-4F1C-B2D6-EF9AAB4E703E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73328217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Line">
            <a:extLst>
              <a:ext uri="{FF2B5EF4-FFF2-40B4-BE49-F238E27FC236}">
                <a16:creationId xmlns:a16="http://schemas.microsoft.com/office/drawing/2014/main" id="{1325BF26-E272-4A24-85EB-E5ABD2990186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4" name="Line">
            <a:extLst>
              <a:ext uri="{FF2B5EF4-FFF2-40B4-BE49-F238E27FC236}">
                <a16:creationId xmlns:a16="http://schemas.microsoft.com/office/drawing/2014/main" id="{776E423B-B767-47EF-BD4D-7B6B81F5FDD5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5" name="Line">
            <a:extLst>
              <a:ext uri="{FF2B5EF4-FFF2-40B4-BE49-F238E27FC236}">
                <a16:creationId xmlns:a16="http://schemas.microsoft.com/office/drawing/2014/main" id="{1259CF59-88CA-432E-8A7E-DB5CCB94BE01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6" name="Line">
            <a:extLst>
              <a:ext uri="{FF2B5EF4-FFF2-40B4-BE49-F238E27FC236}">
                <a16:creationId xmlns:a16="http://schemas.microsoft.com/office/drawing/2014/main" id="{29D10F6A-BE58-4B1F-8BE0-618881525EDE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7" name="Line">
            <a:extLst>
              <a:ext uri="{FF2B5EF4-FFF2-40B4-BE49-F238E27FC236}">
                <a16:creationId xmlns:a16="http://schemas.microsoft.com/office/drawing/2014/main" id="{AA4DC4B9-79BE-470B-BBA7-06B9BB0F7279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8" name="Line">
            <a:extLst>
              <a:ext uri="{FF2B5EF4-FFF2-40B4-BE49-F238E27FC236}">
                <a16:creationId xmlns:a16="http://schemas.microsoft.com/office/drawing/2014/main" id="{5C0B7FA8-3846-49EA-ADE9-E2837619649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49" name="Line">
            <a:extLst>
              <a:ext uri="{FF2B5EF4-FFF2-40B4-BE49-F238E27FC236}">
                <a16:creationId xmlns:a16="http://schemas.microsoft.com/office/drawing/2014/main" id="{0EE51FC2-2065-4E53-AD82-08E4D89735D0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50" name="Line">
            <a:extLst>
              <a:ext uri="{FF2B5EF4-FFF2-40B4-BE49-F238E27FC236}">
                <a16:creationId xmlns:a16="http://schemas.microsoft.com/office/drawing/2014/main" id="{3FE213C7-B3D9-407B-81CF-DB67147228D1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51" name="Line">
            <a:extLst>
              <a:ext uri="{FF2B5EF4-FFF2-40B4-BE49-F238E27FC236}">
                <a16:creationId xmlns:a16="http://schemas.microsoft.com/office/drawing/2014/main" id="{971D61D6-2277-4037-B412-913301701625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52" name="Line">
            <a:extLst>
              <a:ext uri="{FF2B5EF4-FFF2-40B4-BE49-F238E27FC236}">
                <a16:creationId xmlns:a16="http://schemas.microsoft.com/office/drawing/2014/main" id="{0FB03440-26E7-4559-BF59-F11A2FA2D907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53" name="Line">
            <a:extLst>
              <a:ext uri="{FF2B5EF4-FFF2-40B4-BE49-F238E27FC236}">
                <a16:creationId xmlns:a16="http://schemas.microsoft.com/office/drawing/2014/main" id="{3610C0FC-C240-4F82-9A97-55567A2103B1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54" name="A">
            <a:extLst>
              <a:ext uri="{FF2B5EF4-FFF2-40B4-BE49-F238E27FC236}">
                <a16:creationId xmlns:a16="http://schemas.microsoft.com/office/drawing/2014/main" id="{BAB4B434-D837-4C26-8E91-592A6630925C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755" name="B">
            <a:extLst>
              <a:ext uri="{FF2B5EF4-FFF2-40B4-BE49-F238E27FC236}">
                <a16:creationId xmlns:a16="http://schemas.microsoft.com/office/drawing/2014/main" id="{7E8DBA9E-DB90-4D7B-AA7F-9F1AF71E64C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756" name="C">
            <a:extLst>
              <a:ext uri="{FF2B5EF4-FFF2-40B4-BE49-F238E27FC236}">
                <a16:creationId xmlns:a16="http://schemas.microsoft.com/office/drawing/2014/main" id="{81A4A5B9-5CD5-4F1C-BBF0-8EF7F197E46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757" name="D">
            <a:extLst>
              <a:ext uri="{FF2B5EF4-FFF2-40B4-BE49-F238E27FC236}">
                <a16:creationId xmlns:a16="http://schemas.microsoft.com/office/drawing/2014/main" id="{B82CADED-F253-4069-8B57-C0065725ACC3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758" name="E">
            <a:extLst>
              <a:ext uri="{FF2B5EF4-FFF2-40B4-BE49-F238E27FC236}">
                <a16:creationId xmlns:a16="http://schemas.microsoft.com/office/drawing/2014/main" id="{EB4E1DFB-291C-4764-ABFE-E0B32EACDEE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759" name="F">
            <a:extLst>
              <a:ext uri="{FF2B5EF4-FFF2-40B4-BE49-F238E27FC236}">
                <a16:creationId xmlns:a16="http://schemas.microsoft.com/office/drawing/2014/main" id="{E52D27FE-9990-4EC8-B073-EACF491D6299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760" name="G">
            <a:extLst>
              <a:ext uri="{FF2B5EF4-FFF2-40B4-BE49-F238E27FC236}">
                <a16:creationId xmlns:a16="http://schemas.microsoft.com/office/drawing/2014/main" id="{B1876FE9-35A1-4B66-BE52-69732FFB05CE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761" name="Mon">
            <a:extLst>
              <a:ext uri="{FF2B5EF4-FFF2-40B4-BE49-F238E27FC236}">
                <a16:creationId xmlns:a16="http://schemas.microsoft.com/office/drawing/2014/main" id="{498C98F4-99D9-4B58-B954-C7C174A8A13D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62" name="Tue">
            <a:extLst>
              <a:ext uri="{FF2B5EF4-FFF2-40B4-BE49-F238E27FC236}">
                <a16:creationId xmlns:a16="http://schemas.microsoft.com/office/drawing/2014/main" id="{4A3FD27E-B3C2-4837-837F-EF0303DFB4AF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763" name="{Mon, Tue, Wed}">
            <a:extLst>
              <a:ext uri="{FF2B5EF4-FFF2-40B4-BE49-F238E27FC236}">
                <a16:creationId xmlns:a16="http://schemas.microsoft.com/office/drawing/2014/main" id="{1EDC05F4-2824-4CDF-86A4-34F955907E0A}"/>
              </a:ext>
            </a:extLst>
          </p:cNvPr>
          <p:cNvSpPr>
            <a:spLocks noGrp="1"/>
          </p:cNvSpPr>
          <p:nvPr/>
        </p:nvSpPr>
        <p:spPr>
          <a:xfrm>
            <a:off x="1420640" y="7531046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64" name="{Mon, Tue, Wed}">
            <a:extLst>
              <a:ext uri="{FF2B5EF4-FFF2-40B4-BE49-F238E27FC236}">
                <a16:creationId xmlns:a16="http://schemas.microsoft.com/office/drawing/2014/main" id="{480B2269-8B06-4EAC-968D-1F06D003470A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65" name="{Mon, Tue, Wed}">
            <a:extLst>
              <a:ext uri="{FF2B5EF4-FFF2-40B4-BE49-F238E27FC236}">
                <a16:creationId xmlns:a16="http://schemas.microsoft.com/office/drawing/2014/main" id="{0A51BB67-556D-4B79-83D0-ED6176398503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66" name="{Mon, Tue, Wed}">
            <a:extLst>
              <a:ext uri="{FF2B5EF4-FFF2-40B4-BE49-F238E27FC236}">
                <a16:creationId xmlns:a16="http://schemas.microsoft.com/office/drawing/2014/main" id="{F93926F4-1122-48B4-8C74-ECB31DFDF32A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67" name="{Mon, Tue, Wed}">
            <a:extLst>
              <a:ext uri="{FF2B5EF4-FFF2-40B4-BE49-F238E27FC236}">
                <a16:creationId xmlns:a16="http://schemas.microsoft.com/office/drawing/2014/main" id="{91A0959F-0076-440E-8C9B-8D98D592A9F9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67158788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Line">
            <a:extLst>
              <a:ext uri="{FF2B5EF4-FFF2-40B4-BE49-F238E27FC236}">
                <a16:creationId xmlns:a16="http://schemas.microsoft.com/office/drawing/2014/main" id="{2F7802D3-498C-4B83-B501-5899073D274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0" name="Line">
            <a:extLst>
              <a:ext uri="{FF2B5EF4-FFF2-40B4-BE49-F238E27FC236}">
                <a16:creationId xmlns:a16="http://schemas.microsoft.com/office/drawing/2014/main" id="{871F1153-7155-4559-9578-28B3200364FE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1" name="Line">
            <a:extLst>
              <a:ext uri="{FF2B5EF4-FFF2-40B4-BE49-F238E27FC236}">
                <a16:creationId xmlns:a16="http://schemas.microsoft.com/office/drawing/2014/main" id="{DE9EA287-09F4-46E5-86A6-3A4F6EA91108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2" name="Line">
            <a:extLst>
              <a:ext uri="{FF2B5EF4-FFF2-40B4-BE49-F238E27FC236}">
                <a16:creationId xmlns:a16="http://schemas.microsoft.com/office/drawing/2014/main" id="{0B5DE085-CB91-42F8-B3C1-524690900071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3" name="Line">
            <a:extLst>
              <a:ext uri="{FF2B5EF4-FFF2-40B4-BE49-F238E27FC236}">
                <a16:creationId xmlns:a16="http://schemas.microsoft.com/office/drawing/2014/main" id="{39BC1890-970E-4C3A-9D19-2DCF3794DB42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4" name="Line">
            <a:extLst>
              <a:ext uri="{FF2B5EF4-FFF2-40B4-BE49-F238E27FC236}">
                <a16:creationId xmlns:a16="http://schemas.microsoft.com/office/drawing/2014/main" id="{29F0DFD9-BFB6-4748-840C-00E258F1413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5" name="Line">
            <a:extLst>
              <a:ext uri="{FF2B5EF4-FFF2-40B4-BE49-F238E27FC236}">
                <a16:creationId xmlns:a16="http://schemas.microsoft.com/office/drawing/2014/main" id="{208CF05E-3E1D-4642-A63A-2FE7B512593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6" name="Line">
            <a:extLst>
              <a:ext uri="{FF2B5EF4-FFF2-40B4-BE49-F238E27FC236}">
                <a16:creationId xmlns:a16="http://schemas.microsoft.com/office/drawing/2014/main" id="{41932B6E-CE45-4881-A350-F3B9BD20CFE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7" name="Line">
            <a:extLst>
              <a:ext uri="{FF2B5EF4-FFF2-40B4-BE49-F238E27FC236}">
                <a16:creationId xmlns:a16="http://schemas.microsoft.com/office/drawing/2014/main" id="{0F95A9F4-E612-4D14-B7BC-C768957684E9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8" name="Line">
            <a:extLst>
              <a:ext uri="{FF2B5EF4-FFF2-40B4-BE49-F238E27FC236}">
                <a16:creationId xmlns:a16="http://schemas.microsoft.com/office/drawing/2014/main" id="{A8050B0A-1521-4ADC-9588-EFFCDC8E85D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79" name="Line">
            <a:extLst>
              <a:ext uri="{FF2B5EF4-FFF2-40B4-BE49-F238E27FC236}">
                <a16:creationId xmlns:a16="http://schemas.microsoft.com/office/drawing/2014/main" id="{C7BE8F6A-0321-4E9A-ABC6-01CAECFAEC51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80" name="A">
            <a:extLst>
              <a:ext uri="{FF2B5EF4-FFF2-40B4-BE49-F238E27FC236}">
                <a16:creationId xmlns:a16="http://schemas.microsoft.com/office/drawing/2014/main" id="{D4E700CC-0A66-4460-88EA-1061B1A86528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781" name="B">
            <a:extLst>
              <a:ext uri="{FF2B5EF4-FFF2-40B4-BE49-F238E27FC236}">
                <a16:creationId xmlns:a16="http://schemas.microsoft.com/office/drawing/2014/main" id="{06514A9D-A78D-4441-A8D1-5B6AD00CD26B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782" name="C">
            <a:extLst>
              <a:ext uri="{FF2B5EF4-FFF2-40B4-BE49-F238E27FC236}">
                <a16:creationId xmlns:a16="http://schemas.microsoft.com/office/drawing/2014/main" id="{54758DCA-71D9-4E7F-8768-241DD70684A4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783" name="D">
            <a:extLst>
              <a:ext uri="{FF2B5EF4-FFF2-40B4-BE49-F238E27FC236}">
                <a16:creationId xmlns:a16="http://schemas.microsoft.com/office/drawing/2014/main" id="{FFE8B937-38C1-4428-946A-84A6651D3D54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784" name="E">
            <a:extLst>
              <a:ext uri="{FF2B5EF4-FFF2-40B4-BE49-F238E27FC236}">
                <a16:creationId xmlns:a16="http://schemas.microsoft.com/office/drawing/2014/main" id="{0694AB6C-D961-4B73-99BB-0BBBA985E35E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785" name="F">
            <a:extLst>
              <a:ext uri="{FF2B5EF4-FFF2-40B4-BE49-F238E27FC236}">
                <a16:creationId xmlns:a16="http://schemas.microsoft.com/office/drawing/2014/main" id="{6CC02159-FD32-48DE-8424-28C3380FBBDD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786" name="G">
            <a:extLst>
              <a:ext uri="{FF2B5EF4-FFF2-40B4-BE49-F238E27FC236}">
                <a16:creationId xmlns:a16="http://schemas.microsoft.com/office/drawing/2014/main" id="{0BF9DB9D-2A7C-4772-896B-025C66E34D68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787" name="Mon">
            <a:extLst>
              <a:ext uri="{FF2B5EF4-FFF2-40B4-BE49-F238E27FC236}">
                <a16:creationId xmlns:a16="http://schemas.microsoft.com/office/drawing/2014/main" id="{328B84E4-81BB-451C-8E68-4E1CC74857C4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88" name="Tue">
            <a:extLst>
              <a:ext uri="{FF2B5EF4-FFF2-40B4-BE49-F238E27FC236}">
                <a16:creationId xmlns:a16="http://schemas.microsoft.com/office/drawing/2014/main" id="{5AE58DE1-9DEA-4CC7-BD33-27C684364181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789" name="Mon">
            <a:extLst>
              <a:ext uri="{FF2B5EF4-FFF2-40B4-BE49-F238E27FC236}">
                <a16:creationId xmlns:a16="http://schemas.microsoft.com/office/drawing/2014/main" id="{40D7595E-A1B0-49C4-B770-5C94EEBBA9D2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790" name="{Mon, Tue, Wed}">
            <a:extLst>
              <a:ext uri="{FF2B5EF4-FFF2-40B4-BE49-F238E27FC236}">
                <a16:creationId xmlns:a16="http://schemas.microsoft.com/office/drawing/2014/main" id="{010ADB1C-8023-477D-8A3D-0FCFBB2AAD27}"/>
              </a:ext>
            </a:extLst>
          </p:cNvPr>
          <p:cNvSpPr>
            <a:spLocks noGrp="1"/>
          </p:cNvSpPr>
          <p:nvPr/>
        </p:nvSpPr>
        <p:spPr>
          <a:xfrm>
            <a:off x="4212123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91" name="{Mon, Tue, Wed}">
            <a:extLst>
              <a:ext uri="{FF2B5EF4-FFF2-40B4-BE49-F238E27FC236}">
                <a16:creationId xmlns:a16="http://schemas.microsoft.com/office/drawing/2014/main" id="{5ED20951-3EDA-4D69-ABB4-DA981E2D4F58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92" name="{Mon, Tue, Wed}">
            <a:extLst>
              <a:ext uri="{FF2B5EF4-FFF2-40B4-BE49-F238E27FC236}">
                <a16:creationId xmlns:a16="http://schemas.microsoft.com/office/drawing/2014/main" id="{E3F7522A-2B18-4E9B-9875-1DB212A483C3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793" name="{Mon, Tue, Wed}">
            <a:extLst>
              <a:ext uri="{FF2B5EF4-FFF2-40B4-BE49-F238E27FC236}">
                <a16:creationId xmlns:a16="http://schemas.microsoft.com/office/drawing/2014/main" id="{065EA1ED-9E2C-42CE-A9C1-70F1AD2828AC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65014127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Line">
            <a:extLst>
              <a:ext uri="{FF2B5EF4-FFF2-40B4-BE49-F238E27FC236}">
                <a16:creationId xmlns:a16="http://schemas.microsoft.com/office/drawing/2014/main" id="{E8A4CA85-0395-4F7E-ADA7-B5800C0A6F8C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96" name="Line">
            <a:extLst>
              <a:ext uri="{FF2B5EF4-FFF2-40B4-BE49-F238E27FC236}">
                <a16:creationId xmlns:a16="http://schemas.microsoft.com/office/drawing/2014/main" id="{7ED0489A-D5E9-4FE8-B6F9-52917DB93D5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97" name="Line">
            <a:extLst>
              <a:ext uri="{FF2B5EF4-FFF2-40B4-BE49-F238E27FC236}">
                <a16:creationId xmlns:a16="http://schemas.microsoft.com/office/drawing/2014/main" id="{D8EFBC69-E4AB-4B31-A059-DA9A0B754CBE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98" name="Line">
            <a:extLst>
              <a:ext uri="{FF2B5EF4-FFF2-40B4-BE49-F238E27FC236}">
                <a16:creationId xmlns:a16="http://schemas.microsoft.com/office/drawing/2014/main" id="{E1A3E14C-C512-4675-91E5-BD600CA40EB8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799" name="Line">
            <a:extLst>
              <a:ext uri="{FF2B5EF4-FFF2-40B4-BE49-F238E27FC236}">
                <a16:creationId xmlns:a16="http://schemas.microsoft.com/office/drawing/2014/main" id="{C19D1AAD-965B-4BB2-BF8E-EBE1CF2F03F7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0" name="Line">
            <a:extLst>
              <a:ext uri="{FF2B5EF4-FFF2-40B4-BE49-F238E27FC236}">
                <a16:creationId xmlns:a16="http://schemas.microsoft.com/office/drawing/2014/main" id="{AD7B0113-0A4C-4994-A203-3637C195485B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1" name="Line">
            <a:extLst>
              <a:ext uri="{FF2B5EF4-FFF2-40B4-BE49-F238E27FC236}">
                <a16:creationId xmlns:a16="http://schemas.microsoft.com/office/drawing/2014/main" id="{FA7539FC-063E-4AEC-B011-54D6ECAC7AFD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2" name="Line">
            <a:extLst>
              <a:ext uri="{FF2B5EF4-FFF2-40B4-BE49-F238E27FC236}">
                <a16:creationId xmlns:a16="http://schemas.microsoft.com/office/drawing/2014/main" id="{7C882A58-C6E9-4E06-A32B-6C2EEA03763F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3" name="Line">
            <a:extLst>
              <a:ext uri="{FF2B5EF4-FFF2-40B4-BE49-F238E27FC236}">
                <a16:creationId xmlns:a16="http://schemas.microsoft.com/office/drawing/2014/main" id="{5703E2AD-EAC8-4DB2-A1F3-4E053E9E1AAE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4" name="Line">
            <a:extLst>
              <a:ext uri="{FF2B5EF4-FFF2-40B4-BE49-F238E27FC236}">
                <a16:creationId xmlns:a16="http://schemas.microsoft.com/office/drawing/2014/main" id="{4E141414-6B87-4588-8E6A-7E637E43FB99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5" name="Line">
            <a:extLst>
              <a:ext uri="{FF2B5EF4-FFF2-40B4-BE49-F238E27FC236}">
                <a16:creationId xmlns:a16="http://schemas.microsoft.com/office/drawing/2014/main" id="{B364495B-DCBC-4B7C-91A6-4B4C43E5E52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06" name="A">
            <a:extLst>
              <a:ext uri="{FF2B5EF4-FFF2-40B4-BE49-F238E27FC236}">
                <a16:creationId xmlns:a16="http://schemas.microsoft.com/office/drawing/2014/main" id="{4AFA27FF-63CF-4DB5-B9DF-8054F354877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807" name="B">
            <a:extLst>
              <a:ext uri="{FF2B5EF4-FFF2-40B4-BE49-F238E27FC236}">
                <a16:creationId xmlns:a16="http://schemas.microsoft.com/office/drawing/2014/main" id="{D8B3EAC3-2220-49B7-9C65-84B8B258E0C8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808" name="C">
            <a:extLst>
              <a:ext uri="{FF2B5EF4-FFF2-40B4-BE49-F238E27FC236}">
                <a16:creationId xmlns:a16="http://schemas.microsoft.com/office/drawing/2014/main" id="{6BB30643-6DD1-4EB0-ABF0-76A4C9B26788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809" name="D">
            <a:extLst>
              <a:ext uri="{FF2B5EF4-FFF2-40B4-BE49-F238E27FC236}">
                <a16:creationId xmlns:a16="http://schemas.microsoft.com/office/drawing/2014/main" id="{710CC4D6-F64F-49C2-A1C2-569A37944B0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810" name="E">
            <a:extLst>
              <a:ext uri="{FF2B5EF4-FFF2-40B4-BE49-F238E27FC236}">
                <a16:creationId xmlns:a16="http://schemas.microsoft.com/office/drawing/2014/main" id="{B30B2E35-7F47-4F1B-A1D7-51FCE3466FB6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811" name="F">
            <a:extLst>
              <a:ext uri="{FF2B5EF4-FFF2-40B4-BE49-F238E27FC236}">
                <a16:creationId xmlns:a16="http://schemas.microsoft.com/office/drawing/2014/main" id="{7D05E77A-A409-4B0B-9A9C-3C125F0F0CD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812" name="G">
            <a:extLst>
              <a:ext uri="{FF2B5EF4-FFF2-40B4-BE49-F238E27FC236}">
                <a16:creationId xmlns:a16="http://schemas.microsoft.com/office/drawing/2014/main" id="{5B2F93C3-3D6C-4430-8DBF-28C336CA619D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813" name="Mon">
            <a:extLst>
              <a:ext uri="{FF2B5EF4-FFF2-40B4-BE49-F238E27FC236}">
                <a16:creationId xmlns:a16="http://schemas.microsoft.com/office/drawing/2014/main" id="{C4FB3680-6710-4905-ACD6-6384B609C6E5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14" name="Tue">
            <a:extLst>
              <a:ext uri="{FF2B5EF4-FFF2-40B4-BE49-F238E27FC236}">
                <a16:creationId xmlns:a16="http://schemas.microsoft.com/office/drawing/2014/main" id="{C452FEAE-3370-462C-B6A6-1A79A82C0758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15" name="Mon">
            <a:extLst>
              <a:ext uri="{FF2B5EF4-FFF2-40B4-BE49-F238E27FC236}">
                <a16:creationId xmlns:a16="http://schemas.microsoft.com/office/drawing/2014/main" id="{E4120311-3C5F-4943-820C-AEF06F9D7DAD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16" name="Mon">
            <a:extLst>
              <a:ext uri="{FF2B5EF4-FFF2-40B4-BE49-F238E27FC236}">
                <a16:creationId xmlns:a16="http://schemas.microsoft.com/office/drawing/2014/main" id="{F1A055E8-7C17-46AA-B8B5-CB37377E5824}"/>
              </a:ext>
            </a:extLst>
          </p:cNvPr>
          <p:cNvSpPr>
            <a:spLocks noGrp="1"/>
          </p:cNvSpPr>
          <p:nvPr/>
        </p:nvSpPr>
        <p:spPr>
          <a:xfrm>
            <a:off x="8090584" y="11184760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17" name="{Mon, Tue, Wed}">
            <a:extLst>
              <a:ext uri="{FF2B5EF4-FFF2-40B4-BE49-F238E27FC236}">
                <a16:creationId xmlns:a16="http://schemas.microsoft.com/office/drawing/2014/main" id="{790DE8A0-099F-489E-A646-2DC7D8231132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18" name="{Mon, Tue, Wed}">
            <a:extLst>
              <a:ext uri="{FF2B5EF4-FFF2-40B4-BE49-F238E27FC236}">
                <a16:creationId xmlns:a16="http://schemas.microsoft.com/office/drawing/2014/main" id="{1B0D45A7-71C5-4863-8231-A19B45CD7086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19" name="{Mon, Tue, Wed}">
            <a:extLst>
              <a:ext uri="{FF2B5EF4-FFF2-40B4-BE49-F238E27FC236}">
                <a16:creationId xmlns:a16="http://schemas.microsoft.com/office/drawing/2014/main" id="{49117660-351F-49B8-B19F-5C547381E855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53261661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Line">
            <a:extLst>
              <a:ext uri="{FF2B5EF4-FFF2-40B4-BE49-F238E27FC236}">
                <a16:creationId xmlns:a16="http://schemas.microsoft.com/office/drawing/2014/main" id="{4F5AD1C2-B3BC-46AF-BF7F-54BA899CE358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2" name="Line">
            <a:extLst>
              <a:ext uri="{FF2B5EF4-FFF2-40B4-BE49-F238E27FC236}">
                <a16:creationId xmlns:a16="http://schemas.microsoft.com/office/drawing/2014/main" id="{59868A61-93B3-486D-8E93-51A93FA364D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3" name="Line">
            <a:extLst>
              <a:ext uri="{FF2B5EF4-FFF2-40B4-BE49-F238E27FC236}">
                <a16:creationId xmlns:a16="http://schemas.microsoft.com/office/drawing/2014/main" id="{A68F3357-1ED9-4EBC-BE6A-8660EC8BC652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4" name="Line">
            <a:extLst>
              <a:ext uri="{FF2B5EF4-FFF2-40B4-BE49-F238E27FC236}">
                <a16:creationId xmlns:a16="http://schemas.microsoft.com/office/drawing/2014/main" id="{370B3BE7-69CA-4E86-8351-C3553CB26569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5" name="Line">
            <a:extLst>
              <a:ext uri="{FF2B5EF4-FFF2-40B4-BE49-F238E27FC236}">
                <a16:creationId xmlns:a16="http://schemas.microsoft.com/office/drawing/2014/main" id="{6E6092BD-E614-4014-A5E5-095D019EE7A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6" name="Line">
            <a:extLst>
              <a:ext uri="{FF2B5EF4-FFF2-40B4-BE49-F238E27FC236}">
                <a16:creationId xmlns:a16="http://schemas.microsoft.com/office/drawing/2014/main" id="{876D4344-879F-4159-9657-B74016768547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7" name="Line">
            <a:extLst>
              <a:ext uri="{FF2B5EF4-FFF2-40B4-BE49-F238E27FC236}">
                <a16:creationId xmlns:a16="http://schemas.microsoft.com/office/drawing/2014/main" id="{026D9FEE-63DC-4AEF-ADFA-339A4EC888C0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8" name="Line">
            <a:extLst>
              <a:ext uri="{FF2B5EF4-FFF2-40B4-BE49-F238E27FC236}">
                <a16:creationId xmlns:a16="http://schemas.microsoft.com/office/drawing/2014/main" id="{2EE29F52-CF4C-43AE-ABB6-2E967E5E07B7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29" name="Line">
            <a:extLst>
              <a:ext uri="{FF2B5EF4-FFF2-40B4-BE49-F238E27FC236}">
                <a16:creationId xmlns:a16="http://schemas.microsoft.com/office/drawing/2014/main" id="{38A46CA7-C2A2-4757-89DA-BFC60EC8C8E9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30" name="Line">
            <a:extLst>
              <a:ext uri="{FF2B5EF4-FFF2-40B4-BE49-F238E27FC236}">
                <a16:creationId xmlns:a16="http://schemas.microsoft.com/office/drawing/2014/main" id="{EA6C5853-EC08-4FCC-ACBB-288E4A57BF4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31" name="Line">
            <a:extLst>
              <a:ext uri="{FF2B5EF4-FFF2-40B4-BE49-F238E27FC236}">
                <a16:creationId xmlns:a16="http://schemas.microsoft.com/office/drawing/2014/main" id="{DD41B645-B726-42C8-8902-E568C9A4C91D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32" name="A">
            <a:extLst>
              <a:ext uri="{FF2B5EF4-FFF2-40B4-BE49-F238E27FC236}">
                <a16:creationId xmlns:a16="http://schemas.microsoft.com/office/drawing/2014/main" id="{594DA470-EF0B-48FC-8BED-8FB6A050BD7C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833" name="B">
            <a:extLst>
              <a:ext uri="{FF2B5EF4-FFF2-40B4-BE49-F238E27FC236}">
                <a16:creationId xmlns:a16="http://schemas.microsoft.com/office/drawing/2014/main" id="{A7FC7A69-A993-43F2-BF0F-76C9D7F58E79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834" name="C">
            <a:extLst>
              <a:ext uri="{FF2B5EF4-FFF2-40B4-BE49-F238E27FC236}">
                <a16:creationId xmlns:a16="http://schemas.microsoft.com/office/drawing/2014/main" id="{2128CC2D-B026-452A-A225-934EEFC71A00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835" name="D">
            <a:extLst>
              <a:ext uri="{FF2B5EF4-FFF2-40B4-BE49-F238E27FC236}">
                <a16:creationId xmlns:a16="http://schemas.microsoft.com/office/drawing/2014/main" id="{D56D6013-DEEA-40C0-9CCA-F23D3E6D8CD0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836" name="E">
            <a:extLst>
              <a:ext uri="{FF2B5EF4-FFF2-40B4-BE49-F238E27FC236}">
                <a16:creationId xmlns:a16="http://schemas.microsoft.com/office/drawing/2014/main" id="{E07AAC91-53E1-4BA4-959D-FED35582B365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837" name="F">
            <a:extLst>
              <a:ext uri="{FF2B5EF4-FFF2-40B4-BE49-F238E27FC236}">
                <a16:creationId xmlns:a16="http://schemas.microsoft.com/office/drawing/2014/main" id="{04EA9974-19F7-424C-BF92-8FBDF603B069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838" name="G">
            <a:extLst>
              <a:ext uri="{FF2B5EF4-FFF2-40B4-BE49-F238E27FC236}">
                <a16:creationId xmlns:a16="http://schemas.microsoft.com/office/drawing/2014/main" id="{D5F665C9-047A-498C-8AD5-6BC9731F259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839" name="Mon">
            <a:extLst>
              <a:ext uri="{FF2B5EF4-FFF2-40B4-BE49-F238E27FC236}">
                <a16:creationId xmlns:a16="http://schemas.microsoft.com/office/drawing/2014/main" id="{A7C4AA0D-54E8-46DD-A08D-779E501C2C1B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40" name="Tue">
            <a:extLst>
              <a:ext uri="{FF2B5EF4-FFF2-40B4-BE49-F238E27FC236}">
                <a16:creationId xmlns:a16="http://schemas.microsoft.com/office/drawing/2014/main" id="{0F27B5D9-3239-47B2-9036-6BFE720F1651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41" name="Mon">
            <a:extLst>
              <a:ext uri="{FF2B5EF4-FFF2-40B4-BE49-F238E27FC236}">
                <a16:creationId xmlns:a16="http://schemas.microsoft.com/office/drawing/2014/main" id="{0CBC7721-292B-45EA-862E-5B0F9028D436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42" name="Mon">
            <a:extLst>
              <a:ext uri="{FF2B5EF4-FFF2-40B4-BE49-F238E27FC236}">
                <a16:creationId xmlns:a16="http://schemas.microsoft.com/office/drawing/2014/main" id="{1086CE50-144C-44D2-9D7D-93798ACE09B4}"/>
              </a:ext>
            </a:extLst>
          </p:cNvPr>
          <p:cNvSpPr>
            <a:spLocks noGrp="1"/>
          </p:cNvSpPr>
          <p:nvPr/>
        </p:nvSpPr>
        <p:spPr>
          <a:xfrm>
            <a:off x="8090584" y="11184760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43" name="{Mon, Tue, Wed}">
            <a:extLst>
              <a:ext uri="{FF2B5EF4-FFF2-40B4-BE49-F238E27FC236}">
                <a16:creationId xmlns:a16="http://schemas.microsoft.com/office/drawing/2014/main" id="{1B6FB30C-E60E-425E-B22C-26BAB05CE764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44" name="{Mon, Tue, Wed}">
            <a:extLst>
              <a:ext uri="{FF2B5EF4-FFF2-40B4-BE49-F238E27FC236}">
                <a16:creationId xmlns:a16="http://schemas.microsoft.com/office/drawing/2014/main" id="{0FDD9A99-47DA-4F1B-BEB9-030526F7D3B2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45" name="{Mon, Tue, Wed}">
            <a:extLst>
              <a:ext uri="{FF2B5EF4-FFF2-40B4-BE49-F238E27FC236}">
                <a16:creationId xmlns:a16="http://schemas.microsoft.com/office/drawing/2014/main" id="{223F2B83-98DB-4C50-AC1B-680BDAB58A69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213089434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Line">
            <a:extLst>
              <a:ext uri="{FF2B5EF4-FFF2-40B4-BE49-F238E27FC236}">
                <a16:creationId xmlns:a16="http://schemas.microsoft.com/office/drawing/2014/main" id="{B499F6E0-8205-4B1C-AFD4-0B63DDB0B1C0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48" name="Line">
            <a:extLst>
              <a:ext uri="{FF2B5EF4-FFF2-40B4-BE49-F238E27FC236}">
                <a16:creationId xmlns:a16="http://schemas.microsoft.com/office/drawing/2014/main" id="{833A568A-A3D2-49FD-974D-319AEC2AA4EC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49" name="Line">
            <a:extLst>
              <a:ext uri="{FF2B5EF4-FFF2-40B4-BE49-F238E27FC236}">
                <a16:creationId xmlns:a16="http://schemas.microsoft.com/office/drawing/2014/main" id="{F7883750-B647-4789-81BC-A84033CDBE79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0" name="Line">
            <a:extLst>
              <a:ext uri="{FF2B5EF4-FFF2-40B4-BE49-F238E27FC236}">
                <a16:creationId xmlns:a16="http://schemas.microsoft.com/office/drawing/2014/main" id="{2E7174B9-4264-4FE7-B591-2EA29843E220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1" name="Line">
            <a:extLst>
              <a:ext uri="{FF2B5EF4-FFF2-40B4-BE49-F238E27FC236}">
                <a16:creationId xmlns:a16="http://schemas.microsoft.com/office/drawing/2014/main" id="{CB9EED17-83B4-46A6-B078-FC44FAF3A8D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2" name="Line">
            <a:extLst>
              <a:ext uri="{FF2B5EF4-FFF2-40B4-BE49-F238E27FC236}">
                <a16:creationId xmlns:a16="http://schemas.microsoft.com/office/drawing/2014/main" id="{650E1171-B7CF-4826-A0E0-83682005E2C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3" name="Line">
            <a:extLst>
              <a:ext uri="{FF2B5EF4-FFF2-40B4-BE49-F238E27FC236}">
                <a16:creationId xmlns:a16="http://schemas.microsoft.com/office/drawing/2014/main" id="{578D56F0-EC70-49E1-B828-F596E6FF451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4" name="Line">
            <a:extLst>
              <a:ext uri="{FF2B5EF4-FFF2-40B4-BE49-F238E27FC236}">
                <a16:creationId xmlns:a16="http://schemas.microsoft.com/office/drawing/2014/main" id="{E337C74B-C826-41DB-99DF-71C195E740C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5" name="Line">
            <a:extLst>
              <a:ext uri="{FF2B5EF4-FFF2-40B4-BE49-F238E27FC236}">
                <a16:creationId xmlns:a16="http://schemas.microsoft.com/office/drawing/2014/main" id="{D733F0DB-C9AB-4751-AE84-225DD0777071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6" name="Line">
            <a:extLst>
              <a:ext uri="{FF2B5EF4-FFF2-40B4-BE49-F238E27FC236}">
                <a16:creationId xmlns:a16="http://schemas.microsoft.com/office/drawing/2014/main" id="{FEB17FA0-E157-4622-9193-C226FFC84699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7" name="Line">
            <a:extLst>
              <a:ext uri="{FF2B5EF4-FFF2-40B4-BE49-F238E27FC236}">
                <a16:creationId xmlns:a16="http://schemas.microsoft.com/office/drawing/2014/main" id="{A1C1C508-F018-48F4-8014-684AD1F0B46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58" name="A">
            <a:extLst>
              <a:ext uri="{FF2B5EF4-FFF2-40B4-BE49-F238E27FC236}">
                <a16:creationId xmlns:a16="http://schemas.microsoft.com/office/drawing/2014/main" id="{3628901D-3FBD-40BB-B48F-387C8C1A0C21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859" name="B">
            <a:extLst>
              <a:ext uri="{FF2B5EF4-FFF2-40B4-BE49-F238E27FC236}">
                <a16:creationId xmlns:a16="http://schemas.microsoft.com/office/drawing/2014/main" id="{59440078-00A0-48EE-A648-F6493873503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860" name="C">
            <a:extLst>
              <a:ext uri="{FF2B5EF4-FFF2-40B4-BE49-F238E27FC236}">
                <a16:creationId xmlns:a16="http://schemas.microsoft.com/office/drawing/2014/main" id="{7825C017-1546-495F-A861-5A829E56E383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861" name="D">
            <a:extLst>
              <a:ext uri="{FF2B5EF4-FFF2-40B4-BE49-F238E27FC236}">
                <a16:creationId xmlns:a16="http://schemas.microsoft.com/office/drawing/2014/main" id="{1020B71B-517D-4ED8-90B2-CA6BC2C3AD7E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862" name="E">
            <a:extLst>
              <a:ext uri="{FF2B5EF4-FFF2-40B4-BE49-F238E27FC236}">
                <a16:creationId xmlns:a16="http://schemas.microsoft.com/office/drawing/2014/main" id="{1130D6E5-32D1-4FD6-8117-CF7DC0EE3AD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863" name="F">
            <a:extLst>
              <a:ext uri="{FF2B5EF4-FFF2-40B4-BE49-F238E27FC236}">
                <a16:creationId xmlns:a16="http://schemas.microsoft.com/office/drawing/2014/main" id="{CDF789AD-C4A6-4A94-974F-21B4AEC10B3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864" name="G">
            <a:extLst>
              <a:ext uri="{FF2B5EF4-FFF2-40B4-BE49-F238E27FC236}">
                <a16:creationId xmlns:a16="http://schemas.microsoft.com/office/drawing/2014/main" id="{89FC7029-4F96-498D-A9F6-A1D9E942F0FE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865" name="Mon">
            <a:extLst>
              <a:ext uri="{FF2B5EF4-FFF2-40B4-BE49-F238E27FC236}">
                <a16:creationId xmlns:a16="http://schemas.microsoft.com/office/drawing/2014/main" id="{11915157-0F70-4E51-9CD8-1DA796530187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66" name="Tue">
            <a:extLst>
              <a:ext uri="{FF2B5EF4-FFF2-40B4-BE49-F238E27FC236}">
                <a16:creationId xmlns:a16="http://schemas.microsoft.com/office/drawing/2014/main" id="{D02B953C-65F5-4ADC-844D-3C7AEFA12FC7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67" name="Mon">
            <a:extLst>
              <a:ext uri="{FF2B5EF4-FFF2-40B4-BE49-F238E27FC236}">
                <a16:creationId xmlns:a16="http://schemas.microsoft.com/office/drawing/2014/main" id="{8F29B278-B269-48EE-AB6A-0648B34B9D68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68" name="Tue">
            <a:extLst>
              <a:ext uri="{FF2B5EF4-FFF2-40B4-BE49-F238E27FC236}">
                <a16:creationId xmlns:a16="http://schemas.microsoft.com/office/drawing/2014/main" id="{BC4A2C9F-A87F-4593-B50E-00EF2EAD7773}"/>
              </a:ext>
            </a:extLst>
          </p:cNvPr>
          <p:cNvSpPr>
            <a:spLocks noGrp="1"/>
          </p:cNvSpPr>
          <p:nvPr/>
        </p:nvSpPr>
        <p:spPr>
          <a:xfrm>
            <a:off x="8386380" y="11184760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69" name="{Mon, Tue, Wed}">
            <a:extLst>
              <a:ext uri="{FF2B5EF4-FFF2-40B4-BE49-F238E27FC236}">
                <a16:creationId xmlns:a16="http://schemas.microsoft.com/office/drawing/2014/main" id="{EA39D900-5F0C-48AE-ABBB-47E62091E209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70" name="{Mon, Tue, Wed}">
            <a:extLst>
              <a:ext uri="{FF2B5EF4-FFF2-40B4-BE49-F238E27FC236}">
                <a16:creationId xmlns:a16="http://schemas.microsoft.com/office/drawing/2014/main" id="{1FF011C7-4A31-404D-B7E5-84675076B1DF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71" name="{Mon, Tue, Wed}">
            <a:extLst>
              <a:ext uri="{FF2B5EF4-FFF2-40B4-BE49-F238E27FC236}">
                <a16:creationId xmlns:a16="http://schemas.microsoft.com/office/drawing/2014/main" id="{8407B6E4-9D3F-48AB-893C-5CBB40ED0012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79128731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Line">
            <a:extLst>
              <a:ext uri="{FF2B5EF4-FFF2-40B4-BE49-F238E27FC236}">
                <a16:creationId xmlns:a16="http://schemas.microsoft.com/office/drawing/2014/main" id="{C67240D3-7BB8-4F9B-8F39-41663D90D62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4" name="Line">
            <a:extLst>
              <a:ext uri="{FF2B5EF4-FFF2-40B4-BE49-F238E27FC236}">
                <a16:creationId xmlns:a16="http://schemas.microsoft.com/office/drawing/2014/main" id="{F0A107BE-F5ED-4C86-BF41-DF5A839C249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5" name="Line">
            <a:extLst>
              <a:ext uri="{FF2B5EF4-FFF2-40B4-BE49-F238E27FC236}">
                <a16:creationId xmlns:a16="http://schemas.microsoft.com/office/drawing/2014/main" id="{800041A5-B4D0-4F4A-B3BE-0C17AD697695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6" name="Line">
            <a:extLst>
              <a:ext uri="{FF2B5EF4-FFF2-40B4-BE49-F238E27FC236}">
                <a16:creationId xmlns:a16="http://schemas.microsoft.com/office/drawing/2014/main" id="{74605721-A3F9-46A6-BA50-E575D63739C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7" name="Line">
            <a:extLst>
              <a:ext uri="{FF2B5EF4-FFF2-40B4-BE49-F238E27FC236}">
                <a16:creationId xmlns:a16="http://schemas.microsoft.com/office/drawing/2014/main" id="{8EAC5E15-1E8C-48F2-A824-E6A22A830752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8" name="Line">
            <a:extLst>
              <a:ext uri="{FF2B5EF4-FFF2-40B4-BE49-F238E27FC236}">
                <a16:creationId xmlns:a16="http://schemas.microsoft.com/office/drawing/2014/main" id="{5BDCE3C9-87DB-49EE-B979-61324186EBA4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79" name="Line">
            <a:extLst>
              <a:ext uri="{FF2B5EF4-FFF2-40B4-BE49-F238E27FC236}">
                <a16:creationId xmlns:a16="http://schemas.microsoft.com/office/drawing/2014/main" id="{3F0BF8A4-C7FB-434C-9E80-77FAA319DE52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80" name="Line">
            <a:extLst>
              <a:ext uri="{FF2B5EF4-FFF2-40B4-BE49-F238E27FC236}">
                <a16:creationId xmlns:a16="http://schemas.microsoft.com/office/drawing/2014/main" id="{277DB0BF-F8A9-4B6D-80A9-430A5A809C13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81" name="Line">
            <a:extLst>
              <a:ext uri="{FF2B5EF4-FFF2-40B4-BE49-F238E27FC236}">
                <a16:creationId xmlns:a16="http://schemas.microsoft.com/office/drawing/2014/main" id="{E79EA898-72AC-4717-A5D8-3EBE81B76DD1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82" name="Line">
            <a:extLst>
              <a:ext uri="{FF2B5EF4-FFF2-40B4-BE49-F238E27FC236}">
                <a16:creationId xmlns:a16="http://schemas.microsoft.com/office/drawing/2014/main" id="{E6A70F64-DFE5-46AC-B045-48D95CCF7D7A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83" name="Line">
            <a:extLst>
              <a:ext uri="{FF2B5EF4-FFF2-40B4-BE49-F238E27FC236}">
                <a16:creationId xmlns:a16="http://schemas.microsoft.com/office/drawing/2014/main" id="{871A7A19-F082-46CB-9A5E-CD05817CA7AF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884" name="A">
            <a:extLst>
              <a:ext uri="{FF2B5EF4-FFF2-40B4-BE49-F238E27FC236}">
                <a16:creationId xmlns:a16="http://schemas.microsoft.com/office/drawing/2014/main" id="{1C137049-08E2-4122-B1DE-AFAE4D636377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885" name="B">
            <a:extLst>
              <a:ext uri="{FF2B5EF4-FFF2-40B4-BE49-F238E27FC236}">
                <a16:creationId xmlns:a16="http://schemas.microsoft.com/office/drawing/2014/main" id="{0F32DB51-018C-4F36-A9E2-11F94C22768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886" name="C">
            <a:extLst>
              <a:ext uri="{FF2B5EF4-FFF2-40B4-BE49-F238E27FC236}">
                <a16:creationId xmlns:a16="http://schemas.microsoft.com/office/drawing/2014/main" id="{EB63AB2F-EC5F-446A-9C5F-BCFAF2746371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887" name="D">
            <a:extLst>
              <a:ext uri="{FF2B5EF4-FFF2-40B4-BE49-F238E27FC236}">
                <a16:creationId xmlns:a16="http://schemas.microsoft.com/office/drawing/2014/main" id="{7B7748BB-D1E4-42E8-A041-FC8E20F5E2E8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888" name="E">
            <a:extLst>
              <a:ext uri="{FF2B5EF4-FFF2-40B4-BE49-F238E27FC236}">
                <a16:creationId xmlns:a16="http://schemas.microsoft.com/office/drawing/2014/main" id="{F5C88675-2755-4477-83FE-24B345BD1776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889" name="F">
            <a:extLst>
              <a:ext uri="{FF2B5EF4-FFF2-40B4-BE49-F238E27FC236}">
                <a16:creationId xmlns:a16="http://schemas.microsoft.com/office/drawing/2014/main" id="{DEBEAF47-7DC6-44F4-B085-C4059A717DFF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890" name="G">
            <a:extLst>
              <a:ext uri="{FF2B5EF4-FFF2-40B4-BE49-F238E27FC236}">
                <a16:creationId xmlns:a16="http://schemas.microsoft.com/office/drawing/2014/main" id="{0EBE3651-23DC-418D-9F46-954880398C90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891" name="Mon">
            <a:extLst>
              <a:ext uri="{FF2B5EF4-FFF2-40B4-BE49-F238E27FC236}">
                <a16:creationId xmlns:a16="http://schemas.microsoft.com/office/drawing/2014/main" id="{91283BEA-1F3A-4FAB-B93F-803492EA9EF8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92" name="Tue">
            <a:extLst>
              <a:ext uri="{FF2B5EF4-FFF2-40B4-BE49-F238E27FC236}">
                <a16:creationId xmlns:a16="http://schemas.microsoft.com/office/drawing/2014/main" id="{EA3ACF75-B1EF-490E-830E-F3E05D455F3D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93" name="Mon">
            <a:extLst>
              <a:ext uri="{FF2B5EF4-FFF2-40B4-BE49-F238E27FC236}">
                <a16:creationId xmlns:a16="http://schemas.microsoft.com/office/drawing/2014/main" id="{F8062982-FDF4-4947-8D69-CA3CF1F21473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894" name="Tue">
            <a:extLst>
              <a:ext uri="{FF2B5EF4-FFF2-40B4-BE49-F238E27FC236}">
                <a16:creationId xmlns:a16="http://schemas.microsoft.com/office/drawing/2014/main" id="{44F098B7-C438-4288-B508-CB33F64B1C6D}"/>
              </a:ext>
            </a:extLst>
          </p:cNvPr>
          <p:cNvSpPr>
            <a:spLocks noGrp="1"/>
          </p:cNvSpPr>
          <p:nvPr/>
        </p:nvSpPr>
        <p:spPr>
          <a:xfrm>
            <a:off x="8386380" y="11184760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895" name="{Mon, Tue, Wed}">
            <a:extLst>
              <a:ext uri="{FF2B5EF4-FFF2-40B4-BE49-F238E27FC236}">
                <a16:creationId xmlns:a16="http://schemas.microsoft.com/office/drawing/2014/main" id="{67D331D0-5502-4CB0-A370-F69740FB8220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96" name="{Mon, Tue, Wed}">
            <a:extLst>
              <a:ext uri="{FF2B5EF4-FFF2-40B4-BE49-F238E27FC236}">
                <a16:creationId xmlns:a16="http://schemas.microsoft.com/office/drawing/2014/main" id="{0A1168DF-3B97-49A8-8F79-38673112B6E4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897" name="{Mon, Tue, Wed}">
            <a:extLst>
              <a:ext uri="{FF2B5EF4-FFF2-40B4-BE49-F238E27FC236}">
                <a16:creationId xmlns:a16="http://schemas.microsoft.com/office/drawing/2014/main" id="{F96451BF-2F2B-4C2A-A856-823288DC7E4E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25746334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Line">
            <a:extLst>
              <a:ext uri="{FF2B5EF4-FFF2-40B4-BE49-F238E27FC236}">
                <a16:creationId xmlns:a16="http://schemas.microsoft.com/office/drawing/2014/main" id="{9895018B-F1AF-4826-BB55-701F68FAADEB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0" name="Line">
            <a:extLst>
              <a:ext uri="{FF2B5EF4-FFF2-40B4-BE49-F238E27FC236}">
                <a16:creationId xmlns:a16="http://schemas.microsoft.com/office/drawing/2014/main" id="{D8317700-5E57-4B4A-A304-5DBAE568046E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1" name="Line">
            <a:extLst>
              <a:ext uri="{FF2B5EF4-FFF2-40B4-BE49-F238E27FC236}">
                <a16:creationId xmlns:a16="http://schemas.microsoft.com/office/drawing/2014/main" id="{93B282B8-0054-4EF2-A78D-8E1BD784F4FA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2" name="Line">
            <a:extLst>
              <a:ext uri="{FF2B5EF4-FFF2-40B4-BE49-F238E27FC236}">
                <a16:creationId xmlns:a16="http://schemas.microsoft.com/office/drawing/2014/main" id="{2D129723-C41D-48EB-BC99-2474DCD0371D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3" name="Line">
            <a:extLst>
              <a:ext uri="{FF2B5EF4-FFF2-40B4-BE49-F238E27FC236}">
                <a16:creationId xmlns:a16="http://schemas.microsoft.com/office/drawing/2014/main" id="{F939BD49-C7BC-4524-8853-48625296410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4" name="Line">
            <a:extLst>
              <a:ext uri="{FF2B5EF4-FFF2-40B4-BE49-F238E27FC236}">
                <a16:creationId xmlns:a16="http://schemas.microsoft.com/office/drawing/2014/main" id="{98DEAB19-DB11-4FFB-8C11-187160B1B02A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5" name="Line">
            <a:extLst>
              <a:ext uri="{FF2B5EF4-FFF2-40B4-BE49-F238E27FC236}">
                <a16:creationId xmlns:a16="http://schemas.microsoft.com/office/drawing/2014/main" id="{D8C788D3-083B-4426-912E-46E9A34DC78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6" name="Line">
            <a:extLst>
              <a:ext uri="{FF2B5EF4-FFF2-40B4-BE49-F238E27FC236}">
                <a16:creationId xmlns:a16="http://schemas.microsoft.com/office/drawing/2014/main" id="{562046C9-1133-437B-B00D-6B0E46D8464B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7" name="Line">
            <a:extLst>
              <a:ext uri="{FF2B5EF4-FFF2-40B4-BE49-F238E27FC236}">
                <a16:creationId xmlns:a16="http://schemas.microsoft.com/office/drawing/2014/main" id="{77321809-BA68-4163-934D-AB6F47286986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8" name="Line">
            <a:extLst>
              <a:ext uri="{FF2B5EF4-FFF2-40B4-BE49-F238E27FC236}">
                <a16:creationId xmlns:a16="http://schemas.microsoft.com/office/drawing/2014/main" id="{57BC33B7-7A09-420D-8071-34F8CD4102D2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09" name="Line">
            <a:extLst>
              <a:ext uri="{FF2B5EF4-FFF2-40B4-BE49-F238E27FC236}">
                <a16:creationId xmlns:a16="http://schemas.microsoft.com/office/drawing/2014/main" id="{89D046D5-C89D-4EEF-8F89-785FAD022BC3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10" name="A">
            <a:extLst>
              <a:ext uri="{FF2B5EF4-FFF2-40B4-BE49-F238E27FC236}">
                <a16:creationId xmlns:a16="http://schemas.microsoft.com/office/drawing/2014/main" id="{2321AA89-E016-4703-A0BD-469A6C85AD47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911" name="B">
            <a:extLst>
              <a:ext uri="{FF2B5EF4-FFF2-40B4-BE49-F238E27FC236}">
                <a16:creationId xmlns:a16="http://schemas.microsoft.com/office/drawing/2014/main" id="{E02EC9D3-424F-4B4B-BCDD-880F4763109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912" name="C">
            <a:extLst>
              <a:ext uri="{FF2B5EF4-FFF2-40B4-BE49-F238E27FC236}">
                <a16:creationId xmlns:a16="http://schemas.microsoft.com/office/drawing/2014/main" id="{E8379EF4-5D8A-49BC-8218-D6D9AD8C35C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913" name="D">
            <a:extLst>
              <a:ext uri="{FF2B5EF4-FFF2-40B4-BE49-F238E27FC236}">
                <a16:creationId xmlns:a16="http://schemas.microsoft.com/office/drawing/2014/main" id="{495ACC6E-E68C-420B-BF4E-2BDA0A562C5A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914" name="E">
            <a:extLst>
              <a:ext uri="{FF2B5EF4-FFF2-40B4-BE49-F238E27FC236}">
                <a16:creationId xmlns:a16="http://schemas.microsoft.com/office/drawing/2014/main" id="{55A0C49B-EA2B-4892-AEFD-3E096F76947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915" name="F">
            <a:extLst>
              <a:ext uri="{FF2B5EF4-FFF2-40B4-BE49-F238E27FC236}">
                <a16:creationId xmlns:a16="http://schemas.microsoft.com/office/drawing/2014/main" id="{4EB2F59C-0949-4DF8-9684-98A95B4A9995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916" name="G">
            <a:extLst>
              <a:ext uri="{FF2B5EF4-FFF2-40B4-BE49-F238E27FC236}">
                <a16:creationId xmlns:a16="http://schemas.microsoft.com/office/drawing/2014/main" id="{606FE5F2-2ADF-4566-8166-1DFEEEABD89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917" name="Mon">
            <a:extLst>
              <a:ext uri="{FF2B5EF4-FFF2-40B4-BE49-F238E27FC236}">
                <a16:creationId xmlns:a16="http://schemas.microsoft.com/office/drawing/2014/main" id="{EB79C44D-609F-4314-B0D9-F2AD185A0D20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18" name="Tue">
            <a:extLst>
              <a:ext uri="{FF2B5EF4-FFF2-40B4-BE49-F238E27FC236}">
                <a16:creationId xmlns:a16="http://schemas.microsoft.com/office/drawing/2014/main" id="{11C1DF0B-F17F-4F51-9B82-93BF72C09789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919" name="Mon">
            <a:extLst>
              <a:ext uri="{FF2B5EF4-FFF2-40B4-BE49-F238E27FC236}">
                <a16:creationId xmlns:a16="http://schemas.microsoft.com/office/drawing/2014/main" id="{8F533520-BEEC-4584-9E88-A42E0EEE202E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20" name="Wed">
            <a:extLst>
              <a:ext uri="{FF2B5EF4-FFF2-40B4-BE49-F238E27FC236}">
                <a16:creationId xmlns:a16="http://schemas.microsoft.com/office/drawing/2014/main" id="{1A23AFB9-31B0-4142-A6C0-3447BF86162D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2921" name="{Mon, Tue, Wed}">
            <a:extLst>
              <a:ext uri="{FF2B5EF4-FFF2-40B4-BE49-F238E27FC236}">
                <a16:creationId xmlns:a16="http://schemas.microsoft.com/office/drawing/2014/main" id="{DA0A3FB5-10C2-4E31-A113-D2CDBCCEDE8C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22" name="{Mon, Tue, Wed}">
            <a:extLst>
              <a:ext uri="{FF2B5EF4-FFF2-40B4-BE49-F238E27FC236}">
                <a16:creationId xmlns:a16="http://schemas.microsoft.com/office/drawing/2014/main" id="{C6E1DEE3-DE7E-4F85-BC80-6A2E6A1BC4AA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23" name="{Mon, Tue, Wed}">
            <a:extLst>
              <a:ext uri="{FF2B5EF4-FFF2-40B4-BE49-F238E27FC236}">
                <a16:creationId xmlns:a16="http://schemas.microsoft.com/office/drawing/2014/main" id="{EC4871B3-0ACB-4F54-8E2D-FD280FFBDAED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15134163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5" name="Line">
            <a:extLst>
              <a:ext uri="{FF2B5EF4-FFF2-40B4-BE49-F238E27FC236}">
                <a16:creationId xmlns:a16="http://schemas.microsoft.com/office/drawing/2014/main" id="{64B63C2D-3E8D-464D-9284-6FBAE6750B77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26" name="Line">
            <a:extLst>
              <a:ext uri="{FF2B5EF4-FFF2-40B4-BE49-F238E27FC236}">
                <a16:creationId xmlns:a16="http://schemas.microsoft.com/office/drawing/2014/main" id="{2BD4F789-925E-4969-8672-71971726910A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27" name="Line">
            <a:extLst>
              <a:ext uri="{FF2B5EF4-FFF2-40B4-BE49-F238E27FC236}">
                <a16:creationId xmlns:a16="http://schemas.microsoft.com/office/drawing/2014/main" id="{DF96D3F7-A5CA-46AC-BB8C-E82A7201F7FA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28" name="Line">
            <a:extLst>
              <a:ext uri="{FF2B5EF4-FFF2-40B4-BE49-F238E27FC236}">
                <a16:creationId xmlns:a16="http://schemas.microsoft.com/office/drawing/2014/main" id="{12F30B9F-997D-4820-98AD-2D444E4F7092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29" name="Line">
            <a:extLst>
              <a:ext uri="{FF2B5EF4-FFF2-40B4-BE49-F238E27FC236}">
                <a16:creationId xmlns:a16="http://schemas.microsoft.com/office/drawing/2014/main" id="{6D5897D3-3E58-4327-855D-340C38EF0293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0" name="Line">
            <a:extLst>
              <a:ext uri="{FF2B5EF4-FFF2-40B4-BE49-F238E27FC236}">
                <a16:creationId xmlns:a16="http://schemas.microsoft.com/office/drawing/2014/main" id="{57BDFBB9-8916-4E87-81AC-D152FA694B77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1" name="Line">
            <a:extLst>
              <a:ext uri="{FF2B5EF4-FFF2-40B4-BE49-F238E27FC236}">
                <a16:creationId xmlns:a16="http://schemas.microsoft.com/office/drawing/2014/main" id="{52A4D2AF-CECC-40FE-9E65-5A81014709CE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2" name="Line">
            <a:extLst>
              <a:ext uri="{FF2B5EF4-FFF2-40B4-BE49-F238E27FC236}">
                <a16:creationId xmlns:a16="http://schemas.microsoft.com/office/drawing/2014/main" id="{F30EADE0-24DD-45D2-9131-D073228ABD8F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3" name="Line">
            <a:extLst>
              <a:ext uri="{FF2B5EF4-FFF2-40B4-BE49-F238E27FC236}">
                <a16:creationId xmlns:a16="http://schemas.microsoft.com/office/drawing/2014/main" id="{598BD01C-00CC-464B-BE84-F7AB3094E2A4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4" name="Line">
            <a:extLst>
              <a:ext uri="{FF2B5EF4-FFF2-40B4-BE49-F238E27FC236}">
                <a16:creationId xmlns:a16="http://schemas.microsoft.com/office/drawing/2014/main" id="{BFBE00E2-E211-4B1C-89DA-22BB8930000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5" name="Line">
            <a:extLst>
              <a:ext uri="{FF2B5EF4-FFF2-40B4-BE49-F238E27FC236}">
                <a16:creationId xmlns:a16="http://schemas.microsoft.com/office/drawing/2014/main" id="{FD4076EC-6D35-4C8B-AE9D-325C1B518FFB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36" name="A">
            <a:extLst>
              <a:ext uri="{FF2B5EF4-FFF2-40B4-BE49-F238E27FC236}">
                <a16:creationId xmlns:a16="http://schemas.microsoft.com/office/drawing/2014/main" id="{4C8408E9-507B-43E5-BC1E-BFE689CEFDF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937" name="B">
            <a:extLst>
              <a:ext uri="{FF2B5EF4-FFF2-40B4-BE49-F238E27FC236}">
                <a16:creationId xmlns:a16="http://schemas.microsoft.com/office/drawing/2014/main" id="{EFEDEB30-7907-4D3B-AB3B-A4EE1F657717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938" name="C">
            <a:extLst>
              <a:ext uri="{FF2B5EF4-FFF2-40B4-BE49-F238E27FC236}">
                <a16:creationId xmlns:a16="http://schemas.microsoft.com/office/drawing/2014/main" id="{7480632D-8490-461B-AB8C-A0512B88DC0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939" name="D">
            <a:extLst>
              <a:ext uri="{FF2B5EF4-FFF2-40B4-BE49-F238E27FC236}">
                <a16:creationId xmlns:a16="http://schemas.microsoft.com/office/drawing/2014/main" id="{ADFBF5B1-53C2-4D68-A1B4-E29D1AB7A114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940" name="E">
            <a:extLst>
              <a:ext uri="{FF2B5EF4-FFF2-40B4-BE49-F238E27FC236}">
                <a16:creationId xmlns:a16="http://schemas.microsoft.com/office/drawing/2014/main" id="{68692BC0-6E95-475C-AA71-F1A4BC86297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941" name="F">
            <a:extLst>
              <a:ext uri="{FF2B5EF4-FFF2-40B4-BE49-F238E27FC236}">
                <a16:creationId xmlns:a16="http://schemas.microsoft.com/office/drawing/2014/main" id="{CD8171D1-28C3-4667-9141-D0DDF547BCEF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942" name="G">
            <a:extLst>
              <a:ext uri="{FF2B5EF4-FFF2-40B4-BE49-F238E27FC236}">
                <a16:creationId xmlns:a16="http://schemas.microsoft.com/office/drawing/2014/main" id="{27028328-F9B1-4D65-AAC1-71890007694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943" name="Mon">
            <a:extLst>
              <a:ext uri="{FF2B5EF4-FFF2-40B4-BE49-F238E27FC236}">
                <a16:creationId xmlns:a16="http://schemas.microsoft.com/office/drawing/2014/main" id="{CADD6BA8-68B5-41D1-8EE4-E23A9099177D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44" name="Tue">
            <a:extLst>
              <a:ext uri="{FF2B5EF4-FFF2-40B4-BE49-F238E27FC236}">
                <a16:creationId xmlns:a16="http://schemas.microsoft.com/office/drawing/2014/main" id="{F9BD6427-C40C-4122-9C8D-B26E98B880B4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945" name="Mon">
            <a:extLst>
              <a:ext uri="{FF2B5EF4-FFF2-40B4-BE49-F238E27FC236}">
                <a16:creationId xmlns:a16="http://schemas.microsoft.com/office/drawing/2014/main" id="{3C6432EA-D100-48BA-8654-08ADA63EFFFC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46" name="Wed">
            <a:extLst>
              <a:ext uri="{FF2B5EF4-FFF2-40B4-BE49-F238E27FC236}">
                <a16:creationId xmlns:a16="http://schemas.microsoft.com/office/drawing/2014/main" id="{58AFDCD4-BB1F-4D19-9DE5-69DF55EFE396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2947" name="{Mon, Tue, Wed}">
            <a:extLst>
              <a:ext uri="{FF2B5EF4-FFF2-40B4-BE49-F238E27FC236}">
                <a16:creationId xmlns:a16="http://schemas.microsoft.com/office/drawing/2014/main" id="{71DFBEEE-7D2A-4117-B513-246642606A46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48" name="{Mon, Tue, Wed}">
            <a:extLst>
              <a:ext uri="{FF2B5EF4-FFF2-40B4-BE49-F238E27FC236}">
                <a16:creationId xmlns:a16="http://schemas.microsoft.com/office/drawing/2014/main" id="{F78BBCBC-32C3-4D03-AA2D-33005F2C9DC7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49" name="Mon">
            <a:extLst>
              <a:ext uri="{FF2B5EF4-FFF2-40B4-BE49-F238E27FC236}">
                <a16:creationId xmlns:a16="http://schemas.microsoft.com/office/drawing/2014/main" id="{63E765CF-661A-46B1-B4FE-430DC16E9424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</p:spTree>
    <p:extLst>
      <p:ext uri="{BB962C8B-B14F-4D97-AF65-F5344CB8AC3E}">
        <p14:creationId xmlns:p14="http://schemas.microsoft.com/office/powerpoint/2010/main" val="102031050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Line">
            <a:extLst>
              <a:ext uri="{FF2B5EF4-FFF2-40B4-BE49-F238E27FC236}">
                <a16:creationId xmlns:a16="http://schemas.microsoft.com/office/drawing/2014/main" id="{6CC4F59E-AF80-4009-BEAA-C3D9A40EE946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2" name="Line">
            <a:extLst>
              <a:ext uri="{FF2B5EF4-FFF2-40B4-BE49-F238E27FC236}">
                <a16:creationId xmlns:a16="http://schemas.microsoft.com/office/drawing/2014/main" id="{09484889-B7BE-433D-8C95-14013151246E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3" name="Line">
            <a:extLst>
              <a:ext uri="{FF2B5EF4-FFF2-40B4-BE49-F238E27FC236}">
                <a16:creationId xmlns:a16="http://schemas.microsoft.com/office/drawing/2014/main" id="{6DC8498F-0971-468D-8BCE-16FF06D55718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4" name="Line">
            <a:extLst>
              <a:ext uri="{FF2B5EF4-FFF2-40B4-BE49-F238E27FC236}">
                <a16:creationId xmlns:a16="http://schemas.microsoft.com/office/drawing/2014/main" id="{CF079DA4-6043-4DE1-B6F1-D723E7B5A55A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5" name="Line">
            <a:extLst>
              <a:ext uri="{FF2B5EF4-FFF2-40B4-BE49-F238E27FC236}">
                <a16:creationId xmlns:a16="http://schemas.microsoft.com/office/drawing/2014/main" id="{765BB1AE-DA97-40BD-8816-AE8B30A1382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6" name="Line">
            <a:extLst>
              <a:ext uri="{FF2B5EF4-FFF2-40B4-BE49-F238E27FC236}">
                <a16:creationId xmlns:a16="http://schemas.microsoft.com/office/drawing/2014/main" id="{2B0387A7-C69E-4090-93F8-388E9D3197F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7" name="Line">
            <a:extLst>
              <a:ext uri="{FF2B5EF4-FFF2-40B4-BE49-F238E27FC236}">
                <a16:creationId xmlns:a16="http://schemas.microsoft.com/office/drawing/2014/main" id="{529DDDE2-8B83-46CC-A450-614E8BD95D94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8" name="Line">
            <a:extLst>
              <a:ext uri="{FF2B5EF4-FFF2-40B4-BE49-F238E27FC236}">
                <a16:creationId xmlns:a16="http://schemas.microsoft.com/office/drawing/2014/main" id="{EA8604FC-FA10-46B7-BC6F-13DB18201ABB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59" name="Line">
            <a:extLst>
              <a:ext uri="{FF2B5EF4-FFF2-40B4-BE49-F238E27FC236}">
                <a16:creationId xmlns:a16="http://schemas.microsoft.com/office/drawing/2014/main" id="{F26D7629-98CC-4836-BACD-07068D1F6113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60" name="Line">
            <a:extLst>
              <a:ext uri="{FF2B5EF4-FFF2-40B4-BE49-F238E27FC236}">
                <a16:creationId xmlns:a16="http://schemas.microsoft.com/office/drawing/2014/main" id="{989277A7-E012-4CBA-8A99-1DB720DDA024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61" name="Line">
            <a:extLst>
              <a:ext uri="{FF2B5EF4-FFF2-40B4-BE49-F238E27FC236}">
                <a16:creationId xmlns:a16="http://schemas.microsoft.com/office/drawing/2014/main" id="{2DA73589-4CD1-4217-B1ED-7B7F309434C7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62" name="A">
            <a:extLst>
              <a:ext uri="{FF2B5EF4-FFF2-40B4-BE49-F238E27FC236}">
                <a16:creationId xmlns:a16="http://schemas.microsoft.com/office/drawing/2014/main" id="{E756E83D-9064-4C09-A31D-BC8F05EFAF1A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963" name="B">
            <a:extLst>
              <a:ext uri="{FF2B5EF4-FFF2-40B4-BE49-F238E27FC236}">
                <a16:creationId xmlns:a16="http://schemas.microsoft.com/office/drawing/2014/main" id="{070E8169-EEF7-4B67-AD30-1CED852E7960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964" name="C">
            <a:extLst>
              <a:ext uri="{FF2B5EF4-FFF2-40B4-BE49-F238E27FC236}">
                <a16:creationId xmlns:a16="http://schemas.microsoft.com/office/drawing/2014/main" id="{737D4AF5-6643-4028-B7DC-FD8B83DDEB8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965" name="D">
            <a:extLst>
              <a:ext uri="{FF2B5EF4-FFF2-40B4-BE49-F238E27FC236}">
                <a16:creationId xmlns:a16="http://schemas.microsoft.com/office/drawing/2014/main" id="{73106F7B-C139-4E03-81D1-1651BE85E58C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966" name="E">
            <a:extLst>
              <a:ext uri="{FF2B5EF4-FFF2-40B4-BE49-F238E27FC236}">
                <a16:creationId xmlns:a16="http://schemas.microsoft.com/office/drawing/2014/main" id="{FDBDBD02-6B86-4A32-860F-386FD4982DF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967" name="F">
            <a:extLst>
              <a:ext uri="{FF2B5EF4-FFF2-40B4-BE49-F238E27FC236}">
                <a16:creationId xmlns:a16="http://schemas.microsoft.com/office/drawing/2014/main" id="{61A2285E-2B40-44F3-9704-403F280D0776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968" name="G">
            <a:extLst>
              <a:ext uri="{FF2B5EF4-FFF2-40B4-BE49-F238E27FC236}">
                <a16:creationId xmlns:a16="http://schemas.microsoft.com/office/drawing/2014/main" id="{0C95AE0E-1918-4153-AAE4-59DAB9FE6545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969" name="Mon">
            <a:extLst>
              <a:ext uri="{FF2B5EF4-FFF2-40B4-BE49-F238E27FC236}">
                <a16:creationId xmlns:a16="http://schemas.microsoft.com/office/drawing/2014/main" id="{0C74D8DE-F4D0-4333-8E68-0194BBD8E415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70" name="Tue">
            <a:extLst>
              <a:ext uri="{FF2B5EF4-FFF2-40B4-BE49-F238E27FC236}">
                <a16:creationId xmlns:a16="http://schemas.microsoft.com/office/drawing/2014/main" id="{80793DB5-BD6C-4885-A9ED-B23981B273C1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971" name="Mon">
            <a:extLst>
              <a:ext uri="{FF2B5EF4-FFF2-40B4-BE49-F238E27FC236}">
                <a16:creationId xmlns:a16="http://schemas.microsoft.com/office/drawing/2014/main" id="{4631E705-D195-4D2B-884B-D6BBB925E442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72" name="Wed">
            <a:extLst>
              <a:ext uri="{FF2B5EF4-FFF2-40B4-BE49-F238E27FC236}">
                <a16:creationId xmlns:a16="http://schemas.microsoft.com/office/drawing/2014/main" id="{DCE1FC48-4998-4A9E-8881-1905AB676669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2973" name="{Mon, Tue, Wed}">
            <a:extLst>
              <a:ext uri="{FF2B5EF4-FFF2-40B4-BE49-F238E27FC236}">
                <a16:creationId xmlns:a16="http://schemas.microsoft.com/office/drawing/2014/main" id="{A64E257C-F848-4DFF-A03B-D836A90502B3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74" name="{Mon, Tue, Wed}">
            <a:extLst>
              <a:ext uri="{FF2B5EF4-FFF2-40B4-BE49-F238E27FC236}">
                <a16:creationId xmlns:a16="http://schemas.microsoft.com/office/drawing/2014/main" id="{6A4A2B7B-BAA5-48BA-ADB3-E2A1BAD04587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2975" name="Mon">
            <a:extLst>
              <a:ext uri="{FF2B5EF4-FFF2-40B4-BE49-F238E27FC236}">
                <a16:creationId xmlns:a16="http://schemas.microsoft.com/office/drawing/2014/main" id="{00AF1257-2D3B-4473-B5A4-BB05E69D13F3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</p:spTree>
    <p:extLst>
      <p:ext uri="{BB962C8B-B14F-4D97-AF65-F5344CB8AC3E}">
        <p14:creationId xmlns:p14="http://schemas.microsoft.com/office/powerpoint/2010/main" val="20178122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Line">
            <a:extLst>
              <a:ext uri="{FF2B5EF4-FFF2-40B4-BE49-F238E27FC236}">
                <a16:creationId xmlns:a16="http://schemas.microsoft.com/office/drawing/2014/main" id="{EC4C1E8B-9C5A-499D-85C3-701918C5912D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78" name="Line">
            <a:extLst>
              <a:ext uri="{FF2B5EF4-FFF2-40B4-BE49-F238E27FC236}">
                <a16:creationId xmlns:a16="http://schemas.microsoft.com/office/drawing/2014/main" id="{8D543DFE-03ED-4395-A2B3-EC41B04F113E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79" name="Line">
            <a:extLst>
              <a:ext uri="{FF2B5EF4-FFF2-40B4-BE49-F238E27FC236}">
                <a16:creationId xmlns:a16="http://schemas.microsoft.com/office/drawing/2014/main" id="{F4CC05D6-AC0C-45F9-9075-1FAFDAFBB85A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0" name="Line">
            <a:extLst>
              <a:ext uri="{FF2B5EF4-FFF2-40B4-BE49-F238E27FC236}">
                <a16:creationId xmlns:a16="http://schemas.microsoft.com/office/drawing/2014/main" id="{6BB404F3-AAB5-4140-A74F-406AB3F20632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1" name="Line">
            <a:extLst>
              <a:ext uri="{FF2B5EF4-FFF2-40B4-BE49-F238E27FC236}">
                <a16:creationId xmlns:a16="http://schemas.microsoft.com/office/drawing/2014/main" id="{025C3370-8CB9-4F53-B7AE-F95CA306AECA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2" name="Line">
            <a:extLst>
              <a:ext uri="{FF2B5EF4-FFF2-40B4-BE49-F238E27FC236}">
                <a16:creationId xmlns:a16="http://schemas.microsoft.com/office/drawing/2014/main" id="{461839BF-823A-4699-B063-C29CDFB3178C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3" name="Line">
            <a:extLst>
              <a:ext uri="{FF2B5EF4-FFF2-40B4-BE49-F238E27FC236}">
                <a16:creationId xmlns:a16="http://schemas.microsoft.com/office/drawing/2014/main" id="{31B7E60E-EFF6-4A8A-836F-A35249CFE651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4" name="Line">
            <a:extLst>
              <a:ext uri="{FF2B5EF4-FFF2-40B4-BE49-F238E27FC236}">
                <a16:creationId xmlns:a16="http://schemas.microsoft.com/office/drawing/2014/main" id="{66192B62-0D84-456E-A9F3-9CF09BB1D3B1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5" name="Line">
            <a:extLst>
              <a:ext uri="{FF2B5EF4-FFF2-40B4-BE49-F238E27FC236}">
                <a16:creationId xmlns:a16="http://schemas.microsoft.com/office/drawing/2014/main" id="{2F2C4F06-443B-4B3A-8E69-46C6821B501A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6" name="Line">
            <a:extLst>
              <a:ext uri="{FF2B5EF4-FFF2-40B4-BE49-F238E27FC236}">
                <a16:creationId xmlns:a16="http://schemas.microsoft.com/office/drawing/2014/main" id="{148303C9-FB81-4A01-9932-DC3E31F88151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7" name="Line">
            <a:extLst>
              <a:ext uri="{FF2B5EF4-FFF2-40B4-BE49-F238E27FC236}">
                <a16:creationId xmlns:a16="http://schemas.microsoft.com/office/drawing/2014/main" id="{A8ABEC8A-82B0-4AE7-9157-E83ECD9F6722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988" name="A">
            <a:extLst>
              <a:ext uri="{FF2B5EF4-FFF2-40B4-BE49-F238E27FC236}">
                <a16:creationId xmlns:a16="http://schemas.microsoft.com/office/drawing/2014/main" id="{D715FF6E-489F-468D-8134-27572BE1FAB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2989" name="B">
            <a:extLst>
              <a:ext uri="{FF2B5EF4-FFF2-40B4-BE49-F238E27FC236}">
                <a16:creationId xmlns:a16="http://schemas.microsoft.com/office/drawing/2014/main" id="{F7F1FB93-3748-4407-87DF-7C661130B75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2990" name="C">
            <a:extLst>
              <a:ext uri="{FF2B5EF4-FFF2-40B4-BE49-F238E27FC236}">
                <a16:creationId xmlns:a16="http://schemas.microsoft.com/office/drawing/2014/main" id="{AF0E10E2-2E2E-4DE3-96E5-46FA7A17B215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2991" name="D">
            <a:extLst>
              <a:ext uri="{FF2B5EF4-FFF2-40B4-BE49-F238E27FC236}">
                <a16:creationId xmlns:a16="http://schemas.microsoft.com/office/drawing/2014/main" id="{09B18D2D-2361-49BD-A5D0-A565CD8337D7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2992" name="E">
            <a:extLst>
              <a:ext uri="{FF2B5EF4-FFF2-40B4-BE49-F238E27FC236}">
                <a16:creationId xmlns:a16="http://schemas.microsoft.com/office/drawing/2014/main" id="{1FA325EC-DCC0-4DB8-AF82-43A586DCB3E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2993" name="F">
            <a:extLst>
              <a:ext uri="{FF2B5EF4-FFF2-40B4-BE49-F238E27FC236}">
                <a16:creationId xmlns:a16="http://schemas.microsoft.com/office/drawing/2014/main" id="{5F2DA71B-9CB8-47B9-8B4A-13634310947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2994" name="G">
            <a:extLst>
              <a:ext uri="{FF2B5EF4-FFF2-40B4-BE49-F238E27FC236}">
                <a16:creationId xmlns:a16="http://schemas.microsoft.com/office/drawing/2014/main" id="{F170C7A4-1B9E-47A2-BA2D-17860BE28902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2995" name="Mon">
            <a:extLst>
              <a:ext uri="{FF2B5EF4-FFF2-40B4-BE49-F238E27FC236}">
                <a16:creationId xmlns:a16="http://schemas.microsoft.com/office/drawing/2014/main" id="{BA5395F7-4B5C-4BCC-966B-2B25C723F348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96" name="Tue">
            <a:extLst>
              <a:ext uri="{FF2B5EF4-FFF2-40B4-BE49-F238E27FC236}">
                <a16:creationId xmlns:a16="http://schemas.microsoft.com/office/drawing/2014/main" id="{C2298A71-9E07-4E00-9FF0-6ACDB081645A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2997" name="Mon">
            <a:extLst>
              <a:ext uri="{FF2B5EF4-FFF2-40B4-BE49-F238E27FC236}">
                <a16:creationId xmlns:a16="http://schemas.microsoft.com/office/drawing/2014/main" id="{9FC12BD7-5965-40C7-BD5B-E4839F71C9D8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2998" name="Wed">
            <a:extLst>
              <a:ext uri="{FF2B5EF4-FFF2-40B4-BE49-F238E27FC236}">
                <a16:creationId xmlns:a16="http://schemas.microsoft.com/office/drawing/2014/main" id="{5673AD4B-22D8-47FA-A2A3-B751ECA9C4D7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2999" name="{Mon, Tue, Wed}">
            <a:extLst>
              <a:ext uri="{FF2B5EF4-FFF2-40B4-BE49-F238E27FC236}">
                <a16:creationId xmlns:a16="http://schemas.microsoft.com/office/drawing/2014/main" id="{C8F5F7C7-A056-4DDE-9163-10B1F43FCC5E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00" name="{Mon, Tue, Wed}">
            <a:extLst>
              <a:ext uri="{FF2B5EF4-FFF2-40B4-BE49-F238E27FC236}">
                <a16:creationId xmlns:a16="http://schemas.microsoft.com/office/drawing/2014/main" id="{EFD3AB81-4336-46F6-899C-544BEC1BFAE4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01" name="Tue">
            <a:extLst>
              <a:ext uri="{FF2B5EF4-FFF2-40B4-BE49-F238E27FC236}">
                <a16:creationId xmlns:a16="http://schemas.microsoft.com/office/drawing/2014/main" id="{F64AADFD-5445-4A1F-A37F-05402DE97310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</p:spTree>
    <p:extLst>
      <p:ext uri="{BB962C8B-B14F-4D97-AF65-F5344CB8AC3E}">
        <p14:creationId xmlns:p14="http://schemas.microsoft.com/office/powerpoint/2010/main" val="68939781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Line">
            <a:extLst>
              <a:ext uri="{FF2B5EF4-FFF2-40B4-BE49-F238E27FC236}">
                <a16:creationId xmlns:a16="http://schemas.microsoft.com/office/drawing/2014/main" id="{A4F57734-D7C5-4EDF-9F83-43A3797D968A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4" name="Line">
            <a:extLst>
              <a:ext uri="{FF2B5EF4-FFF2-40B4-BE49-F238E27FC236}">
                <a16:creationId xmlns:a16="http://schemas.microsoft.com/office/drawing/2014/main" id="{F8A47372-5EBC-4290-BB89-7996B1398AEB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5" name="Line">
            <a:extLst>
              <a:ext uri="{FF2B5EF4-FFF2-40B4-BE49-F238E27FC236}">
                <a16:creationId xmlns:a16="http://schemas.microsoft.com/office/drawing/2014/main" id="{0EFACC5E-B00F-4EEB-9279-5E4B7877959C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6" name="Line">
            <a:extLst>
              <a:ext uri="{FF2B5EF4-FFF2-40B4-BE49-F238E27FC236}">
                <a16:creationId xmlns:a16="http://schemas.microsoft.com/office/drawing/2014/main" id="{6A4322F5-87F4-4FF0-8A88-B4E47C95E881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7" name="Line">
            <a:extLst>
              <a:ext uri="{FF2B5EF4-FFF2-40B4-BE49-F238E27FC236}">
                <a16:creationId xmlns:a16="http://schemas.microsoft.com/office/drawing/2014/main" id="{7F9172F7-1A29-49C7-A2EF-68945E98AEAD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8" name="Line">
            <a:extLst>
              <a:ext uri="{FF2B5EF4-FFF2-40B4-BE49-F238E27FC236}">
                <a16:creationId xmlns:a16="http://schemas.microsoft.com/office/drawing/2014/main" id="{86E368AB-E896-42A8-8831-29514C8A74D0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09" name="Line">
            <a:extLst>
              <a:ext uri="{FF2B5EF4-FFF2-40B4-BE49-F238E27FC236}">
                <a16:creationId xmlns:a16="http://schemas.microsoft.com/office/drawing/2014/main" id="{F0B6169F-C1EF-4D05-821A-C241CD70BA5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10" name="Line">
            <a:extLst>
              <a:ext uri="{FF2B5EF4-FFF2-40B4-BE49-F238E27FC236}">
                <a16:creationId xmlns:a16="http://schemas.microsoft.com/office/drawing/2014/main" id="{C8F94D74-2BE7-44A6-8C8D-47A44032D289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11" name="Line">
            <a:extLst>
              <a:ext uri="{FF2B5EF4-FFF2-40B4-BE49-F238E27FC236}">
                <a16:creationId xmlns:a16="http://schemas.microsoft.com/office/drawing/2014/main" id="{A7B2E374-A432-46E4-8254-4F53E46251E8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12" name="Line">
            <a:extLst>
              <a:ext uri="{FF2B5EF4-FFF2-40B4-BE49-F238E27FC236}">
                <a16:creationId xmlns:a16="http://schemas.microsoft.com/office/drawing/2014/main" id="{0751771A-85B0-441C-B0A2-7B801E6ED49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13" name="Line">
            <a:extLst>
              <a:ext uri="{FF2B5EF4-FFF2-40B4-BE49-F238E27FC236}">
                <a16:creationId xmlns:a16="http://schemas.microsoft.com/office/drawing/2014/main" id="{7A0459B1-99E1-45F0-A57C-AC2EB8A9214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14" name="A">
            <a:extLst>
              <a:ext uri="{FF2B5EF4-FFF2-40B4-BE49-F238E27FC236}">
                <a16:creationId xmlns:a16="http://schemas.microsoft.com/office/drawing/2014/main" id="{8182ADF6-7DD3-4ADC-B715-B70E447474EB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015" name="B">
            <a:extLst>
              <a:ext uri="{FF2B5EF4-FFF2-40B4-BE49-F238E27FC236}">
                <a16:creationId xmlns:a16="http://schemas.microsoft.com/office/drawing/2014/main" id="{5BC7633C-18FF-4F1C-BDB9-B0E8F2C4B2D6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016" name="C">
            <a:extLst>
              <a:ext uri="{FF2B5EF4-FFF2-40B4-BE49-F238E27FC236}">
                <a16:creationId xmlns:a16="http://schemas.microsoft.com/office/drawing/2014/main" id="{0C03A2D9-006D-42D9-B808-80408555E461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017" name="D">
            <a:extLst>
              <a:ext uri="{FF2B5EF4-FFF2-40B4-BE49-F238E27FC236}">
                <a16:creationId xmlns:a16="http://schemas.microsoft.com/office/drawing/2014/main" id="{E089B04A-9B57-4A15-A645-4A38F8AB38A8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018" name="E">
            <a:extLst>
              <a:ext uri="{FF2B5EF4-FFF2-40B4-BE49-F238E27FC236}">
                <a16:creationId xmlns:a16="http://schemas.microsoft.com/office/drawing/2014/main" id="{AC48045E-9147-4941-BE0F-88C697AA24C3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019" name="F">
            <a:extLst>
              <a:ext uri="{FF2B5EF4-FFF2-40B4-BE49-F238E27FC236}">
                <a16:creationId xmlns:a16="http://schemas.microsoft.com/office/drawing/2014/main" id="{909D4AD4-AF98-4E5F-93D2-1456EDF22793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020" name="G">
            <a:extLst>
              <a:ext uri="{FF2B5EF4-FFF2-40B4-BE49-F238E27FC236}">
                <a16:creationId xmlns:a16="http://schemas.microsoft.com/office/drawing/2014/main" id="{AC1EE32A-F6C1-4206-B487-8F29A072FDE1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021" name="Mon">
            <a:extLst>
              <a:ext uri="{FF2B5EF4-FFF2-40B4-BE49-F238E27FC236}">
                <a16:creationId xmlns:a16="http://schemas.microsoft.com/office/drawing/2014/main" id="{421357F4-F8D9-4A4F-BED7-88D32EF842CF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22" name="Tue">
            <a:extLst>
              <a:ext uri="{FF2B5EF4-FFF2-40B4-BE49-F238E27FC236}">
                <a16:creationId xmlns:a16="http://schemas.microsoft.com/office/drawing/2014/main" id="{83DC621A-8D5C-455F-9F4B-E08CEAB6D2AC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3023" name="Mon">
            <a:extLst>
              <a:ext uri="{FF2B5EF4-FFF2-40B4-BE49-F238E27FC236}">
                <a16:creationId xmlns:a16="http://schemas.microsoft.com/office/drawing/2014/main" id="{7C44FCB1-CE66-410A-BC71-C49D53B6AFE5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24" name="Wed">
            <a:extLst>
              <a:ext uri="{FF2B5EF4-FFF2-40B4-BE49-F238E27FC236}">
                <a16:creationId xmlns:a16="http://schemas.microsoft.com/office/drawing/2014/main" id="{6C77C4BA-E5A1-476F-BC14-8569F5D7E163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3025" name="{Mon, Tue, Wed}">
            <a:extLst>
              <a:ext uri="{FF2B5EF4-FFF2-40B4-BE49-F238E27FC236}">
                <a16:creationId xmlns:a16="http://schemas.microsoft.com/office/drawing/2014/main" id="{7C1CA151-5525-4F11-999C-782B67849EA4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26" name="{Mon, Tue, Wed}">
            <a:extLst>
              <a:ext uri="{FF2B5EF4-FFF2-40B4-BE49-F238E27FC236}">
                <a16:creationId xmlns:a16="http://schemas.microsoft.com/office/drawing/2014/main" id="{D7CF70E3-B081-432A-97DB-AD9479B4D5C1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27" name="Tue">
            <a:extLst>
              <a:ext uri="{FF2B5EF4-FFF2-40B4-BE49-F238E27FC236}">
                <a16:creationId xmlns:a16="http://schemas.microsoft.com/office/drawing/2014/main" id="{6DE22543-EFC3-4D1E-AF4E-F5E155D33BA2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</p:spTree>
    <p:extLst>
      <p:ext uri="{BB962C8B-B14F-4D97-AF65-F5344CB8AC3E}">
        <p14:creationId xmlns:p14="http://schemas.microsoft.com/office/powerpoint/2010/main" val="55689805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Line">
            <a:extLst>
              <a:ext uri="{FF2B5EF4-FFF2-40B4-BE49-F238E27FC236}">
                <a16:creationId xmlns:a16="http://schemas.microsoft.com/office/drawing/2014/main" id="{74BACF59-4BF0-4F69-9AD7-30E0D8D0F5A0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0" name="Line">
            <a:extLst>
              <a:ext uri="{FF2B5EF4-FFF2-40B4-BE49-F238E27FC236}">
                <a16:creationId xmlns:a16="http://schemas.microsoft.com/office/drawing/2014/main" id="{D57B3265-0FCA-4173-BB8B-6C3638574CF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1" name="Line">
            <a:extLst>
              <a:ext uri="{FF2B5EF4-FFF2-40B4-BE49-F238E27FC236}">
                <a16:creationId xmlns:a16="http://schemas.microsoft.com/office/drawing/2014/main" id="{675C9C65-087A-466F-A675-055BF6DE73CF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2" name="Line">
            <a:extLst>
              <a:ext uri="{FF2B5EF4-FFF2-40B4-BE49-F238E27FC236}">
                <a16:creationId xmlns:a16="http://schemas.microsoft.com/office/drawing/2014/main" id="{7CD893DA-8001-4F31-A6AC-09F04252B6C0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3" name="Line">
            <a:extLst>
              <a:ext uri="{FF2B5EF4-FFF2-40B4-BE49-F238E27FC236}">
                <a16:creationId xmlns:a16="http://schemas.microsoft.com/office/drawing/2014/main" id="{98516C0F-281F-4805-A680-86E1D8D8FF5B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4" name="Line">
            <a:extLst>
              <a:ext uri="{FF2B5EF4-FFF2-40B4-BE49-F238E27FC236}">
                <a16:creationId xmlns:a16="http://schemas.microsoft.com/office/drawing/2014/main" id="{9EA13658-4187-4EA5-8806-FB9940AE0B38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5" name="Line">
            <a:extLst>
              <a:ext uri="{FF2B5EF4-FFF2-40B4-BE49-F238E27FC236}">
                <a16:creationId xmlns:a16="http://schemas.microsoft.com/office/drawing/2014/main" id="{9370DE81-F2D3-4ABC-9021-6EA2701B365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6" name="Line">
            <a:extLst>
              <a:ext uri="{FF2B5EF4-FFF2-40B4-BE49-F238E27FC236}">
                <a16:creationId xmlns:a16="http://schemas.microsoft.com/office/drawing/2014/main" id="{976BED10-38BE-4E94-BA4E-F89B1D0EE89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7" name="Line">
            <a:extLst>
              <a:ext uri="{FF2B5EF4-FFF2-40B4-BE49-F238E27FC236}">
                <a16:creationId xmlns:a16="http://schemas.microsoft.com/office/drawing/2014/main" id="{315497B1-86CC-4BAB-A4D6-166500B07716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8" name="Line">
            <a:extLst>
              <a:ext uri="{FF2B5EF4-FFF2-40B4-BE49-F238E27FC236}">
                <a16:creationId xmlns:a16="http://schemas.microsoft.com/office/drawing/2014/main" id="{D07DB72D-F6F4-437B-A803-E0D15BCFD357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39" name="Line">
            <a:extLst>
              <a:ext uri="{FF2B5EF4-FFF2-40B4-BE49-F238E27FC236}">
                <a16:creationId xmlns:a16="http://schemas.microsoft.com/office/drawing/2014/main" id="{134B881F-45F4-4E0A-8684-5D75ADB36285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40" name="A">
            <a:extLst>
              <a:ext uri="{FF2B5EF4-FFF2-40B4-BE49-F238E27FC236}">
                <a16:creationId xmlns:a16="http://schemas.microsoft.com/office/drawing/2014/main" id="{62BC5C70-6A7B-46C7-A3BE-C3D04DC1F8DA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041" name="B">
            <a:extLst>
              <a:ext uri="{FF2B5EF4-FFF2-40B4-BE49-F238E27FC236}">
                <a16:creationId xmlns:a16="http://schemas.microsoft.com/office/drawing/2014/main" id="{E8676E38-97FB-41FF-ADE3-33E9E961FB9B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042" name="C">
            <a:extLst>
              <a:ext uri="{FF2B5EF4-FFF2-40B4-BE49-F238E27FC236}">
                <a16:creationId xmlns:a16="http://schemas.microsoft.com/office/drawing/2014/main" id="{735FD6DB-E050-46F6-A596-F45C221356B5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043" name="D">
            <a:extLst>
              <a:ext uri="{FF2B5EF4-FFF2-40B4-BE49-F238E27FC236}">
                <a16:creationId xmlns:a16="http://schemas.microsoft.com/office/drawing/2014/main" id="{365CB37E-D4A7-49E4-BBAF-91A74F5E4299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044" name="E">
            <a:extLst>
              <a:ext uri="{FF2B5EF4-FFF2-40B4-BE49-F238E27FC236}">
                <a16:creationId xmlns:a16="http://schemas.microsoft.com/office/drawing/2014/main" id="{654E0AC1-EB0B-4164-A92C-D8B0531E5655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045" name="F">
            <a:extLst>
              <a:ext uri="{FF2B5EF4-FFF2-40B4-BE49-F238E27FC236}">
                <a16:creationId xmlns:a16="http://schemas.microsoft.com/office/drawing/2014/main" id="{5A61E8EA-FA03-4341-BAF1-9918E92B9AF3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046" name="G">
            <a:extLst>
              <a:ext uri="{FF2B5EF4-FFF2-40B4-BE49-F238E27FC236}">
                <a16:creationId xmlns:a16="http://schemas.microsoft.com/office/drawing/2014/main" id="{AA57CB58-3C47-4F47-A602-C53F0EBF5B71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047" name="Mon">
            <a:extLst>
              <a:ext uri="{FF2B5EF4-FFF2-40B4-BE49-F238E27FC236}">
                <a16:creationId xmlns:a16="http://schemas.microsoft.com/office/drawing/2014/main" id="{1B0BFBF1-E6B1-45CB-A014-A475B667A9B6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48" name="Tue">
            <a:extLst>
              <a:ext uri="{FF2B5EF4-FFF2-40B4-BE49-F238E27FC236}">
                <a16:creationId xmlns:a16="http://schemas.microsoft.com/office/drawing/2014/main" id="{930D5282-B9C2-485F-B70A-5C580D38AACD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3049" name="Mon">
            <a:extLst>
              <a:ext uri="{FF2B5EF4-FFF2-40B4-BE49-F238E27FC236}">
                <a16:creationId xmlns:a16="http://schemas.microsoft.com/office/drawing/2014/main" id="{B33C49FA-18C5-4279-B6EC-7482D631BA55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50" name="Wed">
            <a:extLst>
              <a:ext uri="{FF2B5EF4-FFF2-40B4-BE49-F238E27FC236}">
                <a16:creationId xmlns:a16="http://schemas.microsoft.com/office/drawing/2014/main" id="{3E55BFD7-8397-481C-B9F6-6960BCAA18B4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3051" name="{Mon, Tue, Wed}">
            <a:extLst>
              <a:ext uri="{FF2B5EF4-FFF2-40B4-BE49-F238E27FC236}">
                <a16:creationId xmlns:a16="http://schemas.microsoft.com/office/drawing/2014/main" id="{79733A16-110B-47AC-A694-A39A5B29586B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52" name="{Mon, Tue, Wed}">
            <a:extLst>
              <a:ext uri="{FF2B5EF4-FFF2-40B4-BE49-F238E27FC236}">
                <a16:creationId xmlns:a16="http://schemas.microsoft.com/office/drawing/2014/main" id="{F0A411EC-FFC6-4BFA-AB10-E521B74BD795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53" name="Wed">
            <a:extLst>
              <a:ext uri="{FF2B5EF4-FFF2-40B4-BE49-F238E27FC236}">
                <a16:creationId xmlns:a16="http://schemas.microsoft.com/office/drawing/2014/main" id="{B94B7C34-FCC7-4BD3-B653-562294AC4717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88641483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Line">
            <a:extLst>
              <a:ext uri="{FF2B5EF4-FFF2-40B4-BE49-F238E27FC236}">
                <a16:creationId xmlns:a16="http://schemas.microsoft.com/office/drawing/2014/main" id="{63869992-73B7-4C3D-B3FD-2FF8E55BFF6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56" name="Line">
            <a:extLst>
              <a:ext uri="{FF2B5EF4-FFF2-40B4-BE49-F238E27FC236}">
                <a16:creationId xmlns:a16="http://schemas.microsoft.com/office/drawing/2014/main" id="{D681FE8F-7EBB-45F8-AF17-7B1D2B3A737C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57" name="Line">
            <a:extLst>
              <a:ext uri="{FF2B5EF4-FFF2-40B4-BE49-F238E27FC236}">
                <a16:creationId xmlns:a16="http://schemas.microsoft.com/office/drawing/2014/main" id="{71E1947A-715F-467D-B24C-E3F4501F090B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58" name="Line">
            <a:extLst>
              <a:ext uri="{FF2B5EF4-FFF2-40B4-BE49-F238E27FC236}">
                <a16:creationId xmlns:a16="http://schemas.microsoft.com/office/drawing/2014/main" id="{64AFB272-2519-44E0-9B35-559CD6D8EFCA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59" name="Line">
            <a:extLst>
              <a:ext uri="{FF2B5EF4-FFF2-40B4-BE49-F238E27FC236}">
                <a16:creationId xmlns:a16="http://schemas.microsoft.com/office/drawing/2014/main" id="{A3C1F8C9-1A80-400A-8F68-F308A8D6B00A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0" name="Line">
            <a:extLst>
              <a:ext uri="{FF2B5EF4-FFF2-40B4-BE49-F238E27FC236}">
                <a16:creationId xmlns:a16="http://schemas.microsoft.com/office/drawing/2014/main" id="{F1C9A39B-15EE-456A-84EC-77FDA04BBFA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1" name="Line">
            <a:extLst>
              <a:ext uri="{FF2B5EF4-FFF2-40B4-BE49-F238E27FC236}">
                <a16:creationId xmlns:a16="http://schemas.microsoft.com/office/drawing/2014/main" id="{A9CA645A-776F-467D-8417-C2B40FEE65B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2" name="Line">
            <a:extLst>
              <a:ext uri="{FF2B5EF4-FFF2-40B4-BE49-F238E27FC236}">
                <a16:creationId xmlns:a16="http://schemas.microsoft.com/office/drawing/2014/main" id="{B4060BB1-4DDC-43E4-ADCA-7C4BA78E6C67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3" name="Line">
            <a:extLst>
              <a:ext uri="{FF2B5EF4-FFF2-40B4-BE49-F238E27FC236}">
                <a16:creationId xmlns:a16="http://schemas.microsoft.com/office/drawing/2014/main" id="{5BCCBC9E-B1E4-464E-9999-FE137A57369E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4" name="Line">
            <a:extLst>
              <a:ext uri="{FF2B5EF4-FFF2-40B4-BE49-F238E27FC236}">
                <a16:creationId xmlns:a16="http://schemas.microsoft.com/office/drawing/2014/main" id="{08F8ECA1-88E7-44B2-88A5-A64FA174D9ED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5" name="Line">
            <a:extLst>
              <a:ext uri="{FF2B5EF4-FFF2-40B4-BE49-F238E27FC236}">
                <a16:creationId xmlns:a16="http://schemas.microsoft.com/office/drawing/2014/main" id="{9EF06007-8729-4139-B876-16D135C14973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66" name="A">
            <a:extLst>
              <a:ext uri="{FF2B5EF4-FFF2-40B4-BE49-F238E27FC236}">
                <a16:creationId xmlns:a16="http://schemas.microsoft.com/office/drawing/2014/main" id="{3DE81E02-4566-49FB-AAF7-F651F54BD795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067" name="B">
            <a:extLst>
              <a:ext uri="{FF2B5EF4-FFF2-40B4-BE49-F238E27FC236}">
                <a16:creationId xmlns:a16="http://schemas.microsoft.com/office/drawing/2014/main" id="{0502A3C0-2ACB-43B8-97FB-D1C3E5663F02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068" name="C">
            <a:extLst>
              <a:ext uri="{FF2B5EF4-FFF2-40B4-BE49-F238E27FC236}">
                <a16:creationId xmlns:a16="http://schemas.microsoft.com/office/drawing/2014/main" id="{6D928FD0-F5BB-4F98-9CAA-4BE012CAF85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069" name="D">
            <a:extLst>
              <a:ext uri="{FF2B5EF4-FFF2-40B4-BE49-F238E27FC236}">
                <a16:creationId xmlns:a16="http://schemas.microsoft.com/office/drawing/2014/main" id="{DCCE3CF7-7521-4633-BD85-A98E3AD05211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070" name="E">
            <a:extLst>
              <a:ext uri="{FF2B5EF4-FFF2-40B4-BE49-F238E27FC236}">
                <a16:creationId xmlns:a16="http://schemas.microsoft.com/office/drawing/2014/main" id="{0EB2FEFC-3841-4DB5-AAA9-06FDC1F17B5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071" name="F">
            <a:extLst>
              <a:ext uri="{FF2B5EF4-FFF2-40B4-BE49-F238E27FC236}">
                <a16:creationId xmlns:a16="http://schemas.microsoft.com/office/drawing/2014/main" id="{859EB750-9ED1-419A-8DBC-7B0EAC0BF5E7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072" name="G">
            <a:extLst>
              <a:ext uri="{FF2B5EF4-FFF2-40B4-BE49-F238E27FC236}">
                <a16:creationId xmlns:a16="http://schemas.microsoft.com/office/drawing/2014/main" id="{CFA76169-68C6-4564-9B64-697CB0FE0C7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073" name="Mon">
            <a:extLst>
              <a:ext uri="{FF2B5EF4-FFF2-40B4-BE49-F238E27FC236}">
                <a16:creationId xmlns:a16="http://schemas.microsoft.com/office/drawing/2014/main" id="{BB4FD594-1D0E-4CA5-82E0-ED3E2770958C}"/>
              </a:ext>
            </a:extLst>
          </p:cNvPr>
          <p:cNvSpPr>
            <a:spLocks noGrp="1"/>
          </p:cNvSpPr>
          <p:nvPr/>
        </p:nvSpPr>
        <p:spPr>
          <a:xfrm>
            <a:off x="11927011" y="795154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74" name="Tue">
            <a:extLst>
              <a:ext uri="{FF2B5EF4-FFF2-40B4-BE49-F238E27FC236}">
                <a16:creationId xmlns:a16="http://schemas.microsoft.com/office/drawing/2014/main" id="{2469CAED-1D5A-418C-8263-C3ECA9D168F5}"/>
              </a:ext>
            </a:extLst>
          </p:cNvPr>
          <p:cNvSpPr>
            <a:spLocks noGrp="1"/>
          </p:cNvSpPr>
          <p:nvPr/>
        </p:nvSpPr>
        <p:spPr>
          <a:xfrm>
            <a:off x="7164230" y="4392302"/>
            <a:ext cx="1215257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Ter</a:t>
            </a:r>
          </a:p>
        </p:txBody>
      </p:sp>
      <p:sp>
        <p:nvSpPr>
          <p:cNvPr id="3075" name="Mon">
            <a:extLst>
              <a:ext uri="{FF2B5EF4-FFF2-40B4-BE49-F238E27FC236}">
                <a16:creationId xmlns:a16="http://schemas.microsoft.com/office/drawing/2014/main" id="{F5BC6707-3219-4AA9-A072-2C54FE0FFB14}"/>
              </a:ext>
            </a:extLst>
          </p:cNvPr>
          <p:cNvSpPr>
            <a:spLocks noGrp="1"/>
          </p:cNvSpPr>
          <p:nvPr/>
        </p:nvSpPr>
        <p:spPr>
          <a:xfrm>
            <a:off x="5299101" y="7531046"/>
            <a:ext cx="1511053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Seg</a:t>
            </a:r>
          </a:p>
        </p:txBody>
      </p:sp>
      <p:sp>
        <p:nvSpPr>
          <p:cNvPr id="3076" name="Wed">
            <a:extLst>
              <a:ext uri="{FF2B5EF4-FFF2-40B4-BE49-F238E27FC236}">
                <a16:creationId xmlns:a16="http://schemas.microsoft.com/office/drawing/2014/main" id="{69717EB1-A681-42E0-B160-737F384F1172}"/>
              </a:ext>
            </a:extLst>
          </p:cNvPr>
          <p:cNvSpPr>
            <a:spLocks noGrp="1"/>
          </p:cNvSpPr>
          <p:nvPr/>
        </p:nvSpPr>
        <p:spPr>
          <a:xfrm>
            <a:off x="8203321" y="11184760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  <p:sp>
        <p:nvSpPr>
          <p:cNvPr id="3077" name="{Mon, Tue, Wed}">
            <a:extLst>
              <a:ext uri="{FF2B5EF4-FFF2-40B4-BE49-F238E27FC236}">
                <a16:creationId xmlns:a16="http://schemas.microsoft.com/office/drawing/2014/main" id="{A680911A-9F99-48D6-8271-BD48CB83112B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78" name="{Mon, Tue, Wed}">
            <a:extLst>
              <a:ext uri="{FF2B5EF4-FFF2-40B4-BE49-F238E27FC236}">
                <a16:creationId xmlns:a16="http://schemas.microsoft.com/office/drawing/2014/main" id="{DC4E7291-FEA6-4608-A7AD-25FCFA493A0D}"/>
              </a:ext>
            </a:extLst>
          </p:cNvPr>
          <p:cNvSpPr>
            <a:spLocks noGrp="1"/>
          </p:cNvSpPr>
          <p:nvPr/>
        </p:nvSpPr>
        <p:spPr>
          <a:xfrm>
            <a:off x="16309123" y="7772585"/>
            <a:ext cx="5389514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079" name="Wed">
            <a:extLst>
              <a:ext uri="{FF2B5EF4-FFF2-40B4-BE49-F238E27FC236}">
                <a16:creationId xmlns:a16="http://schemas.microsoft.com/office/drawing/2014/main" id="{12BBFA13-D603-4601-91FF-B8DA9009624F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139831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32716831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Line">
            <a:extLst>
              <a:ext uri="{FF2B5EF4-FFF2-40B4-BE49-F238E27FC236}">
                <a16:creationId xmlns:a16="http://schemas.microsoft.com/office/drawing/2014/main" id="{3A730A47-B997-42AC-8312-3B48012FC1AA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2" name="Line">
            <a:extLst>
              <a:ext uri="{FF2B5EF4-FFF2-40B4-BE49-F238E27FC236}">
                <a16:creationId xmlns:a16="http://schemas.microsoft.com/office/drawing/2014/main" id="{19B70148-8FEE-4510-9F97-0045DA788DD2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3" name="Line">
            <a:extLst>
              <a:ext uri="{FF2B5EF4-FFF2-40B4-BE49-F238E27FC236}">
                <a16:creationId xmlns:a16="http://schemas.microsoft.com/office/drawing/2014/main" id="{DB9221BE-1849-43F7-ACC9-BCD4D255A4A4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4" name="Line">
            <a:extLst>
              <a:ext uri="{FF2B5EF4-FFF2-40B4-BE49-F238E27FC236}">
                <a16:creationId xmlns:a16="http://schemas.microsoft.com/office/drawing/2014/main" id="{28A48F84-8228-4C66-8CA9-6A4048BC4D3E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5" name="Line">
            <a:extLst>
              <a:ext uri="{FF2B5EF4-FFF2-40B4-BE49-F238E27FC236}">
                <a16:creationId xmlns:a16="http://schemas.microsoft.com/office/drawing/2014/main" id="{BDA34D14-40CA-4905-964F-8FE8642486B4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6" name="Line">
            <a:extLst>
              <a:ext uri="{FF2B5EF4-FFF2-40B4-BE49-F238E27FC236}">
                <a16:creationId xmlns:a16="http://schemas.microsoft.com/office/drawing/2014/main" id="{36E8F2B0-1259-4479-B565-A949377E170F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7" name="Line">
            <a:extLst>
              <a:ext uri="{FF2B5EF4-FFF2-40B4-BE49-F238E27FC236}">
                <a16:creationId xmlns:a16="http://schemas.microsoft.com/office/drawing/2014/main" id="{5ADA6D58-FAAE-4AB8-9F05-D10E174ECC2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8" name="Line">
            <a:extLst>
              <a:ext uri="{FF2B5EF4-FFF2-40B4-BE49-F238E27FC236}">
                <a16:creationId xmlns:a16="http://schemas.microsoft.com/office/drawing/2014/main" id="{4C223684-411B-4FE8-B345-C6BF9BF3AAD7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89" name="Line">
            <a:extLst>
              <a:ext uri="{FF2B5EF4-FFF2-40B4-BE49-F238E27FC236}">
                <a16:creationId xmlns:a16="http://schemas.microsoft.com/office/drawing/2014/main" id="{47075C01-6DCB-4CE2-A7A0-1E553A4B4E9E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90" name="Line">
            <a:extLst>
              <a:ext uri="{FF2B5EF4-FFF2-40B4-BE49-F238E27FC236}">
                <a16:creationId xmlns:a16="http://schemas.microsoft.com/office/drawing/2014/main" id="{74CEC881-BBE4-449B-90B6-EDBE255D4FB5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91" name="Line">
            <a:extLst>
              <a:ext uri="{FF2B5EF4-FFF2-40B4-BE49-F238E27FC236}">
                <a16:creationId xmlns:a16="http://schemas.microsoft.com/office/drawing/2014/main" id="{08C14D6B-358D-44F7-B762-0697EE2DB4A0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092" name="A">
            <a:extLst>
              <a:ext uri="{FF2B5EF4-FFF2-40B4-BE49-F238E27FC236}">
                <a16:creationId xmlns:a16="http://schemas.microsoft.com/office/drawing/2014/main" id="{AD8DF2A9-FEA1-4795-A190-5EEA86C05FCE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093" name="B">
            <a:extLst>
              <a:ext uri="{FF2B5EF4-FFF2-40B4-BE49-F238E27FC236}">
                <a16:creationId xmlns:a16="http://schemas.microsoft.com/office/drawing/2014/main" id="{67CDD19C-59FE-4F9C-B445-65828F16189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094" name="C">
            <a:extLst>
              <a:ext uri="{FF2B5EF4-FFF2-40B4-BE49-F238E27FC236}">
                <a16:creationId xmlns:a16="http://schemas.microsoft.com/office/drawing/2014/main" id="{6EA06E06-EFD2-4F45-BB84-9FB49AB0D9B4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095" name="D">
            <a:extLst>
              <a:ext uri="{FF2B5EF4-FFF2-40B4-BE49-F238E27FC236}">
                <a16:creationId xmlns:a16="http://schemas.microsoft.com/office/drawing/2014/main" id="{461EBD5D-C0C3-42F7-A747-CA5FC0B4944C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096" name="E">
            <a:extLst>
              <a:ext uri="{FF2B5EF4-FFF2-40B4-BE49-F238E27FC236}">
                <a16:creationId xmlns:a16="http://schemas.microsoft.com/office/drawing/2014/main" id="{D656517F-E00F-483A-8C00-7C741F5DBB69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097" name="F">
            <a:extLst>
              <a:ext uri="{FF2B5EF4-FFF2-40B4-BE49-F238E27FC236}">
                <a16:creationId xmlns:a16="http://schemas.microsoft.com/office/drawing/2014/main" id="{AB5866E5-101B-4F40-ADCD-562792AC1D4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098" name="G">
            <a:extLst>
              <a:ext uri="{FF2B5EF4-FFF2-40B4-BE49-F238E27FC236}">
                <a16:creationId xmlns:a16="http://schemas.microsoft.com/office/drawing/2014/main" id="{5DFFD611-34AD-4743-ACFE-F67551F98F37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099" name="Mon">
            <a:extLst>
              <a:ext uri="{FF2B5EF4-FFF2-40B4-BE49-F238E27FC236}">
                <a16:creationId xmlns:a16="http://schemas.microsoft.com/office/drawing/2014/main" id="{380965F0-DF31-4F29-860C-F8D5D7987986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00" name="Tue">
            <a:extLst>
              <a:ext uri="{FF2B5EF4-FFF2-40B4-BE49-F238E27FC236}">
                <a16:creationId xmlns:a16="http://schemas.microsoft.com/office/drawing/2014/main" id="{A443A2CE-DC80-4FB4-9648-FD4719F1A9A8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101" name="Mon">
            <a:extLst>
              <a:ext uri="{FF2B5EF4-FFF2-40B4-BE49-F238E27FC236}">
                <a16:creationId xmlns:a16="http://schemas.microsoft.com/office/drawing/2014/main" id="{9648F4EB-A73F-4046-8B04-253C07AEFD89}"/>
              </a:ext>
            </a:extLst>
          </p:cNvPr>
          <p:cNvSpPr>
            <a:spLocks noGrp="1"/>
          </p:cNvSpPr>
          <p:nvPr/>
        </p:nvSpPr>
        <p:spPr>
          <a:xfrm>
            <a:off x="5447891" y="7526085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02" name="Wed">
            <a:extLst>
              <a:ext uri="{FF2B5EF4-FFF2-40B4-BE49-F238E27FC236}">
                <a16:creationId xmlns:a16="http://schemas.microsoft.com/office/drawing/2014/main" id="{6F6AE9C6-565B-4F78-96B5-C2E10EBD6D7A}"/>
              </a:ext>
            </a:extLst>
          </p:cNvPr>
          <p:cNvSpPr>
            <a:spLocks noGrp="1"/>
          </p:cNvSpPr>
          <p:nvPr/>
        </p:nvSpPr>
        <p:spPr>
          <a:xfrm>
            <a:off x="8188341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103" name="{Mon, Tue, Wed}">
            <a:extLst>
              <a:ext uri="{FF2B5EF4-FFF2-40B4-BE49-F238E27FC236}">
                <a16:creationId xmlns:a16="http://schemas.microsoft.com/office/drawing/2014/main" id="{1FDB267C-90C4-45B5-9970-E79BDA0E449F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04" name="{Mon, Tue, Wed}">
            <a:extLst>
              <a:ext uri="{FF2B5EF4-FFF2-40B4-BE49-F238E27FC236}">
                <a16:creationId xmlns:a16="http://schemas.microsoft.com/office/drawing/2014/main" id="{0956F058-E46C-436A-BBC7-AFDA0E813D0F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05" name="{Mon, Tue, Wed}">
            <a:extLst>
              <a:ext uri="{FF2B5EF4-FFF2-40B4-BE49-F238E27FC236}">
                <a16:creationId xmlns:a16="http://schemas.microsoft.com/office/drawing/2014/main" id="{903F5FF0-8A35-4A76-8975-34028B82027E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04200217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Line">
            <a:extLst>
              <a:ext uri="{FF2B5EF4-FFF2-40B4-BE49-F238E27FC236}">
                <a16:creationId xmlns:a16="http://schemas.microsoft.com/office/drawing/2014/main" id="{C45571B4-E4F9-4687-A551-160D04DFBEA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08" name="Line">
            <a:extLst>
              <a:ext uri="{FF2B5EF4-FFF2-40B4-BE49-F238E27FC236}">
                <a16:creationId xmlns:a16="http://schemas.microsoft.com/office/drawing/2014/main" id="{F52983E2-489C-4945-B629-3E4084F36529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09" name="Line">
            <a:extLst>
              <a:ext uri="{FF2B5EF4-FFF2-40B4-BE49-F238E27FC236}">
                <a16:creationId xmlns:a16="http://schemas.microsoft.com/office/drawing/2014/main" id="{A7F7CC37-237D-4186-9851-CB3275D50C2F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0" name="Line">
            <a:extLst>
              <a:ext uri="{FF2B5EF4-FFF2-40B4-BE49-F238E27FC236}">
                <a16:creationId xmlns:a16="http://schemas.microsoft.com/office/drawing/2014/main" id="{4C323017-6D06-4BD9-9F5E-860EF98067C8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1" name="Line">
            <a:extLst>
              <a:ext uri="{FF2B5EF4-FFF2-40B4-BE49-F238E27FC236}">
                <a16:creationId xmlns:a16="http://schemas.microsoft.com/office/drawing/2014/main" id="{E3299B9C-D7F5-4808-AFB9-6A6ACE6ED23C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2" name="Line">
            <a:extLst>
              <a:ext uri="{FF2B5EF4-FFF2-40B4-BE49-F238E27FC236}">
                <a16:creationId xmlns:a16="http://schemas.microsoft.com/office/drawing/2014/main" id="{4324CE9A-2431-4B56-B355-9DB12021E060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3" name="Line">
            <a:extLst>
              <a:ext uri="{FF2B5EF4-FFF2-40B4-BE49-F238E27FC236}">
                <a16:creationId xmlns:a16="http://schemas.microsoft.com/office/drawing/2014/main" id="{B0BD2B7F-5E58-49AA-A9C9-2DD2EFC5B36E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4" name="Line">
            <a:extLst>
              <a:ext uri="{FF2B5EF4-FFF2-40B4-BE49-F238E27FC236}">
                <a16:creationId xmlns:a16="http://schemas.microsoft.com/office/drawing/2014/main" id="{E78EFF17-4D40-4302-BDF0-1DC076AB0F9E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5" name="Line">
            <a:extLst>
              <a:ext uri="{FF2B5EF4-FFF2-40B4-BE49-F238E27FC236}">
                <a16:creationId xmlns:a16="http://schemas.microsoft.com/office/drawing/2014/main" id="{B6FC0586-3801-4E8C-AAC8-4269491440AC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6" name="Line">
            <a:extLst>
              <a:ext uri="{FF2B5EF4-FFF2-40B4-BE49-F238E27FC236}">
                <a16:creationId xmlns:a16="http://schemas.microsoft.com/office/drawing/2014/main" id="{3F5306BC-02EB-4DC2-BA11-3E66CDCFC806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7" name="Line">
            <a:extLst>
              <a:ext uri="{FF2B5EF4-FFF2-40B4-BE49-F238E27FC236}">
                <a16:creationId xmlns:a16="http://schemas.microsoft.com/office/drawing/2014/main" id="{5635B2B0-7A58-4481-8554-3EA6022031E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18" name="A">
            <a:extLst>
              <a:ext uri="{FF2B5EF4-FFF2-40B4-BE49-F238E27FC236}">
                <a16:creationId xmlns:a16="http://schemas.microsoft.com/office/drawing/2014/main" id="{D9A4F82D-05D4-40CA-9126-90331E871120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119" name="B">
            <a:extLst>
              <a:ext uri="{FF2B5EF4-FFF2-40B4-BE49-F238E27FC236}">
                <a16:creationId xmlns:a16="http://schemas.microsoft.com/office/drawing/2014/main" id="{0F822FB8-E9CC-4025-9E2A-D5539F14F0A3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120" name="C">
            <a:extLst>
              <a:ext uri="{FF2B5EF4-FFF2-40B4-BE49-F238E27FC236}">
                <a16:creationId xmlns:a16="http://schemas.microsoft.com/office/drawing/2014/main" id="{D995A5F3-8B76-4038-B039-B39BB10366D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121" name="D">
            <a:extLst>
              <a:ext uri="{FF2B5EF4-FFF2-40B4-BE49-F238E27FC236}">
                <a16:creationId xmlns:a16="http://schemas.microsoft.com/office/drawing/2014/main" id="{552B1692-6F81-4CF6-A26E-DD06BF6B1D76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122" name="E">
            <a:extLst>
              <a:ext uri="{FF2B5EF4-FFF2-40B4-BE49-F238E27FC236}">
                <a16:creationId xmlns:a16="http://schemas.microsoft.com/office/drawing/2014/main" id="{C054E9A5-DE11-42CF-95BC-7C2794B386CC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123" name="F">
            <a:extLst>
              <a:ext uri="{FF2B5EF4-FFF2-40B4-BE49-F238E27FC236}">
                <a16:creationId xmlns:a16="http://schemas.microsoft.com/office/drawing/2014/main" id="{A8DACFED-B0C6-4BB7-BD81-4CC833AEC68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124" name="G">
            <a:extLst>
              <a:ext uri="{FF2B5EF4-FFF2-40B4-BE49-F238E27FC236}">
                <a16:creationId xmlns:a16="http://schemas.microsoft.com/office/drawing/2014/main" id="{EC354889-3E86-4789-8374-C9C6AD4053B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125" name="Mon">
            <a:extLst>
              <a:ext uri="{FF2B5EF4-FFF2-40B4-BE49-F238E27FC236}">
                <a16:creationId xmlns:a16="http://schemas.microsoft.com/office/drawing/2014/main" id="{F57EE6A8-B8FF-4151-A7D5-DB86BD286B64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26" name="Tue">
            <a:extLst>
              <a:ext uri="{FF2B5EF4-FFF2-40B4-BE49-F238E27FC236}">
                <a16:creationId xmlns:a16="http://schemas.microsoft.com/office/drawing/2014/main" id="{E2399E6C-8B8E-4D46-9E78-F72978118B3E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127" name="Mon">
            <a:extLst>
              <a:ext uri="{FF2B5EF4-FFF2-40B4-BE49-F238E27FC236}">
                <a16:creationId xmlns:a16="http://schemas.microsoft.com/office/drawing/2014/main" id="{11CC4878-BA2E-44E3-9019-781B1232737B}"/>
              </a:ext>
            </a:extLst>
          </p:cNvPr>
          <p:cNvSpPr>
            <a:spLocks noGrp="1"/>
          </p:cNvSpPr>
          <p:nvPr/>
        </p:nvSpPr>
        <p:spPr>
          <a:xfrm>
            <a:off x="5447891" y="7526085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28" name="{Mon, Tue, Wed}">
            <a:extLst>
              <a:ext uri="{FF2B5EF4-FFF2-40B4-BE49-F238E27FC236}">
                <a16:creationId xmlns:a16="http://schemas.microsoft.com/office/drawing/2014/main" id="{ECAF0468-A6E1-4154-AD08-06890E38EC42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29" name="{Mon, Tue, Wed}">
            <a:extLst>
              <a:ext uri="{FF2B5EF4-FFF2-40B4-BE49-F238E27FC236}">
                <a16:creationId xmlns:a16="http://schemas.microsoft.com/office/drawing/2014/main" id="{DED1E205-0C02-415F-8DC2-753A519497B0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30" name="{Mon, Tue, Wed}">
            <a:extLst>
              <a:ext uri="{FF2B5EF4-FFF2-40B4-BE49-F238E27FC236}">
                <a16:creationId xmlns:a16="http://schemas.microsoft.com/office/drawing/2014/main" id="{676E61B0-88F4-4E2C-B167-D8249D60C80B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31" name="{Mon, Tue, Wed}">
            <a:extLst>
              <a:ext uri="{FF2B5EF4-FFF2-40B4-BE49-F238E27FC236}">
                <a16:creationId xmlns:a16="http://schemas.microsoft.com/office/drawing/2014/main" id="{2F8177BD-B51B-4051-8460-B6DCD25E789A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47834569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Line">
            <a:extLst>
              <a:ext uri="{FF2B5EF4-FFF2-40B4-BE49-F238E27FC236}">
                <a16:creationId xmlns:a16="http://schemas.microsoft.com/office/drawing/2014/main" id="{3CC48CD3-1EE4-4D63-9C40-0F73BC5639C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4" name="Line">
            <a:extLst>
              <a:ext uri="{FF2B5EF4-FFF2-40B4-BE49-F238E27FC236}">
                <a16:creationId xmlns:a16="http://schemas.microsoft.com/office/drawing/2014/main" id="{1CD54FCB-94D7-4600-9985-9932F22D964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5" name="Line">
            <a:extLst>
              <a:ext uri="{FF2B5EF4-FFF2-40B4-BE49-F238E27FC236}">
                <a16:creationId xmlns:a16="http://schemas.microsoft.com/office/drawing/2014/main" id="{03DC3D01-A671-47A3-A503-56BE03CC9CC2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6" name="Line">
            <a:extLst>
              <a:ext uri="{FF2B5EF4-FFF2-40B4-BE49-F238E27FC236}">
                <a16:creationId xmlns:a16="http://schemas.microsoft.com/office/drawing/2014/main" id="{6E4696B0-8110-4818-9676-96A06B0C7A32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7" name="Line">
            <a:extLst>
              <a:ext uri="{FF2B5EF4-FFF2-40B4-BE49-F238E27FC236}">
                <a16:creationId xmlns:a16="http://schemas.microsoft.com/office/drawing/2014/main" id="{51B495DA-CA3B-41A8-857A-3FFABFA981C4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8" name="Line">
            <a:extLst>
              <a:ext uri="{FF2B5EF4-FFF2-40B4-BE49-F238E27FC236}">
                <a16:creationId xmlns:a16="http://schemas.microsoft.com/office/drawing/2014/main" id="{35506022-C85E-471E-AC0E-87B4B83EA9AF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39" name="Line">
            <a:extLst>
              <a:ext uri="{FF2B5EF4-FFF2-40B4-BE49-F238E27FC236}">
                <a16:creationId xmlns:a16="http://schemas.microsoft.com/office/drawing/2014/main" id="{E7BC9E84-E3D3-4F65-9120-C5973C4FAB6B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40" name="Line">
            <a:extLst>
              <a:ext uri="{FF2B5EF4-FFF2-40B4-BE49-F238E27FC236}">
                <a16:creationId xmlns:a16="http://schemas.microsoft.com/office/drawing/2014/main" id="{78E2AF44-238A-4558-9C1A-E81D37D9E76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41" name="Line">
            <a:extLst>
              <a:ext uri="{FF2B5EF4-FFF2-40B4-BE49-F238E27FC236}">
                <a16:creationId xmlns:a16="http://schemas.microsoft.com/office/drawing/2014/main" id="{2537ED7A-88FC-4B6D-A370-6E774F4703BD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42" name="Line">
            <a:extLst>
              <a:ext uri="{FF2B5EF4-FFF2-40B4-BE49-F238E27FC236}">
                <a16:creationId xmlns:a16="http://schemas.microsoft.com/office/drawing/2014/main" id="{49E1FE4F-B992-4020-B3D9-BF17608BD586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43" name="Line">
            <a:extLst>
              <a:ext uri="{FF2B5EF4-FFF2-40B4-BE49-F238E27FC236}">
                <a16:creationId xmlns:a16="http://schemas.microsoft.com/office/drawing/2014/main" id="{22CBF495-EF2B-4650-BF10-7284E396925A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44" name="A">
            <a:extLst>
              <a:ext uri="{FF2B5EF4-FFF2-40B4-BE49-F238E27FC236}">
                <a16:creationId xmlns:a16="http://schemas.microsoft.com/office/drawing/2014/main" id="{DD45AF93-1C3A-4C84-8E98-F5291426FAE5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145" name="B">
            <a:extLst>
              <a:ext uri="{FF2B5EF4-FFF2-40B4-BE49-F238E27FC236}">
                <a16:creationId xmlns:a16="http://schemas.microsoft.com/office/drawing/2014/main" id="{11937B5E-8F42-419F-BE3D-5B18F720747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146" name="C">
            <a:extLst>
              <a:ext uri="{FF2B5EF4-FFF2-40B4-BE49-F238E27FC236}">
                <a16:creationId xmlns:a16="http://schemas.microsoft.com/office/drawing/2014/main" id="{278D5CFA-2EC9-4B8B-A9F5-0CB9AC500048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147" name="D">
            <a:extLst>
              <a:ext uri="{FF2B5EF4-FFF2-40B4-BE49-F238E27FC236}">
                <a16:creationId xmlns:a16="http://schemas.microsoft.com/office/drawing/2014/main" id="{7C8FCCD0-C2A3-4CA8-AB62-A8CA86D6CA5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148" name="E">
            <a:extLst>
              <a:ext uri="{FF2B5EF4-FFF2-40B4-BE49-F238E27FC236}">
                <a16:creationId xmlns:a16="http://schemas.microsoft.com/office/drawing/2014/main" id="{918EFD0C-5B2E-41C4-AFF7-6A5A5D8BACC8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149" name="F">
            <a:extLst>
              <a:ext uri="{FF2B5EF4-FFF2-40B4-BE49-F238E27FC236}">
                <a16:creationId xmlns:a16="http://schemas.microsoft.com/office/drawing/2014/main" id="{348D4E56-FE57-40DD-BD40-5072859E06A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150" name="G">
            <a:extLst>
              <a:ext uri="{FF2B5EF4-FFF2-40B4-BE49-F238E27FC236}">
                <a16:creationId xmlns:a16="http://schemas.microsoft.com/office/drawing/2014/main" id="{8E33C05A-83EE-4FAD-9121-295DCB379EA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151" name="Mon">
            <a:extLst>
              <a:ext uri="{FF2B5EF4-FFF2-40B4-BE49-F238E27FC236}">
                <a16:creationId xmlns:a16="http://schemas.microsoft.com/office/drawing/2014/main" id="{86D144BA-F978-4E9F-87F4-B8B291B393EA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52" name="Tue">
            <a:extLst>
              <a:ext uri="{FF2B5EF4-FFF2-40B4-BE49-F238E27FC236}">
                <a16:creationId xmlns:a16="http://schemas.microsoft.com/office/drawing/2014/main" id="{573C5AB4-24B6-40B0-9A1E-9AF6EB131675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153" name="{Mon, Tue, Wed}">
            <a:extLst>
              <a:ext uri="{FF2B5EF4-FFF2-40B4-BE49-F238E27FC236}">
                <a16:creationId xmlns:a16="http://schemas.microsoft.com/office/drawing/2014/main" id="{DE41780E-5FF3-4BC5-BCA7-5ECA81AAED1C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{Seg, Ter, Qua}</a:t>
            </a:r>
          </a:p>
        </p:txBody>
      </p:sp>
      <p:sp>
        <p:nvSpPr>
          <p:cNvPr id="3154" name="{Mon, Tue, Wed}">
            <a:extLst>
              <a:ext uri="{FF2B5EF4-FFF2-40B4-BE49-F238E27FC236}">
                <a16:creationId xmlns:a16="http://schemas.microsoft.com/office/drawing/2014/main" id="{9DAF8921-B9EE-4895-8C7D-C5A0361686D3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55" name="{Mon, Tue, Wed}">
            <a:extLst>
              <a:ext uri="{FF2B5EF4-FFF2-40B4-BE49-F238E27FC236}">
                <a16:creationId xmlns:a16="http://schemas.microsoft.com/office/drawing/2014/main" id="{5C697ECF-90FA-4B27-92D2-235BE0E97749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56" name="{Mon, Tue, Wed}">
            <a:extLst>
              <a:ext uri="{FF2B5EF4-FFF2-40B4-BE49-F238E27FC236}">
                <a16:creationId xmlns:a16="http://schemas.microsoft.com/office/drawing/2014/main" id="{A98235DC-EC6B-4B9A-9BD3-80FE9BBDE4A1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57" name="{Mon, Tue, Wed}">
            <a:extLst>
              <a:ext uri="{FF2B5EF4-FFF2-40B4-BE49-F238E27FC236}">
                <a16:creationId xmlns:a16="http://schemas.microsoft.com/office/drawing/2014/main" id="{CA1E0F43-478E-489F-BB4F-950F6FBE56DD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97650974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Line">
            <a:extLst>
              <a:ext uri="{FF2B5EF4-FFF2-40B4-BE49-F238E27FC236}">
                <a16:creationId xmlns:a16="http://schemas.microsoft.com/office/drawing/2014/main" id="{0F0A22CB-856B-4038-8374-3A9AEE850112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0" name="Line">
            <a:extLst>
              <a:ext uri="{FF2B5EF4-FFF2-40B4-BE49-F238E27FC236}">
                <a16:creationId xmlns:a16="http://schemas.microsoft.com/office/drawing/2014/main" id="{5CA472A6-6D2E-4DA3-982F-378DC64FA0E8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1" name="Line">
            <a:extLst>
              <a:ext uri="{FF2B5EF4-FFF2-40B4-BE49-F238E27FC236}">
                <a16:creationId xmlns:a16="http://schemas.microsoft.com/office/drawing/2014/main" id="{9444E921-C5F4-4ACE-8EB3-831F92616E44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2" name="Line">
            <a:extLst>
              <a:ext uri="{FF2B5EF4-FFF2-40B4-BE49-F238E27FC236}">
                <a16:creationId xmlns:a16="http://schemas.microsoft.com/office/drawing/2014/main" id="{D7E80E7C-8E01-46CC-BA24-F7D7B2B599EE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3" name="Line">
            <a:extLst>
              <a:ext uri="{FF2B5EF4-FFF2-40B4-BE49-F238E27FC236}">
                <a16:creationId xmlns:a16="http://schemas.microsoft.com/office/drawing/2014/main" id="{186AC3F2-85D7-435B-A5CA-72BDB9320C45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4" name="Line">
            <a:extLst>
              <a:ext uri="{FF2B5EF4-FFF2-40B4-BE49-F238E27FC236}">
                <a16:creationId xmlns:a16="http://schemas.microsoft.com/office/drawing/2014/main" id="{825E06DC-70C1-49AD-9B6F-7F167040A9E3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5" name="Line">
            <a:extLst>
              <a:ext uri="{FF2B5EF4-FFF2-40B4-BE49-F238E27FC236}">
                <a16:creationId xmlns:a16="http://schemas.microsoft.com/office/drawing/2014/main" id="{EDA81275-416C-4A44-96D5-279F79056CB1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6" name="Line">
            <a:extLst>
              <a:ext uri="{FF2B5EF4-FFF2-40B4-BE49-F238E27FC236}">
                <a16:creationId xmlns:a16="http://schemas.microsoft.com/office/drawing/2014/main" id="{D7EE0F35-26E2-4B75-8945-89EDF5D60A22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7" name="Line">
            <a:extLst>
              <a:ext uri="{FF2B5EF4-FFF2-40B4-BE49-F238E27FC236}">
                <a16:creationId xmlns:a16="http://schemas.microsoft.com/office/drawing/2014/main" id="{017BD437-ECB0-42DB-9E03-077514F5F9CB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8" name="Line">
            <a:extLst>
              <a:ext uri="{FF2B5EF4-FFF2-40B4-BE49-F238E27FC236}">
                <a16:creationId xmlns:a16="http://schemas.microsoft.com/office/drawing/2014/main" id="{54D1B55B-CD69-45E7-A61B-DD123506E04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69" name="Line">
            <a:extLst>
              <a:ext uri="{FF2B5EF4-FFF2-40B4-BE49-F238E27FC236}">
                <a16:creationId xmlns:a16="http://schemas.microsoft.com/office/drawing/2014/main" id="{2E36AC9C-773B-4569-9852-D14AC7609010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70" name="A">
            <a:extLst>
              <a:ext uri="{FF2B5EF4-FFF2-40B4-BE49-F238E27FC236}">
                <a16:creationId xmlns:a16="http://schemas.microsoft.com/office/drawing/2014/main" id="{4D83B8BB-AABA-4300-8B9C-B25FD376FE6C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171" name="B">
            <a:extLst>
              <a:ext uri="{FF2B5EF4-FFF2-40B4-BE49-F238E27FC236}">
                <a16:creationId xmlns:a16="http://schemas.microsoft.com/office/drawing/2014/main" id="{8199CA16-02A9-4A17-A8AA-BC8B0BCF6AE2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172" name="C">
            <a:extLst>
              <a:ext uri="{FF2B5EF4-FFF2-40B4-BE49-F238E27FC236}">
                <a16:creationId xmlns:a16="http://schemas.microsoft.com/office/drawing/2014/main" id="{A9D4A12A-DF74-4024-8688-7372AD178BB0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173" name="D">
            <a:extLst>
              <a:ext uri="{FF2B5EF4-FFF2-40B4-BE49-F238E27FC236}">
                <a16:creationId xmlns:a16="http://schemas.microsoft.com/office/drawing/2014/main" id="{2BD1D8DF-7899-4A60-ACCE-B6F54585B102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174" name="E">
            <a:extLst>
              <a:ext uri="{FF2B5EF4-FFF2-40B4-BE49-F238E27FC236}">
                <a16:creationId xmlns:a16="http://schemas.microsoft.com/office/drawing/2014/main" id="{DCDE055D-5C59-46AB-974F-95D6B92C966D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175" name="F">
            <a:extLst>
              <a:ext uri="{FF2B5EF4-FFF2-40B4-BE49-F238E27FC236}">
                <a16:creationId xmlns:a16="http://schemas.microsoft.com/office/drawing/2014/main" id="{A24CB3C4-2C1F-4475-8409-B77D911BE66A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176" name="G">
            <a:extLst>
              <a:ext uri="{FF2B5EF4-FFF2-40B4-BE49-F238E27FC236}">
                <a16:creationId xmlns:a16="http://schemas.microsoft.com/office/drawing/2014/main" id="{E2039FBA-25CC-4818-A6FE-5D8C77194661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177" name="Mon">
            <a:extLst>
              <a:ext uri="{FF2B5EF4-FFF2-40B4-BE49-F238E27FC236}">
                <a16:creationId xmlns:a16="http://schemas.microsoft.com/office/drawing/2014/main" id="{CD427915-50A4-4C92-AD3B-34800C5ECB88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178" name="Tue">
            <a:extLst>
              <a:ext uri="{FF2B5EF4-FFF2-40B4-BE49-F238E27FC236}">
                <a16:creationId xmlns:a16="http://schemas.microsoft.com/office/drawing/2014/main" id="{EC8E1DD2-69DA-4A82-AC78-68EBA3F8B791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179" name="Tue">
            <a:extLst>
              <a:ext uri="{FF2B5EF4-FFF2-40B4-BE49-F238E27FC236}">
                <a16:creationId xmlns:a16="http://schemas.microsoft.com/office/drawing/2014/main" id="{30D5E2AA-F9DF-4D2F-9903-A4302EDA8D73}"/>
              </a:ext>
            </a:extLst>
          </p:cNvPr>
          <p:cNvSpPr>
            <a:spLocks noGrp="1"/>
          </p:cNvSpPr>
          <p:nvPr/>
        </p:nvSpPr>
        <p:spPr>
          <a:xfrm>
            <a:off x="5651958" y="7526085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180" name="{Mon, Tue, Wed}">
            <a:extLst>
              <a:ext uri="{FF2B5EF4-FFF2-40B4-BE49-F238E27FC236}">
                <a16:creationId xmlns:a16="http://schemas.microsoft.com/office/drawing/2014/main" id="{2837F185-B86E-4C1A-9018-FDCD4BE21643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81" name="{Mon, Tue, Wed}">
            <a:extLst>
              <a:ext uri="{FF2B5EF4-FFF2-40B4-BE49-F238E27FC236}">
                <a16:creationId xmlns:a16="http://schemas.microsoft.com/office/drawing/2014/main" id="{62638291-3C4D-4723-95E3-A7D64908B231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82" name="{Mon, Tue, Wed}">
            <a:extLst>
              <a:ext uri="{FF2B5EF4-FFF2-40B4-BE49-F238E27FC236}">
                <a16:creationId xmlns:a16="http://schemas.microsoft.com/office/drawing/2014/main" id="{6B28770C-73DA-4EB5-9113-8A0016F763D8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183" name="{Mon, Tue, Wed}">
            <a:extLst>
              <a:ext uri="{FF2B5EF4-FFF2-40B4-BE49-F238E27FC236}">
                <a16:creationId xmlns:a16="http://schemas.microsoft.com/office/drawing/2014/main" id="{48B1751A-FF3B-4CCF-94E3-57E1B070F351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60772837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Line">
            <a:extLst>
              <a:ext uri="{FF2B5EF4-FFF2-40B4-BE49-F238E27FC236}">
                <a16:creationId xmlns:a16="http://schemas.microsoft.com/office/drawing/2014/main" id="{541CC1E8-C649-41E8-A7A6-5B6AA2300766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86" name="Line">
            <a:extLst>
              <a:ext uri="{FF2B5EF4-FFF2-40B4-BE49-F238E27FC236}">
                <a16:creationId xmlns:a16="http://schemas.microsoft.com/office/drawing/2014/main" id="{25A8C288-A76D-447F-B445-255917571B38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87" name="Line">
            <a:extLst>
              <a:ext uri="{FF2B5EF4-FFF2-40B4-BE49-F238E27FC236}">
                <a16:creationId xmlns:a16="http://schemas.microsoft.com/office/drawing/2014/main" id="{BD384233-7DC9-427C-8D11-92F8EA387C5F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88" name="Line">
            <a:extLst>
              <a:ext uri="{FF2B5EF4-FFF2-40B4-BE49-F238E27FC236}">
                <a16:creationId xmlns:a16="http://schemas.microsoft.com/office/drawing/2014/main" id="{1D71796C-69E0-4FDE-8887-729FF08883A4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89" name="Line">
            <a:extLst>
              <a:ext uri="{FF2B5EF4-FFF2-40B4-BE49-F238E27FC236}">
                <a16:creationId xmlns:a16="http://schemas.microsoft.com/office/drawing/2014/main" id="{DE51189D-7C8B-48E1-9B9C-A59C3E7CE7F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0" name="Line">
            <a:extLst>
              <a:ext uri="{FF2B5EF4-FFF2-40B4-BE49-F238E27FC236}">
                <a16:creationId xmlns:a16="http://schemas.microsoft.com/office/drawing/2014/main" id="{A25CC11F-BB5F-4D9D-A925-A1BC7284EDCB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1" name="Line">
            <a:extLst>
              <a:ext uri="{FF2B5EF4-FFF2-40B4-BE49-F238E27FC236}">
                <a16:creationId xmlns:a16="http://schemas.microsoft.com/office/drawing/2014/main" id="{366DBAC9-EFDC-404D-82A1-FCFE82D12048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2" name="Line">
            <a:extLst>
              <a:ext uri="{FF2B5EF4-FFF2-40B4-BE49-F238E27FC236}">
                <a16:creationId xmlns:a16="http://schemas.microsoft.com/office/drawing/2014/main" id="{F45F2020-D3E2-44B6-8BD2-5094A350CB8E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3" name="Line">
            <a:extLst>
              <a:ext uri="{FF2B5EF4-FFF2-40B4-BE49-F238E27FC236}">
                <a16:creationId xmlns:a16="http://schemas.microsoft.com/office/drawing/2014/main" id="{F5F9DA6D-0D0A-4342-BC1C-E645A67ACA68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4" name="Line">
            <a:extLst>
              <a:ext uri="{FF2B5EF4-FFF2-40B4-BE49-F238E27FC236}">
                <a16:creationId xmlns:a16="http://schemas.microsoft.com/office/drawing/2014/main" id="{1958D54A-9DB9-423E-8CB8-17268AF18B45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5" name="Line">
            <a:extLst>
              <a:ext uri="{FF2B5EF4-FFF2-40B4-BE49-F238E27FC236}">
                <a16:creationId xmlns:a16="http://schemas.microsoft.com/office/drawing/2014/main" id="{7FF77AA7-1D82-43C4-A04B-50621EA5524A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196" name="A">
            <a:extLst>
              <a:ext uri="{FF2B5EF4-FFF2-40B4-BE49-F238E27FC236}">
                <a16:creationId xmlns:a16="http://schemas.microsoft.com/office/drawing/2014/main" id="{FCD152F5-DCD6-44E7-8368-494BE736E949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197" name="B">
            <a:extLst>
              <a:ext uri="{FF2B5EF4-FFF2-40B4-BE49-F238E27FC236}">
                <a16:creationId xmlns:a16="http://schemas.microsoft.com/office/drawing/2014/main" id="{768902AE-A0A9-4D73-9840-DAB1E9DCE9FD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198" name="C">
            <a:extLst>
              <a:ext uri="{FF2B5EF4-FFF2-40B4-BE49-F238E27FC236}">
                <a16:creationId xmlns:a16="http://schemas.microsoft.com/office/drawing/2014/main" id="{65DB0842-AC6B-4B31-986A-5AC441FF672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199" name="D">
            <a:extLst>
              <a:ext uri="{FF2B5EF4-FFF2-40B4-BE49-F238E27FC236}">
                <a16:creationId xmlns:a16="http://schemas.microsoft.com/office/drawing/2014/main" id="{2BFDD102-E88A-464C-991A-DC83B256C3E3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200" name="E">
            <a:extLst>
              <a:ext uri="{FF2B5EF4-FFF2-40B4-BE49-F238E27FC236}">
                <a16:creationId xmlns:a16="http://schemas.microsoft.com/office/drawing/2014/main" id="{3B0CD8E1-B923-4760-A98B-093175299E2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201" name="F">
            <a:extLst>
              <a:ext uri="{FF2B5EF4-FFF2-40B4-BE49-F238E27FC236}">
                <a16:creationId xmlns:a16="http://schemas.microsoft.com/office/drawing/2014/main" id="{B5B045FA-98F9-41F9-B12C-93379A062B9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202" name="G">
            <a:extLst>
              <a:ext uri="{FF2B5EF4-FFF2-40B4-BE49-F238E27FC236}">
                <a16:creationId xmlns:a16="http://schemas.microsoft.com/office/drawing/2014/main" id="{E20E4F68-52FF-46E0-A14F-455B0E8EBA01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203" name="Mon">
            <a:extLst>
              <a:ext uri="{FF2B5EF4-FFF2-40B4-BE49-F238E27FC236}">
                <a16:creationId xmlns:a16="http://schemas.microsoft.com/office/drawing/2014/main" id="{5C2EB749-22A6-4D1D-A34D-11FC513B6AA7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04" name="Tue">
            <a:extLst>
              <a:ext uri="{FF2B5EF4-FFF2-40B4-BE49-F238E27FC236}">
                <a16:creationId xmlns:a16="http://schemas.microsoft.com/office/drawing/2014/main" id="{8A74DA26-BB92-4123-9406-782E355FDED8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205" name="Tue">
            <a:extLst>
              <a:ext uri="{FF2B5EF4-FFF2-40B4-BE49-F238E27FC236}">
                <a16:creationId xmlns:a16="http://schemas.microsoft.com/office/drawing/2014/main" id="{163BB454-BDF5-4DB5-AFF5-E1F5B4EA8DC9}"/>
              </a:ext>
            </a:extLst>
          </p:cNvPr>
          <p:cNvSpPr>
            <a:spLocks noGrp="1"/>
          </p:cNvSpPr>
          <p:nvPr/>
        </p:nvSpPr>
        <p:spPr>
          <a:xfrm>
            <a:off x="5651958" y="7526085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206" name="{Mon, Tue, Wed}">
            <a:extLst>
              <a:ext uri="{FF2B5EF4-FFF2-40B4-BE49-F238E27FC236}">
                <a16:creationId xmlns:a16="http://schemas.microsoft.com/office/drawing/2014/main" id="{8D354D99-6E14-4E44-BDBC-CC36AEA391F8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07" name="{Mon, Tue, Wed}">
            <a:extLst>
              <a:ext uri="{FF2B5EF4-FFF2-40B4-BE49-F238E27FC236}">
                <a16:creationId xmlns:a16="http://schemas.microsoft.com/office/drawing/2014/main" id="{6039489E-2BBC-4D88-8E59-76D28283DF13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08" name="{Mon, Tue, Wed}">
            <a:extLst>
              <a:ext uri="{FF2B5EF4-FFF2-40B4-BE49-F238E27FC236}">
                <a16:creationId xmlns:a16="http://schemas.microsoft.com/office/drawing/2014/main" id="{E5D4D7D5-E521-4CF6-AC57-4E812D643330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09" name="{Mon, Tue, Wed}">
            <a:extLst>
              <a:ext uri="{FF2B5EF4-FFF2-40B4-BE49-F238E27FC236}">
                <a16:creationId xmlns:a16="http://schemas.microsoft.com/office/drawing/2014/main" id="{63035031-655D-472B-9D94-49EEC3BDC5C0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00627577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Line">
            <a:extLst>
              <a:ext uri="{FF2B5EF4-FFF2-40B4-BE49-F238E27FC236}">
                <a16:creationId xmlns:a16="http://schemas.microsoft.com/office/drawing/2014/main" id="{899CC71F-6871-434B-A570-0F0B022D7CEB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2" name="Line">
            <a:extLst>
              <a:ext uri="{FF2B5EF4-FFF2-40B4-BE49-F238E27FC236}">
                <a16:creationId xmlns:a16="http://schemas.microsoft.com/office/drawing/2014/main" id="{C759F4D8-6818-4E1F-9092-1D7B94E3F50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3" name="Line">
            <a:extLst>
              <a:ext uri="{FF2B5EF4-FFF2-40B4-BE49-F238E27FC236}">
                <a16:creationId xmlns:a16="http://schemas.microsoft.com/office/drawing/2014/main" id="{1C957F44-9526-4CF4-AF7B-98896E939DDE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4" name="Line">
            <a:extLst>
              <a:ext uri="{FF2B5EF4-FFF2-40B4-BE49-F238E27FC236}">
                <a16:creationId xmlns:a16="http://schemas.microsoft.com/office/drawing/2014/main" id="{3505FEC8-BEB2-44DB-82B6-5E8DB2783111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5" name="Line">
            <a:extLst>
              <a:ext uri="{FF2B5EF4-FFF2-40B4-BE49-F238E27FC236}">
                <a16:creationId xmlns:a16="http://schemas.microsoft.com/office/drawing/2014/main" id="{730DFB79-6D03-4B74-A6CC-3AA6176548C4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6" name="Line">
            <a:extLst>
              <a:ext uri="{FF2B5EF4-FFF2-40B4-BE49-F238E27FC236}">
                <a16:creationId xmlns:a16="http://schemas.microsoft.com/office/drawing/2014/main" id="{1F19DF6C-DE8E-4CF1-8971-472ABC3D5694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7" name="Line">
            <a:extLst>
              <a:ext uri="{FF2B5EF4-FFF2-40B4-BE49-F238E27FC236}">
                <a16:creationId xmlns:a16="http://schemas.microsoft.com/office/drawing/2014/main" id="{41A6AD9C-67BD-4ECE-92EF-7196F89FEF61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8" name="Line">
            <a:extLst>
              <a:ext uri="{FF2B5EF4-FFF2-40B4-BE49-F238E27FC236}">
                <a16:creationId xmlns:a16="http://schemas.microsoft.com/office/drawing/2014/main" id="{84AD8900-592D-43FA-94B8-AF44D75BBC8C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19" name="Line">
            <a:extLst>
              <a:ext uri="{FF2B5EF4-FFF2-40B4-BE49-F238E27FC236}">
                <a16:creationId xmlns:a16="http://schemas.microsoft.com/office/drawing/2014/main" id="{6D02F6B1-3C68-4F1E-B097-79BDC753379A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20" name="Line">
            <a:extLst>
              <a:ext uri="{FF2B5EF4-FFF2-40B4-BE49-F238E27FC236}">
                <a16:creationId xmlns:a16="http://schemas.microsoft.com/office/drawing/2014/main" id="{0652F24C-3FC5-4FF1-9669-26EE638EB3A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21" name="Line">
            <a:extLst>
              <a:ext uri="{FF2B5EF4-FFF2-40B4-BE49-F238E27FC236}">
                <a16:creationId xmlns:a16="http://schemas.microsoft.com/office/drawing/2014/main" id="{FF6EE2B8-DE5F-419C-943A-31DEDAC59500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22" name="A">
            <a:extLst>
              <a:ext uri="{FF2B5EF4-FFF2-40B4-BE49-F238E27FC236}">
                <a16:creationId xmlns:a16="http://schemas.microsoft.com/office/drawing/2014/main" id="{2814FE5C-C5EF-4326-894C-1048AED64B7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223" name="B">
            <a:extLst>
              <a:ext uri="{FF2B5EF4-FFF2-40B4-BE49-F238E27FC236}">
                <a16:creationId xmlns:a16="http://schemas.microsoft.com/office/drawing/2014/main" id="{C589A563-86D1-4AC3-8335-DFEC0750BAF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224" name="C">
            <a:extLst>
              <a:ext uri="{FF2B5EF4-FFF2-40B4-BE49-F238E27FC236}">
                <a16:creationId xmlns:a16="http://schemas.microsoft.com/office/drawing/2014/main" id="{F405E011-8F00-43E4-A21D-14FF90D8EE3E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225" name="D">
            <a:extLst>
              <a:ext uri="{FF2B5EF4-FFF2-40B4-BE49-F238E27FC236}">
                <a16:creationId xmlns:a16="http://schemas.microsoft.com/office/drawing/2014/main" id="{4D1DCB54-693F-499F-8315-4C8C454E670C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226" name="E">
            <a:extLst>
              <a:ext uri="{FF2B5EF4-FFF2-40B4-BE49-F238E27FC236}">
                <a16:creationId xmlns:a16="http://schemas.microsoft.com/office/drawing/2014/main" id="{B64CB495-17D5-4CB7-817B-BDD2BB418929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227" name="F">
            <a:extLst>
              <a:ext uri="{FF2B5EF4-FFF2-40B4-BE49-F238E27FC236}">
                <a16:creationId xmlns:a16="http://schemas.microsoft.com/office/drawing/2014/main" id="{49CE805C-2BB8-42BC-A271-5CCEBE077510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228" name="G">
            <a:extLst>
              <a:ext uri="{FF2B5EF4-FFF2-40B4-BE49-F238E27FC236}">
                <a16:creationId xmlns:a16="http://schemas.microsoft.com/office/drawing/2014/main" id="{B53AC897-6EC9-4A65-AE65-6F4E081D2163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229" name="Mon">
            <a:extLst>
              <a:ext uri="{FF2B5EF4-FFF2-40B4-BE49-F238E27FC236}">
                <a16:creationId xmlns:a16="http://schemas.microsoft.com/office/drawing/2014/main" id="{20644EE2-EDAB-4038-80E5-B2FE9C4B328B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30" name="Tue">
            <a:extLst>
              <a:ext uri="{FF2B5EF4-FFF2-40B4-BE49-F238E27FC236}">
                <a16:creationId xmlns:a16="http://schemas.microsoft.com/office/drawing/2014/main" id="{863780B9-CF41-4BAA-9759-B152EFC7D416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231" name="Wed">
            <a:extLst>
              <a:ext uri="{FF2B5EF4-FFF2-40B4-BE49-F238E27FC236}">
                <a16:creationId xmlns:a16="http://schemas.microsoft.com/office/drawing/2014/main" id="{6196302C-A806-447B-8641-80559D1A3458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232" name="{Mon, Tue, Wed}">
            <a:extLst>
              <a:ext uri="{FF2B5EF4-FFF2-40B4-BE49-F238E27FC236}">
                <a16:creationId xmlns:a16="http://schemas.microsoft.com/office/drawing/2014/main" id="{F23D938C-DD67-47A6-9994-9B35B243D902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33" name="{Mon, Tue, Wed}">
            <a:extLst>
              <a:ext uri="{FF2B5EF4-FFF2-40B4-BE49-F238E27FC236}">
                <a16:creationId xmlns:a16="http://schemas.microsoft.com/office/drawing/2014/main" id="{D366094B-11A9-40AC-9026-5D95845008F3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34" name="{Mon, Tue, Wed}">
            <a:extLst>
              <a:ext uri="{FF2B5EF4-FFF2-40B4-BE49-F238E27FC236}">
                <a16:creationId xmlns:a16="http://schemas.microsoft.com/office/drawing/2014/main" id="{CDE68949-D39D-4FC8-8D96-2933B9EC46B4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35" name="{Mon, Tue, Wed}">
            <a:extLst>
              <a:ext uri="{FF2B5EF4-FFF2-40B4-BE49-F238E27FC236}">
                <a16:creationId xmlns:a16="http://schemas.microsoft.com/office/drawing/2014/main" id="{C1886449-B21B-4431-8F67-E9879CF1FE1E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206688722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Line">
            <a:extLst>
              <a:ext uri="{FF2B5EF4-FFF2-40B4-BE49-F238E27FC236}">
                <a16:creationId xmlns:a16="http://schemas.microsoft.com/office/drawing/2014/main" id="{B34335C8-22A4-4A30-89D5-9854348AAEF7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38" name="Line">
            <a:extLst>
              <a:ext uri="{FF2B5EF4-FFF2-40B4-BE49-F238E27FC236}">
                <a16:creationId xmlns:a16="http://schemas.microsoft.com/office/drawing/2014/main" id="{70198DD8-D6E4-4EED-B396-D474ECB06DF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39" name="Line">
            <a:extLst>
              <a:ext uri="{FF2B5EF4-FFF2-40B4-BE49-F238E27FC236}">
                <a16:creationId xmlns:a16="http://schemas.microsoft.com/office/drawing/2014/main" id="{B5F5F1CC-5276-40A9-9AF0-FAECBF0D484D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0" name="Line">
            <a:extLst>
              <a:ext uri="{FF2B5EF4-FFF2-40B4-BE49-F238E27FC236}">
                <a16:creationId xmlns:a16="http://schemas.microsoft.com/office/drawing/2014/main" id="{C5886C93-0E3B-4F60-95C2-78AC8524BE09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1" name="Line">
            <a:extLst>
              <a:ext uri="{FF2B5EF4-FFF2-40B4-BE49-F238E27FC236}">
                <a16:creationId xmlns:a16="http://schemas.microsoft.com/office/drawing/2014/main" id="{3CFD5236-1048-4DFA-B50C-E8CACFF6468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2" name="Line">
            <a:extLst>
              <a:ext uri="{FF2B5EF4-FFF2-40B4-BE49-F238E27FC236}">
                <a16:creationId xmlns:a16="http://schemas.microsoft.com/office/drawing/2014/main" id="{EC4815CE-F378-4281-ABB9-CB756E14796C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3" name="Line">
            <a:extLst>
              <a:ext uri="{FF2B5EF4-FFF2-40B4-BE49-F238E27FC236}">
                <a16:creationId xmlns:a16="http://schemas.microsoft.com/office/drawing/2014/main" id="{222C9C6C-D6A4-46A2-8B6F-18D2CED21E7E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4" name="Line">
            <a:extLst>
              <a:ext uri="{FF2B5EF4-FFF2-40B4-BE49-F238E27FC236}">
                <a16:creationId xmlns:a16="http://schemas.microsoft.com/office/drawing/2014/main" id="{7C7FCDDB-12E6-40B0-9288-65BF7EA9AD8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5" name="Line">
            <a:extLst>
              <a:ext uri="{FF2B5EF4-FFF2-40B4-BE49-F238E27FC236}">
                <a16:creationId xmlns:a16="http://schemas.microsoft.com/office/drawing/2014/main" id="{5FD4AC49-8CFD-4D96-9CA2-0FCD315551A1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6" name="Line">
            <a:extLst>
              <a:ext uri="{FF2B5EF4-FFF2-40B4-BE49-F238E27FC236}">
                <a16:creationId xmlns:a16="http://schemas.microsoft.com/office/drawing/2014/main" id="{E043A36B-0DFD-4A65-8B04-30CEB49CA64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7" name="Line">
            <a:extLst>
              <a:ext uri="{FF2B5EF4-FFF2-40B4-BE49-F238E27FC236}">
                <a16:creationId xmlns:a16="http://schemas.microsoft.com/office/drawing/2014/main" id="{2E98A1F7-B2E0-4582-8C56-D015C18C6D9D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48" name="A">
            <a:extLst>
              <a:ext uri="{FF2B5EF4-FFF2-40B4-BE49-F238E27FC236}">
                <a16:creationId xmlns:a16="http://schemas.microsoft.com/office/drawing/2014/main" id="{D40F2ED2-1104-4533-9AE8-3B4F30E19D47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249" name="B">
            <a:extLst>
              <a:ext uri="{FF2B5EF4-FFF2-40B4-BE49-F238E27FC236}">
                <a16:creationId xmlns:a16="http://schemas.microsoft.com/office/drawing/2014/main" id="{6ADABF46-1808-4371-9787-B6240E2EDE6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250" name="C">
            <a:extLst>
              <a:ext uri="{FF2B5EF4-FFF2-40B4-BE49-F238E27FC236}">
                <a16:creationId xmlns:a16="http://schemas.microsoft.com/office/drawing/2014/main" id="{63A90C99-A4D4-416E-8BD6-C4F4CB49681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251" name="D">
            <a:extLst>
              <a:ext uri="{FF2B5EF4-FFF2-40B4-BE49-F238E27FC236}">
                <a16:creationId xmlns:a16="http://schemas.microsoft.com/office/drawing/2014/main" id="{9D81E280-5647-46A7-8E97-ADE5374F048D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252" name="E">
            <a:extLst>
              <a:ext uri="{FF2B5EF4-FFF2-40B4-BE49-F238E27FC236}">
                <a16:creationId xmlns:a16="http://schemas.microsoft.com/office/drawing/2014/main" id="{4E59D5C7-3D99-4134-A4E4-A12254E4500A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253" name="F">
            <a:extLst>
              <a:ext uri="{FF2B5EF4-FFF2-40B4-BE49-F238E27FC236}">
                <a16:creationId xmlns:a16="http://schemas.microsoft.com/office/drawing/2014/main" id="{B64DAEEA-4EE0-4147-87A2-5CBE076668E3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254" name="G">
            <a:extLst>
              <a:ext uri="{FF2B5EF4-FFF2-40B4-BE49-F238E27FC236}">
                <a16:creationId xmlns:a16="http://schemas.microsoft.com/office/drawing/2014/main" id="{74FEF6E1-5C54-493C-BB57-9013DC30D838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255" name="Mon">
            <a:extLst>
              <a:ext uri="{FF2B5EF4-FFF2-40B4-BE49-F238E27FC236}">
                <a16:creationId xmlns:a16="http://schemas.microsoft.com/office/drawing/2014/main" id="{45552525-24A0-4B56-8BD4-498FD604F835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56" name="Tue">
            <a:extLst>
              <a:ext uri="{FF2B5EF4-FFF2-40B4-BE49-F238E27FC236}">
                <a16:creationId xmlns:a16="http://schemas.microsoft.com/office/drawing/2014/main" id="{785E4D30-8651-40AD-BC31-8160D17819B2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257" name="Wed">
            <a:extLst>
              <a:ext uri="{FF2B5EF4-FFF2-40B4-BE49-F238E27FC236}">
                <a16:creationId xmlns:a16="http://schemas.microsoft.com/office/drawing/2014/main" id="{6F691A47-E904-4D90-8D35-55B702E5F7EF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258" name="Mon">
            <a:extLst>
              <a:ext uri="{FF2B5EF4-FFF2-40B4-BE49-F238E27FC236}">
                <a16:creationId xmlns:a16="http://schemas.microsoft.com/office/drawing/2014/main" id="{72A27B99-75FE-4FE2-BEE3-5A32DAF0B8A8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59" name="{Mon, Tue, Wed}">
            <a:extLst>
              <a:ext uri="{FF2B5EF4-FFF2-40B4-BE49-F238E27FC236}">
                <a16:creationId xmlns:a16="http://schemas.microsoft.com/office/drawing/2014/main" id="{5590DF9E-148E-4E86-B938-894BFCCCCDB0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60" name="{Mon, Tue, Wed}">
            <a:extLst>
              <a:ext uri="{FF2B5EF4-FFF2-40B4-BE49-F238E27FC236}">
                <a16:creationId xmlns:a16="http://schemas.microsoft.com/office/drawing/2014/main" id="{8BA26EA8-D829-442B-8BF5-BD14860448D2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61" name="{Mon, Tue, Wed}">
            <a:extLst>
              <a:ext uri="{FF2B5EF4-FFF2-40B4-BE49-F238E27FC236}">
                <a16:creationId xmlns:a16="http://schemas.microsoft.com/office/drawing/2014/main" id="{00FFDBFF-E07E-4FF7-BA01-F3DDE9E2264E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38531590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Line">
            <a:extLst>
              <a:ext uri="{FF2B5EF4-FFF2-40B4-BE49-F238E27FC236}">
                <a16:creationId xmlns:a16="http://schemas.microsoft.com/office/drawing/2014/main" id="{E4E48A79-E7AA-4742-B0EB-89A756408555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4" name="Line">
            <a:extLst>
              <a:ext uri="{FF2B5EF4-FFF2-40B4-BE49-F238E27FC236}">
                <a16:creationId xmlns:a16="http://schemas.microsoft.com/office/drawing/2014/main" id="{1BC8A930-2D3F-4742-A317-C8D376B6C73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5" name="Line">
            <a:extLst>
              <a:ext uri="{FF2B5EF4-FFF2-40B4-BE49-F238E27FC236}">
                <a16:creationId xmlns:a16="http://schemas.microsoft.com/office/drawing/2014/main" id="{890DAA93-D759-48FA-A45C-A5126700EE67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6" name="Line">
            <a:extLst>
              <a:ext uri="{FF2B5EF4-FFF2-40B4-BE49-F238E27FC236}">
                <a16:creationId xmlns:a16="http://schemas.microsoft.com/office/drawing/2014/main" id="{C6596852-C3BF-4564-9E14-691055DD0DDD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7" name="Line">
            <a:extLst>
              <a:ext uri="{FF2B5EF4-FFF2-40B4-BE49-F238E27FC236}">
                <a16:creationId xmlns:a16="http://schemas.microsoft.com/office/drawing/2014/main" id="{18CB4D2C-871D-4A43-BB89-56D0F901DC21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8" name="Line">
            <a:extLst>
              <a:ext uri="{FF2B5EF4-FFF2-40B4-BE49-F238E27FC236}">
                <a16:creationId xmlns:a16="http://schemas.microsoft.com/office/drawing/2014/main" id="{9AAA00DD-5155-4E79-85A5-AB42DE2CE63D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69" name="Line">
            <a:extLst>
              <a:ext uri="{FF2B5EF4-FFF2-40B4-BE49-F238E27FC236}">
                <a16:creationId xmlns:a16="http://schemas.microsoft.com/office/drawing/2014/main" id="{04E8938B-1690-4FE5-B583-88C4588B2D4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70" name="Line">
            <a:extLst>
              <a:ext uri="{FF2B5EF4-FFF2-40B4-BE49-F238E27FC236}">
                <a16:creationId xmlns:a16="http://schemas.microsoft.com/office/drawing/2014/main" id="{125A9B08-F292-4AE9-AA4A-BE546EEA779D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71" name="Line">
            <a:extLst>
              <a:ext uri="{FF2B5EF4-FFF2-40B4-BE49-F238E27FC236}">
                <a16:creationId xmlns:a16="http://schemas.microsoft.com/office/drawing/2014/main" id="{C6B95F06-AFA1-4A8F-863F-FD4C1F2AE516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72" name="Line">
            <a:extLst>
              <a:ext uri="{FF2B5EF4-FFF2-40B4-BE49-F238E27FC236}">
                <a16:creationId xmlns:a16="http://schemas.microsoft.com/office/drawing/2014/main" id="{23295F31-FE2B-4C4D-8507-DC97503152A7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73" name="Line">
            <a:extLst>
              <a:ext uri="{FF2B5EF4-FFF2-40B4-BE49-F238E27FC236}">
                <a16:creationId xmlns:a16="http://schemas.microsoft.com/office/drawing/2014/main" id="{B0F8A233-2607-45A9-96A9-604CEA01CC79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74" name="A">
            <a:extLst>
              <a:ext uri="{FF2B5EF4-FFF2-40B4-BE49-F238E27FC236}">
                <a16:creationId xmlns:a16="http://schemas.microsoft.com/office/drawing/2014/main" id="{AEE0AF0C-2D9D-42F2-998F-678282ED7100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275" name="B">
            <a:extLst>
              <a:ext uri="{FF2B5EF4-FFF2-40B4-BE49-F238E27FC236}">
                <a16:creationId xmlns:a16="http://schemas.microsoft.com/office/drawing/2014/main" id="{CC8FBC51-CAD4-4A36-8F5A-22427DD67BA3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276" name="C">
            <a:extLst>
              <a:ext uri="{FF2B5EF4-FFF2-40B4-BE49-F238E27FC236}">
                <a16:creationId xmlns:a16="http://schemas.microsoft.com/office/drawing/2014/main" id="{058BDA35-F4D4-4A12-872E-E0389E3DD17E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277" name="D">
            <a:extLst>
              <a:ext uri="{FF2B5EF4-FFF2-40B4-BE49-F238E27FC236}">
                <a16:creationId xmlns:a16="http://schemas.microsoft.com/office/drawing/2014/main" id="{4A5D1AC1-8CA3-4C02-A22F-3138D13D4377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278" name="E">
            <a:extLst>
              <a:ext uri="{FF2B5EF4-FFF2-40B4-BE49-F238E27FC236}">
                <a16:creationId xmlns:a16="http://schemas.microsoft.com/office/drawing/2014/main" id="{2CF22083-EDD5-4D34-A05E-263A99AAF74C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279" name="F">
            <a:extLst>
              <a:ext uri="{FF2B5EF4-FFF2-40B4-BE49-F238E27FC236}">
                <a16:creationId xmlns:a16="http://schemas.microsoft.com/office/drawing/2014/main" id="{FE9D10B9-5FBB-40AC-B4A0-95D9E295730E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280" name="G">
            <a:extLst>
              <a:ext uri="{FF2B5EF4-FFF2-40B4-BE49-F238E27FC236}">
                <a16:creationId xmlns:a16="http://schemas.microsoft.com/office/drawing/2014/main" id="{76F33968-3325-4AF5-A3E8-6D11FC49BA6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281" name="Mon">
            <a:extLst>
              <a:ext uri="{FF2B5EF4-FFF2-40B4-BE49-F238E27FC236}">
                <a16:creationId xmlns:a16="http://schemas.microsoft.com/office/drawing/2014/main" id="{E9B5FE59-FD70-4F4D-ABDA-BFB4AB13464B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82" name="Tue">
            <a:extLst>
              <a:ext uri="{FF2B5EF4-FFF2-40B4-BE49-F238E27FC236}">
                <a16:creationId xmlns:a16="http://schemas.microsoft.com/office/drawing/2014/main" id="{A4664B72-EBB5-43BC-8A0F-037E9C1D0600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283" name="Wed">
            <a:extLst>
              <a:ext uri="{FF2B5EF4-FFF2-40B4-BE49-F238E27FC236}">
                <a16:creationId xmlns:a16="http://schemas.microsoft.com/office/drawing/2014/main" id="{537932EE-2061-4862-987F-C832CDF638E3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284" name="Mon">
            <a:extLst>
              <a:ext uri="{FF2B5EF4-FFF2-40B4-BE49-F238E27FC236}">
                <a16:creationId xmlns:a16="http://schemas.microsoft.com/office/drawing/2014/main" id="{7F8334DD-97A8-430E-92AB-E56AD65A59D0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285" name="{Mon, Tue, Wed}">
            <a:extLst>
              <a:ext uri="{FF2B5EF4-FFF2-40B4-BE49-F238E27FC236}">
                <a16:creationId xmlns:a16="http://schemas.microsoft.com/office/drawing/2014/main" id="{63EF156F-C523-4588-BA77-1722B2FDCFE7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86" name="{Mon, Tue, Wed}">
            <a:extLst>
              <a:ext uri="{FF2B5EF4-FFF2-40B4-BE49-F238E27FC236}">
                <a16:creationId xmlns:a16="http://schemas.microsoft.com/office/drawing/2014/main" id="{F73FA81A-4B5F-4876-A10B-20BFD9EA5975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287" name="Mon">
            <a:extLst>
              <a:ext uri="{FF2B5EF4-FFF2-40B4-BE49-F238E27FC236}">
                <a16:creationId xmlns:a16="http://schemas.microsoft.com/office/drawing/2014/main" id="{070FBA22-5C73-48E5-8AA1-43E9C5665820}"/>
              </a:ext>
            </a:extLst>
          </p:cNvPr>
          <p:cNvSpPr>
            <a:spLocks noGrp="1"/>
          </p:cNvSpPr>
          <p:nvPr/>
        </p:nvSpPr>
        <p:spPr>
          <a:xfrm>
            <a:off x="15429821" y="4387341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</p:spTree>
    <p:extLst>
      <p:ext uri="{BB962C8B-B14F-4D97-AF65-F5344CB8AC3E}">
        <p14:creationId xmlns:p14="http://schemas.microsoft.com/office/powerpoint/2010/main" val="180794698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Line">
            <a:extLst>
              <a:ext uri="{FF2B5EF4-FFF2-40B4-BE49-F238E27FC236}">
                <a16:creationId xmlns:a16="http://schemas.microsoft.com/office/drawing/2014/main" id="{584CEC47-6D07-4FE7-8895-2BC570DE6585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0" name="Line">
            <a:extLst>
              <a:ext uri="{FF2B5EF4-FFF2-40B4-BE49-F238E27FC236}">
                <a16:creationId xmlns:a16="http://schemas.microsoft.com/office/drawing/2014/main" id="{020F05CF-72A7-4732-B05D-30AED9BFCB30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1" name="Line">
            <a:extLst>
              <a:ext uri="{FF2B5EF4-FFF2-40B4-BE49-F238E27FC236}">
                <a16:creationId xmlns:a16="http://schemas.microsoft.com/office/drawing/2014/main" id="{8E2B3E1F-8C93-41E2-962E-E524E83A4053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2" name="Line">
            <a:extLst>
              <a:ext uri="{FF2B5EF4-FFF2-40B4-BE49-F238E27FC236}">
                <a16:creationId xmlns:a16="http://schemas.microsoft.com/office/drawing/2014/main" id="{17523370-DC79-4CAC-8004-566ED9FA6052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3" name="Line">
            <a:extLst>
              <a:ext uri="{FF2B5EF4-FFF2-40B4-BE49-F238E27FC236}">
                <a16:creationId xmlns:a16="http://schemas.microsoft.com/office/drawing/2014/main" id="{3D6BE6B5-DE23-43C4-A915-A87348088203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4" name="Line">
            <a:extLst>
              <a:ext uri="{FF2B5EF4-FFF2-40B4-BE49-F238E27FC236}">
                <a16:creationId xmlns:a16="http://schemas.microsoft.com/office/drawing/2014/main" id="{34CE6647-4949-4B59-AA08-EAA072B90949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5" name="Line">
            <a:extLst>
              <a:ext uri="{FF2B5EF4-FFF2-40B4-BE49-F238E27FC236}">
                <a16:creationId xmlns:a16="http://schemas.microsoft.com/office/drawing/2014/main" id="{CE335063-14F3-4390-A700-6DD567AB9BDC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6" name="Line">
            <a:extLst>
              <a:ext uri="{FF2B5EF4-FFF2-40B4-BE49-F238E27FC236}">
                <a16:creationId xmlns:a16="http://schemas.microsoft.com/office/drawing/2014/main" id="{CBB418E7-1E9A-4D72-95D6-B9F7067BCE1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7" name="Line">
            <a:extLst>
              <a:ext uri="{FF2B5EF4-FFF2-40B4-BE49-F238E27FC236}">
                <a16:creationId xmlns:a16="http://schemas.microsoft.com/office/drawing/2014/main" id="{1EBCBE04-43AA-4C33-BD3B-BDCD9DDE7F22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8" name="Line">
            <a:extLst>
              <a:ext uri="{FF2B5EF4-FFF2-40B4-BE49-F238E27FC236}">
                <a16:creationId xmlns:a16="http://schemas.microsoft.com/office/drawing/2014/main" id="{20EA2CA6-6A42-4925-895C-D5F2F26B2F4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299" name="Line">
            <a:extLst>
              <a:ext uri="{FF2B5EF4-FFF2-40B4-BE49-F238E27FC236}">
                <a16:creationId xmlns:a16="http://schemas.microsoft.com/office/drawing/2014/main" id="{FDEC9A1C-1557-454D-9BFA-2961B324D9C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00" name="A">
            <a:extLst>
              <a:ext uri="{FF2B5EF4-FFF2-40B4-BE49-F238E27FC236}">
                <a16:creationId xmlns:a16="http://schemas.microsoft.com/office/drawing/2014/main" id="{511571CE-855E-43B2-9A67-158967446EB3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301" name="B">
            <a:extLst>
              <a:ext uri="{FF2B5EF4-FFF2-40B4-BE49-F238E27FC236}">
                <a16:creationId xmlns:a16="http://schemas.microsoft.com/office/drawing/2014/main" id="{2DFCAA2A-D1C6-42F3-BE29-B62C668C3010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302" name="C">
            <a:extLst>
              <a:ext uri="{FF2B5EF4-FFF2-40B4-BE49-F238E27FC236}">
                <a16:creationId xmlns:a16="http://schemas.microsoft.com/office/drawing/2014/main" id="{F54F59F0-5421-4B06-B065-8757D3945BD5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303" name="D">
            <a:extLst>
              <a:ext uri="{FF2B5EF4-FFF2-40B4-BE49-F238E27FC236}">
                <a16:creationId xmlns:a16="http://schemas.microsoft.com/office/drawing/2014/main" id="{51322E3E-A188-47AF-8303-0EBC7A883B52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304" name="E">
            <a:extLst>
              <a:ext uri="{FF2B5EF4-FFF2-40B4-BE49-F238E27FC236}">
                <a16:creationId xmlns:a16="http://schemas.microsoft.com/office/drawing/2014/main" id="{37135EE0-146B-44A4-BB58-EC7657D004E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305" name="F">
            <a:extLst>
              <a:ext uri="{FF2B5EF4-FFF2-40B4-BE49-F238E27FC236}">
                <a16:creationId xmlns:a16="http://schemas.microsoft.com/office/drawing/2014/main" id="{078154AE-BBB8-48B9-8443-AD394778222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306" name="G">
            <a:extLst>
              <a:ext uri="{FF2B5EF4-FFF2-40B4-BE49-F238E27FC236}">
                <a16:creationId xmlns:a16="http://schemas.microsoft.com/office/drawing/2014/main" id="{A420E6A7-2D02-4B50-9DB2-52169F6EBD00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307" name="Mon">
            <a:extLst>
              <a:ext uri="{FF2B5EF4-FFF2-40B4-BE49-F238E27FC236}">
                <a16:creationId xmlns:a16="http://schemas.microsoft.com/office/drawing/2014/main" id="{BAB1EFD4-098C-4CDE-A2FE-E47C9A83A0EB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08" name="Tue">
            <a:extLst>
              <a:ext uri="{FF2B5EF4-FFF2-40B4-BE49-F238E27FC236}">
                <a16:creationId xmlns:a16="http://schemas.microsoft.com/office/drawing/2014/main" id="{95B76E8D-494C-48A9-82F6-F43BD8E3AAAC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309" name="Wed">
            <a:extLst>
              <a:ext uri="{FF2B5EF4-FFF2-40B4-BE49-F238E27FC236}">
                <a16:creationId xmlns:a16="http://schemas.microsoft.com/office/drawing/2014/main" id="{76502DF0-337A-462A-8C66-E9F07AEFF318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310" name="Mon">
            <a:extLst>
              <a:ext uri="{FF2B5EF4-FFF2-40B4-BE49-F238E27FC236}">
                <a16:creationId xmlns:a16="http://schemas.microsoft.com/office/drawing/2014/main" id="{3FDAC6B7-62BC-4356-BAB7-C9C78DA442B8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11" name="{Mon, Tue, Wed}">
            <a:extLst>
              <a:ext uri="{FF2B5EF4-FFF2-40B4-BE49-F238E27FC236}">
                <a16:creationId xmlns:a16="http://schemas.microsoft.com/office/drawing/2014/main" id="{A63F1EB1-B494-4308-B934-9AF02E46B027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12" name="{Mon, Tue, Wed}">
            <a:extLst>
              <a:ext uri="{FF2B5EF4-FFF2-40B4-BE49-F238E27FC236}">
                <a16:creationId xmlns:a16="http://schemas.microsoft.com/office/drawing/2014/main" id="{023F388D-B6FA-4F7A-870F-643631CBB4D2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13" name="Mon">
            <a:extLst>
              <a:ext uri="{FF2B5EF4-FFF2-40B4-BE49-F238E27FC236}">
                <a16:creationId xmlns:a16="http://schemas.microsoft.com/office/drawing/2014/main" id="{DAFEF38B-0CE2-4B43-8F77-D2821EABEAC5}"/>
              </a:ext>
            </a:extLst>
          </p:cNvPr>
          <p:cNvSpPr>
            <a:spLocks noGrp="1"/>
          </p:cNvSpPr>
          <p:nvPr/>
        </p:nvSpPr>
        <p:spPr>
          <a:xfrm>
            <a:off x="15429821" y="4387341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</p:spTree>
    <p:extLst>
      <p:ext uri="{BB962C8B-B14F-4D97-AF65-F5344CB8AC3E}">
        <p14:creationId xmlns:p14="http://schemas.microsoft.com/office/powerpoint/2010/main" val="126391255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Line">
            <a:extLst>
              <a:ext uri="{FF2B5EF4-FFF2-40B4-BE49-F238E27FC236}">
                <a16:creationId xmlns:a16="http://schemas.microsoft.com/office/drawing/2014/main" id="{4F0D3265-00F1-4B52-999E-A02F60733EA3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16" name="Line">
            <a:extLst>
              <a:ext uri="{FF2B5EF4-FFF2-40B4-BE49-F238E27FC236}">
                <a16:creationId xmlns:a16="http://schemas.microsoft.com/office/drawing/2014/main" id="{DE040AE6-64FA-40D7-9340-55A13D6B35C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17" name="Line">
            <a:extLst>
              <a:ext uri="{FF2B5EF4-FFF2-40B4-BE49-F238E27FC236}">
                <a16:creationId xmlns:a16="http://schemas.microsoft.com/office/drawing/2014/main" id="{8AC63161-866B-4600-A46A-09324EBBEE49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18" name="Line">
            <a:extLst>
              <a:ext uri="{FF2B5EF4-FFF2-40B4-BE49-F238E27FC236}">
                <a16:creationId xmlns:a16="http://schemas.microsoft.com/office/drawing/2014/main" id="{4CF711FF-2C38-461D-92A5-AC059BB34F3F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19" name="Line">
            <a:extLst>
              <a:ext uri="{FF2B5EF4-FFF2-40B4-BE49-F238E27FC236}">
                <a16:creationId xmlns:a16="http://schemas.microsoft.com/office/drawing/2014/main" id="{5D813F6E-8FC3-4EF3-AF5A-BA6A39A8500D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0" name="Line">
            <a:extLst>
              <a:ext uri="{FF2B5EF4-FFF2-40B4-BE49-F238E27FC236}">
                <a16:creationId xmlns:a16="http://schemas.microsoft.com/office/drawing/2014/main" id="{14512EA9-1CD6-4FF1-A6EA-5F63E764F5B1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1" name="Line">
            <a:extLst>
              <a:ext uri="{FF2B5EF4-FFF2-40B4-BE49-F238E27FC236}">
                <a16:creationId xmlns:a16="http://schemas.microsoft.com/office/drawing/2014/main" id="{9154A021-7D3E-454A-B638-01955C82016D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2" name="Line">
            <a:extLst>
              <a:ext uri="{FF2B5EF4-FFF2-40B4-BE49-F238E27FC236}">
                <a16:creationId xmlns:a16="http://schemas.microsoft.com/office/drawing/2014/main" id="{D32461B5-F801-4D45-B77E-A13716EF24CB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3" name="Line">
            <a:extLst>
              <a:ext uri="{FF2B5EF4-FFF2-40B4-BE49-F238E27FC236}">
                <a16:creationId xmlns:a16="http://schemas.microsoft.com/office/drawing/2014/main" id="{BE7D7CA1-6D74-4B5D-A2FB-42449A75AAC3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4" name="Line">
            <a:extLst>
              <a:ext uri="{FF2B5EF4-FFF2-40B4-BE49-F238E27FC236}">
                <a16:creationId xmlns:a16="http://schemas.microsoft.com/office/drawing/2014/main" id="{D558BE67-6E2C-42A2-9FB8-A91209EC4061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5" name="Line">
            <a:extLst>
              <a:ext uri="{FF2B5EF4-FFF2-40B4-BE49-F238E27FC236}">
                <a16:creationId xmlns:a16="http://schemas.microsoft.com/office/drawing/2014/main" id="{B6896594-DF34-4C6B-ABBD-505ED6370D45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26" name="A">
            <a:extLst>
              <a:ext uri="{FF2B5EF4-FFF2-40B4-BE49-F238E27FC236}">
                <a16:creationId xmlns:a16="http://schemas.microsoft.com/office/drawing/2014/main" id="{4A9C77E1-528D-4429-B99A-16F9952B0EC2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327" name="B">
            <a:extLst>
              <a:ext uri="{FF2B5EF4-FFF2-40B4-BE49-F238E27FC236}">
                <a16:creationId xmlns:a16="http://schemas.microsoft.com/office/drawing/2014/main" id="{1AE66D69-9EAB-4EC6-A898-2C6C9F070ABE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328" name="C">
            <a:extLst>
              <a:ext uri="{FF2B5EF4-FFF2-40B4-BE49-F238E27FC236}">
                <a16:creationId xmlns:a16="http://schemas.microsoft.com/office/drawing/2014/main" id="{C0282E15-B9EE-43DB-93CE-781120AFA9D1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329" name="D">
            <a:extLst>
              <a:ext uri="{FF2B5EF4-FFF2-40B4-BE49-F238E27FC236}">
                <a16:creationId xmlns:a16="http://schemas.microsoft.com/office/drawing/2014/main" id="{1ADEDC2A-78B9-4FD2-AF4E-A70FA1424615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330" name="E">
            <a:extLst>
              <a:ext uri="{FF2B5EF4-FFF2-40B4-BE49-F238E27FC236}">
                <a16:creationId xmlns:a16="http://schemas.microsoft.com/office/drawing/2014/main" id="{AF843DC8-F07A-403B-A21F-CC691DF679E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331" name="F">
            <a:extLst>
              <a:ext uri="{FF2B5EF4-FFF2-40B4-BE49-F238E27FC236}">
                <a16:creationId xmlns:a16="http://schemas.microsoft.com/office/drawing/2014/main" id="{C0C18CC7-F1EA-44DB-9F29-64C0B8A80CAB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332" name="G">
            <a:extLst>
              <a:ext uri="{FF2B5EF4-FFF2-40B4-BE49-F238E27FC236}">
                <a16:creationId xmlns:a16="http://schemas.microsoft.com/office/drawing/2014/main" id="{06EEE61D-9CE1-46EC-B911-1D0E2F3AD85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333" name="Mon">
            <a:extLst>
              <a:ext uri="{FF2B5EF4-FFF2-40B4-BE49-F238E27FC236}">
                <a16:creationId xmlns:a16="http://schemas.microsoft.com/office/drawing/2014/main" id="{29B8A2FC-CDE8-4086-9FD5-FC9775B01840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34" name="Tue">
            <a:extLst>
              <a:ext uri="{FF2B5EF4-FFF2-40B4-BE49-F238E27FC236}">
                <a16:creationId xmlns:a16="http://schemas.microsoft.com/office/drawing/2014/main" id="{8013F5F8-D304-4D63-A684-04245D2798DE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335" name="Wed">
            <a:extLst>
              <a:ext uri="{FF2B5EF4-FFF2-40B4-BE49-F238E27FC236}">
                <a16:creationId xmlns:a16="http://schemas.microsoft.com/office/drawing/2014/main" id="{6C9D6DAD-631D-4432-86EA-B7DAE922F709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336" name="Mon">
            <a:extLst>
              <a:ext uri="{FF2B5EF4-FFF2-40B4-BE49-F238E27FC236}">
                <a16:creationId xmlns:a16="http://schemas.microsoft.com/office/drawing/2014/main" id="{F866E690-ECE2-4333-A4FC-9888B5841A2A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37" name="{Mon, Tue, Wed}">
            <a:extLst>
              <a:ext uri="{FF2B5EF4-FFF2-40B4-BE49-F238E27FC236}">
                <a16:creationId xmlns:a16="http://schemas.microsoft.com/office/drawing/2014/main" id="{73AE92BD-6138-4F1F-87CD-8E8FC606407F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38" name="{Mon, Tue, Wed}">
            <a:extLst>
              <a:ext uri="{FF2B5EF4-FFF2-40B4-BE49-F238E27FC236}">
                <a16:creationId xmlns:a16="http://schemas.microsoft.com/office/drawing/2014/main" id="{ABC52888-5DB3-4AA1-A10F-3DF92C2F91BE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39" name="Tue">
            <a:extLst>
              <a:ext uri="{FF2B5EF4-FFF2-40B4-BE49-F238E27FC236}">
                <a16:creationId xmlns:a16="http://schemas.microsoft.com/office/drawing/2014/main" id="{FC9EE878-C6A5-49AF-AA41-BB50C324DB74}"/>
              </a:ext>
            </a:extLst>
          </p:cNvPr>
          <p:cNvSpPr>
            <a:spLocks noGrp="1"/>
          </p:cNvSpPr>
          <p:nvPr/>
        </p:nvSpPr>
        <p:spPr>
          <a:xfrm>
            <a:off x="15338092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</p:spTree>
    <p:extLst>
      <p:ext uri="{BB962C8B-B14F-4D97-AF65-F5344CB8AC3E}">
        <p14:creationId xmlns:p14="http://schemas.microsoft.com/office/powerpoint/2010/main" val="102517458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Line">
            <a:extLst>
              <a:ext uri="{FF2B5EF4-FFF2-40B4-BE49-F238E27FC236}">
                <a16:creationId xmlns:a16="http://schemas.microsoft.com/office/drawing/2014/main" id="{801C62A8-803A-476F-B6FC-0B4024DE98C8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2" name="Line">
            <a:extLst>
              <a:ext uri="{FF2B5EF4-FFF2-40B4-BE49-F238E27FC236}">
                <a16:creationId xmlns:a16="http://schemas.microsoft.com/office/drawing/2014/main" id="{0090AD84-3228-4DBF-BCD2-18A7A6143422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3" name="Line">
            <a:extLst>
              <a:ext uri="{FF2B5EF4-FFF2-40B4-BE49-F238E27FC236}">
                <a16:creationId xmlns:a16="http://schemas.microsoft.com/office/drawing/2014/main" id="{195852F6-CDC4-4F13-900B-F40B55AA9DE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4" name="Line">
            <a:extLst>
              <a:ext uri="{FF2B5EF4-FFF2-40B4-BE49-F238E27FC236}">
                <a16:creationId xmlns:a16="http://schemas.microsoft.com/office/drawing/2014/main" id="{497C6BF6-F786-46CC-8C0D-96182CBAA93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5" name="Line">
            <a:extLst>
              <a:ext uri="{FF2B5EF4-FFF2-40B4-BE49-F238E27FC236}">
                <a16:creationId xmlns:a16="http://schemas.microsoft.com/office/drawing/2014/main" id="{5A73D2B1-49C4-4323-8524-0C0C0537994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6" name="Line">
            <a:extLst>
              <a:ext uri="{FF2B5EF4-FFF2-40B4-BE49-F238E27FC236}">
                <a16:creationId xmlns:a16="http://schemas.microsoft.com/office/drawing/2014/main" id="{648F097A-8D44-4064-92F4-BC692A76601B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7" name="Line">
            <a:extLst>
              <a:ext uri="{FF2B5EF4-FFF2-40B4-BE49-F238E27FC236}">
                <a16:creationId xmlns:a16="http://schemas.microsoft.com/office/drawing/2014/main" id="{E6C9086E-BF9A-40E4-A413-DE0B079CB4B0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8" name="Line">
            <a:extLst>
              <a:ext uri="{FF2B5EF4-FFF2-40B4-BE49-F238E27FC236}">
                <a16:creationId xmlns:a16="http://schemas.microsoft.com/office/drawing/2014/main" id="{FFEF9144-790C-4395-9FDA-27FD70452139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49" name="Line">
            <a:extLst>
              <a:ext uri="{FF2B5EF4-FFF2-40B4-BE49-F238E27FC236}">
                <a16:creationId xmlns:a16="http://schemas.microsoft.com/office/drawing/2014/main" id="{01D98E7F-CB1E-4DA9-BC30-47174D389BFA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50" name="Line">
            <a:extLst>
              <a:ext uri="{FF2B5EF4-FFF2-40B4-BE49-F238E27FC236}">
                <a16:creationId xmlns:a16="http://schemas.microsoft.com/office/drawing/2014/main" id="{75288825-272A-4AB7-8E5F-33ED62965616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51" name="Line">
            <a:extLst>
              <a:ext uri="{FF2B5EF4-FFF2-40B4-BE49-F238E27FC236}">
                <a16:creationId xmlns:a16="http://schemas.microsoft.com/office/drawing/2014/main" id="{918FBDBB-6E98-4B6E-B578-813D10BC073D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52" name="A">
            <a:extLst>
              <a:ext uri="{FF2B5EF4-FFF2-40B4-BE49-F238E27FC236}">
                <a16:creationId xmlns:a16="http://schemas.microsoft.com/office/drawing/2014/main" id="{882B7AC9-91CF-43D9-A927-F24A29FD87F2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353" name="B">
            <a:extLst>
              <a:ext uri="{FF2B5EF4-FFF2-40B4-BE49-F238E27FC236}">
                <a16:creationId xmlns:a16="http://schemas.microsoft.com/office/drawing/2014/main" id="{3B491D7A-3C25-4F02-BFF9-F0E256379523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354" name="C">
            <a:extLst>
              <a:ext uri="{FF2B5EF4-FFF2-40B4-BE49-F238E27FC236}">
                <a16:creationId xmlns:a16="http://schemas.microsoft.com/office/drawing/2014/main" id="{AE034DB7-6E78-42F3-9FBA-3024FE6C85D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355" name="D">
            <a:extLst>
              <a:ext uri="{FF2B5EF4-FFF2-40B4-BE49-F238E27FC236}">
                <a16:creationId xmlns:a16="http://schemas.microsoft.com/office/drawing/2014/main" id="{7C40EF9B-F6B4-42CE-82C9-4B9AFD07B944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356" name="E">
            <a:extLst>
              <a:ext uri="{FF2B5EF4-FFF2-40B4-BE49-F238E27FC236}">
                <a16:creationId xmlns:a16="http://schemas.microsoft.com/office/drawing/2014/main" id="{2C05E104-AB20-4155-980E-1E6B83C6247D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357" name="F">
            <a:extLst>
              <a:ext uri="{FF2B5EF4-FFF2-40B4-BE49-F238E27FC236}">
                <a16:creationId xmlns:a16="http://schemas.microsoft.com/office/drawing/2014/main" id="{13D8BD1E-8B82-475F-845B-FF1C26B77EFB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358" name="G">
            <a:extLst>
              <a:ext uri="{FF2B5EF4-FFF2-40B4-BE49-F238E27FC236}">
                <a16:creationId xmlns:a16="http://schemas.microsoft.com/office/drawing/2014/main" id="{D467FCCF-40FE-460C-A701-EAAC809CBCD7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359" name="Mon">
            <a:extLst>
              <a:ext uri="{FF2B5EF4-FFF2-40B4-BE49-F238E27FC236}">
                <a16:creationId xmlns:a16="http://schemas.microsoft.com/office/drawing/2014/main" id="{4653D3E3-D8B6-46A0-A5F4-4943FFB36D0D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60" name="Tue">
            <a:extLst>
              <a:ext uri="{FF2B5EF4-FFF2-40B4-BE49-F238E27FC236}">
                <a16:creationId xmlns:a16="http://schemas.microsoft.com/office/drawing/2014/main" id="{B2C5FF0E-6D85-400C-AE17-E817200032D7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361" name="Wed">
            <a:extLst>
              <a:ext uri="{FF2B5EF4-FFF2-40B4-BE49-F238E27FC236}">
                <a16:creationId xmlns:a16="http://schemas.microsoft.com/office/drawing/2014/main" id="{84CC4184-42CD-4309-B7ED-71540CDD6C37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362" name="Mon">
            <a:extLst>
              <a:ext uri="{FF2B5EF4-FFF2-40B4-BE49-F238E27FC236}">
                <a16:creationId xmlns:a16="http://schemas.microsoft.com/office/drawing/2014/main" id="{0C00D0B5-B274-41D1-8391-D3C8E42AAC84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63" name="{Mon, Tue, Wed}">
            <a:extLst>
              <a:ext uri="{FF2B5EF4-FFF2-40B4-BE49-F238E27FC236}">
                <a16:creationId xmlns:a16="http://schemas.microsoft.com/office/drawing/2014/main" id="{D97F2857-AA79-499D-A283-316CFD7881A6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64" name="{Mon, Tue, Wed}">
            <a:extLst>
              <a:ext uri="{FF2B5EF4-FFF2-40B4-BE49-F238E27FC236}">
                <a16:creationId xmlns:a16="http://schemas.microsoft.com/office/drawing/2014/main" id="{843B55EE-7F4F-4FAE-A150-53E98A29F490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65" name="Tue">
            <a:extLst>
              <a:ext uri="{FF2B5EF4-FFF2-40B4-BE49-F238E27FC236}">
                <a16:creationId xmlns:a16="http://schemas.microsoft.com/office/drawing/2014/main" id="{3FB737ED-515C-4BC9-9A11-BC084FAC3CC4}"/>
              </a:ext>
            </a:extLst>
          </p:cNvPr>
          <p:cNvSpPr>
            <a:spLocks noGrp="1"/>
          </p:cNvSpPr>
          <p:nvPr/>
        </p:nvSpPr>
        <p:spPr>
          <a:xfrm>
            <a:off x="15338092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</p:spTree>
    <p:extLst>
      <p:ext uri="{BB962C8B-B14F-4D97-AF65-F5344CB8AC3E}">
        <p14:creationId xmlns:p14="http://schemas.microsoft.com/office/powerpoint/2010/main" val="99125801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Line">
            <a:extLst>
              <a:ext uri="{FF2B5EF4-FFF2-40B4-BE49-F238E27FC236}">
                <a16:creationId xmlns:a16="http://schemas.microsoft.com/office/drawing/2014/main" id="{51251892-7A2F-41AA-9080-8755B9813AE6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68" name="Line">
            <a:extLst>
              <a:ext uri="{FF2B5EF4-FFF2-40B4-BE49-F238E27FC236}">
                <a16:creationId xmlns:a16="http://schemas.microsoft.com/office/drawing/2014/main" id="{A51E528F-A75C-43BB-B138-87D4087F2E71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69" name="Line">
            <a:extLst>
              <a:ext uri="{FF2B5EF4-FFF2-40B4-BE49-F238E27FC236}">
                <a16:creationId xmlns:a16="http://schemas.microsoft.com/office/drawing/2014/main" id="{251928F8-FA31-4A34-8775-4205100BC93E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0" name="Line">
            <a:extLst>
              <a:ext uri="{FF2B5EF4-FFF2-40B4-BE49-F238E27FC236}">
                <a16:creationId xmlns:a16="http://schemas.microsoft.com/office/drawing/2014/main" id="{A0AFBFF3-5AF3-4B5C-8F7F-119089911DA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1" name="Line">
            <a:extLst>
              <a:ext uri="{FF2B5EF4-FFF2-40B4-BE49-F238E27FC236}">
                <a16:creationId xmlns:a16="http://schemas.microsoft.com/office/drawing/2014/main" id="{D4C0AE50-10DC-4931-B15F-E9D609C8A86D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2" name="Line">
            <a:extLst>
              <a:ext uri="{FF2B5EF4-FFF2-40B4-BE49-F238E27FC236}">
                <a16:creationId xmlns:a16="http://schemas.microsoft.com/office/drawing/2014/main" id="{F45486D1-E628-4079-91BC-7C97CF63D1EF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3" name="Line">
            <a:extLst>
              <a:ext uri="{FF2B5EF4-FFF2-40B4-BE49-F238E27FC236}">
                <a16:creationId xmlns:a16="http://schemas.microsoft.com/office/drawing/2014/main" id="{17340E6F-760F-4835-B4AC-92886B8C4914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4" name="Line">
            <a:extLst>
              <a:ext uri="{FF2B5EF4-FFF2-40B4-BE49-F238E27FC236}">
                <a16:creationId xmlns:a16="http://schemas.microsoft.com/office/drawing/2014/main" id="{B776ABD7-D878-4041-A5F3-206A30620D2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5" name="Line">
            <a:extLst>
              <a:ext uri="{FF2B5EF4-FFF2-40B4-BE49-F238E27FC236}">
                <a16:creationId xmlns:a16="http://schemas.microsoft.com/office/drawing/2014/main" id="{65467546-C948-46AE-BC8A-F52A8A141915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6" name="Line">
            <a:extLst>
              <a:ext uri="{FF2B5EF4-FFF2-40B4-BE49-F238E27FC236}">
                <a16:creationId xmlns:a16="http://schemas.microsoft.com/office/drawing/2014/main" id="{761DDB10-0101-4E06-8AF2-67E318CC7692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7" name="Line">
            <a:extLst>
              <a:ext uri="{FF2B5EF4-FFF2-40B4-BE49-F238E27FC236}">
                <a16:creationId xmlns:a16="http://schemas.microsoft.com/office/drawing/2014/main" id="{056C998E-2D65-4990-B4E9-094B375D1A7B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78" name="A">
            <a:extLst>
              <a:ext uri="{FF2B5EF4-FFF2-40B4-BE49-F238E27FC236}">
                <a16:creationId xmlns:a16="http://schemas.microsoft.com/office/drawing/2014/main" id="{6D5F9974-82F9-4A86-B238-A91CD44B4803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379" name="B">
            <a:extLst>
              <a:ext uri="{FF2B5EF4-FFF2-40B4-BE49-F238E27FC236}">
                <a16:creationId xmlns:a16="http://schemas.microsoft.com/office/drawing/2014/main" id="{17F59303-E392-4D37-AC25-77316F614B5A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380" name="C">
            <a:extLst>
              <a:ext uri="{FF2B5EF4-FFF2-40B4-BE49-F238E27FC236}">
                <a16:creationId xmlns:a16="http://schemas.microsoft.com/office/drawing/2014/main" id="{130CAFEA-750B-4794-A862-0D6C64E6940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381" name="D">
            <a:extLst>
              <a:ext uri="{FF2B5EF4-FFF2-40B4-BE49-F238E27FC236}">
                <a16:creationId xmlns:a16="http://schemas.microsoft.com/office/drawing/2014/main" id="{BB66DEA9-61F6-44C1-96E3-C6FC53BC2356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382" name="E">
            <a:extLst>
              <a:ext uri="{FF2B5EF4-FFF2-40B4-BE49-F238E27FC236}">
                <a16:creationId xmlns:a16="http://schemas.microsoft.com/office/drawing/2014/main" id="{27BB9AF6-F9FC-4A31-BE80-D47DA4B9D1E3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383" name="F">
            <a:extLst>
              <a:ext uri="{FF2B5EF4-FFF2-40B4-BE49-F238E27FC236}">
                <a16:creationId xmlns:a16="http://schemas.microsoft.com/office/drawing/2014/main" id="{13EFF598-AF3D-4211-80FC-91191E59FDC0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384" name="G">
            <a:extLst>
              <a:ext uri="{FF2B5EF4-FFF2-40B4-BE49-F238E27FC236}">
                <a16:creationId xmlns:a16="http://schemas.microsoft.com/office/drawing/2014/main" id="{DA936FBF-FBDB-4943-8360-5B5ED5CB54D6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385" name="Mon">
            <a:extLst>
              <a:ext uri="{FF2B5EF4-FFF2-40B4-BE49-F238E27FC236}">
                <a16:creationId xmlns:a16="http://schemas.microsoft.com/office/drawing/2014/main" id="{47BB9D36-F699-4099-AE33-3575429B966B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86" name="Tue">
            <a:extLst>
              <a:ext uri="{FF2B5EF4-FFF2-40B4-BE49-F238E27FC236}">
                <a16:creationId xmlns:a16="http://schemas.microsoft.com/office/drawing/2014/main" id="{D254DEA1-18FA-455E-979F-700C71F1D750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387" name="Wed">
            <a:extLst>
              <a:ext uri="{FF2B5EF4-FFF2-40B4-BE49-F238E27FC236}">
                <a16:creationId xmlns:a16="http://schemas.microsoft.com/office/drawing/2014/main" id="{D156362C-B207-4CBE-AC74-EAA02CCFBD10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388" name="Mon">
            <a:extLst>
              <a:ext uri="{FF2B5EF4-FFF2-40B4-BE49-F238E27FC236}">
                <a16:creationId xmlns:a16="http://schemas.microsoft.com/office/drawing/2014/main" id="{1B7670EB-CD0F-40D2-9C99-0F6D90B081DE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389" name="{Mon, Tue, Wed}">
            <a:extLst>
              <a:ext uri="{FF2B5EF4-FFF2-40B4-BE49-F238E27FC236}">
                <a16:creationId xmlns:a16="http://schemas.microsoft.com/office/drawing/2014/main" id="{4E064AFE-A9DC-4809-B3D7-5D1220FCFE54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90" name="{Mon, Tue, Wed}">
            <a:extLst>
              <a:ext uri="{FF2B5EF4-FFF2-40B4-BE49-F238E27FC236}">
                <a16:creationId xmlns:a16="http://schemas.microsoft.com/office/drawing/2014/main" id="{405F9E79-F684-42D1-94AF-53F2070121FA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391" name="Wed">
            <a:extLst>
              <a:ext uri="{FF2B5EF4-FFF2-40B4-BE49-F238E27FC236}">
                <a16:creationId xmlns:a16="http://schemas.microsoft.com/office/drawing/2014/main" id="{50AD6229-5176-4BF0-9C8B-02BFC5946BB7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41591353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Line">
            <a:extLst>
              <a:ext uri="{FF2B5EF4-FFF2-40B4-BE49-F238E27FC236}">
                <a16:creationId xmlns:a16="http://schemas.microsoft.com/office/drawing/2014/main" id="{0E335C27-81FF-4BA1-B143-041EA5FC29D0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4" name="Line">
            <a:extLst>
              <a:ext uri="{FF2B5EF4-FFF2-40B4-BE49-F238E27FC236}">
                <a16:creationId xmlns:a16="http://schemas.microsoft.com/office/drawing/2014/main" id="{479D313E-1DC6-4A85-A8E6-B03A8411D9E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5" name="Line">
            <a:extLst>
              <a:ext uri="{FF2B5EF4-FFF2-40B4-BE49-F238E27FC236}">
                <a16:creationId xmlns:a16="http://schemas.microsoft.com/office/drawing/2014/main" id="{07D42988-5007-41C7-A271-6111E52075A9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6" name="Line">
            <a:extLst>
              <a:ext uri="{FF2B5EF4-FFF2-40B4-BE49-F238E27FC236}">
                <a16:creationId xmlns:a16="http://schemas.microsoft.com/office/drawing/2014/main" id="{B5AB586E-0634-4708-AFC1-5EE686DC1BDD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7" name="Line">
            <a:extLst>
              <a:ext uri="{FF2B5EF4-FFF2-40B4-BE49-F238E27FC236}">
                <a16:creationId xmlns:a16="http://schemas.microsoft.com/office/drawing/2014/main" id="{06EB3588-1BF9-45FE-A06F-31E7EF75210D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8" name="Line">
            <a:extLst>
              <a:ext uri="{FF2B5EF4-FFF2-40B4-BE49-F238E27FC236}">
                <a16:creationId xmlns:a16="http://schemas.microsoft.com/office/drawing/2014/main" id="{6F8FCB60-2475-473A-BD27-1FEAB146111B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399" name="Line">
            <a:extLst>
              <a:ext uri="{FF2B5EF4-FFF2-40B4-BE49-F238E27FC236}">
                <a16:creationId xmlns:a16="http://schemas.microsoft.com/office/drawing/2014/main" id="{A973FA47-600C-46D8-B6F9-8F773FCB058A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00" name="Line">
            <a:extLst>
              <a:ext uri="{FF2B5EF4-FFF2-40B4-BE49-F238E27FC236}">
                <a16:creationId xmlns:a16="http://schemas.microsoft.com/office/drawing/2014/main" id="{390C0FAD-A55B-44B4-96E7-CE1B892B4655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01" name="Line">
            <a:extLst>
              <a:ext uri="{FF2B5EF4-FFF2-40B4-BE49-F238E27FC236}">
                <a16:creationId xmlns:a16="http://schemas.microsoft.com/office/drawing/2014/main" id="{C8AEFDB4-08F5-4479-8601-034E8F307BED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02" name="Line">
            <a:extLst>
              <a:ext uri="{FF2B5EF4-FFF2-40B4-BE49-F238E27FC236}">
                <a16:creationId xmlns:a16="http://schemas.microsoft.com/office/drawing/2014/main" id="{2AAD8B1E-AEE7-4E89-B4BF-0E0E8BE29D60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03" name="Line">
            <a:extLst>
              <a:ext uri="{FF2B5EF4-FFF2-40B4-BE49-F238E27FC236}">
                <a16:creationId xmlns:a16="http://schemas.microsoft.com/office/drawing/2014/main" id="{AE8FC60D-9D74-4317-B4B2-81988E4FDA01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04" name="A">
            <a:extLst>
              <a:ext uri="{FF2B5EF4-FFF2-40B4-BE49-F238E27FC236}">
                <a16:creationId xmlns:a16="http://schemas.microsoft.com/office/drawing/2014/main" id="{505CDE81-C4FD-447E-A81A-1F96D8B1D2B0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405" name="B">
            <a:extLst>
              <a:ext uri="{FF2B5EF4-FFF2-40B4-BE49-F238E27FC236}">
                <a16:creationId xmlns:a16="http://schemas.microsoft.com/office/drawing/2014/main" id="{D4051915-F035-459C-83ED-9CD9BF358CE6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406" name="C">
            <a:extLst>
              <a:ext uri="{FF2B5EF4-FFF2-40B4-BE49-F238E27FC236}">
                <a16:creationId xmlns:a16="http://schemas.microsoft.com/office/drawing/2014/main" id="{D9628C59-E49B-4357-B359-513AEE34EA3C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407" name="D">
            <a:extLst>
              <a:ext uri="{FF2B5EF4-FFF2-40B4-BE49-F238E27FC236}">
                <a16:creationId xmlns:a16="http://schemas.microsoft.com/office/drawing/2014/main" id="{B78767A1-2E24-4BCB-81B5-EDA61BFACF1F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408" name="E">
            <a:extLst>
              <a:ext uri="{FF2B5EF4-FFF2-40B4-BE49-F238E27FC236}">
                <a16:creationId xmlns:a16="http://schemas.microsoft.com/office/drawing/2014/main" id="{37D5C50B-8130-4F87-B6E3-756F45FB1798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409" name="F">
            <a:extLst>
              <a:ext uri="{FF2B5EF4-FFF2-40B4-BE49-F238E27FC236}">
                <a16:creationId xmlns:a16="http://schemas.microsoft.com/office/drawing/2014/main" id="{8B4BE8A7-9141-4A5A-9D57-86166B1D903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410" name="G">
            <a:extLst>
              <a:ext uri="{FF2B5EF4-FFF2-40B4-BE49-F238E27FC236}">
                <a16:creationId xmlns:a16="http://schemas.microsoft.com/office/drawing/2014/main" id="{36AC5237-0A29-4647-876E-90C1DFC8139B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411" name="Mon">
            <a:extLst>
              <a:ext uri="{FF2B5EF4-FFF2-40B4-BE49-F238E27FC236}">
                <a16:creationId xmlns:a16="http://schemas.microsoft.com/office/drawing/2014/main" id="{DFA2C475-81EC-4A00-985B-23169540A75C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12" name="Tue">
            <a:extLst>
              <a:ext uri="{FF2B5EF4-FFF2-40B4-BE49-F238E27FC236}">
                <a16:creationId xmlns:a16="http://schemas.microsoft.com/office/drawing/2014/main" id="{EAA98D83-6541-4374-B601-9276725E21E9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13" name="Wed">
            <a:extLst>
              <a:ext uri="{FF2B5EF4-FFF2-40B4-BE49-F238E27FC236}">
                <a16:creationId xmlns:a16="http://schemas.microsoft.com/office/drawing/2014/main" id="{CF4DF460-9CE4-4E92-A126-775CF59AF291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414" name="Mon">
            <a:extLst>
              <a:ext uri="{FF2B5EF4-FFF2-40B4-BE49-F238E27FC236}">
                <a16:creationId xmlns:a16="http://schemas.microsoft.com/office/drawing/2014/main" id="{359FC9FA-4740-40AF-A09D-EFBF5A1506D7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15" name="{Mon, Tue, Wed}">
            <a:extLst>
              <a:ext uri="{FF2B5EF4-FFF2-40B4-BE49-F238E27FC236}">
                <a16:creationId xmlns:a16="http://schemas.microsoft.com/office/drawing/2014/main" id="{EEDEDFAF-3FE3-40B5-BE52-E969CDE76025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416" name="Mon">
            <a:extLst>
              <a:ext uri="{FF2B5EF4-FFF2-40B4-BE49-F238E27FC236}">
                <a16:creationId xmlns:a16="http://schemas.microsoft.com/office/drawing/2014/main" id="{15994C4C-4472-47A2-8F9D-5DC021CC0814}"/>
              </a:ext>
            </a:extLst>
          </p:cNvPr>
          <p:cNvSpPr>
            <a:spLocks noGrp="1"/>
          </p:cNvSpPr>
          <p:nvPr/>
        </p:nvSpPr>
        <p:spPr>
          <a:xfrm>
            <a:off x="16457913" y="7767624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17" name="Wed">
            <a:extLst>
              <a:ext uri="{FF2B5EF4-FFF2-40B4-BE49-F238E27FC236}">
                <a16:creationId xmlns:a16="http://schemas.microsoft.com/office/drawing/2014/main" id="{359CAB4A-5D2B-402A-A432-94C9B18974D0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21121929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Line">
            <a:extLst>
              <a:ext uri="{FF2B5EF4-FFF2-40B4-BE49-F238E27FC236}">
                <a16:creationId xmlns:a16="http://schemas.microsoft.com/office/drawing/2014/main" id="{BDA7B9FD-E93F-43C7-80A2-CD484033AB9D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0" name="Line">
            <a:extLst>
              <a:ext uri="{FF2B5EF4-FFF2-40B4-BE49-F238E27FC236}">
                <a16:creationId xmlns:a16="http://schemas.microsoft.com/office/drawing/2014/main" id="{5E9D3928-32D9-433C-840A-B8BC3A4DD89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1" name="Line">
            <a:extLst>
              <a:ext uri="{FF2B5EF4-FFF2-40B4-BE49-F238E27FC236}">
                <a16:creationId xmlns:a16="http://schemas.microsoft.com/office/drawing/2014/main" id="{E71A9584-A5C0-4865-87FA-603D553A60C6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2" name="Line">
            <a:extLst>
              <a:ext uri="{FF2B5EF4-FFF2-40B4-BE49-F238E27FC236}">
                <a16:creationId xmlns:a16="http://schemas.microsoft.com/office/drawing/2014/main" id="{CC71EDD1-C13A-49F9-B6E9-CF20C023A33B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3" name="Line">
            <a:extLst>
              <a:ext uri="{FF2B5EF4-FFF2-40B4-BE49-F238E27FC236}">
                <a16:creationId xmlns:a16="http://schemas.microsoft.com/office/drawing/2014/main" id="{1E8CFC91-C296-4215-A313-D583060A7E4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4" name="Line">
            <a:extLst>
              <a:ext uri="{FF2B5EF4-FFF2-40B4-BE49-F238E27FC236}">
                <a16:creationId xmlns:a16="http://schemas.microsoft.com/office/drawing/2014/main" id="{0213DB60-EA48-4594-A559-74F81AC6CB8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5" name="Line">
            <a:extLst>
              <a:ext uri="{FF2B5EF4-FFF2-40B4-BE49-F238E27FC236}">
                <a16:creationId xmlns:a16="http://schemas.microsoft.com/office/drawing/2014/main" id="{70B447BA-3039-4C50-B90F-F7A28BCD8B0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6" name="Line">
            <a:extLst>
              <a:ext uri="{FF2B5EF4-FFF2-40B4-BE49-F238E27FC236}">
                <a16:creationId xmlns:a16="http://schemas.microsoft.com/office/drawing/2014/main" id="{8FCBBA7D-10A1-471D-A469-FBD56B6381AA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7" name="Line">
            <a:extLst>
              <a:ext uri="{FF2B5EF4-FFF2-40B4-BE49-F238E27FC236}">
                <a16:creationId xmlns:a16="http://schemas.microsoft.com/office/drawing/2014/main" id="{590735A7-BD5C-4896-BBEB-D23447167DF2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8" name="Line">
            <a:extLst>
              <a:ext uri="{FF2B5EF4-FFF2-40B4-BE49-F238E27FC236}">
                <a16:creationId xmlns:a16="http://schemas.microsoft.com/office/drawing/2014/main" id="{E200563D-CA71-4945-82EC-ACBF88AB8D68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29" name="Line">
            <a:extLst>
              <a:ext uri="{FF2B5EF4-FFF2-40B4-BE49-F238E27FC236}">
                <a16:creationId xmlns:a16="http://schemas.microsoft.com/office/drawing/2014/main" id="{8E089FF5-C390-4A15-95BB-A6B5995947E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30" name="A">
            <a:extLst>
              <a:ext uri="{FF2B5EF4-FFF2-40B4-BE49-F238E27FC236}">
                <a16:creationId xmlns:a16="http://schemas.microsoft.com/office/drawing/2014/main" id="{C7E2CB44-AE21-4912-A524-C6CF4D7E6F2D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431" name="B">
            <a:extLst>
              <a:ext uri="{FF2B5EF4-FFF2-40B4-BE49-F238E27FC236}">
                <a16:creationId xmlns:a16="http://schemas.microsoft.com/office/drawing/2014/main" id="{EE750DCE-279A-4965-AF56-FB4B64E6472F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432" name="C">
            <a:extLst>
              <a:ext uri="{FF2B5EF4-FFF2-40B4-BE49-F238E27FC236}">
                <a16:creationId xmlns:a16="http://schemas.microsoft.com/office/drawing/2014/main" id="{A4824952-5D23-4FA0-8176-896AABA43ABB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433" name="D">
            <a:extLst>
              <a:ext uri="{FF2B5EF4-FFF2-40B4-BE49-F238E27FC236}">
                <a16:creationId xmlns:a16="http://schemas.microsoft.com/office/drawing/2014/main" id="{4155D3C3-66CB-4BF9-B3D5-0B468C758929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434" name="E">
            <a:extLst>
              <a:ext uri="{FF2B5EF4-FFF2-40B4-BE49-F238E27FC236}">
                <a16:creationId xmlns:a16="http://schemas.microsoft.com/office/drawing/2014/main" id="{997CF5F6-BC28-48A4-BC28-169AF365F42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435" name="F">
            <a:extLst>
              <a:ext uri="{FF2B5EF4-FFF2-40B4-BE49-F238E27FC236}">
                <a16:creationId xmlns:a16="http://schemas.microsoft.com/office/drawing/2014/main" id="{F0B20DA9-C38A-47B7-84D0-B3F12F9C556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436" name="G">
            <a:extLst>
              <a:ext uri="{FF2B5EF4-FFF2-40B4-BE49-F238E27FC236}">
                <a16:creationId xmlns:a16="http://schemas.microsoft.com/office/drawing/2014/main" id="{2F2C6C44-C786-40E9-87A3-2A2B6CB41D9F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437" name="Mon">
            <a:extLst>
              <a:ext uri="{FF2B5EF4-FFF2-40B4-BE49-F238E27FC236}">
                <a16:creationId xmlns:a16="http://schemas.microsoft.com/office/drawing/2014/main" id="{FAAF1CF8-1937-43CA-9B33-AB9B5C0D4A45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38" name="Tue">
            <a:extLst>
              <a:ext uri="{FF2B5EF4-FFF2-40B4-BE49-F238E27FC236}">
                <a16:creationId xmlns:a16="http://schemas.microsoft.com/office/drawing/2014/main" id="{0A1FFDE8-1978-42CF-9F5E-5EBA2587F77B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39" name="Wed">
            <a:extLst>
              <a:ext uri="{FF2B5EF4-FFF2-40B4-BE49-F238E27FC236}">
                <a16:creationId xmlns:a16="http://schemas.microsoft.com/office/drawing/2014/main" id="{A616029D-1C6F-4D21-90E5-8D4D5296D670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440" name="Mon">
            <a:extLst>
              <a:ext uri="{FF2B5EF4-FFF2-40B4-BE49-F238E27FC236}">
                <a16:creationId xmlns:a16="http://schemas.microsoft.com/office/drawing/2014/main" id="{126AFFE3-1528-42E1-9279-2B45CBAA8885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41" name="{Mon, Tue, Wed}">
            <a:extLst>
              <a:ext uri="{FF2B5EF4-FFF2-40B4-BE49-F238E27FC236}">
                <a16:creationId xmlns:a16="http://schemas.microsoft.com/office/drawing/2014/main" id="{6E15093B-2385-4F7A-AEA1-133A535EF871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442" name="Mon">
            <a:extLst>
              <a:ext uri="{FF2B5EF4-FFF2-40B4-BE49-F238E27FC236}">
                <a16:creationId xmlns:a16="http://schemas.microsoft.com/office/drawing/2014/main" id="{F599A66B-C163-43B8-906E-DD7DD8E5C0A1}"/>
              </a:ext>
            </a:extLst>
          </p:cNvPr>
          <p:cNvSpPr>
            <a:spLocks noGrp="1"/>
          </p:cNvSpPr>
          <p:nvPr/>
        </p:nvSpPr>
        <p:spPr>
          <a:xfrm>
            <a:off x="16457913" y="7767624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43" name="Wed">
            <a:extLst>
              <a:ext uri="{FF2B5EF4-FFF2-40B4-BE49-F238E27FC236}">
                <a16:creationId xmlns:a16="http://schemas.microsoft.com/office/drawing/2014/main" id="{ECBFCF90-DF8A-4FA7-9B03-065100F86797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5654482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Line">
            <a:extLst>
              <a:ext uri="{FF2B5EF4-FFF2-40B4-BE49-F238E27FC236}">
                <a16:creationId xmlns:a16="http://schemas.microsoft.com/office/drawing/2014/main" id="{E9CDD926-AC0E-4EFA-ABA8-6ECD878B940E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46" name="Line">
            <a:extLst>
              <a:ext uri="{FF2B5EF4-FFF2-40B4-BE49-F238E27FC236}">
                <a16:creationId xmlns:a16="http://schemas.microsoft.com/office/drawing/2014/main" id="{593A6724-82AB-4D2B-917E-90783D41D0C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47" name="Line">
            <a:extLst>
              <a:ext uri="{FF2B5EF4-FFF2-40B4-BE49-F238E27FC236}">
                <a16:creationId xmlns:a16="http://schemas.microsoft.com/office/drawing/2014/main" id="{0B2A9880-E78D-4AFE-B303-9545579694BD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48" name="Line">
            <a:extLst>
              <a:ext uri="{FF2B5EF4-FFF2-40B4-BE49-F238E27FC236}">
                <a16:creationId xmlns:a16="http://schemas.microsoft.com/office/drawing/2014/main" id="{859CF1FD-4918-4DF5-A214-61520A282CF9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49" name="Line">
            <a:extLst>
              <a:ext uri="{FF2B5EF4-FFF2-40B4-BE49-F238E27FC236}">
                <a16:creationId xmlns:a16="http://schemas.microsoft.com/office/drawing/2014/main" id="{96304E69-8CF4-49E7-8329-36AE861BCE2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0" name="Line">
            <a:extLst>
              <a:ext uri="{FF2B5EF4-FFF2-40B4-BE49-F238E27FC236}">
                <a16:creationId xmlns:a16="http://schemas.microsoft.com/office/drawing/2014/main" id="{5BF59D88-D838-48EF-A885-FD2140CB386A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1" name="Line">
            <a:extLst>
              <a:ext uri="{FF2B5EF4-FFF2-40B4-BE49-F238E27FC236}">
                <a16:creationId xmlns:a16="http://schemas.microsoft.com/office/drawing/2014/main" id="{1EC4A9DE-1048-43A1-AF1A-9F867DDB67D0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2" name="Line">
            <a:extLst>
              <a:ext uri="{FF2B5EF4-FFF2-40B4-BE49-F238E27FC236}">
                <a16:creationId xmlns:a16="http://schemas.microsoft.com/office/drawing/2014/main" id="{3A773D24-8654-4E51-9A40-7824DEC4CFA1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3" name="Line">
            <a:extLst>
              <a:ext uri="{FF2B5EF4-FFF2-40B4-BE49-F238E27FC236}">
                <a16:creationId xmlns:a16="http://schemas.microsoft.com/office/drawing/2014/main" id="{6608E917-8707-4EE6-83F0-4B2C41A62A37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4" name="Line">
            <a:extLst>
              <a:ext uri="{FF2B5EF4-FFF2-40B4-BE49-F238E27FC236}">
                <a16:creationId xmlns:a16="http://schemas.microsoft.com/office/drawing/2014/main" id="{628C1965-8B8B-4A92-9803-45EDD1A6640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5" name="Line">
            <a:extLst>
              <a:ext uri="{FF2B5EF4-FFF2-40B4-BE49-F238E27FC236}">
                <a16:creationId xmlns:a16="http://schemas.microsoft.com/office/drawing/2014/main" id="{1FB3CA15-11C3-4A62-B6F5-61D22FE5DE60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56" name="A">
            <a:extLst>
              <a:ext uri="{FF2B5EF4-FFF2-40B4-BE49-F238E27FC236}">
                <a16:creationId xmlns:a16="http://schemas.microsoft.com/office/drawing/2014/main" id="{3D860FF9-60B5-45E7-A570-DB1CE19A931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457" name="B">
            <a:extLst>
              <a:ext uri="{FF2B5EF4-FFF2-40B4-BE49-F238E27FC236}">
                <a16:creationId xmlns:a16="http://schemas.microsoft.com/office/drawing/2014/main" id="{FA3AD4E5-7BD2-4780-8F71-E1A7200452DE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458" name="C">
            <a:extLst>
              <a:ext uri="{FF2B5EF4-FFF2-40B4-BE49-F238E27FC236}">
                <a16:creationId xmlns:a16="http://schemas.microsoft.com/office/drawing/2014/main" id="{DF9B6B54-F526-4844-A368-05C950C83094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459" name="D">
            <a:extLst>
              <a:ext uri="{FF2B5EF4-FFF2-40B4-BE49-F238E27FC236}">
                <a16:creationId xmlns:a16="http://schemas.microsoft.com/office/drawing/2014/main" id="{1951C811-1490-415C-8244-68D5DE412723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460" name="E">
            <a:extLst>
              <a:ext uri="{FF2B5EF4-FFF2-40B4-BE49-F238E27FC236}">
                <a16:creationId xmlns:a16="http://schemas.microsoft.com/office/drawing/2014/main" id="{BD1AAC1F-30EC-4DE0-9D52-BB499A70EE1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461" name="F">
            <a:extLst>
              <a:ext uri="{FF2B5EF4-FFF2-40B4-BE49-F238E27FC236}">
                <a16:creationId xmlns:a16="http://schemas.microsoft.com/office/drawing/2014/main" id="{A1B7CFA1-5673-4934-B463-5A6CA420A6A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462" name="G">
            <a:extLst>
              <a:ext uri="{FF2B5EF4-FFF2-40B4-BE49-F238E27FC236}">
                <a16:creationId xmlns:a16="http://schemas.microsoft.com/office/drawing/2014/main" id="{8734E826-7892-4142-9028-651BEF424318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463" name="Mon">
            <a:extLst>
              <a:ext uri="{FF2B5EF4-FFF2-40B4-BE49-F238E27FC236}">
                <a16:creationId xmlns:a16="http://schemas.microsoft.com/office/drawing/2014/main" id="{233D3735-27FB-4107-9CC4-63BE036A9F17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64" name="Tue">
            <a:extLst>
              <a:ext uri="{FF2B5EF4-FFF2-40B4-BE49-F238E27FC236}">
                <a16:creationId xmlns:a16="http://schemas.microsoft.com/office/drawing/2014/main" id="{D9FE1ACB-BB65-4AF1-A4ED-825BFD7754FE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65" name="Wed">
            <a:extLst>
              <a:ext uri="{FF2B5EF4-FFF2-40B4-BE49-F238E27FC236}">
                <a16:creationId xmlns:a16="http://schemas.microsoft.com/office/drawing/2014/main" id="{D347D852-3C7F-4753-B4E6-05DB9D743B3E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466" name="Mon">
            <a:extLst>
              <a:ext uri="{FF2B5EF4-FFF2-40B4-BE49-F238E27FC236}">
                <a16:creationId xmlns:a16="http://schemas.microsoft.com/office/drawing/2014/main" id="{8600EFF9-1D31-45EE-BA3F-46FCADDB8B75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67" name="{Mon, Tue, Wed}">
            <a:extLst>
              <a:ext uri="{FF2B5EF4-FFF2-40B4-BE49-F238E27FC236}">
                <a16:creationId xmlns:a16="http://schemas.microsoft.com/office/drawing/2014/main" id="{C77D0924-055D-4F7A-A5E5-2A23CB340AFE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468" name="Tue">
            <a:extLst>
              <a:ext uri="{FF2B5EF4-FFF2-40B4-BE49-F238E27FC236}">
                <a16:creationId xmlns:a16="http://schemas.microsoft.com/office/drawing/2014/main" id="{BE098625-1BED-4896-BEAD-D7E80390E334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69" name="Wed">
            <a:extLst>
              <a:ext uri="{FF2B5EF4-FFF2-40B4-BE49-F238E27FC236}">
                <a16:creationId xmlns:a16="http://schemas.microsoft.com/office/drawing/2014/main" id="{42B902EB-A50E-4706-9BF7-F52DFAE3D83A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202351308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Line">
            <a:extLst>
              <a:ext uri="{FF2B5EF4-FFF2-40B4-BE49-F238E27FC236}">
                <a16:creationId xmlns:a16="http://schemas.microsoft.com/office/drawing/2014/main" id="{7078D432-4E3F-4880-A510-C9FEE1BC957C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2" name="Line">
            <a:extLst>
              <a:ext uri="{FF2B5EF4-FFF2-40B4-BE49-F238E27FC236}">
                <a16:creationId xmlns:a16="http://schemas.microsoft.com/office/drawing/2014/main" id="{CC4382DF-CA94-4A1D-B64F-CF0E1EE717DC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3" name="Line">
            <a:extLst>
              <a:ext uri="{FF2B5EF4-FFF2-40B4-BE49-F238E27FC236}">
                <a16:creationId xmlns:a16="http://schemas.microsoft.com/office/drawing/2014/main" id="{559A53E6-59EE-4D64-8C83-8D3E217DE31D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4" name="Line">
            <a:extLst>
              <a:ext uri="{FF2B5EF4-FFF2-40B4-BE49-F238E27FC236}">
                <a16:creationId xmlns:a16="http://schemas.microsoft.com/office/drawing/2014/main" id="{0C31ED5B-1424-4F1A-B6BE-DC3A7DA5A1D6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5" name="Line">
            <a:extLst>
              <a:ext uri="{FF2B5EF4-FFF2-40B4-BE49-F238E27FC236}">
                <a16:creationId xmlns:a16="http://schemas.microsoft.com/office/drawing/2014/main" id="{ECFF9231-8A34-4671-AA6E-261BCA191546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6" name="Line">
            <a:extLst>
              <a:ext uri="{FF2B5EF4-FFF2-40B4-BE49-F238E27FC236}">
                <a16:creationId xmlns:a16="http://schemas.microsoft.com/office/drawing/2014/main" id="{CC6CFCBB-F708-47B8-B74C-959B112C07BA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7" name="Line">
            <a:extLst>
              <a:ext uri="{FF2B5EF4-FFF2-40B4-BE49-F238E27FC236}">
                <a16:creationId xmlns:a16="http://schemas.microsoft.com/office/drawing/2014/main" id="{48EA73DE-0D94-47E1-BE91-9B8F0A08740C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8" name="Line">
            <a:extLst>
              <a:ext uri="{FF2B5EF4-FFF2-40B4-BE49-F238E27FC236}">
                <a16:creationId xmlns:a16="http://schemas.microsoft.com/office/drawing/2014/main" id="{B89FF455-8EBF-419D-8F38-AB7BB48E9FD7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79" name="Line">
            <a:extLst>
              <a:ext uri="{FF2B5EF4-FFF2-40B4-BE49-F238E27FC236}">
                <a16:creationId xmlns:a16="http://schemas.microsoft.com/office/drawing/2014/main" id="{B931D0A6-D6E4-424A-AE5B-4DEB261D6A2C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80" name="Line">
            <a:extLst>
              <a:ext uri="{FF2B5EF4-FFF2-40B4-BE49-F238E27FC236}">
                <a16:creationId xmlns:a16="http://schemas.microsoft.com/office/drawing/2014/main" id="{5E56F968-DDFF-4A76-8EFE-AE131C9677BF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81" name="Line">
            <a:extLst>
              <a:ext uri="{FF2B5EF4-FFF2-40B4-BE49-F238E27FC236}">
                <a16:creationId xmlns:a16="http://schemas.microsoft.com/office/drawing/2014/main" id="{6BD7E433-F8B3-4839-906C-7EF25C30FF4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82" name="A">
            <a:extLst>
              <a:ext uri="{FF2B5EF4-FFF2-40B4-BE49-F238E27FC236}">
                <a16:creationId xmlns:a16="http://schemas.microsoft.com/office/drawing/2014/main" id="{C41E02F5-D49E-4F06-9812-B5C6897F764E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483" name="B">
            <a:extLst>
              <a:ext uri="{FF2B5EF4-FFF2-40B4-BE49-F238E27FC236}">
                <a16:creationId xmlns:a16="http://schemas.microsoft.com/office/drawing/2014/main" id="{30E0B6DD-4A85-42B7-AADF-2CD9426EE7D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484" name="C">
            <a:extLst>
              <a:ext uri="{FF2B5EF4-FFF2-40B4-BE49-F238E27FC236}">
                <a16:creationId xmlns:a16="http://schemas.microsoft.com/office/drawing/2014/main" id="{A7FE2563-8E2C-4300-99CF-B45099827B64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485" name="D">
            <a:extLst>
              <a:ext uri="{FF2B5EF4-FFF2-40B4-BE49-F238E27FC236}">
                <a16:creationId xmlns:a16="http://schemas.microsoft.com/office/drawing/2014/main" id="{E2E74BDB-45C6-4AE5-A6B7-D7766CB0D739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486" name="E">
            <a:extLst>
              <a:ext uri="{FF2B5EF4-FFF2-40B4-BE49-F238E27FC236}">
                <a16:creationId xmlns:a16="http://schemas.microsoft.com/office/drawing/2014/main" id="{84763839-B3DB-4701-BEB4-54421412AAF8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487" name="F">
            <a:extLst>
              <a:ext uri="{FF2B5EF4-FFF2-40B4-BE49-F238E27FC236}">
                <a16:creationId xmlns:a16="http://schemas.microsoft.com/office/drawing/2014/main" id="{C116B189-2BE6-42ED-AFAD-DC144EBB73D1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488" name="G">
            <a:extLst>
              <a:ext uri="{FF2B5EF4-FFF2-40B4-BE49-F238E27FC236}">
                <a16:creationId xmlns:a16="http://schemas.microsoft.com/office/drawing/2014/main" id="{DA9EED96-3534-4AC9-A3C7-FFAB58071E1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489" name="Mon">
            <a:extLst>
              <a:ext uri="{FF2B5EF4-FFF2-40B4-BE49-F238E27FC236}">
                <a16:creationId xmlns:a16="http://schemas.microsoft.com/office/drawing/2014/main" id="{45BA403F-DA6B-4ED2-BF97-0BE0C189F466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90" name="Tue">
            <a:extLst>
              <a:ext uri="{FF2B5EF4-FFF2-40B4-BE49-F238E27FC236}">
                <a16:creationId xmlns:a16="http://schemas.microsoft.com/office/drawing/2014/main" id="{FE61DA99-8468-4E1B-A09D-167D9AD9F210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91" name="Wed">
            <a:extLst>
              <a:ext uri="{FF2B5EF4-FFF2-40B4-BE49-F238E27FC236}">
                <a16:creationId xmlns:a16="http://schemas.microsoft.com/office/drawing/2014/main" id="{A8F8F2CF-76CC-4417-85DD-96CB8BCE680F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492" name="Mon">
            <a:extLst>
              <a:ext uri="{FF2B5EF4-FFF2-40B4-BE49-F238E27FC236}">
                <a16:creationId xmlns:a16="http://schemas.microsoft.com/office/drawing/2014/main" id="{F6D85D02-6E4F-4E34-BB5F-B4EE6300ED9A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93" name="Mon">
            <a:extLst>
              <a:ext uri="{FF2B5EF4-FFF2-40B4-BE49-F238E27FC236}">
                <a16:creationId xmlns:a16="http://schemas.microsoft.com/office/drawing/2014/main" id="{383C77B7-8FCA-4F97-8C3F-22756BEC97E7}"/>
              </a:ext>
            </a:extLst>
          </p:cNvPr>
          <p:cNvSpPr>
            <a:spLocks noGrp="1"/>
          </p:cNvSpPr>
          <p:nvPr/>
        </p:nvSpPr>
        <p:spPr>
          <a:xfrm>
            <a:off x="1751879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494" name="Tue">
            <a:extLst>
              <a:ext uri="{FF2B5EF4-FFF2-40B4-BE49-F238E27FC236}">
                <a16:creationId xmlns:a16="http://schemas.microsoft.com/office/drawing/2014/main" id="{37F100A9-E80D-4E31-9178-442B9FBAEB90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495" name="Wed">
            <a:extLst>
              <a:ext uri="{FF2B5EF4-FFF2-40B4-BE49-F238E27FC236}">
                <a16:creationId xmlns:a16="http://schemas.microsoft.com/office/drawing/2014/main" id="{13E33BA1-9F69-49E4-8003-2F692B21FD8E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7054437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Line">
            <a:extLst>
              <a:ext uri="{FF2B5EF4-FFF2-40B4-BE49-F238E27FC236}">
                <a16:creationId xmlns:a16="http://schemas.microsoft.com/office/drawing/2014/main" id="{551FEE24-65FD-4B4F-A7D8-4DAD476B3ADD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98" name="Line">
            <a:extLst>
              <a:ext uri="{FF2B5EF4-FFF2-40B4-BE49-F238E27FC236}">
                <a16:creationId xmlns:a16="http://schemas.microsoft.com/office/drawing/2014/main" id="{CE23BB0C-2FDB-4708-9CCA-391239D2584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499" name="Line">
            <a:extLst>
              <a:ext uri="{FF2B5EF4-FFF2-40B4-BE49-F238E27FC236}">
                <a16:creationId xmlns:a16="http://schemas.microsoft.com/office/drawing/2014/main" id="{A0918DAB-7119-4622-9784-B923450CDB6B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0" name="Line">
            <a:extLst>
              <a:ext uri="{FF2B5EF4-FFF2-40B4-BE49-F238E27FC236}">
                <a16:creationId xmlns:a16="http://schemas.microsoft.com/office/drawing/2014/main" id="{E691411B-E7B3-465A-9485-ACB90D3EB7B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1" name="Line">
            <a:extLst>
              <a:ext uri="{FF2B5EF4-FFF2-40B4-BE49-F238E27FC236}">
                <a16:creationId xmlns:a16="http://schemas.microsoft.com/office/drawing/2014/main" id="{609611E4-614D-4172-9E32-4602556D3141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2" name="Line">
            <a:extLst>
              <a:ext uri="{FF2B5EF4-FFF2-40B4-BE49-F238E27FC236}">
                <a16:creationId xmlns:a16="http://schemas.microsoft.com/office/drawing/2014/main" id="{2A591A06-9E5B-4E86-A425-23A1AAAD3D7E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3" name="Line">
            <a:extLst>
              <a:ext uri="{FF2B5EF4-FFF2-40B4-BE49-F238E27FC236}">
                <a16:creationId xmlns:a16="http://schemas.microsoft.com/office/drawing/2014/main" id="{9ED18AFC-E34C-4B46-BF42-94C5D16C07E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4" name="Line">
            <a:extLst>
              <a:ext uri="{FF2B5EF4-FFF2-40B4-BE49-F238E27FC236}">
                <a16:creationId xmlns:a16="http://schemas.microsoft.com/office/drawing/2014/main" id="{A6D80971-9EEC-4254-8C47-FD4B2371EBD1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5" name="Line">
            <a:extLst>
              <a:ext uri="{FF2B5EF4-FFF2-40B4-BE49-F238E27FC236}">
                <a16:creationId xmlns:a16="http://schemas.microsoft.com/office/drawing/2014/main" id="{27525187-2962-4E91-A4E4-DF50F1A749CF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6" name="Line">
            <a:extLst>
              <a:ext uri="{FF2B5EF4-FFF2-40B4-BE49-F238E27FC236}">
                <a16:creationId xmlns:a16="http://schemas.microsoft.com/office/drawing/2014/main" id="{5C9A54BB-C404-4559-BC7C-18A98A4DFFE0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7" name="Line">
            <a:extLst>
              <a:ext uri="{FF2B5EF4-FFF2-40B4-BE49-F238E27FC236}">
                <a16:creationId xmlns:a16="http://schemas.microsoft.com/office/drawing/2014/main" id="{FB52D3D8-22EB-49FA-B4E2-CC4B4077CEAE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08" name="A">
            <a:extLst>
              <a:ext uri="{FF2B5EF4-FFF2-40B4-BE49-F238E27FC236}">
                <a16:creationId xmlns:a16="http://schemas.microsoft.com/office/drawing/2014/main" id="{6BC3B5CB-32E1-46B4-953A-9216D3A06BDE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509" name="B">
            <a:extLst>
              <a:ext uri="{FF2B5EF4-FFF2-40B4-BE49-F238E27FC236}">
                <a16:creationId xmlns:a16="http://schemas.microsoft.com/office/drawing/2014/main" id="{A73F4194-3263-4E91-B5E9-00EFB929A08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510" name="C">
            <a:extLst>
              <a:ext uri="{FF2B5EF4-FFF2-40B4-BE49-F238E27FC236}">
                <a16:creationId xmlns:a16="http://schemas.microsoft.com/office/drawing/2014/main" id="{2F0E6ED1-F5EB-4ABA-B24D-ED76DA506851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511" name="D">
            <a:extLst>
              <a:ext uri="{FF2B5EF4-FFF2-40B4-BE49-F238E27FC236}">
                <a16:creationId xmlns:a16="http://schemas.microsoft.com/office/drawing/2014/main" id="{F150A534-A0F2-4A34-8B75-AB6F3749CFE6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512" name="E">
            <a:extLst>
              <a:ext uri="{FF2B5EF4-FFF2-40B4-BE49-F238E27FC236}">
                <a16:creationId xmlns:a16="http://schemas.microsoft.com/office/drawing/2014/main" id="{D897A8C7-953B-413C-9605-70FBE9AE95B5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513" name="F">
            <a:extLst>
              <a:ext uri="{FF2B5EF4-FFF2-40B4-BE49-F238E27FC236}">
                <a16:creationId xmlns:a16="http://schemas.microsoft.com/office/drawing/2014/main" id="{71F9D331-F985-4DA7-AF5D-6C4913E006D0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514" name="G">
            <a:extLst>
              <a:ext uri="{FF2B5EF4-FFF2-40B4-BE49-F238E27FC236}">
                <a16:creationId xmlns:a16="http://schemas.microsoft.com/office/drawing/2014/main" id="{DA5FACBC-252F-43D9-A390-EFD4AE7E9835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515" name="Mon">
            <a:extLst>
              <a:ext uri="{FF2B5EF4-FFF2-40B4-BE49-F238E27FC236}">
                <a16:creationId xmlns:a16="http://schemas.microsoft.com/office/drawing/2014/main" id="{5761DE67-8A8D-4387-99DB-0540C26DF8F8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16" name="Tue">
            <a:extLst>
              <a:ext uri="{FF2B5EF4-FFF2-40B4-BE49-F238E27FC236}">
                <a16:creationId xmlns:a16="http://schemas.microsoft.com/office/drawing/2014/main" id="{E6764252-A710-4716-8630-96B9F0ACF6FF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17" name="Wed">
            <a:extLst>
              <a:ext uri="{FF2B5EF4-FFF2-40B4-BE49-F238E27FC236}">
                <a16:creationId xmlns:a16="http://schemas.microsoft.com/office/drawing/2014/main" id="{8DDF5487-4D30-4309-AEE9-B48F599A37A3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518" name="Mon">
            <a:extLst>
              <a:ext uri="{FF2B5EF4-FFF2-40B4-BE49-F238E27FC236}">
                <a16:creationId xmlns:a16="http://schemas.microsoft.com/office/drawing/2014/main" id="{CA8D0EF9-445A-4E2D-B1FD-367E085C96E4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19" name="Mon">
            <a:extLst>
              <a:ext uri="{FF2B5EF4-FFF2-40B4-BE49-F238E27FC236}">
                <a16:creationId xmlns:a16="http://schemas.microsoft.com/office/drawing/2014/main" id="{5EE71348-C975-4E97-82C5-51327E6803BB}"/>
              </a:ext>
            </a:extLst>
          </p:cNvPr>
          <p:cNvSpPr>
            <a:spLocks noGrp="1"/>
          </p:cNvSpPr>
          <p:nvPr/>
        </p:nvSpPr>
        <p:spPr>
          <a:xfrm>
            <a:off x="1751879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20" name="Tue">
            <a:extLst>
              <a:ext uri="{FF2B5EF4-FFF2-40B4-BE49-F238E27FC236}">
                <a16:creationId xmlns:a16="http://schemas.microsoft.com/office/drawing/2014/main" id="{4733D8DA-90A2-443D-85A1-880E8AEA22C7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21" name="Wed">
            <a:extLst>
              <a:ext uri="{FF2B5EF4-FFF2-40B4-BE49-F238E27FC236}">
                <a16:creationId xmlns:a16="http://schemas.microsoft.com/office/drawing/2014/main" id="{6AFC1679-3B3C-4733-B392-4CF6384DF65C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39412051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Line">
            <a:extLst>
              <a:ext uri="{FF2B5EF4-FFF2-40B4-BE49-F238E27FC236}">
                <a16:creationId xmlns:a16="http://schemas.microsoft.com/office/drawing/2014/main" id="{6997FF50-026C-4704-B990-B4D5981CCB92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4" name="Line">
            <a:extLst>
              <a:ext uri="{FF2B5EF4-FFF2-40B4-BE49-F238E27FC236}">
                <a16:creationId xmlns:a16="http://schemas.microsoft.com/office/drawing/2014/main" id="{FAE5F1B9-FF2B-49BF-AFA0-E6848D2E335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5" name="Line">
            <a:extLst>
              <a:ext uri="{FF2B5EF4-FFF2-40B4-BE49-F238E27FC236}">
                <a16:creationId xmlns:a16="http://schemas.microsoft.com/office/drawing/2014/main" id="{BCC9A3DF-B83B-4FB0-AFEF-0AE15098AF86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6" name="Line">
            <a:extLst>
              <a:ext uri="{FF2B5EF4-FFF2-40B4-BE49-F238E27FC236}">
                <a16:creationId xmlns:a16="http://schemas.microsoft.com/office/drawing/2014/main" id="{A3FE5224-8781-47F1-83FD-2B151A5D88B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7" name="Line">
            <a:extLst>
              <a:ext uri="{FF2B5EF4-FFF2-40B4-BE49-F238E27FC236}">
                <a16:creationId xmlns:a16="http://schemas.microsoft.com/office/drawing/2014/main" id="{73DFAEDC-C80B-4B7D-90AE-9C33BAAEB601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8" name="Line">
            <a:extLst>
              <a:ext uri="{FF2B5EF4-FFF2-40B4-BE49-F238E27FC236}">
                <a16:creationId xmlns:a16="http://schemas.microsoft.com/office/drawing/2014/main" id="{3309D5FD-64A9-46ED-8B21-BE7C44E023A5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29" name="Line">
            <a:extLst>
              <a:ext uri="{FF2B5EF4-FFF2-40B4-BE49-F238E27FC236}">
                <a16:creationId xmlns:a16="http://schemas.microsoft.com/office/drawing/2014/main" id="{4CC10426-66E6-4250-A7EB-783CDF4FDCE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30" name="Line">
            <a:extLst>
              <a:ext uri="{FF2B5EF4-FFF2-40B4-BE49-F238E27FC236}">
                <a16:creationId xmlns:a16="http://schemas.microsoft.com/office/drawing/2014/main" id="{5BB7633F-EA76-4BF0-ADD3-A587DDD6444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31" name="Line">
            <a:extLst>
              <a:ext uri="{FF2B5EF4-FFF2-40B4-BE49-F238E27FC236}">
                <a16:creationId xmlns:a16="http://schemas.microsoft.com/office/drawing/2014/main" id="{35B64E64-B9FA-42B8-B9DE-352517292858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32" name="Line">
            <a:extLst>
              <a:ext uri="{FF2B5EF4-FFF2-40B4-BE49-F238E27FC236}">
                <a16:creationId xmlns:a16="http://schemas.microsoft.com/office/drawing/2014/main" id="{ED6D40DF-CE7A-4E4B-AFBE-26EEA65CC9C1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33" name="Line">
            <a:extLst>
              <a:ext uri="{FF2B5EF4-FFF2-40B4-BE49-F238E27FC236}">
                <a16:creationId xmlns:a16="http://schemas.microsoft.com/office/drawing/2014/main" id="{227CA6BB-7807-4179-9D57-223E69C49685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34" name="A">
            <a:extLst>
              <a:ext uri="{FF2B5EF4-FFF2-40B4-BE49-F238E27FC236}">
                <a16:creationId xmlns:a16="http://schemas.microsoft.com/office/drawing/2014/main" id="{5FA15D01-96C4-4F3C-BAED-752C7BD8DEA9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535" name="B">
            <a:extLst>
              <a:ext uri="{FF2B5EF4-FFF2-40B4-BE49-F238E27FC236}">
                <a16:creationId xmlns:a16="http://schemas.microsoft.com/office/drawing/2014/main" id="{98707602-F935-45B8-9422-D3F6A8DF0A5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536" name="C">
            <a:extLst>
              <a:ext uri="{FF2B5EF4-FFF2-40B4-BE49-F238E27FC236}">
                <a16:creationId xmlns:a16="http://schemas.microsoft.com/office/drawing/2014/main" id="{BF21ACBF-C263-4DD4-812E-9E9FA146EA2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537" name="D">
            <a:extLst>
              <a:ext uri="{FF2B5EF4-FFF2-40B4-BE49-F238E27FC236}">
                <a16:creationId xmlns:a16="http://schemas.microsoft.com/office/drawing/2014/main" id="{7BD2D552-27F4-479E-A294-92EAFA8880E9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538" name="E">
            <a:extLst>
              <a:ext uri="{FF2B5EF4-FFF2-40B4-BE49-F238E27FC236}">
                <a16:creationId xmlns:a16="http://schemas.microsoft.com/office/drawing/2014/main" id="{A4A0C257-D4DC-4690-BF04-F47EEB60E4E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539" name="F">
            <a:extLst>
              <a:ext uri="{FF2B5EF4-FFF2-40B4-BE49-F238E27FC236}">
                <a16:creationId xmlns:a16="http://schemas.microsoft.com/office/drawing/2014/main" id="{76F710EC-C103-4371-BD5D-1B994D94A001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540" name="G">
            <a:extLst>
              <a:ext uri="{FF2B5EF4-FFF2-40B4-BE49-F238E27FC236}">
                <a16:creationId xmlns:a16="http://schemas.microsoft.com/office/drawing/2014/main" id="{EEB13A5C-9B4F-4E5B-AE1C-2995624E7C9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541" name="Mon">
            <a:extLst>
              <a:ext uri="{FF2B5EF4-FFF2-40B4-BE49-F238E27FC236}">
                <a16:creationId xmlns:a16="http://schemas.microsoft.com/office/drawing/2014/main" id="{AB79F581-3240-4F96-87A3-98032AAC555B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42" name="Tue">
            <a:extLst>
              <a:ext uri="{FF2B5EF4-FFF2-40B4-BE49-F238E27FC236}">
                <a16:creationId xmlns:a16="http://schemas.microsoft.com/office/drawing/2014/main" id="{A3FBE3C9-6033-4D42-825D-3111348EF2E2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43" name="Wed">
            <a:extLst>
              <a:ext uri="{FF2B5EF4-FFF2-40B4-BE49-F238E27FC236}">
                <a16:creationId xmlns:a16="http://schemas.microsoft.com/office/drawing/2014/main" id="{E3C3988F-2D26-4284-B269-2EBBA1371E99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544" name="Mon">
            <a:extLst>
              <a:ext uri="{FF2B5EF4-FFF2-40B4-BE49-F238E27FC236}">
                <a16:creationId xmlns:a16="http://schemas.microsoft.com/office/drawing/2014/main" id="{B6B64362-68BD-4126-9FB6-FBBACF763BAC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45" name="Tue">
            <a:extLst>
              <a:ext uri="{FF2B5EF4-FFF2-40B4-BE49-F238E27FC236}">
                <a16:creationId xmlns:a16="http://schemas.microsoft.com/office/drawing/2014/main" id="{8F0C0C8D-AF6D-4263-BAB6-4B7A9D088F8E}"/>
              </a:ext>
            </a:extLst>
          </p:cNvPr>
          <p:cNvSpPr>
            <a:spLocks noGrp="1"/>
          </p:cNvSpPr>
          <p:nvPr/>
        </p:nvSpPr>
        <p:spPr>
          <a:xfrm>
            <a:off x="17427065" y="11179799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46" name="Tue">
            <a:extLst>
              <a:ext uri="{FF2B5EF4-FFF2-40B4-BE49-F238E27FC236}">
                <a16:creationId xmlns:a16="http://schemas.microsoft.com/office/drawing/2014/main" id="{1401959D-1FEE-4DF6-A718-A3F84AD0B2AE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47" name="Wed">
            <a:extLst>
              <a:ext uri="{FF2B5EF4-FFF2-40B4-BE49-F238E27FC236}">
                <a16:creationId xmlns:a16="http://schemas.microsoft.com/office/drawing/2014/main" id="{E4120467-AD3D-476B-A1F1-7A2E45061B5A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201984876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Line">
            <a:extLst>
              <a:ext uri="{FF2B5EF4-FFF2-40B4-BE49-F238E27FC236}">
                <a16:creationId xmlns:a16="http://schemas.microsoft.com/office/drawing/2014/main" id="{8DF24E91-69C0-4105-81BD-93355D11402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chemeClr val="accent5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0" name="Line">
            <a:extLst>
              <a:ext uri="{FF2B5EF4-FFF2-40B4-BE49-F238E27FC236}">
                <a16:creationId xmlns:a16="http://schemas.microsoft.com/office/drawing/2014/main" id="{E2175A8C-4743-4FAD-9F76-F9A614A2B594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1" name="Line">
            <a:extLst>
              <a:ext uri="{FF2B5EF4-FFF2-40B4-BE49-F238E27FC236}">
                <a16:creationId xmlns:a16="http://schemas.microsoft.com/office/drawing/2014/main" id="{E2EF44AB-A289-4667-BB61-649675E1D663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2" name="Line">
            <a:extLst>
              <a:ext uri="{FF2B5EF4-FFF2-40B4-BE49-F238E27FC236}">
                <a16:creationId xmlns:a16="http://schemas.microsoft.com/office/drawing/2014/main" id="{ABE7CDD6-058D-4754-B710-F1655AE86D58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3" name="Line">
            <a:extLst>
              <a:ext uri="{FF2B5EF4-FFF2-40B4-BE49-F238E27FC236}">
                <a16:creationId xmlns:a16="http://schemas.microsoft.com/office/drawing/2014/main" id="{CA3DDB7B-E6EF-48A0-A603-40548D4E10E9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4" name="Line">
            <a:extLst>
              <a:ext uri="{FF2B5EF4-FFF2-40B4-BE49-F238E27FC236}">
                <a16:creationId xmlns:a16="http://schemas.microsoft.com/office/drawing/2014/main" id="{95ADE377-4AFF-48FF-9C1D-8E430CE804A5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5" name="Line">
            <a:extLst>
              <a:ext uri="{FF2B5EF4-FFF2-40B4-BE49-F238E27FC236}">
                <a16:creationId xmlns:a16="http://schemas.microsoft.com/office/drawing/2014/main" id="{B38513A7-72B8-4689-920F-D68996C9F191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6" name="Line">
            <a:extLst>
              <a:ext uri="{FF2B5EF4-FFF2-40B4-BE49-F238E27FC236}">
                <a16:creationId xmlns:a16="http://schemas.microsoft.com/office/drawing/2014/main" id="{C3BFD57F-17AB-4E2B-8842-C628E8E703CE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7" name="Line">
            <a:extLst>
              <a:ext uri="{FF2B5EF4-FFF2-40B4-BE49-F238E27FC236}">
                <a16:creationId xmlns:a16="http://schemas.microsoft.com/office/drawing/2014/main" id="{C371CBB4-BA4A-480C-BB3A-F7C11153729C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8" name="Line">
            <a:extLst>
              <a:ext uri="{FF2B5EF4-FFF2-40B4-BE49-F238E27FC236}">
                <a16:creationId xmlns:a16="http://schemas.microsoft.com/office/drawing/2014/main" id="{D8E02A0E-C9A4-45DF-AE21-42BCE54523C9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59" name="Line">
            <a:extLst>
              <a:ext uri="{FF2B5EF4-FFF2-40B4-BE49-F238E27FC236}">
                <a16:creationId xmlns:a16="http://schemas.microsoft.com/office/drawing/2014/main" id="{F4C95B5B-F1C5-4B5E-AC45-F44A65F5A1C1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60" name="A">
            <a:extLst>
              <a:ext uri="{FF2B5EF4-FFF2-40B4-BE49-F238E27FC236}">
                <a16:creationId xmlns:a16="http://schemas.microsoft.com/office/drawing/2014/main" id="{DB07D094-1A53-43D6-9CD0-567BF6C068B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561" name="B">
            <a:extLst>
              <a:ext uri="{FF2B5EF4-FFF2-40B4-BE49-F238E27FC236}">
                <a16:creationId xmlns:a16="http://schemas.microsoft.com/office/drawing/2014/main" id="{4207A72E-E72A-4406-9013-4F9A636DFC29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562" name="C">
            <a:extLst>
              <a:ext uri="{FF2B5EF4-FFF2-40B4-BE49-F238E27FC236}">
                <a16:creationId xmlns:a16="http://schemas.microsoft.com/office/drawing/2014/main" id="{DD1A9562-A19B-4FF9-A12B-13B46F28AAD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563" name="D">
            <a:extLst>
              <a:ext uri="{FF2B5EF4-FFF2-40B4-BE49-F238E27FC236}">
                <a16:creationId xmlns:a16="http://schemas.microsoft.com/office/drawing/2014/main" id="{7D080AFA-4CD9-42AC-B738-500921629786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564" name="E">
            <a:extLst>
              <a:ext uri="{FF2B5EF4-FFF2-40B4-BE49-F238E27FC236}">
                <a16:creationId xmlns:a16="http://schemas.microsoft.com/office/drawing/2014/main" id="{BC7C888C-F03F-4114-9CED-7A7D8C6931D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565" name="F">
            <a:extLst>
              <a:ext uri="{FF2B5EF4-FFF2-40B4-BE49-F238E27FC236}">
                <a16:creationId xmlns:a16="http://schemas.microsoft.com/office/drawing/2014/main" id="{B4F7433D-3AE5-45A2-B269-06D758D18801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566" name="G">
            <a:extLst>
              <a:ext uri="{FF2B5EF4-FFF2-40B4-BE49-F238E27FC236}">
                <a16:creationId xmlns:a16="http://schemas.microsoft.com/office/drawing/2014/main" id="{012AE40F-3D42-487E-AD98-E6D19FCA53CE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567" name="Mon">
            <a:extLst>
              <a:ext uri="{FF2B5EF4-FFF2-40B4-BE49-F238E27FC236}">
                <a16:creationId xmlns:a16="http://schemas.microsoft.com/office/drawing/2014/main" id="{CF6C3C5B-7BF9-436F-A3C2-C982693BF727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68" name="Tue">
            <a:extLst>
              <a:ext uri="{FF2B5EF4-FFF2-40B4-BE49-F238E27FC236}">
                <a16:creationId xmlns:a16="http://schemas.microsoft.com/office/drawing/2014/main" id="{4EF93AFD-A4EB-4220-8A3B-6AFE11234A4D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69" name="Wed">
            <a:extLst>
              <a:ext uri="{FF2B5EF4-FFF2-40B4-BE49-F238E27FC236}">
                <a16:creationId xmlns:a16="http://schemas.microsoft.com/office/drawing/2014/main" id="{4877EAB7-23A8-4765-9ED8-CD11675461A2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570" name="Mon">
            <a:extLst>
              <a:ext uri="{FF2B5EF4-FFF2-40B4-BE49-F238E27FC236}">
                <a16:creationId xmlns:a16="http://schemas.microsoft.com/office/drawing/2014/main" id="{797EF565-3A7A-4805-BA0A-7BC653741750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71" name="Tue">
            <a:extLst>
              <a:ext uri="{FF2B5EF4-FFF2-40B4-BE49-F238E27FC236}">
                <a16:creationId xmlns:a16="http://schemas.microsoft.com/office/drawing/2014/main" id="{67948728-E010-4119-A835-A99D5C1324E7}"/>
              </a:ext>
            </a:extLst>
          </p:cNvPr>
          <p:cNvSpPr>
            <a:spLocks noGrp="1"/>
          </p:cNvSpPr>
          <p:nvPr/>
        </p:nvSpPr>
        <p:spPr>
          <a:xfrm>
            <a:off x="17427065" y="11179799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72" name="Tue">
            <a:extLst>
              <a:ext uri="{FF2B5EF4-FFF2-40B4-BE49-F238E27FC236}">
                <a16:creationId xmlns:a16="http://schemas.microsoft.com/office/drawing/2014/main" id="{8AC06376-2E63-4F21-B802-B1710C09FF55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73" name="Wed">
            <a:extLst>
              <a:ext uri="{FF2B5EF4-FFF2-40B4-BE49-F238E27FC236}">
                <a16:creationId xmlns:a16="http://schemas.microsoft.com/office/drawing/2014/main" id="{5F5DFE8F-99C6-4429-812E-4EA23E4F1EE2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53725616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Line">
            <a:extLst>
              <a:ext uri="{FF2B5EF4-FFF2-40B4-BE49-F238E27FC236}">
                <a16:creationId xmlns:a16="http://schemas.microsoft.com/office/drawing/2014/main" id="{400CBA3C-0913-4687-AABF-4C9DB782605B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76" name="Line">
            <a:extLst>
              <a:ext uri="{FF2B5EF4-FFF2-40B4-BE49-F238E27FC236}">
                <a16:creationId xmlns:a16="http://schemas.microsoft.com/office/drawing/2014/main" id="{AD86FB2A-2373-4973-9725-01217A74675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77" name="Line">
            <a:extLst>
              <a:ext uri="{FF2B5EF4-FFF2-40B4-BE49-F238E27FC236}">
                <a16:creationId xmlns:a16="http://schemas.microsoft.com/office/drawing/2014/main" id="{06006F35-86A9-4A50-AF53-65258F575A33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78" name="Line">
            <a:extLst>
              <a:ext uri="{FF2B5EF4-FFF2-40B4-BE49-F238E27FC236}">
                <a16:creationId xmlns:a16="http://schemas.microsoft.com/office/drawing/2014/main" id="{066F4B00-E3BA-4445-9491-9C143C1813C6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79" name="Line">
            <a:extLst>
              <a:ext uri="{FF2B5EF4-FFF2-40B4-BE49-F238E27FC236}">
                <a16:creationId xmlns:a16="http://schemas.microsoft.com/office/drawing/2014/main" id="{8315299F-6EFC-43A2-A6F4-E16FF9C50425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0" name="Line">
            <a:extLst>
              <a:ext uri="{FF2B5EF4-FFF2-40B4-BE49-F238E27FC236}">
                <a16:creationId xmlns:a16="http://schemas.microsoft.com/office/drawing/2014/main" id="{29950A5D-6FEC-476B-85D8-03B6F754840D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1" name="Line">
            <a:extLst>
              <a:ext uri="{FF2B5EF4-FFF2-40B4-BE49-F238E27FC236}">
                <a16:creationId xmlns:a16="http://schemas.microsoft.com/office/drawing/2014/main" id="{A73FD21B-6939-4E6D-BADC-FE3AE9CC4E9A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2" name="Line">
            <a:extLst>
              <a:ext uri="{FF2B5EF4-FFF2-40B4-BE49-F238E27FC236}">
                <a16:creationId xmlns:a16="http://schemas.microsoft.com/office/drawing/2014/main" id="{55D2CE57-8DD5-448B-B39E-82711DE7CEB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3" name="Line">
            <a:extLst>
              <a:ext uri="{FF2B5EF4-FFF2-40B4-BE49-F238E27FC236}">
                <a16:creationId xmlns:a16="http://schemas.microsoft.com/office/drawing/2014/main" id="{32937B9A-CAE7-40C7-B072-8A24075A5908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4" name="Line">
            <a:extLst>
              <a:ext uri="{FF2B5EF4-FFF2-40B4-BE49-F238E27FC236}">
                <a16:creationId xmlns:a16="http://schemas.microsoft.com/office/drawing/2014/main" id="{681B0959-6455-4E78-9BE3-B07B1A56E5D5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5" name="Line">
            <a:extLst>
              <a:ext uri="{FF2B5EF4-FFF2-40B4-BE49-F238E27FC236}">
                <a16:creationId xmlns:a16="http://schemas.microsoft.com/office/drawing/2014/main" id="{E0FA0348-4976-4661-AFA8-CFE8FD4B752D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586" name="A">
            <a:extLst>
              <a:ext uri="{FF2B5EF4-FFF2-40B4-BE49-F238E27FC236}">
                <a16:creationId xmlns:a16="http://schemas.microsoft.com/office/drawing/2014/main" id="{E0EEC2B7-7A70-4D7E-A463-25B62A4DAE05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587" name="B">
            <a:extLst>
              <a:ext uri="{FF2B5EF4-FFF2-40B4-BE49-F238E27FC236}">
                <a16:creationId xmlns:a16="http://schemas.microsoft.com/office/drawing/2014/main" id="{01D3215E-2E07-47F4-A612-558499967312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588" name="C">
            <a:extLst>
              <a:ext uri="{FF2B5EF4-FFF2-40B4-BE49-F238E27FC236}">
                <a16:creationId xmlns:a16="http://schemas.microsoft.com/office/drawing/2014/main" id="{23D2FD0D-60D2-4ED8-9E40-75E525E1295E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589" name="D">
            <a:extLst>
              <a:ext uri="{FF2B5EF4-FFF2-40B4-BE49-F238E27FC236}">
                <a16:creationId xmlns:a16="http://schemas.microsoft.com/office/drawing/2014/main" id="{DA5FC303-DE7F-4E0A-B563-481C7397768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590" name="E">
            <a:extLst>
              <a:ext uri="{FF2B5EF4-FFF2-40B4-BE49-F238E27FC236}">
                <a16:creationId xmlns:a16="http://schemas.microsoft.com/office/drawing/2014/main" id="{7342E230-45C3-4AE7-B0A9-0678F9EB698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591" name="F">
            <a:extLst>
              <a:ext uri="{FF2B5EF4-FFF2-40B4-BE49-F238E27FC236}">
                <a16:creationId xmlns:a16="http://schemas.microsoft.com/office/drawing/2014/main" id="{7DAE25E1-CA0B-4DDF-A4B1-137D3ED4EE39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592" name="G">
            <a:extLst>
              <a:ext uri="{FF2B5EF4-FFF2-40B4-BE49-F238E27FC236}">
                <a16:creationId xmlns:a16="http://schemas.microsoft.com/office/drawing/2014/main" id="{F4FAE9DC-04AD-4551-A13C-83E777C3E11B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593" name="Mon">
            <a:extLst>
              <a:ext uri="{FF2B5EF4-FFF2-40B4-BE49-F238E27FC236}">
                <a16:creationId xmlns:a16="http://schemas.microsoft.com/office/drawing/2014/main" id="{D0A9E2C6-A88E-415C-B2A2-EFDE08075B01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94" name="Tue">
            <a:extLst>
              <a:ext uri="{FF2B5EF4-FFF2-40B4-BE49-F238E27FC236}">
                <a16:creationId xmlns:a16="http://schemas.microsoft.com/office/drawing/2014/main" id="{060FBCD3-E5A3-4642-B3B1-8843E9746D01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95" name="Wed">
            <a:extLst>
              <a:ext uri="{FF2B5EF4-FFF2-40B4-BE49-F238E27FC236}">
                <a16:creationId xmlns:a16="http://schemas.microsoft.com/office/drawing/2014/main" id="{02CFB3E0-6A44-4F83-9D5E-2936229753A1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596" name="Mon">
            <a:extLst>
              <a:ext uri="{FF2B5EF4-FFF2-40B4-BE49-F238E27FC236}">
                <a16:creationId xmlns:a16="http://schemas.microsoft.com/office/drawing/2014/main" id="{D7A84421-FB5F-41EC-8CF4-9D6C9ABA7759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597" name="Wed">
            <a:extLst>
              <a:ext uri="{FF2B5EF4-FFF2-40B4-BE49-F238E27FC236}">
                <a16:creationId xmlns:a16="http://schemas.microsoft.com/office/drawing/2014/main" id="{8F5402C0-89CF-4D3F-8FAA-8EA491CA944D}"/>
              </a:ext>
            </a:extLst>
          </p:cNvPr>
          <p:cNvSpPr>
            <a:spLocks noGrp="1"/>
          </p:cNvSpPr>
          <p:nvPr/>
        </p:nvSpPr>
        <p:spPr>
          <a:xfrm>
            <a:off x="17355024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598" name="Tue">
            <a:extLst>
              <a:ext uri="{FF2B5EF4-FFF2-40B4-BE49-F238E27FC236}">
                <a16:creationId xmlns:a16="http://schemas.microsoft.com/office/drawing/2014/main" id="{421326EC-08A8-4626-A676-0E52CB8B37A5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599" name="Wed">
            <a:extLst>
              <a:ext uri="{FF2B5EF4-FFF2-40B4-BE49-F238E27FC236}">
                <a16:creationId xmlns:a16="http://schemas.microsoft.com/office/drawing/2014/main" id="{55C2A6DC-B451-46AA-B5DF-8AD6E617F7C2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22294037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Inference">
            <a:extLst>
              <a:ext uri="{FF2B5EF4-FFF2-40B4-BE49-F238E27FC236}">
                <a16:creationId xmlns:a16="http://schemas.microsoft.com/office/drawing/2014/main" id="{4E8B1B95-DDD8-45C2-80B7-17805199A8F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Inferência</a:t>
            </a:r>
          </a:p>
        </p:txBody>
      </p:sp>
    </p:spTree>
    <p:extLst>
      <p:ext uri="{BB962C8B-B14F-4D97-AF65-F5344CB8AC3E}">
        <p14:creationId xmlns:p14="http://schemas.microsoft.com/office/powerpoint/2010/main" val="64227824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Line">
            <a:extLst>
              <a:ext uri="{FF2B5EF4-FFF2-40B4-BE49-F238E27FC236}">
                <a16:creationId xmlns:a16="http://schemas.microsoft.com/office/drawing/2014/main" id="{46D7CE98-70BF-48F3-809A-B031AFAD90C0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4" name="Line">
            <a:extLst>
              <a:ext uri="{FF2B5EF4-FFF2-40B4-BE49-F238E27FC236}">
                <a16:creationId xmlns:a16="http://schemas.microsoft.com/office/drawing/2014/main" id="{6306F367-893B-46A5-B493-4DB76988C4B5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5" name="Line">
            <a:extLst>
              <a:ext uri="{FF2B5EF4-FFF2-40B4-BE49-F238E27FC236}">
                <a16:creationId xmlns:a16="http://schemas.microsoft.com/office/drawing/2014/main" id="{6FCD9AA0-AEE6-426C-918B-36DA34B00351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6" name="Line">
            <a:extLst>
              <a:ext uri="{FF2B5EF4-FFF2-40B4-BE49-F238E27FC236}">
                <a16:creationId xmlns:a16="http://schemas.microsoft.com/office/drawing/2014/main" id="{4B3ECA49-0AB3-4208-B56B-FE6902681902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7" name="Line">
            <a:extLst>
              <a:ext uri="{FF2B5EF4-FFF2-40B4-BE49-F238E27FC236}">
                <a16:creationId xmlns:a16="http://schemas.microsoft.com/office/drawing/2014/main" id="{4D60AA09-F356-4F31-90A3-5C763B55F53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8" name="Line">
            <a:extLst>
              <a:ext uri="{FF2B5EF4-FFF2-40B4-BE49-F238E27FC236}">
                <a16:creationId xmlns:a16="http://schemas.microsoft.com/office/drawing/2014/main" id="{BD6070E7-E016-414C-A4F8-58E0ACF3D37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09" name="Line">
            <a:extLst>
              <a:ext uri="{FF2B5EF4-FFF2-40B4-BE49-F238E27FC236}">
                <a16:creationId xmlns:a16="http://schemas.microsoft.com/office/drawing/2014/main" id="{75DBC5E5-7EB1-4626-A1AA-E17859534D76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10" name="Line">
            <a:extLst>
              <a:ext uri="{FF2B5EF4-FFF2-40B4-BE49-F238E27FC236}">
                <a16:creationId xmlns:a16="http://schemas.microsoft.com/office/drawing/2014/main" id="{99A689BF-194B-4CBD-8DCC-40EEA374804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11" name="Line">
            <a:extLst>
              <a:ext uri="{FF2B5EF4-FFF2-40B4-BE49-F238E27FC236}">
                <a16:creationId xmlns:a16="http://schemas.microsoft.com/office/drawing/2014/main" id="{727EBC5E-A4AA-4009-A473-5D7C46F54536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12" name="Line">
            <a:extLst>
              <a:ext uri="{FF2B5EF4-FFF2-40B4-BE49-F238E27FC236}">
                <a16:creationId xmlns:a16="http://schemas.microsoft.com/office/drawing/2014/main" id="{1FD8667A-E784-4967-8609-32872E9C0718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13" name="Line">
            <a:extLst>
              <a:ext uri="{FF2B5EF4-FFF2-40B4-BE49-F238E27FC236}">
                <a16:creationId xmlns:a16="http://schemas.microsoft.com/office/drawing/2014/main" id="{68116694-3F54-4D50-9E21-E206DF6111DD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14" name="A">
            <a:extLst>
              <a:ext uri="{FF2B5EF4-FFF2-40B4-BE49-F238E27FC236}">
                <a16:creationId xmlns:a16="http://schemas.microsoft.com/office/drawing/2014/main" id="{207E6F65-BAFD-4950-858E-DC7DB1DB9CF6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615" name="B">
            <a:extLst>
              <a:ext uri="{FF2B5EF4-FFF2-40B4-BE49-F238E27FC236}">
                <a16:creationId xmlns:a16="http://schemas.microsoft.com/office/drawing/2014/main" id="{7B613DF8-F55E-4E8C-95C6-DECCE1F20F38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616" name="C">
            <a:extLst>
              <a:ext uri="{FF2B5EF4-FFF2-40B4-BE49-F238E27FC236}">
                <a16:creationId xmlns:a16="http://schemas.microsoft.com/office/drawing/2014/main" id="{86A4984D-A4E0-4235-BFD4-20489E104262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617" name="D">
            <a:extLst>
              <a:ext uri="{FF2B5EF4-FFF2-40B4-BE49-F238E27FC236}">
                <a16:creationId xmlns:a16="http://schemas.microsoft.com/office/drawing/2014/main" id="{A48C1E43-AB9D-4A73-B14D-04E9A7F0D00E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618" name="E">
            <a:extLst>
              <a:ext uri="{FF2B5EF4-FFF2-40B4-BE49-F238E27FC236}">
                <a16:creationId xmlns:a16="http://schemas.microsoft.com/office/drawing/2014/main" id="{285A71F9-066F-459C-851D-369EC6BDDFD6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619" name="F">
            <a:extLst>
              <a:ext uri="{FF2B5EF4-FFF2-40B4-BE49-F238E27FC236}">
                <a16:creationId xmlns:a16="http://schemas.microsoft.com/office/drawing/2014/main" id="{60F9477A-CA4B-4D72-8D75-120886BD435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620" name="G">
            <a:extLst>
              <a:ext uri="{FF2B5EF4-FFF2-40B4-BE49-F238E27FC236}">
                <a16:creationId xmlns:a16="http://schemas.microsoft.com/office/drawing/2014/main" id="{BFA34764-91E7-4276-AFF6-C33F8AAC66CF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621" name="Mon">
            <a:extLst>
              <a:ext uri="{FF2B5EF4-FFF2-40B4-BE49-F238E27FC236}">
                <a16:creationId xmlns:a16="http://schemas.microsoft.com/office/drawing/2014/main" id="{220DB366-87D2-4F56-9F62-93F021407799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622" name="Tue">
            <a:extLst>
              <a:ext uri="{FF2B5EF4-FFF2-40B4-BE49-F238E27FC236}">
                <a16:creationId xmlns:a16="http://schemas.microsoft.com/office/drawing/2014/main" id="{BE9BFF09-F1A4-45B0-9C27-8ECE30F2CA01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623" name="{Mon, Tue, Wed}">
            <a:extLst>
              <a:ext uri="{FF2B5EF4-FFF2-40B4-BE49-F238E27FC236}">
                <a16:creationId xmlns:a16="http://schemas.microsoft.com/office/drawing/2014/main" id="{CFB9951F-CC9F-4997-ACAE-6FC6E48D97C3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24" name="{Mon, Tue, Wed}">
            <a:extLst>
              <a:ext uri="{FF2B5EF4-FFF2-40B4-BE49-F238E27FC236}">
                <a16:creationId xmlns:a16="http://schemas.microsoft.com/office/drawing/2014/main" id="{5DF48949-DB5E-43CE-9E5A-B84B8EB550C5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25" name="{Mon, Tue, Wed}">
            <a:extLst>
              <a:ext uri="{FF2B5EF4-FFF2-40B4-BE49-F238E27FC236}">
                <a16:creationId xmlns:a16="http://schemas.microsoft.com/office/drawing/2014/main" id="{8DDA7755-9F01-474B-869F-D2E88EA8A6B2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26" name="{Mon, Tue, Wed}">
            <a:extLst>
              <a:ext uri="{FF2B5EF4-FFF2-40B4-BE49-F238E27FC236}">
                <a16:creationId xmlns:a16="http://schemas.microsoft.com/office/drawing/2014/main" id="{84CB599C-EB8F-472D-85C3-EE294BEC971C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27" name="{Mon, Tue, Wed}">
            <a:extLst>
              <a:ext uri="{FF2B5EF4-FFF2-40B4-BE49-F238E27FC236}">
                <a16:creationId xmlns:a16="http://schemas.microsoft.com/office/drawing/2014/main" id="{5A9E72A6-73F5-48BD-8010-A56C79AC34CF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79063987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Line">
            <a:extLst>
              <a:ext uri="{FF2B5EF4-FFF2-40B4-BE49-F238E27FC236}">
                <a16:creationId xmlns:a16="http://schemas.microsoft.com/office/drawing/2014/main" id="{D82B8BD0-824F-4973-B354-E410FDD2C298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0" name="Line">
            <a:extLst>
              <a:ext uri="{FF2B5EF4-FFF2-40B4-BE49-F238E27FC236}">
                <a16:creationId xmlns:a16="http://schemas.microsoft.com/office/drawing/2014/main" id="{586E12E8-5A57-412C-88FC-7F52959A03BD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1" name="Line">
            <a:extLst>
              <a:ext uri="{FF2B5EF4-FFF2-40B4-BE49-F238E27FC236}">
                <a16:creationId xmlns:a16="http://schemas.microsoft.com/office/drawing/2014/main" id="{EA091746-53C8-4A4B-AA16-8D58BFD9BE94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2" name="Line">
            <a:extLst>
              <a:ext uri="{FF2B5EF4-FFF2-40B4-BE49-F238E27FC236}">
                <a16:creationId xmlns:a16="http://schemas.microsoft.com/office/drawing/2014/main" id="{D7B45E81-E63D-4855-92C1-E7EAA4325537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3" name="Line">
            <a:extLst>
              <a:ext uri="{FF2B5EF4-FFF2-40B4-BE49-F238E27FC236}">
                <a16:creationId xmlns:a16="http://schemas.microsoft.com/office/drawing/2014/main" id="{5C83AB25-75BA-442C-BECE-DE0CCC53F84B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4" name="Line">
            <a:extLst>
              <a:ext uri="{FF2B5EF4-FFF2-40B4-BE49-F238E27FC236}">
                <a16:creationId xmlns:a16="http://schemas.microsoft.com/office/drawing/2014/main" id="{91EA7351-2141-497A-A52B-30882284597C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5" name="Line">
            <a:extLst>
              <a:ext uri="{FF2B5EF4-FFF2-40B4-BE49-F238E27FC236}">
                <a16:creationId xmlns:a16="http://schemas.microsoft.com/office/drawing/2014/main" id="{878BAE4F-070D-4651-851B-803BB90112DB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6" name="Line">
            <a:extLst>
              <a:ext uri="{FF2B5EF4-FFF2-40B4-BE49-F238E27FC236}">
                <a16:creationId xmlns:a16="http://schemas.microsoft.com/office/drawing/2014/main" id="{F76D86EC-F0B3-4FA4-AAE1-9F0C6D49C7FE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7" name="Line">
            <a:extLst>
              <a:ext uri="{FF2B5EF4-FFF2-40B4-BE49-F238E27FC236}">
                <a16:creationId xmlns:a16="http://schemas.microsoft.com/office/drawing/2014/main" id="{07D7EE72-3F7F-425D-B4A3-0D3526F41094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8" name="Line">
            <a:extLst>
              <a:ext uri="{FF2B5EF4-FFF2-40B4-BE49-F238E27FC236}">
                <a16:creationId xmlns:a16="http://schemas.microsoft.com/office/drawing/2014/main" id="{C80AB669-88F0-49B3-9623-790061F4D86F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39" name="Line">
            <a:extLst>
              <a:ext uri="{FF2B5EF4-FFF2-40B4-BE49-F238E27FC236}">
                <a16:creationId xmlns:a16="http://schemas.microsoft.com/office/drawing/2014/main" id="{66B24294-8766-48D5-87B8-362B6B6A0422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40" name="A">
            <a:extLst>
              <a:ext uri="{FF2B5EF4-FFF2-40B4-BE49-F238E27FC236}">
                <a16:creationId xmlns:a16="http://schemas.microsoft.com/office/drawing/2014/main" id="{8A573F8E-EB82-4C5A-8723-9B8C3CBB22E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641" name="B">
            <a:extLst>
              <a:ext uri="{FF2B5EF4-FFF2-40B4-BE49-F238E27FC236}">
                <a16:creationId xmlns:a16="http://schemas.microsoft.com/office/drawing/2014/main" id="{0EDF30C7-948A-49F7-A1D2-8872D1D5632F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642" name="C">
            <a:extLst>
              <a:ext uri="{FF2B5EF4-FFF2-40B4-BE49-F238E27FC236}">
                <a16:creationId xmlns:a16="http://schemas.microsoft.com/office/drawing/2014/main" id="{642DC36C-B831-49F6-A1BA-EA8E069D9446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643" name="D">
            <a:extLst>
              <a:ext uri="{FF2B5EF4-FFF2-40B4-BE49-F238E27FC236}">
                <a16:creationId xmlns:a16="http://schemas.microsoft.com/office/drawing/2014/main" id="{687EE828-266A-4C72-AD16-CF6FF6AEA43D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644" name="E">
            <a:extLst>
              <a:ext uri="{FF2B5EF4-FFF2-40B4-BE49-F238E27FC236}">
                <a16:creationId xmlns:a16="http://schemas.microsoft.com/office/drawing/2014/main" id="{D16B2B9A-8DB1-4E5E-A776-21DB3BCC9488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645" name="F">
            <a:extLst>
              <a:ext uri="{FF2B5EF4-FFF2-40B4-BE49-F238E27FC236}">
                <a16:creationId xmlns:a16="http://schemas.microsoft.com/office/drawing/2014/main" id="{729FC096-7CBF-43DE-AE50-00E7EE98D3FF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646" name="G">
            <a:extLst>
              <a:ext uri="{FF2B5EF4-FFF2-40B4-BE49-F238E27FC236}">
                <a16:creationId xmlns:a16="http://schemas.microsoft.com/office/drawing/2014/main" id="{E39311B0-58C8-4867-8B54-60A4995DF8D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647" name="Mon">
            <a:extLst>
              <a:ext uri="{FF2B5EF4-FFF2-40B4-BE49-F238E27FC236}">
                <a16:creationId xmlns:a16="http://schemas.microsoft.com/office/drawing/2014/main" id="{5CE68E5A-D2D3-45D3-9C1A-580B0B3EE945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648" name="Tue">
            <a:extLst>
              <a:ext uri="{FF2B5EF4-FFF2-40B4-BE49-F238E27FC236}">
                <a16:creationId xmlns:a16="http://schemas.microsoft.com/office/drawing/2014/main" id="{7CE08301-45F3-4585-8739-9620D4ECC934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649" name="Mon">
            <a:extLst>
              <a:ext uri="{FF2B5EF4-FFF2-40B4-BE49-F238E27FC236}">
                <a16:creationId xmlns:a16="http://schemas.microsoft.com/office/drawing/2014/main" id="{A0480D9F-7B82-4A33-B590-8B0845AD0B17}"/>
              </a:ext>
            </a:extLst>
          </p:cNvPr>
          <p:cNvSpPr>
            <a:spLocks noGrp="1"/>
          </p:cNvSpPr>
          <p:nvPr/>
        </p:nvSpPr>
        <p:spPr>
          <a:xfrm>
            <a:off x="5447891" y="7526085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650" name="{Mon, Tue, Wed}">
            <a:extLst>
              <a:ext uri="{FF2B5EF4-FFF2-40B4-BE49-F238E27FC236}">
                <a16:creationId xmlns:a16="http://schemas.microsoft.com/office/drawing/2014/main" id="{13FF5EFC-1F13-4A7D-9413-ACFC1E4A8FD3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51" name="{Mon, Tue, Wed}">
            <a:extLst>
              <a:ext uri="{FF2B5EF4-FFF2-40B4-BE49-F238E27FC236}">
                <a16:creationId xmlns:a16="http://schemas.microsoft.com/office/drawing/2014/main" id="{CD2875B9-6A9F-459F-BE14-A959633109EA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52" name="{Mon, Tue, Wed}">
            <a:extLst>
              <a:ext uri="{FF2B5EF4-FFF2-40B4-BE49-F238E27FC236}">
                <a16:creationId xmlns:a16="http://schemas.microsoft.com/office/drawing/2014/main" id="{6AEB33E8-B7CE-4C7A-A609-AC7E15D95CC8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53" name="{Mon, Tue, Wed}">
            <a:extLst>
              <a:ext uri="{FF2B5EF4-FFF2-40B4-BE49-F238E27FC236}">
                <a16:creationId xmlns:a16="http://schemas.microsoft.com/office/drawing/2014/main" id="{F77C0F2B-C54F-44A6-98B6-F326E3E78F07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2352271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Line">
            <a:extLst>
              <a:ext uri="{FF2B5EF4-FFF2-40B4-BE49-F238E27FC236}">
                <a16:creationId xmlns:a16="http://schemas.microsoft.com/office/drawing/2014/main" id="{73000A3A-63F6-4D78-A7E5-C9418CE16BE0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56" name="Line">
            <a:extLst>
              <a:ext uri="{FF2B5EF4-FFF2-40B4-BE49-F238E27FC236}">
                <a16:creationId xmlns:a16="http://schemas.microsoft.com/office/drawing/2014/main" id="{DC70E85E-CA56-4110-AD37-E576A841683D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57" name="Line">
            <a:extLst>
              <a:ext uri="{FF2B5EF4-FFF2-40B4-BE49-F238E27FC236}">
                <a16:creationId xmlns:a16="http://schemas.microsoft.com/office/drawing/2014/main" id="{EE9DF1E7-709D-40A4-8354-4F7C34EF0FB2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58" name="Line">
            <a:extLst>
              <a:ext uri="{FF2B5EF4-FFF2-40B4-BE49-F238E27FC236}">
                <a16:creationId xmlns:a16="http://schemas.microsoft.com/office/drawing/2014/main" id="{5CB49D60-C1B7-4305-A572-BCE827D9786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59" name="Line">
            <a:extLst>
              <a:ext uri="{FF2B5EF4-FFF2-40B4-BE49-F238E27FC236}">
                <a16:creationId xmlns:a16="http://schemas.microsoft.com/office/drawing/2014/main" id="{B53DD5BB-F819-444B-AEBA-D42E437F8733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0" name="Line">
            <a:extLst>
              <a:ext uri="{FF2B5EF4-FFF2-40B4-BE49-F238E27FC236}">
                <a16:creationId xmlns:a16="http://schemas.microsoft.com/office/drawing/2014/main" id="{FA5F2418-95C1-422A-8F68-32C15F2553C7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1" name="Line">
            <a:extLst>
              <a:ext uri="{FF2B5EF4-FFF2-40B4-BE49-F238E27FC236}">
                <a16:creationId xmlns:a16="http://schemas.microsoft.com/office/drawing/2014/main" id="{4C2BA7D6-3182-4C71-8333-7A20FE8347D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2" name="Line">
            <a:extLst>
              <a:ext uri="{FF2B5EF4-FFF2-40B4-BE49-F238E27FC236}">
                <a16:creationId xmlns:a16="http://schemas.microsoft.com/office/drawing/2014/main" id="{686ECC74-CFDC-443B-B12E-9D43B5C3218A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3" name="Line">
            <a:extLst>
              <a:ext uri="{FF2B5EF4-FFF2-40B4-BE49-F238E27FC236}">
                <a16:creationId xmlns:a16="http://schemas.microsoft.com/office/drawing/2014/main" id="{954C1191-F5DF-4B25-8AD2-538AF949B6E3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4" name="Line">
            <a:extLst>
              <a:ext uri="{FF2B5EF4-FFF2-40B4-BE49-F238E27FC236}">
                <a16:creationId xmlns:a16="http://schemas.microsoft.com/office/drawing/2014/main" id="{84142930-C396-4765-9BA8-4B7F1D78F9E6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5" name="Line">
            <a:extLst>
              <a:ext uri="{FF2B5EF4-FFF2-40B4-BE49-F238E27FC236}">
                <a16:creationId xmlns:a16="http://schemas.microsoft.com/office/drawing/2014/main" id="{DC98DFBE-42FE-436F-B795-B777B8DBEFEE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66" name="A">
            <a:extLst>
              <a:ext uri="{FF2B5EF4-FFF2-40B4-BE49-F238E27FC236}">
                <a16:creationId xmlns:a16="http://schemas.microsoft.com/office/drawing/2014/main" id="{02B54E90-D17D-42DE-9491-67D9D0B3F937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667" name="B">
            <a:extLst>
              <a:ext uri="{FF2B5EF4-FFF2-40B4-BE49-F238E27FC236}">
                <a16:creationId xmlns:a16="http://schemas.microsoft.com/office/drawing/2014/main" id="{F51A09B8-156D-4C86-BABD-147A7F19379B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668" name="C">
            <a:extLst>
              <a:ext uri="{FF2B5EF4-FFF2-40B4-BE49-F238E27FC236}">
                <a16:creationId xmlns:a16="http://schemas.microsoft.com/office/drawing/2014/main" id="{F301C26D-937A-46F9-8B43-49B7F8ADFBEC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669" name="D">
            <a:extLst>
              <a:ext uri="{FF2B5EF4-FFF2-40B4-BE49-F238E27FC236}">
                <a16:creationId xmlns:a16="http://schemas.microsoft.com/office/drawing/2014/main" id="{49D1674B-0AAF-45D1-B17D-2F0C366B5AF6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670" name="E">
            <a:extLst>
              <a:ext uri="{FF2B5EF4-FFF2-40B4-BE49-F238E27FC236}">
                <a16:creationId xmlns:a16="http://schemas.microsoft.com/office/drawing/2014/main" id="{018D46D2-60C0-4660-9136-A6EBC4AA3D66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671" name="F">
            <a:extLst>
              <a:ext uri="{FF2B5EF4-FFF2-40B4-BE49-F238E27FC236}">
                <a16:creationId xmlns:a16="http://schemas.microsoft.com/office/drawing/2014/main" id="{7FDC78BE-675B-465E-B461-BA107E222A66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672" name="G">
            <a:extLst>
              <a:ext uri="{FF2B5EF4-FFF2-40B4-BE49-F238E27FC236}">
                <a16:creationId xmlns:a16="http://schemas.microsoft.com/office/drawing/2014/main" id="{A54F3370-43C7-4283-837B-647F11B73C56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673" name="Mon">
            <a:extLst>
              <a:ext uri="{FF2B5EF4-FFF2-40B4-BE49-F238E27FC236}">
                <a16:creationId xmlns:a16="http://schemas.microsoft.com/office/drawing/2014/main" id="{1D197DE4-1D5C-422A-AC57-9A3239B416BF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674" name="Tue">
            <a:extLst>
              <a:ext uri="{FF2B5EF4-FFF2-40B4-BE49-F238E27FC236}">
                <a16:creationId xmlns:a16="http://schemas.microsoft.com/office/drawing/2014/main" id="{F9F7C52E-EBB4-4440-BC90-B1D3877FFE02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675" name="Mon">
            <a:extLst>
              <a:ext uri="{FF2B5EF4-FFF2-40B4-BE49-F238E27FC236}">
                <a16:creationId xmlns:a16="http://schemas.microsoft.com/office/drawing/2014/main" id="{AEC759D9-D70F-4D30-A358-3046CC15C535}"/>
              </a:ext>
            </a:extLst>
          </p:cNvPr>
          <p:cNvSpPr>
            <a:spLocks noGrp="1"/>
          </p:cNvSpPr>
          <p:nvPr/>
        </p:nvSpPr>
        <p:spPr>
          <a:xfrm>
            <a:off x="5447891" y="7526085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676" name="{Mon, Tue, Wed}">
            <a:extLst>
              <a:ext uri="{FF2B5EF4-FFF2-40B4-BE49-F238E27FC236}">
                <a16:creationId xmlns:a16="http://schemas.microsoft.com/office/drawing/2014/main" id="{5CB93C0B-0AC7-475B-BF12-008D4C85C90A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77" name="{Mon, Tue, Wed}">
            <a:extLst>
              <a:ext uri="{FF2B5EF4-FFF2-40B4-BE49-F238E27FC236}">
                <a16:creationId xmlns:a16="http://schemas.microsoft.com/office/drawing/2014/main" id="{FEEFB73D-7DD6-42EF-8C7A-6A227707D0BB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78" name="{Mon, Tue, Wed}">
            <a:extLst>
              <a:ext uri="{FF2B5EF4-FFF2-40B4-BE49-F238E27FC236}">
                <a16:creationId xmlns:a16="http://schemas.microsoft.com/office/drawing/2014/main" id="{B43D3CEB-13F4-4096-A63E-DF4A871008C3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679" name="{Mon, Tue, Wed}">
            <a:extLst>
              <a:ext uri="{FF2B5EF4-FFF2-40B4-BE49-F238E27FC236}">
                <a16:creationId xmlns:a16="http://schemas.microsoft.com/office/drawing/2014/main" id="{67A5CD09-F2EA-451A-92B1-2024C2194627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94459818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1" name="Line">
            <a:extLst>
              <a:ext uri="{FF2B5EF4-FFF2-40B4-BE49-F238E27FC236}">
                <a16:creationId xmlns:a16="http://schemas.microsoft.com/office/drawing/2014/main" id="{64D54F72-A661-4B63-8277-7B7766A19E96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2" name="Line">
            <a:extLst>
              <a:ext uri="{FF2B5EF4-FFF2-40B4-BE49-F238E27FC236}">
                <a16:creationId xmlns:a16="http://schemas.microsoft.com/office/drawing/2014/main" id="{E9B9AE86-0807-47FE-88A8-0AF71CBA0A56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3" name="Line">
            <a:extLst>
              <a:ext uri="{FF2B5EF4-FFF2-40B4-BE49-F238E27FC236}">
                <a16:creationId xmlns:a16="http://schemas.microsoft.com/office/drawing/2014/main" id="{21B2B08F-FDFA-4C9D-8829-0B9F34A0C337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4" name="Line">
            <a:extLst>
              <a:ext uri="{FF2B5EF4-FFF2-40B4-BE49-F238E27FC236}">
                <a16:creationId xmlns:a16="http://schemas.microsoft.com/office/drawing/2014/main" id="{8330A0BF-31CF-488E-9B28-FE3058C6917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5" name="Line">
            <a:extLst>
              <a:ext uri="{FF2B5EF4-FFF2-40B4-BE49-F238E27FC236}">
                <a16:creationId xmlns:a16="http://schemas.microsoft.com/office/drawing/2014/main" id="{2F933C76-8A6D-48B0-9C5A-A4B5F1F07341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6" name="Line">
            <a:extLst>
              <a:ext uri="{FF2B5EF4-FFF2-40B4-BE49-F238E27FC236}">
                <a16:creationId xmlns:a16="http://schemas.microsoft.com/office/drawing/2014/main" id="{9D8A0071-E755-4981-AC08-B7C36F43311F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7" name="Line">
            <a:extLst>
              <a:ext uri="{FF2B5EF4-FFF2-40B4-BE49-F238E27FC236}">
                <a16:creationId xmlns:a16="http://schemas.microsoft.com/office/drawing/2014/main" id="{F053B1E8-F04B-4A1F-99E5-D712FA072362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8" name="Line">
            <a:extLst>
              <a:ext uri="{FF2B5EF4-FFF2-40B4-BE49-F238E27FC236}">
                <a16:creationId xmlns:a16="http://schemas.microsoft.com/office/drawing/2014/main" id="{2252CB0C-51BD-4757-AB00-9E59CEFF3CF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89" name="Line">
            <a:extLst>
              <a:ext uri="{FF2B5EF4-FFF2-40B4-BE49-F238E27FC236}">
                <a16:creationId xmlns:a16="http://schemas.microsoft.com/office/drawing/2014/main" id="{DD462976-A5E1-45F0-93AE-A7CB4A2617A2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90" name="Line">
            <a:extLst>
              <a:ext uri="{FF2B5EF4-FFF2-40B4-BE49-F238E27FC236}">
                <a16:creationId xmlns:a16="http://schemas.microsoft.com/office/drawing/2014/main" id="{D77EDF7B-67B7-417A-A4D6-B1D8B981E25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91" name="Line">
            <a:extLst>
              <a:ext uri="{FF2B5EF4-FFF2-40B4-BE49-F238E27FC236}">
                <a16:creationId xmlns:a16="http://schemas.microsoft.com/office/drawing/2014/main" id="{7923467B-9AD4-4FD1-A888-35E6894F04AA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692" name="A">
            <a:extLst>
              <a:ext uri="{FF2B5EF4-FFF2-40B4-BE49-F238E27FC236}">
                <a16:creationId xmlns:a16="http://schemas.microsoft.com/office/drawing/2014/main" id="{4D675512-8117-4000-9AEB-EE749DD59D3D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693" name="B">
            <a:extLst>
              <a:ext uri="{FF2B5EF4-FFF2-40B4-BE49-F238E27FC236}">
                <a16:creationId xmlns:a16="http://schemas.microsoft.com/office/drawing/2014/main" id="{496DF32C-4E2C-465E-9C79-30922AF8B999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694" name="C">
            <a:extLst>
              <a:ext uri="{FF2B5EF4-FFF2-40B4-BE49-F238E27FC236}">
                <a16:creationId xmlns:a16="http://schemas.microsoft.com/office/drawing/2014/main" id="{BC1CD748-9ED7-48A9-9960-D1E415CDD20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695" name="D">
            <a:extLst>
              <a:ext uri="{FF2B5EF4-FFF2-40B4-BE49-F238E27FC236}">
                <a16:creationId xmlns:a16="http://schemas.microsoft.com/office/drawing/2014/main" id="{3C2EC857-B7A0-47E9-B5FA-ABA62F08D17F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696" name="E">
            <a:extLst>
              <a:ext uri="{FF2B5EF4-FFF2-40B4-BE49-F238E27FC236}">
                <a16:creationId xmlns:a16="http://schemas.microsoft.com/office/drawing/2014/main" id="{9C6E67F8-52B5-47E4-B1D8-2880506C399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697" name="F">
            <a:extLst>
              <a:ext uri="{FF2B5EF4-FFF2-40B4-BE49-F238E27FC236}">
                <a16:creationId xmlns:a16="http://schemas.microsoft.com/office/drawing/2014/main" id="{253EB454-35B0-4D17-B58F-1B996E2E6C2D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698" name="G">
            <a:extLst>
              <a:ext uri="{FF2B5EF4-FFF2-40B4-BE49-F238E27FC236}">
                <a16:creationId xmlns:a16="http://schemas.microsoft.com/office/drawing/2014/main" id="{D4B50A7B-7C68-428C-8355-C653BA755431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699" name="Mon">
            <a:extLst>
              <a:ext uri="{FF2B5EF4-FFF2-40B4-BE49-F238E27FC236}">
                <a16:creationId xmlns:a16="http://schemas.microsoft.com/office/drawing/2014/main" id="{D898528B-FF2E-43E1-8984-37FC1870BA98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700" name="Tue">
            <a:extLst>
              <a:ext uri="{FF2B5EF4-FFF2-40B4-BE49-F238E27FC236}">
                <a16:creationId xmlns:a16="http://schemas.microsoft.com/office/drawing/2014/main" id="{73DB1337-647F-4221-8071-5BEB672B79B0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701" name="{Mon, Tue, Wed}">
            <a:extLst>
              <a:ext uri="{FF2B5EF4-FFF2-40B4-BE49-F238E27FC236}">
                <a16:creationId xmlns:a16="http://schemas.microsoft.com/office/drawing/2014/main" id="{551A67FE-5C5D-4AA8-8A69-03CF2010678A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02" name="{Mon, Tue, Wed}">
            <a:extLst>
              <a:ext uri="{FF2B5EF4-FFF2-40B4-BE49-F238E27FC236}">
                <a16:creationId xmlns:a16="http://schemas.microsoft.com/office/drawing/2014/main" id="{2EAD2FE0-D36D-4662-AA34-1263C864EDCB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03" name="{Mon, Tue, Wed}">
            <a:extLst>
              <a:ext uri="{FF2B5EF4-FFF2-40B4-BE49-F238E27FC236}">
                <a16:creationId xmlns:a16="http://schemas.microsoft.com/office/drawing/2014/main" id="{B2986F55-C246-42F8-A851-1EF4D87DA908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04" name="{Mon, Tue, Wed}">
            <a:extLst>
              <a:ext uri="{FF2B5EF4-FFF2-40B4-BE49-F238E27FC236}">
                <a16:creationId xmlns:a16="http://schemas.microsoft.com/office/drawing/2014/main" id="{4BEAF367-E116-4EBE-A839-408EE67FF028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05" name="{Mon, Tue, Wed}">
            <a:extLst>
              <a:ext uri="{FF2B5EF4-FFF2-40B4-BE49-F238E27FC236}">
                <a16:creationId xmlns:a16="http://schemas.microsoft.com/office/drawing/2014/main" id="{38C4E514-6BBA-4359-ABA4-2C3171D8C596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476698573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Line">
            <a:extLst>
              <a:ext uri="{FF2B5EF4-FFF2-40B4-BE49-F238E27FC236}">
                <a16:creationId xmlns:a16="http://schemas.microsoft.com/office/drawing/2014/main" id="{9E9C3CCE-D5E6-4CAA-8DC9-3E42BB9CE258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08" name="Line">
            <a:extLst>
              <a:ext uri="{FF2B5EF4-FFF2-40B4-BE49-F238E27FC236}">
                <a16:creationId xmlns:a16="http://schemas.microsoft.com/office/drawing/2014/main" id="{A627D656-F035-4B06-9F2D-76F0A1DA6C67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09" name="Line">
            <a:extLst>
              <a:ext uri="{FF2B5EF4-FFF2-40B4-BE49-F238E27FC236}">
                <a16:creationId xmlns:a16="http://schemas.microsoft.com/office/drawing/2014/main" id="{F12E89FA-892B-4CE2-98CD-466007165FD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0" name="Line">
            <a:extLst>
              <a:ext uri="{FF2B5EF4-FFF2-40B4-BE49-F238E27FC236}">
                <a16:creationId xmlns:a16="http://schemas.microsoft.com/office/drawing/2014/main" id="{ACFCC1D0-635A-4A6E-A2DE-B64DCE1AAB8A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1" name="Line">
            <a:extLst>
              <a:ext uri="{FF2B5EF4-FFF2-40B4-BE49-F238E27FC236}">
                <a16:creationId xmlns:a16="http://schemas.microsoft.com/office/drawing/2014/main" id="{257B3D44-1B12-44E1-9902-034793FEEF2F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2" name="Line">
            <a:extLst>
              <a:ext uri="{FF2B5EF4-FFF2-40B4-BE49-F238E27FC236}">
                <a16:creationId xmlns:a16="http://schemas.microsoft.com/office/drawing/2014/main" id="{F5E1A6BE-62D9-4566-B407-7AA8D21771F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3" name="Line">
            <a:extLst>
              <a:ext uri="{FF2B5EF4-FFF2-40B4-BE49-F238E27FC236}">
                <a16:creationId xmlns:a16="http://schemas.microsoft.com/office/drawing/2014/main" id="{B484ABDB-7AE2-447A-B4A9-F557CFE7CD14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4" name="Line">
            <a:extLst>
              <a:ext uri="{FF2B5EF4-FFF2-40B4-BE49-F238E27FC236}">
                <a16:creationId xmlns:a16="http://schemas.microsoft.com/office/drawing/2014/main" id="{FEE45262-CDA7-48AB-ACFC-3A57C62A1553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5" name="Line">
            <a:extLst>
              <a:ext uri="{FF2B5EF4-FFF2-40B4-BE49-F238E27FC236}">
                <a16:creationId xmlns:a16="http://schemas.microsoft.com/office/drawing/2014/main" id="{01A48177-CBBC-4106-8764-1323D4F8FC27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6" name="Line">
            <a:extLst>
              <a:ext uri="{FF2B5EF4-FFF2-40B4-BE49-F238E27FC236}">
                <a16:creationId xmlns:a16="http://schemas.microsoft.com/office/drawing/2014/main" id="{DB32EE1C-BC85-481F-A0C7-2F6325D55B40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7" name="Line">
            <a:extLst>
              <a:ext uri="{FF2B5EF4-FFF2-40B4-BE49-F238E27FC236}">
                <a16:creationId xmlns:a16="http://schemas.microsoft.com/office/drawing/2014/main" id="{D99B09C6-2EED-42E8-96B5-29E59D3E032E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18" name="A">
            <a:extLst>
              <a:ext uri="{FF2B5EF4-FFF2-40B4-BE49-F238E27FC236}">
                <a16:creationId xmlns:a16="http://schemas.microsoft.com/office/drawing/2014/main" id="{E3831537-2A8E-46F2-95B2-69AB68B90ED1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719" name="B">
            <a:extLst>
              <a:ext uri="{FF2B5EF4-FFF2-40B4-BE49-F238E27FC236}">
                <a16:creationId xmlns:a16="http://schemas.microsoft.com/office/drawing/2014/main" id="{66945932-8E38-4884-921F-D30460C0AE84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720" name="C">
            <a:extLst>
              <a:ext uri="{FF2B5EF4-FFF2-40B4-BE49-F238E27FC236}">
                <a16:creationId xmlns:a16="http://schemas.microsoft.com/office/drawing/2014/main" id="{0C4A4FA0-244D-431C-89F2-EB76B726420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721" name="D">
            <a:extLst>
              <a:ext uri="{FF2B5EF4-FFF2-40B4-BE49-F238E27FC236}">
                <a16:creationId xmlns:a16="http://schemas.microsoft.com/office/drawing/2014/main" id="{588ED4E6-58B3-4797-9C66-E58D62150DF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722" name="E">
            <a:extLst>
              <a:ext uri="{FF2B5EF4-FFF2-40B4-BE49-F238E27FC236}">
                <a16:creationId xmlns:a16="http://schemas.microsoft.com/office/drawing/2014/main" id="{F8F3E250-9D66-41C6-B539-93464FBB9761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723" name="F">
            <a:extLst>
              <a:ext uri="{FF2B5EF4-FFF2-40B4-BE49-F238E27FC236}">
                <a16:creationId xmlns:a16="http://schemas.microsoft.com/office/drawing/2014/main" id="{7284FD6F-8A36-4CC9-BAB0-DD91F06A210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724" name="G">
            <a:extLst>
              <a:ext uri="{FF2B5EF4-FFF2-40B4-BE49-F238E27FC236}">
                <a16:creationId xmlns:a16="http://schemas.microsoft.com/office/drawing/2014/main" id="{39E01D36-8911-4233-8EEE-C6A27C311B86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725" name="Mon">
            <a:extLst>
              <a:ext uri="{FF2B5EF4-FFF2-40B4-BE49-F238E27FC236}">
                <a16:creationId xmlns:a16="http://schemas.microsoft.com/office/drawing/2014/main" id="{DBFEE2F2-2380-4A74-8048-455301296051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726" name="Tue">
            <a:extLst>
              <a:ext uri="{FF2B5EF4-FFF2-40B4-BE49-F238E27FC236}">
                <a16:creationId xmlns:a16="http://schemas.microsoft.com/office/drawing/2014/main" id="{A7CECF1B-90E5-42AE-A305-0C928DDCA4BF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727" name="{Mon, Tue, Wed}">
            <a:extLst>
              <a:ext uri="{FF2B5EF4-FFF2-40B4-BE49-F238E27FC236}">
                <a16:creationId xmlns:a16="http://schemas.microsoft.com/office/drawing/2014/main" id="{2135FF01-F05B-4E44-8742-9CF76FD32CE7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28" name="{Mon, Tue, Wed}">
            <a:extLst>
              <a:ext uri="{FF2B5EF4-FFF2-40B4-BE49-F238E27FC236}">
                <a16:creationId xmlns:a16="http://schemas.microsoft.com/office/drawing/2014/main" id="{09F688CC-527C-4018-8A03-B6FE615D7541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29" name="{Mon, Tue, Wed}">
            <a:extLst>
              <a:ext uri="{FF2B5EF4-FFF2-40B4-BE49-F238E27FC236}">
                <a16:creationId xmlns:a16="http://schemas.microsoft.com/office/drawing/2014/main" id="{96DB1679-24F5-4072-A736-1A3BE4218FBD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30" name="{Mon, Tue, Wed}">
            <a:extLst>
              <a:ext uri="{FF2B5EF4-FFF2-40B4-BE49-F238E27FC236}">
                <a16:creationId xmlns:a16="http://schemas.microsoft.com/office/drawing/2014/main" id="{9F1627D3-A2A7-43F0-BBC9-CFEDAB70ACE9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31" name="{Wed}">
            <a:extLst>
              <a:ext uri="{FF2B5EF4-FFF2-40B4-BE49-F238E27FC236}">
                <a16:creationId xmlns:a16="http://schemas.microsoft.com/office/drawing/2014/main" id="{A713DEA4-DF72-4638-9142-6923DFE05EF4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211450553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Line">
            <a:extLst>
              <a:ext uri="{FF2B5EF4-FFF2-40B4-BE49-F238E27FC236}">
                <a16:creationId xmlns:a16="http://schemas.microsoft.com/office/drawing/2014/main" id="{C141E864-590A-4729-BAC8-DA25B598111E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4" name="Line">
            <a:extLst>
              <a:ext uri="{FF2B5EF4-FFF2-40B4-BE49-F238E27FC236}">
                <a16:creationId xmlns:a16="http://schemas.microsoft.com/office/drawing/2014/main" id="{4AA9377D-D44A-45B8-A2EA-2C8EE54E5B25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5" name="Line">
            <a:extLst>
              <a:ext uri="{FF2B5EF4-FFF2-40B4-BE49-F238E27FC236}">
                <a16:creationId xmlns:a16="http://schemas.microsoft.com/office/drawing/2014/main" id="{9F757817-D3BF-4562-9474-35C37EBAA2A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6" name="Line">
            <a:extLst>
              <a:ext uri="{FF2B5EF4-FFF2-40B4-BE49-F238E27FC236}">
                <a16:creationId xmlns:a16="http://schemas.microsoft.com/office/drawing/2014/main" id="{E2E2BEDD-9C07-4540-856B-5767EC856140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7" name="Line">
            <a:extLst>
              <a:ext uri="{FF2B5EF4-FFF2-40B4-BE49-F238E27FC236}">
                <a16:creationId xmlns:a16="http://schemas.microsoft.com/office/drawing/2014/main" id="{C8BC85B5-0DF0-4AA3-A82D-51EB2F1C17F8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8" name="Line">
            <a:extLst>
              <a:ext uri="{FF2B5EF4-FFF2-40B4-BE49-F238E27FC236}">
                <a16:creationId xmlns:a16="http://schemas.microsoft.com/office/drawing/2014/main" id="{AB9B12BF-664D-412F-A18E-6DF8E179E1A0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39" name="Line">
            <a:extLst>
              <a:ext uri="{FF2B5EF4-FFF2-40B4-BE49-F238E27FC236}">
                <a16:creationId xmlns:a16="http://schemas.microsoft.com/office/drawing/2014/main" id="{C615A8D8-403D-4468-A3BB-6D1BF523089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40" name="Line">
            <a:extLst>
              <a:ext uri="{FF2B5EF4-FFF2-40B4-BE49-F238E27FC236}">
                <a16:creationId xmlns:a16="http://schemas.microsoft.com/office/drawing/2014/main" id="{F82C7852-1CF6-4562-824D-6AD599D25DD8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41" name="Line">
            <a:extLst>
              <a:ext uri="{FF2B5EF4-FFF2-40B4-BE49-F238E27FC236}">
                <a16:creationId xmlns:a16="http://schemas.microsoft.com/office/drawing/2014/main" id="{E600CFDF-6FF0-4AFB-A41E-39597B7B11DB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42" name="Line">
            <a:extLst>
              <a:ext uri="{FF2B5EF4-FFF2-40B4-BE49-F238E27FC236}">
                <a16:creationId xmlns:a16="http://schemas.microsoft.com/office/drawing/2014/main" id="{D72D3605-378E-48F9-B392-1607E2759D38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43" name="Line">
            <a:extLst>
              <a:ext uri="{FF2B5EF4-FFF2-40B4-BE49-F238E27FC236}">
                <a16:creationId xmlns:a16="http://schemas.microsoft.com/office/drawing/2014/main" id="{571A387B-AA46-4B9E-9FEF-812AFD51B243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44" name="A">
            <a:extLst>
              <a:ext uri="{FF2B5EF4-FFF2-40B4-BE49-F238E27FC236}">
                <a16:creationId xmlns:a16="http://schemas.microsoft.com/office/drawing/2014/main" id="{C9665748-7B6E-4C49-97DD-5C4994BB78E3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745" name="B">
            <a:extLst>
              <a:ext uri="{FF2B5EF4-FFF2-40B4-BE49-F238E27FC236}">
                <a16:creationId xmlns:a16="http://schemas.microsoft.com/office/drawing/2014/main" id="{E8601BE1-633E-4859-A29A-CCC1B95BB51B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746" name="C">
            <a:extLst>
              <a:ext uri="{FF2B5EF4-FFF2-40B4-BE49-F238E27FC236}">
                <a16:creationId xmlns:a16="http://schemas.microsoft.com/office/drawing/2014/main" id="{059C4D20-29D3-43F0-8A58-1FDF19D7F05B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747" name="D">
            <a:extLst>
              <a:ext uri="{FF2B5EF4-FFF2-40B4-BE49-F238E27FC236}">
                <a16:creationId xmlns:a16="http://schemas.microsoft.com/office/drawing/2014/main" id="{B0BCBA7B-F9F2-4032-832C-6EE17EB0AD1A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748" name="E">
            <a:extLst>
              <a:ext uri="{FF2B5EF4-FFF2-40B4-BE49-F238E27FC236}">
                <a16:creationId xmlns:a16="http://schemas.microsoft.com/office/drawing/2014/main" id="{019C87D6-FA51-4B00-A42E-79615614359C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749" name="F">
            <a:extLst>
              <a:ext uri="{FF2B5EF4-FFF2-40B4-BE49-F238E27FC236}">
                <a16:creationId xmlns:a16="http://schemas.microsoft.com/office/drawing/2014/main" id="{18058246-96E2-4482-B668-E7DF77A0C8D9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750" name="G">
            <a:extLst>
              <a:ext uri="{FF2B5EF4-FFF2-40B4-BE49-F238E27FC236}">
                <a16:creationId xmlns:a16="http://schemas.microsoft.com/office/drawing/2014/main" id="{B6CC156C-E7A7-49CD-9B02-60B2F0B16890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751" name="Mon">
            <a:extLst>
              <a:ext uri="{FF2B5EF4-FFF2-40B4-BE49-F238E27FC236}">
                <a16:creationId xmlns:a16="http://schemas.microsoft.com/office/drawing/2014/main" id="{E5F361FB-EAD7-47CA-99CB-E199912A1D7F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752" name="Tue">
            <a:extLst>
              <a:ext uri="{FF2B5EF4-FFF2-40B4-BE49-F238E27FC236}">
                <a16:creationId xmlns:a16="http://schemas.microsoft.com/office/drawing/2014/main" id="{4F8EABA2-E188-45A8-9180-2012F35AD26E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753" name="{Mon, Tue, Wed}">
            <a:extLst>
              <a:ext uri="{FF2B5EF4-FFF2-40B4-BE49-F238E27FC236}">
                <a16:creationId xmlns:a16="http://schemas.microsoft.com/office/drawing/2014/main" id="{2E3FE6C6-D370-4A10-AABD-126456C012CF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54" name="{Mon}">
            <a:extLst>
              <a:ext uri="{FF2B5EF4-FFF2-40B4-BE49-F238E27FC236}">
                <a16:creationId xmlns:a16="http://schemas.microsoft.com/office/drawing/2014/main" id="{7CC8AED0-C92E-460D-B17D-B42400CC4C93}"/>
              </a:ext>
            </a:extLst>
          </p:cNvPr>
          <p:cNvSpPr>
            <a:spLocks noGrp="1"/>
          </p:cNvSpPr>
          <p:nvPr/>
        </p:nvSpPr>
        <p:spPr>
          <a:xfrm>
            <a:off x="7483297" y="11179799"/>
            <a:ext cx="199413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{Seg}</a:t>
            </a:r>
          </a:p>
        </p:txBody>
      </p:sp>
      <p:sp>
        <p:nvSpPr>
          <p:cNvPr id="3755" name="{Mon, Tue, Wed}">
            <a:extLst>
              <a:ext uri="{FF2B5EF4-FFF2-40B4-BE49-F238E27FC236}">
                <a16:creationId xmlns:a16="http://schemas.microsoft.com/office/drawing/2014/main" id="{BAA929A8-0494-470B-8FCD-1EE4FD473705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56" name="{Mon, Tue, Wed}">
            <a:extLst>
              <a:ext uri="{FF2B5EF4-FFF2-40B4-BE49-F238E27FC236}">
                <a16:creationId xmlns:a16="http://schemas.microsoft.com/office/drawing/2014/main" id="{FF2AD4A1-C42D-4DC1-8EBE-318F8FA97056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57" name="{Wed}">
            <a:extLst>
              <a:ext uri="{FF2B5EF4-FFF2-40B4-BE49-F238E27FC236}">
                <a16:creationId xmlns:a16="http://schemas.microsoft.com/office/drawing/2014/main" id="{51E8D327-EB13-4607-BFFE-2EE1853F435B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22512853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Line">
            <a:extLst>
              <a:ext uri="{FF2B5EF4-FFF2-40B4-BE49-F238E27FC236}">
                <a16:creationId xmlns:a16="http://schemas.microsoft.com/office/drawing/2014/main" id="{BBFB10DF-4B29-4045-A919-8E6374EB742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0" name="Line">
            <a:extLst>
              <a:ext uri="{FF2B5EF4-FFF2-40B4-BE49-F238E27FC236}">
                <a16:creationId xmlns:a16="http://schemas.microsoft.com/office/drawing/2014/main" id="{06A191C2-CD36-4060-B064-6C0CA94D27EA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1" name="Line">
            <a:extLst>
              <a:ext uri="{FF2B5EF4-FFF2-40B4-BE49-F238E27FC236}">
                <a16:creationId xmlns:a16="http://schemas.microsoft.com/office/drawing/2014/main" id="{07037D41-7F4E-4C80-A9D9-C609739659F5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2" name="Line">
            <a:extLst>
              <a:ext uri="{FF2B5EF4-FFF2-40B4-BE49-F238E27FC236}">
                <a16:creationId xmlns:a16="http://schemas.microsoft.com/office/drawing/2014/main" id="{8997E159-20A1-4CDE-8F14-80B3BFB0F5E1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3" name="Line">
            <a:extLst>
              <a:ext uri="{FF2B5EF4-FFF2-40B4-BE49-F238E27FC236}">
                <a16:creationId xmlns:a16="http://schemas.microsoft.com/office/drawing/2014/main" id="{BE324A17-DB8B-42A8-A5FC-C28AE4ADBC66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4" name="Line">
            <a:extLst>
              <a:ext uri="{FF2B5EF4-FFF2-40B4-BE49-F238E27FC236}">
                <a16:creationId xmlns:a16="http://schemas.microsoft.com/office/drawing/2014/main" id="{7784F120-5187-412C-AB7D-E4B1E73AD753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5" name="Line">
            <a:extLst>
              <a:ext uri="{FF2B5EF4-FFF2-40B4-BE49-F238E27FC236}">
                <a16:creationId xmlns:a16="http://schemas.microsoft.com/office/drawing/2014/main" id="{E28770C9-C56A-489E-8873-027D74C636BC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6" name="Line">
            <a:extLst>
              <a:ext uri="{FF2B5EF4-FFF2-40B4-BE49-F238E27FC236}">
                <a16:creationId xmlns:a16="http://schemas.microsoft.com/office/drawing/2014/main" id="{0AEBB921-BFBA-48A3-BD33-7D2594C42726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7" name="Line">
            <a:extLst>
              <a:ext uri="{FF2B5EF4-FFF2-40B4-BE49-F238E27FC236}">
                <a16:creationId xmlns:a16="http://schemas.microsoft.com/office/drawing/2014/main" id="{357B3387-BAD8-4721-871D-0F09CDE75C3D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8" name="Line">
            <a:extLst>
              <a:ext uri="{FF2B5EF4-FFF2-40B4-BE49-F238E27FC236}">
                <a16:creationId xmlns:a16="http://schemas.microsoft.com/office/drawing/2014/main" id="{C00221C5-9503-4E87-9334-1E3BCF68FA64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69" name="Line">
            <a:extLst>
              <a:ext uri="{FF2B5EF4-FFF2-40B4-BE49-F238E27FC236}">
                <a16:creationId xmlns:a16="http://schemas.microsoft.com/office/drawing/2014/main" id="{4C904A0B-50D4-44C1-AFA0-AF8CCBAE451C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70" name="A">
            <a:extLst>
              <a:ext uri="{FF2B5EF4-FFF2-40B4-BE49-F238E27FC236}">
                <a16:creationId xmlns:a16="http://schemas.microsoft.com/office/drawing/2014/main" id="{F280FDA5-785A-4F31-AD55-715BA14B4E07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771" name="B">
            <a:extLst>
              <a:ext uri="{FF2B5EF4-FFF2-40B4-BE49-F238E27FC236}">
                <a16:creationId xmlns:a16="http://schemas.microsoft.com/office/drawing/2014/main" id="{AFDE6BDD-4A0A-4D5B-83CE-1450F74B6D5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772" name="C">
            <a:extLst>
              <a:ext uri="{FF2B5EF4-FFF2-40B4-BE49-F238E27FC236}">
                <a16:creationId xmlns:a16="http://schemas.microsoft.com/office/drawing/2014/main" id="{177488F9-92A4-49BA-96EE-1040CEE9979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773" name="D">
            <a:extLst>
              <a:ext uri="{FF2B5EF4-FFF2-40B4-BE49-F238E27FC236}">
                <a16:creationId xmlns:a16="http://schemas.microsoft.com/office/drawing/2014/main" id="{3EA54489-2AF1-4603-AEAB-15A0A059A878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774" name="E">
            <a:extLst>
              <a:ext uri="{FF2B5EF4-FFF2-40B4-BE49-F238E27FC236}">
                <a16:creationId xmlns:a16="http://schemas.microsoft.com/office/drawing/2014/main" id="{3CA3C7CC-CE2B-4BAC-965C-A54CB4B57F8F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775" name="F">
            <a:extLst>
              <a:ext uri="{FF2B5EF4-FFF2-40B4-BE49-F238E27FC236}">
                <a16:creationId xmlns:a16="http://schemas.microsoft.com/office/drawing/2014/main" id="{C464FD65-E1B0-495A-9706-4DE64FF311DA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776" name="G">
            <a:extLst>
              <a:ext uri="{FF2B5EF4-FFF2-40B4-BE49-F238E27FC236}">
                <a16:creationId xmlns:a16="http://schemas.microsoft.com/office/drawing/2014/main" id="{A2C47F50-6AF1-4C97-866C-742627C455AA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777" name="Mon">
            <a:extLst>
              <a:ext uri="{FF2B5EF4-FFF2-40B4-BE49-F238E27FC236}">
                <a16:creationId xmlns:a16="http://schemas.microsoft.com/office/drawing/2014/main" id="{6D2EF944-6390-426D-A0F4-4D82E0F023FA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778" name="Tue">
            <a:extLst>
              <a:ext uri="{FF2B5EF4-FFF2-40B4-BE49-F238E27FC236}">
                <a16:creationId xmlns:a16="http://schemas.microsoft.com/office/drawing/2014/main" id="{B0E3761D-5FCC-45DE-A9FC-2BB19EBF68B9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779" name="{Wed}">
            <a:extLst>
              <a:ext uri="{FF2B5EF4-FFF2-40B4-BE49-F238E27FC236}">
                <a16:creationId xmlns:a16="http://schemas.microsoft.com/office/drawing/2014/main" id="{A83EB262-7C26-4AF2-BCD3-EBF680153C89}"/>
              </a:ext>
            </a:extLst>
          </p:cNvPr>
          <p:cNvSpPr>
            <a:spLocks noGrp="1"/>
          </p:cNvSpPr>
          <p:nvPr/>
        </p:nvSpPr>
        <p:spPr>
          <a:xfrm>
            <a:off x="4680348" y="7531046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3780" name="{Mon}">
            <a:extLst>
              <a:ext uri="{FF2B5EF4-FFF2-40B4-BE49-F238E27FC236}">
                <a16:creationId xmlns:a16="http://schemas.microsoft.com/office/drawing/2014/main" id="{8C93F34C-366D-44EA-BF55-D698A4040119}"/>
              </a:ext>
            </a:extLst>
          </p:cNvPr>
          <p:cNvSpPr>
            <a:spLocks noGrp="1"/>
          </p:cNvSpPr>
          <p:nvPr/>
        </p:nvSpPr>
        <p:spPr>
          <a:xfrm>
            <a:off x="7483297" y="11179799"/>
            <a:ext cx="199413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{Seg}</a:t>
            </a:r>
          </a:p>
        </p:txBody>
      </p:sp>
      <p:sp>
        <p:nvSpPr>
          <p:cNvPr id="3781" name="{Mon, Tue, Wed}">
            <a:extLst>
              <a:ext uri="{FF2B5EF4-FFF2-40B4-BE49-F238E27FC236}">
                <a16:creationId xmlns:a16="http://schemas.microsoft.com/office/drawing/2014/main" id="{2812010E-E2E0-4C29-8C47-35CDC08A2BFF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82" name="{Mon, Tue, Wed}">
            <a:extLst>
              <a:ext uri="{FF2B5EF4-FFF2-40B4-BE49-F238E27FC236}">
                <a16:creationId xmlns:a16="http://schemas.microsoft.com/office/drawing/2014/main" id="{13CF5B5B-F5C8-4501-8CD1-DEFCD61D727A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783" name="{Wed}">
            <a:extLst>
              <a:ext uri="{FF2B5EF4-FFF2-40B4-BE49-F238E27FC236}">
                <a16:creationId xmlns:a16="http://schemas.microsoft.com/office/drawing/2014/main" id="{F04A1087-8789-4D04-AA57-7DBD9BC2B608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187825695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Line">
            <a:extLst>
              <a:ext uri="{FF2B5EF4-FFF2-40B4-BE49-F238E27FC236}">
                <a16:creationId xmlns:a16="http://schemas.microsoft.com/office/drawing/2014/main" id="{8D4FD163-3077-4C4C-A65B-164A7BF911FC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86" name="Line">
            <a:extLst>
              <a:ext uri="{FF2B5EF4-FFF2-40B4-BE49-F238E27FC236}">
                <a16:creationId xmlns:a16="http://schemas.microsoft.com/office/drawing/2014/main" id="{B255D260-4167-49B7-92E5-604947B7C594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87" name="Line">
            <a:extLst>
              <a:ext uri="{FF2B5EF4-FFF2-40B4-BE49-F238E27FC236}">
                <a16:creationId xmlns:a16="http://schemas.microsoft.com/office/drawing/2014/main" id="{EDD87BE4-65D7-4F6C-845C-4BD20F85EECD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88" name="Line">
            <a:extLst>
              <a:ext uri="{FF2B5EF4-FFF2-40B4-BE49-F238E27FC236}">
                <a16:creationId xmlns:a16="http://schemas.microsoft.com/office/drawing/2014/main" id="{6DEF4E68-78E5-46F9-AA0E-559C236F59ED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89" name="Line">
            <a:extLst>
              <a:ext uri="{FF2B5EF4-FFF2-40B4-BE49-F238E27FC236}">
                <a16:creationId xmlns:a16="http://schemas.microsoft.com/office/drawing/2014/main" id="{4F2D2A13-90B2-4AF7-B347-519A3C90D557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0" name="Line">
            <a:extLst>
              <a:ext uri="{FF2B5EF4-FFF2-40B4-BE49-F238E27FC236}">
                <a16:creationId xmlns:a16="http://schemas.microsoft.com/office/drawing/2014/main" id="{AD6C7EDD-685B-4FA3-8A68-F86B0F08FFFA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1" name="Line">
            <a:extLst>
              <a:ext uri="{FF2B5EF4-FFF2-40B4-BE49-F238E27FC236}">
                <a16:creationId xmlns:a16="http://schemas.microsoft.com/office/drawing/2014/main" id="{6E5BCA6A-A2FF-41D8-AB19-877CFC74FA94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2" name="Line">
            <a:extLst>
              <a:ext uri="{FF2B5EF4-FFF2-40B4-BE49-F238E27FC236}">
                <a16:creationId xmlns:a16="http://schemas.microsoft.com/office/drawing/2014/main" id="{1AC5429E-F598-4402-A0F7-EAF1B98AEED9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3" name="Line">
            <a:extLst>
              <a:ext uri="{FF2B5EF4-FFF2-40B4-BE49-F238E27FC236}">
                <a16:creationId xmlns:a16="http://schemas.microsoft.com/office/drawing/2014/main" id="{28479046-7BD3-4033-82A0-8F266CE5B414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4" name="Line">
            <a:extLst>
              <a:ext uri="{FF2B5EF4-FFF2-40B4-BE49-F238E27FC236}">
                <a16:creationId xmlns:a16="http://schemas.microsoft.com/office/drawing/2014/main" id="{840B8ABF-A39C-46C9-8A31-8C25D1205972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5" name="Line">
            <a:extLst>
              <a:ext uri="{FF2B5EF4-FFF2-40B4-BE49-F238E27FC236}">
                <a16:creationId xmlns:a16="http://schemas.microsoft.com/office/drawing/2014/main" id="{E94B2EE0-FB2A-4C9D-8969-0597C260CB8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796" name="A">
            <a:extLst>
              <a:ext uri="{FF2B5EF4-FFF2-40B4-BE49-F238E27FC236}">
                <a16:creationId xmlns:a16="http://schemas.microsoft.com/office/drawing/2014/main" id="{6269B3B6-18F4-4313-AA25-89B3C0946705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797" name="B">
            <a:extLst>
              <a:ext uri="{FF2B5EF4-FFF2-40B4-BE49-F238E27FC236}">
                <a16:creationId xmlns:a16="http://schemas.microsoft.com/office/drawing/2014/main" id="{521CA9DB-7770-456B-80D6-0E85900DE21C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798" name="C">
            <a:extLst>
              <a:ext uri="{FF2B5EF4-FFF2-40B4-BE49-F238E27FC236}">
                <a16:creationId xmlns:a16="http://schemas.microsoft.com/office/drawing/2014/main" id="{133179EB-5B45-4872-997A-73D576DA4B27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799" name="D">
            <a:extLst>
              <a:ext uri="{FF2B5EF4-FFF2-40B4-BE49-F238E27FC236}">
                <a16:creationId xmlns:a16="http://schemas.microsoft.com/office/drawing/2014/main" id="{835739A6-7ADE-4E7E-9418-E24DB196CDA5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800" name="E">
            <a:extLst>
              <a:ext uri="{FF2B5EF4-FFF2-40B4-BE49-F238E27FC236}">
                <a16:creationId xmlns:a16="http://schemas.microsoft.com/office/drawing/2014/main" id="{C56D67AB-FB7E-400A-B857-64E74391798E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801" name="F">
            <a:extLst>
              <a:ext uri="{FF2B5EF4-FFF2-40B4-BE49-F238E27FC236}">
                <a16:creationId xmlns:a16="http://schemas.microsoft.com/office/drawing/2014/main" id="{52D14873-C780-4DA7-A11C-540228685CE4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802" name="G">
            <a:extLst>
              <a:ext uri="{FF2B5EF4-FFF2-40B4-BE49-F238E27FC236}">
                <a16:creationId xmlns:a16="http://schemas.microsoft.com/office/drawing/2014/main" id="{94EC21F4-F890-4EB6-91D5-8466AEEB2490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803" name="Mon">
            <a:extLst>
              <a:ext uri="{FF2B5EF4-FFF2-40B4-BE49-F238E27FC236}">
                <a16:creationId xmlns:a16="http://schemas.microsoft.com/office/drawing/2014/main" id="{43F45E82-7A3F-4401-A779-1FA2A84B9773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804" name="Tue">
            <a:extLst>
              <a:ext uri="{FF2B5EF4-FFF2-40B4-BE49-F238E27FC236}">
                <a16:creationId xmlns:a16="http://schemas.microsoft.com/office/drawing/2014/main" id="{6006C959-8C28-4D68-AB42-0565827556FC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805" name="{Wed}">
            <a:extLst>
              <a:ext uri="{FF2B5EF4-FFF2-40B4-BE49-F238E27FC236}">
                <a16:creationId xmlns:a16="http://schemas.microsoft.com/office/drawing/2014/main" id="{0CC9D1AF-6D8A-4A3F-9969-485FF7F3CC13}"/>
              </a:ext>
            </a:extLst>
          </p:cNvPr>
          <p:cNvSpPr>
            <a:spLocks noGrp="1"/>
          </p:cNvSpPr>
          <p:nvPr/>
        </p:nvSpPr>
        <p:spPr>
          <a:xfrm>
            <a:off x="4680348" y="7531046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3806" name="{Mon}">
            <a:extLst>
              <a:ext uri="{FF2B5EF4-FFF2-40B4-BE49-F238E27FC236}">
                <a16:creationId xmlns:a16="http://schemas.microsoft.com/office/drawing/2014/main" id="{2302332E-2CE1-44DA-8D52-4288C86EBB33}"/>
              </a:ext>
            </a:extLst>
          </p:cNvPr>
          <p:cNvSpPr>
            <a:spLocks noGrp="1"/>
          </p:cNvSpPr>
          <p:nvPr/>
        </p:nvSpPr>
        <p:spPr>
          <a:xfrm>
            <a:off x="7483297" y="11179799"/>
            <a:ext cx="199413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{Seg}</a:t>
            </a:r>
          </a:p>
        </p:txBody>
      </p:sp>
      <p:sp>
        <p:nvSpPr>
          <p:cNvPr id="3807" name="{Mon, Tue, Wed}">
            <a:extLst>
              <a:ext uri="{FF2B5EF4-FFF2-40B4-BE49-F238E27FC236}">
                <a16:creationId xmlns:a16="http://schemas.microsoft.com/office/drawing/2014/main" id="{82CFB162-5321-4468-BFE7-13457AFB66D2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808" name="{Tue}">
            <a:extLst>
              <a:ext uri="{FF2B5EF4-FFF2-40B4-BE49-F238E27FC236}">
                <a16:creationId xmlns:a16="http://schemas.microsoft.com/office/drawing/2014/main" id="{6191E125-6746-4434-86DB-2CBA8B86385D}"/>
              </a:ext>
            </a:extLst>
          </p:cNvPr>
          <p:cNvSpPr>
            <a:spLocks noGrp="1"/>
          </p:cNvSpPr>
          <p:nvPr/>
        </p:nvSpPr>
        <p:spPr>
          <a:xfrm>
            <a:off x="16355576" y="7767624"/>
            <a:ext cx="1853841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{Ter}</a:t>
            </a:r>
          </a:p>
        </p:txBody>
      </p:sp>
      <p:sp>
        <p:nvSpPr>
          <p:cNvPr id="3809" name="{Wed}">
            <a:extLst>
              <a:ext uri="{FF2B5EF4-FFF2-40B4-BE49-F238E27FC236}">
                <a16:creationId xmlns:a16="http://schemas.microsoft.com/office/drawing/2014/main" id="{B0F72C34-303D-4970-855C-0D37D1518C7C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26385455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Line">
            <a:extLst>
              <a:ext uri="{FF2B5EF4-FFF2-40B4-BE49-F238E27FC236}">
                <a16:creationId xmlns:a16="http://schemas.microsoft.com/office/drawing/2014/main" id="{D526515E-F146-45D9-BA30-5DACE3EDF24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2" name="Line">
            <a:extLst>
              <a:ext uri="{FF2B5EF4-FFF2-40B4-BE49-F238E27FC236}">
                <a16:creationId xmlns:a16="http://schemas.microsoft.com/office/drawing/2014/main" id="{34089E9A-1A0C-42D3-9CA9-63FB65E75D2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3" name="Line">
            <a:extLst>
              <a:ext uri="{FF2B5EF4-FFF2-40B4-BE49-F238E27FC236}">
                <a16:creationId xmlns:a16="http://schemas.microsoft.com/office/drawing/2014/main" id="{6185BAA7-D50E-4B48-AF3B-03672CF5569B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4" name="Line">
            <a:extLst>
              <a:ext uri="{FF2B5EF4-FFF2-40B4-BE49-F238E27FC236}">
                <a16:creationId xmlns:a16="http://schemas.microsoft.com/office/drawing/2014/main" id="{47E5EBFD-F622-42B0-AFBD-935D7BA9CE69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5" name="Line">
            <a:extLst>
              <a:ext uri="{FF2B5EF4-FFF2-40B4-BE49-F238E27FC236}">
                <a16:creationId xmlns:a16="http://schemas.microsoft.com/office/drawing/2014/main" id="{252A28DC-E0A8-414F-8FA3-7159FE751460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6" name="Line">
            <a:extLst>
              <a:ext uri="{FF2B5EF4-FFF2-40B4-BE49-F238E27FC236}">
                <a16:creationId xmlns:a16="http://schemas.microsoft.com/office/drawing/2014/main" id="{A4E388DB-4BBF-436F-B4DD-659D2652BA38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7" name="Line">
            <a:extLst>
              <a:ext uri="{FF2B5EF4-FFF2-40B4-BE49-F238E27FC236}">
                <a16:creationId xmlns:a16="http://schemas.microsoft.com/office/drawing/2014/main" id="{7B4DFEA5-09C9-4943-8736-263EF1808FCA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8" name="Line">
            <a:extLst>
              <a:ext uri="{FF2B5EF4-FFF2-40B4-BE49-F238E27FC236}">
                <a16:creationId xmlns:a16="http://schemas.microsoft.com/office/drawing/2014/main" id="{E578E60C-2FC8-4730-A3FE-0BB731FF32C9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19" name="Line">
            <a:extLst>
              <a:ext uri="{FF2B5EF4-FFF2-40B4-BE49-F238E27FC236}">
                <a16:creationId xmlns:a16="http://schemas.microsoft.com/office/drawing/2014/main" id="{97379127-6369-41C3-83EF-DD130788FA62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20" name="Line">
            <a:extLst>
              <a:ext uri="{FF2B5EF4-FFF2-40B4-BE49-F238E27FC236}">
                <a16:creationId xmlns:a16="http://schemas.microsoft.com/office/drawing/2014/main" id="{52410BE1-CD6D-4BC6-815A-EB84A97276EB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21" name="Line">
            <a:extLst>
              <a:ext uri="{FF2B5EF4-FFF2-40B4-BE49-F238E27FC236}">
                <a16:creationId xmlns:a16="http://schemas.microsoft.com/office/drawing/2014/main" id="{0BF7FE28-1065-483C-887C-64AF59BCE5F4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22" name="A">
            <a:extLst>
              <a:ext uri="{FF2B5EF4-FFF2-40B4-BE49-F238E27FC236}">
                <a16:creationId xmlns:a16="http://schemas.microsoft.com/office/drawing/2014/main" id="{1B7F5B05-6B71-484F-BF8D-80B67329901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823" name="B">
            <a:extLst>
              <a:ext uri="{FF2B5EF4-FFF2-40B4-BE49-F238E27FC236}">
                <a16:creationId xmlns:a16="http://schemas.microsoft.com/office/drawing/2014/main" id="{A58E52A3-E61C-4ADE-8827-A84413E699EF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824" name="C">
            <a:extLst>
              <a:ext uri="{FF2B5EF4-FFF2-40B4-BE49-F238E27FC236}">
                <a16:creationId xmlns:a16="http://schemas.microsoft.com/office/drawing/2014/main" id="{3C369C9E-7DA8-45BF-AB7E-C1DE8A79FFF4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825" name="D">
            <a:extLst>
              <a:ext uri="{FF2B5EF4-FFF2-40B4-BE49-F238E27FC236}">
                <a16:creationId xmlns:a16="http://schemas.microsoft.com/office/drawing/2014/main" id="{C20C9C4C-350F-4B16-9238-470EFF39B7E4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826" name="E">
            <a:extLst>
              <a:ext uri="{FF2B5EF4-FFF2-40B4-BE49-F238E27FC236}">
                <a16:creationId xmlns:a16="http://schemas.microsoft.com/office/drawing/2014/main" id="{337B096C-BB81-4701-9ABB-9C37011B174B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827" name="F">
            <a:extLst>
              <a:ext uri="{FF2B5EF4-FFF2-40B4-BE49-F238E27FC236}">
                <a16:creationId xmlns:a16="http://schemas.microsoft.com/office/drawing/2014/main" id="{87DE103C-69E2-414B-9397-2B6CEC4A3DD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828" name="G">
            <a:extLst>
              <a:ext uri="{FF2B5EF4-FFF2-40B4-BE49-F238E27FC236}">
                <a16:creationId xmlns:a16="http://schemas.microsoft.com/office/drawing/2014/main" id="{90EA2C11-5DA4-4C1B-B986-A50D8808A3EB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829" name="Mon">
            <a:extLst>
              <a:ext uri="{FF2B5EF4-FFF2-40B4-BE49-F238E27FC236}">
                <a16:creationId xmlns:a16="http://schemas.microsoft.com/office/drawing/2014/main" id="{B393F4A9-C99F-4F1C-8B9E-41614D552D0E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830" name="Tue">
            <a:extLst>
              <a:ext uri="{FF2B5EF4-FFF2-40B4-BE49-F238E27FC236}">
                <a16:creationId xmlns:a16="http://schemas.microsoft.com/office/drawing/2014/main" id="{AADA562B-8108-462C-A469-8C4547479DE2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831" name="{Wed}">
            <a:extLst>
              <a:ext uri="{FF2B5EF4-FFF2-40B4-BE49-F238E27FC236}">
                <a16:creationId xmlns:a16="http://schemas.microsoft.com/office/drawing/2014/main" id="{AB802933-5F4D-4137-90A9-7A7104A742C3}"/>
              </a:ext>
            </a:extLst>
          </p:cNvPr>
          <p:cNvSpPr>
            <a:spLocks noGrp="1"/>
          </p:cNvSpPr>
          <p:nvPr/>
        </p:nvSpPr>
        <p:spPr>
          <a:xfrm>
            <a:off x="4680348" y="7531046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3832" name="{Mon}">
            <a:extLst>
              <a:ext uri="{FF2B5EF4-FFF2-40B4-BE49-F238E27FC236}">
                <a16:creationId xmlns:a16="http://schemas.microsoft.com/office/drawing/2014/main" id="{FFBB0AFB-8B63-4DDB-94F4-2E4ABA8577E5}"/>
              </a:ext>
            </a:extLst>
          </p:cNvPr>
          <p:cNvSpPr>
            <a:spLocks noGrp="1"/>
          </p:cNvSpPr>
          <p:nvPr/>
        </p:nvSpPr>
        <p:spPr>
          <a:xfrm>
            <a:off x="7483297" y="11179799"/>
            <a:ext cx="199413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{Seg}</a:t>
            </a:r>
          </a:p>
        </p:txBody>
      </p:sp>
      <p:sp>
        <p:nvSpPr>
          <p:cNvPr id="3833" name="{Wed}">
            <a:extLst>
              <a:ext uri="{FF2B5EF4-FFF2-40B4-BE49-F238E27FC236}">
                <a16:creationId xmlns:a16="http://schemas.microsoft.com/office/drawing/2014/main" id="{FEEC7065-6C11-41B4-9B28-322E9C3422AD}"/>
              </a:ext>
            </a:extLst>
          </p:cNvPr>
          <p:cNvSpPr>
            <a:spLocks noGrp="1"/>
          </p:cNvSpPr>
          <p:nvPr/>
        </p:nvSpPr>
        <p:spPr>
          <a:xfrm>
            <a:off x="17370004" y="11184760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  <p:sp>
        <p:nvSpPr>
          <p:cNvPr id="3834" name="{Tue}">
            <a:extLst>
              <a:ext uri="{FF2B5EF4-FFF2-40B4-BE49-F238E27FC236}">
                <a16:creationId xmlns:a16="http://schemas.microsoft.com/office/drawing/2014/main" id="{43D4E171-A07D-4BDE-B3CB-04158B340C87}"/>
              </a:ext>
            </a:extLst>
          </p:cNvPr>
          <p:cNvSpPr>
            <a:spLocks noGrp="1"/>
          </p:cNvSpPr>
          <p:nvPr/>
        </p:nvSpPr>
        <p:spPr>
          <a:xfrm>
            <a:off x="16355576" y="7767624"/>
            <a:ext cx="1853841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{Ter}</a:t>
            </a:r>
          </a:p>
        </p:txBody>
      </p:sp>
      <p:sp>
        <p:nvSpPr>
          <p:cNvPr id="3835" name="{Wed}">
            <a:extLst>
              <a:ext uri="{FF2B5EF4-FFF2-40B4-BE49-F238E27FC236}">
                <a16:creationId xmlns:a16="http://schemas.microsoft.com/office/drawing/2014/main" id="{B79A996B-655C-4C4A-B268-3207BF059F5F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31931107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Line">
            <a:extLst>
              <a:ext uri="{FF2B5EF4-FFF2-40B4-BE49-F238E27FC236}">
                <a16:creationId xmlns:a16="http://schemas.microsoft.com/office/drawing/2014/main" id="{6B586093-BE05-4E9B-B2C9-5B7C7CF9916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38" name="Line">
            <a:extLst>
              <a:ext uri="{FF2B5EF4-FFF2-40B4-BE49-F238E27FC236}">
                <a16:creationId xmlns:a16="http://schemas.microsoft.com/office/drawing/2014/main" id="{9CFD7B5B-5AFD-4315-8E1A-979D15F7D02E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39" name="Line">
            <a:extLst>
              <a:ext uri="{FF2B5EF4-FFF2-40B4-BE49-F238E27FC236}">
                <a16:creationId xmlns:a16="http://schemas.microsoft.com/office/drawing/2014/main" id="{CD3CC0A8-9FAE-4CE7-A9F8-FAAF4D0D6BB1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0" name="Line">
            <a:extLst>
              <a:ext uri="{FF2B5EF4-FFF2-40B4-BE49-F238E27FC236}">
                <a16:creationId xmlns:a16="http://schemas.microsoft.com/office/drawing/2014/main" id="{65CFCE22-7F98-4D0E-8F3D-1A589ED05F36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1" name="Line">
            <a:extLst>
              <a:ext uri="{FF2B5EF4-FFF2-40B4-BE49-F238E27FC236}">
                <a16:creationId xmlns:a16="http://schemas.microsoft.com/office/drawing/2014/main" id="{2911756E-C391-4D5B-9AD8-8C86A0141FFB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2" name="Line">
            <a:extLst>
              <a:ext uri="{FF2B5EF4-FFF2-40B4-BE49-F238E27FC236}">
                <a16:creationId xmlns:a16="http://schemas.microsoft.com/office/drawing/2014/main" id="{C8DBB287-B695-4FDB-8628-CB6DCB71C356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3" name="Line">
            <a:extLst>
              <a:ext uri="{FF2B5EF4-FFF2-40B4-BE49-F238E27FC236}">
                <a16:creationId xmlns:a16="http://schemas.microsoft.com/office/drawing/2014/main" id="{999A4DB8-5986-4E21-B63D-BC43469E72B6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4" name="Line">
            <a:extLst>
              <a:ext uri="{FF2B5EF4-FFF2-40B4-BE49-F238E27FC236}">
                <a16:creationId xmlns:a16="http://schemas.microsoft.com/office/drawing/2014/main" id="{7296DD2F-4822-4F86-A5BA-0203AC69CEE4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5" name="Line">
            <a:extLst>
              <a:ext uri="{FF2B5EF4-FFF2-40B4-BE49-F238E27FC236}">
                <a16:creationId xmlns:a16="http://schemas.microsoft.com/office/drawing/2014/main" id="{7AE86497-6791-4C0E-975B-459357150646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6" name="Line">
            <a:extLst>
              <a:ext uri="{FF2B5EF4-FFF2-40B4-BE49-F238E27FC236}">
                <a16:creationId xmlns:a16="http://schemas.microsoft.com/office/drawing/2014/main" id="{6FD9402D-B311-4D5A-A7B3-3BFCAD293E72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7" name="Line">
            <a:extLst>
              <a:ext uri="{FF2B5EF4-FFF2-40B4-BE49-F238E27FC236}">
                <a16:creationId xmlns:a16="http://schemas.microsoft.com/office/drawing/2014/main" id="{4192C65D-C2C7-43CA-AB3E-2FE7CAE08AD3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48" name="A">
            <a:extLst>
              <a:ext uri="{FF2B5EF4-FFF2-40B4-BE49-F238E27FC236}">
                <a16:creationId xmlns:a16="http://schemas.microsoft.com/office/drawing/2014/main" id="{EEB85F8F-89BA-492A-A57F-FA7AE3CD4080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849" name="B">
            <a:extLst>
              <a:ext uri="{FF2B5EF4-FFF2-40B4-BE49-F238E27FC236}">
                <a16:creationId xmlns:a16="http://schemas.microsoft.com/office/drawing/2014/main" id="{49660AF3-7357-4BC7-96F2-7189826C8E87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850" name="C">
            <a:extLst>
              <a:ext uri="{FF2B5EF4-FFF2-40B4-BE49-F238E27FC236}">
                <a16:creationId xmlns:a16="http://schemas.microsoft.com/office/drawing/2014/main" id="{CCDF0779-4687-45A5-B2B6-7EA093110F95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851" name="D">
            <a:extLst>
              <a:ext uri="{FF2B5EF4-FFF2-40B4-BE49-F238E27FC236}">
                <a16:creationId xmlns:a16="http://schemas.microsoft.com/office/drawing/2014/main" id="{5F960DD5-E4FE-437B-BE39-E519A48E5782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852" name="E">
            <a:extLst>
              <a:ext uri="{FF2B5EF4-FFF2-40B4-BE49-F238E27FC236}">
                <a16:creationId xmlns:a16="http://schemas.microsoft.com/office/drawing/2014/main" id="{7CBBA775-63EA-4405-8CD9-F16B1A5BEDB4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853" name="F">
            <a:extLst>
              <a:ext uri="{FF2B5EF4-FFF2-40B4-BE49-F238E27FC236}">
                <a16:creationId xmlns:a16="http://schemas.microsoft.com/office/drawing/2014/main" id="{FB3F518B-9408-4F49-9F8B-065FB6447149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854" name="G">
            <a:extLst>
              <a:ext uri="{FF2B5EF4-FFF2-40B4-BE49-F238E27FC236}">
                <a16:creationId xmlns:a16="http://schemas.microsoft.com/office/drawing/2014/main" id="{EE37BAFD-1404-4E22-9461-D54217C29389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855" name="Mon">
            <a:extLst>
              <a:ext uri="{FF2B5EF4-FFF2-40B4-BE49-F238E27FC236}">
                <a16:creationId xmlns:a16="http://schemas.microsoft.com/office/drawing/2014/main" id="{7BB70570-E941-4CD2-B1A0-81B6EECEACA1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856" name="Tue">
            <a:extLst>
              <a:ext uri="{FF2B5EF4-FFF2-40B4-BE49-F238E27FC236}">
                <a16:creationId xmlns:a16="http://schemas.microsoft.com/office/drawing/2014/main" id="{5FD667D9-60C6-4153-BED9-D1C785A2EEE4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857" name="Wed">
            <a:extLst>
              <a:ext uri="{FF2B5EF4-FFF2-40B4-BE49-F238E27FC236}">
                <a16:creationId xmlns:a16="http://schemas.microsoft.com/office/drawing/2014/main" id="{BFBB6FF6-8951-4F2B-A4F0-F1923A11BB60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858" name="Mon">
            <a:extLst>
              <a:ext uri="{FF2B5EF4-FFF2-40B4-BE49-F238E27FC236}">
                <a16:creationId xmlns:a16="http://schemas.microsoft.com/office/drawing/2014/main" id="{020F2741-7F0F-4391-BFB5-E629FD1397E8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859" name="Wed">
            <a:extLst>
              <a:ext uri="{FF2B5EF4-FFF2-40B4-BE49-F238E27FC236}">
                <a16:creationId xmlns:a16="http://schemas.microsoft.com/office/drawing/2014/main" id="{9FEBC970-A9A9-4CBD-8187-4A204E46B96B}"/>
              </a:ext>
            </a:extLst>
          </p:cNvPr>
          <p:cNvSpPr>
            <a:spLocks noGrp="1"/>
          </p:cNvSpPr>
          <p:nvPr/>
        </p:nvSpPr>
        <p:spPr>
          <a:xfrm>
            <a:off x="17355024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3860" name="Tue">
            <a:extLst>
              <a:ext uri="{FF2B5EF4-FFF2-40B4-BE49-F238E27FC236}">
                <a16:creationId xmlns:a16="http://schemas.microsoft.com/office/drawing/2014/main" id="{9A7CBF9F-7B98-438E-B21B-60054D3730B2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861" name="Wed">
            <a:extLst>
              <a:ext uri="{FF2B5EF4-FFF2-40B4-BE49-F238E27FC236}">
                <a16:creationId xmlns:a16="http://schemas.microsoft.com/office/drawing/2014/main" id="{6A741FBE-E216-4C26-872B-D71F6515EEEA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65431743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maintaining arc-consistency">
            <a:extLst>
              <a:ext uri="{FF2B5EF4-FFF2-40B4-BE49-F238E27FC236}">
                <a16:creationId xmlns:a16="http://schemas.microsoft.com/office/drawing/2014/main" id="{3AEF4869-6A25-4C50-9DFA-F7DDD9FE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mantendo a consistência de arco</a:t>
            </a:r>
          </a:p>
        </p:txBody>
      </p:sp>
      <p:sp>
        <p:nvSpPr>
          <p:cNvPr id="3864" name="algorithm for enforcing arc-consistency every time we make a new assignment">
            <a:extLst>
              <a:ext uri="{FF2B5EF4-FFF2-40B4-BE49-F238E27FC236}">
                <a16:creationId xmlns:a16="http://schemas.microsoft.com/office/drawing/2014/main" id="{055BCEF0-0D1E-49E6-A007-53D749A3F4E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algoritmo que impõe consistência de arco sempre que fazemos uma nova atribuição</a:t>
            </a:r>
          </a:p>
        </p:txBody>
      </p:sp>
    </p:spTree>
    <p:extLst>
      <p:ext uri="{BB962C8B-B14F-4D97-AF65-F5344CB8AC3E}">
        <p14:creationId xmlns:p14="http://schemas.microsoft.com/office/powerpoint/2010/main" val="398852167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6" name="maintaining arc-consistency">
            <a:extLst>
              <a:ext uri="{FF2B5EF4-FFF2-40B4-BE49-F238E27FC236}">
                <a16:creationId xmlns:a16="http://schemas.microsoft.com/office/drawing/2014/main" id="{3F8C6D13-1ED3-4DF5-A774-19B84E4C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mantendo a consistência de arco</a:t>
            </a:r>
          </a:p>
        </p:txBody>
      </p:sp>
      <p:sp>
        <p:nvSpPr>
          <p:cNvPr id="3867" name="When we make a new assignment to X, calls AC-3, starting with a queue of all arcs (Y, X) where Y is a neighbor of X">
            <a:extLst>
              <a:ext uri="{FF2B5EF4-FFF2-40B4-BE49-F238E27FC236}">
                <a16:creationId xmlns:a16="http://schemas.microsoft.com/office/drawing/2014/main" id="{B6323658-8F2A-4D65-AE35-F03298FEC2B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Ao fazer uma nova atribuição a X, chama AC-3 com uma fila de todos os arcos (Y, X), em que Y é vizinho de X</a:t>
            </a:r>
          </a:p>
        </p:txBody>
      </p:sp>
    </p:spTree>
    <p:extLst>
      <p:ext uri="{BB962C8B-B14F-4D97-AF65-F5344CB8AC3E}">
        <p14:creationId xmlns:p14="http://schemas.microsoft.com/office/powerpoint/2010/main" val="949344016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function Backtrack(assignment, csp):…">
            <a:extLst>
              <a:ext uri="{FF2B5EF4-FFF2-40B4-BE49-F238E27FC236}">
                <a16:creationId xmlns:a16="http://schemas.microsoft.com/office/drawing/2014/main" id="{1330E525-CC0B-4F11-8594-67636D3976EA}"/>
              </a:ext>
            </a:extLst>
          </p:cNvPr>
          <p:cNvSpPr>
            <a:spLocks noGrp="1"/>
          </p:cNvSpPr>
          <p:nvPr/>
        </p:nvSpPr>
        <p:spPr>
          <a:xfrm>
            <a:off x="2189205" y="1033803"/>
            <a:ext cx="22017246" cy="12290544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  <a:endParaRPr i="1" dirty="0"/>
          </a:p>
          <a:p>
            <a:pPr algn="l">
              <a:buNone/>
              <a:defRPr sz="6600" b="0">
                <a:solidFill>
                  <a:schemeClr val="accent4">
                    <a:lumOff val="10196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</a:t>
            </a:r>
            <a:r>
              <a:rPr i="1" dirty="0">
                <a:solidFill>
                  <a:schemeClr val="accent4"/>
                </a:solidFill>
              </a:rPr>
              <a:t>inferences = Inference(assignment, </a:t>
            </a:r>
            <a:r>
              <a:rPr i="1" dirty="0" err="1">
                <a:solidFill>
                  <a:schemeClr val="accent4"/>
                </a:solidFill>
              </a:rPr>
              <a:t>csp</a:t>
            </a:r>
            <a:r>
              <a:rPr i="1" dirty="0">
                <a:solidFill>
                  <a:schemeClr val="accent4"/>
                </a:solidFill>
              </a:rPr>
              <a:t>)</a:t>
            </a:r>
          </a:p>
          <a:p>
            <a:pPr algn="l">
              <a:buNone/>
              <a:defRPr sz="6600" b="0">
                <a:solidFill>
                  <a:schemeClr val="accent4">
                    <a:lumOff val="10196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solidFill>
                  <a:schemeClr val="accent4"/>
                </a:solidFill>
              </a:rPr>
              <a:t>            se inferences ≠ failure: </a:t>
            </a:r>
            <a:r>
              <a:rPr dirty="0" err="1">
                <a:solidFill>
                  <a:schemeClr val="accent4"/>
                </a:solidFill>
              </a:rPr>
              <a:t>adicionar</a:t>
            </a:r>
            <a:r>
              <a:rPr dirty="0">
                <a:solidFill>
                  <a:schemeClr val="accent4"/>
                </a:solidFill>
              </a:rPr>
              <a:t> inferences a assignment</a:t>
            </a:r>
            <a:endParaRPr i="1" dirty="0">
              <a:solidFill>
                <a:schemeClr val="accent4"/>
              </a:solidFill>
            </a:endParaRP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result = Backtrack(assignment,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remover {var = value} </a:t>
            </a:r>
            <a:r>
              <a:rPr i="1" dirty="0">
                <a:solidFill>
                  <a:schemeClr val="accent4"/>
                </a:solidFill>
              </a:rPr>
              <a:t>e inferences </a:t>
            </a:r>
            <a:r>
              <a:rPr i="1" dirty="0"/>
              <a:t>de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retornar</a:t>
            </a:r>
            <a:r>
              <a:rPr dirty="0"/>
              <a:t> failure</a:t>
            </a:r>
          </a:p>
        </p:txBody>
      </p:sp>
    </p:spTree>
    <p:extLst>
      <p:ext uri="{BB962C8B-B14F-4D97-AF65-F5344CB8AC3E}">
        <p14:creationId xmlns:p14="http://schemas.microsoft.com/office/powerpoint/2010/main" val="2004377519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function Backtrack(assignment, csp):…">
            <a:extLst>
              <a:ext uri="{FF2B5EF4-FFF2-40B4-BE49-F238E27FC236}">
                <a16:creationId xmlns:a16="http://schemas.microsoft.com/office/drawing/2014/main" id="{E24ECA7C-F6FC-4F40-AFF0-4B2BEBBD0305}"/>
              </a:ext>
            </a:extLst>
          </p:cNvPr>
          <p:cNvSpPr>
            <a:spLocks noGrp="1"/>
          </p:cNvSpPr>
          <p:nvPr/>
        </p:nvSpPr>
        <p:spPr>
          <a:xfrm>
            <a:off x="2189205" y="1033803"/>
            <a:ext cx="22017246" cy="12290544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</a:t>
            </a:r>
            <a:r>
              <a:rPr dirty="0">
                <a:solidFill>
                  <a:schemeClr val="accent4"/>
                </a:solidFill>
              </a:rPr>
              <a:t>Select-Unassigned-Var</a:t>
            </a:r>
            <a:r>
              <a:rPr dirty="0"/>
              <a:t>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inferences = Inference(assignment,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inferences ≠ failure: </a:t>
            </a:r>
            <a:r>
              <a:rPr dirty="0" err="1"/>
              <a:t>adicionar</a:t>
            </a:r>
            <a:r>
              <a:rPr dirty="0"/>
              <a:t> inferences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result = Backtrack(assignment,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remover {var = value} e inferences de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retornar</a:t>
            </a:r>
            <a:r>
              <a:rPr dirty="0"/>
              <a:t> failure</a:t>
            </a:r>
          </a:p>
        </p:txBody>
      </p:sp>
    </p:spTree>
    <p:extLst>
      <p:ext uri="{BB962C8B-B14F-4D97-AF65-F5344CB8AC3E}">
        <p14:creationId xmlns:p14="http://schemas.microsoft.com/office/powerpoint/2010/main" val="183209606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5" name="Select-Unassigned-Var">
            <a:extLst>
              <a:ext uri="{FF2B5EF4-FFF2-40B4-BE49-F238E27FC236}">
                <a16:creationId xmlns:a16="http://schemas.microsoft.com/office/drawing/2014/main" id="{ABE0754B-166E-4E3D-8B3A-9BAACB79C99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Unassigned</a:t>
            </a:r>
            <a:r>
              <a:rPr lang="pt-BR" dirty="0"/>
              <a:t>-Var</a:t>
            </a:r>
            <a:endParaRPr dirty="0"/>
          </a:p>
        </p:txBody>
      </p:sp>
      <p:sp>
        <p:nvSpPr>
          <p:cNvPr id="3876" name="minimum remaining values (MRV) heuristic: select the variable that has the smallest domain…">
            <a:extLst>
              <a:ext uri="{FF2B5EF4-FFF2-40B4-BE49-F238E27FC236}">
                <a16:creationId xmlns:a16="http://schemas.microsoft.com/office/drawing/2014/main" id="{D8276709-DE89-4E7A-9867-6D8DB63BF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/>
              <a:t>heurística</a:t>
            </a:r>
            <a:r>
              <a:rPr dirty="0"/>
              <a:t> de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restantes</a:t>
            </a:r>
            <a:r>
              <a:rPr dirty="0"/>
              <a:t> </a:t>
            </a:r>
            <a:r>
              <a:rPr dirty="0" err="1"/>
              <a:t>mínimos</a:t>
            </a:r>
            <a:r>
              <a:rPr dirty="0"/>
              <a:t> (MRV):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variável</a:t>
            </a:r>
            <a:r>
              <a:rPr dirty="0"/>
              <a:t> com o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domínio</a:t>
            </a:r>
            <a:endParaRPr b="0" dirty="0"/>
          </a:p>
          <a:p>
            <a:pPr>
              <a:defRPr b="1"/>
            </a:pPr>
            <a:r>
              <a:rPr dirty="0" err="1"/>
              <a:t>heurística</a:t>
            </a:r>
            <a:r>
              <a:rPr dirty="0"/>
              <a:t> de </a:t>
            </a:r>
            <a:r>
              <a:rPr dirty="0" err="1"/>
              <a:t>grau</a:t>
            </a:r>
            <a:r>
              <a:rPr dirty="0"/>
              <a:t>: </a:t>
            </a:r>
            <a:r>
              <a:rPr dirty="0" err="1"/>
              <a:t>selecionar</a:t>
            </a:r>
            <a:r>
              <a:rPr dirty="0"/>
              <a:t> a </a:t>
            </a:r>
            <a:r>
              <a:rPr dirty="0" err="1"/>
              <a:t>variável</a:t>
            </a:r>
            <a:r>
              <a:rPr dirty="0"/>
              <a:t> com o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grau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14900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8" name="Line">
            <a:extLst>
              <a:ext uri="{FF2B5EF4-FFF2-40B4-BE49-F238E27FC236}">
                <a16:creationId xmlns:a16="http://schemas.microsoft.com/office/drawing/2014/main" id="{A9900C70-1B46-4D4E-A8C0-723A39630A5F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79" name="Line">
            <a:extLst>
              <a:ext uri="{FF2B5EF4-FFF2-40B4-BE49-F238E27FC236}">
                <a16:creationId xmlns:a16="http://schemas.microsoft.com/office/drawing/2014/main" id="{BEBDC330-39E9-4EB2-9AD3-6D0E6F6E77F9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0" name="Line">
            <a:extLst>
              <a:ext uri="{FF2B5EF4-FFF2-40B4-BE49-F238E27FC236}">
                <a16:creationId xmlns:a16="http://schemas.microsoft.com/office/drawing/2014/main" id="{4BD4BF1F-453E-4126-99AE-C4D4AFB7DBAA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1" name="Line">
            <a:extLst>
              <a:ext uri="{FF2B5EF4-FFF2-40B4-BE49-F238E27FC236}">
                <a16:creationId xmlns:a16="http://schemas.microsoft.com/office/drawing/2014/main" id="{2209C69A-F9AB-42C1-B1AD-9B4C99D204B8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2" name="Line">
            <a:extLst>
              <a:ext uri="{FF2B5EF4-FFF2-40B4-BE49-F238E27FC236}">
                <a16:creationId xmlns:a16="http://schemas.microsoft.com/office/drawing/2014/main" id="{1DCD3E77-BE08-4F67-8F5C-F9EDC12372B8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3" name="Line">
            <a:extLst>
              <a:ext uri="{FF2B5EF4-FFF2-40B4-BE49-F238E27FC236}">
                <a16:creationId xmlns:a16="http://schemas.microsoft.com/office/drawing/2014/main" id="{B947E9DF-7F6D-45AA-9C3E-234BFDD6969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4" name="Line">
            <a:extLst>
              <a:ext uri="{FF2B5EF4-FFF2-40B4-BE49-F238E27FC236}">
                <a16:creationId xmlns:a16="http://schemas.microsoft.com/office/drawing/2014/main" id="{F678CB05-F5F2-4265-A7A1-43AE4646DC13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5" name="Line">
            <a:extLst>
              <a:ext uri="{FF2B5EF4-FFF2-40B4-BE49-F238E27FC236}">
                <a16:creationId xmlns:a16="http://schemas.microsoft.com/office/drawing/2014/main" id="{08B8EBA4-103B-4ECD-9B19-C22C6E62F538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6" name="Line">
            <a:extLst>
              <a:ext uri="{FF2B5EF4-FFF2-40B4-BE49-F238E27FC236}">
                <a16:creationId xmlns:a16="http://schemas.microsoft.com/office/drawing/2014/main" id="{ED0516F5-53DA-4D66-990E-BAC19046C548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7" name="Line">
            <a:extLst>
              <a:ext uri="{FF2B5EF4-FFF2-40B4-BE49-F238E27FC236}">
                <a16:creationId xmlns:a16="http://schemas.microsoft.com/office/drawing/2014/main" id="{3966E765-3D5D-4675-8656-785E8A07FF4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8" name="Line">
            <a:extLst>
              <a:ext uri="{FF2B5EF4-FFF2-40B4-BE49-F238E27FC236}">
                <a16:creationId xmlns:a16="http://schemas.microsoft.com/office/drawing/2014/main" id="{FA87D416-9008-4463-A74E-EAD3223E20D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89" name="A">
            <a:extLst>
              <a:ext uri="{FF2B5EF4-FFF2-40B4-BE49-F238E27FC236}">
                <a16:creationId xmlns:a16="http://schemas.microsoft.com/office/drawing/2014/main" id="{617D4B91-FE0B-4D61-9F43-4B5FF2D41CA8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890" name="B">
            <a:extLst>
              <a:ext uri="{FF2B5EF4-FFF2-40B4-BE49-F238E27FC236}">
                <a16:creationId xmlns:a16="http://schemas.microsoft.com/office/drawing/2014/main" id="{01C12019-6541-4429-80F8-B9CE125AD991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891" name="C">
            <a:extLst>
              <a:ext uri="{FF2B5EF4-FFF2-40B4-BE49-F238E27FC236}">
                <a16:creationId xmlns:a16="http://schemas.microsoft.com/office/drawing/2014/main" id="{8D187E39-D753-41F8-BB10-E0F0422CDC5A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892" name="D">
            <a:extLst>
              <a:ext uri="{FF2B5EF4-FFF2-40B4-BE49-F238E27FC236}">
                <a16:creationId xmlns:a16="http://schemas.microsoft.com/office/drawing/2014/main" id="{C8AF45FB-1E3C-405E-B7E2-0819BA60A6F5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893" name="E">
            <a:extLst>
              <a:ext uri="{FF2B5EF4-FFF2-40B4-BE49-F238E27FC236}">
                <a16:creationId xmlns:a16="http://schemas.microsoft.com/office/drawing/2014/main" id="{C6F3B76E-1637-49C7-A7A4-AF4FAA7B1FA0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894" name="F">
            <a:extLst>
              <a:ext uri="{FF2B5EF4-FFF2-40B4-BE49-F238E27FC236}">
                <a16:creationId xmlns:a16="http://schemas.microsoft.com/office/drawing/2014/main" id="{BD552982-CC09-4BDA-ADAF-CE47A82C1F4B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895" name="G">
            <a:extLst>
              <a:ext uri="{FF2B5EF4-FFF2-40B4-BE49-F238E27FC236}">
                <a16:creationId xmlns:a16="http://schemas.microsoft.com/office/drawing/2014/main" id="{2E5423FF-B4F9-4D05-B1E2-C3D2847AE83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896" name="Mon">
            <a:extLst>
              <a:ext uri="{FF2B5EF4-FFF2-40B4-BE49-F238E27FC236}">
                <a16:creationId xmlns:a16="http://schemas.microsoft.com/office/drawing/2014/main" id="{9736A63B-83E1-4771-8742-96B00D36F91E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897" name="Tue">
            <a:extLst>
              <a:ext uri="{FF2B5EF4-FFF2-40B4-BE49-F238E27FC236}">
                <a16:creationId xmlns:a16="http://schemas.microsoft.com/office/drawing/2014/main" id="{DC006694-2282-40BC-A749-4FC184A28482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898" name="{Mon, Wed}">
            <a:extLst>
              <a:ext uri="{FF2B5EF4-FFF2-40B4-BE49-F238E27FC236}">
                <a16:creationId xmlns:a16="http://schemas.microsoft.com/office/drawing/2014/main" id="{74759FE4-DAB4-4803-9C85-59F08CCEEE21}"/>
              </a:ext>
            </a:extLst>
          </p:cNvPr>
          <p:cNvSpPr>
            <a:spLocks noGrp="1"/>
          </p:cNvSpPr>
          <p:nvPr/>
        </p:nvSpPr>
        <p:spPr>
          <a:xfrm>
            <a:off x="3025745" y="7526085"/>
            <a:ext cx="366125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Qua}</a:t>
            </a:r>
          </a:p>
        </p:txBody>
      </p:sp>
      <p:sp>
        <p:nvSpPr>
          <p:cNvPr id="3899" name="{Mon, Tue, Wed}">
            <a:extLst>
              <a:ext uri="{FF2B5EF4-FFF2-40B4-BE49-F238E27FC236}">
                <a16:creationId xmlns:a16="http://schemas.microsoft.com/office/drawing/2014/main" id="{F476ACD2-B062-4FEC-B8DD-88E39C5ABB43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00" name="{Mon, Tue, Wed}">
            <a:extLst>
              <a:ext uri="{FF2B5EF4-FFF2-40B4-BE49-F238E27FC236}">
                <a16:creationId xmlns:a16="http://schemas.microsoft.com/office/drawing/2014/main" id="{0BE626E2-C75F-416E-8CF5-1AE93B36F5D4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01" name="{Mon, Tue, Wed}">
            <a:extLst>
              <a:ext uri="{FF2B5EF4-FFF2-40B4-BE49-F238E27FC236}">
                <a16:creationId xmlns:a16="http://schemas.microsoft.com/office/drawing/2014/main" id="{D03B0C86-DF11-4C47-8BD3-086C54E4FCD1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02" name="{Wed}">
            <a:extLst>
              <a:ext uri="{FF2B5EF4-FFF2-40B4-BE49-F238E27FC236}">
                <a16:creationId xmlns:a16="http://schemas.microsoft.com/office/drawing/2014/main" id="{3DF4B025-A143-4E83-B462-68B78BFF33D4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53868648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4" name="Line">
            <a:extLst>
              <a:ext uri="{FF2B5EF4-FFF2-40B4-BE49-F238E27FC236}">
                <a16:creationId xmlns:a16="http://schemas.microsoft.com/office/drawing/2014/main" id="{0A568883-9070-471A-935C-11777CEC3F99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05" name="Line">
            <a:extLst>
              <a:ext uri="{FF2B5EF4-FFF2-40B4-BE49-F238E27FC236}">
                <a16:creationId xmlns:a16="http://schemas.microsoft.com/office/drawing/2014/main" id="{D9D1D7F6-124D-4B25-8359-CDDC86C828AB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06" name="Line">
            <a:extLst>
              <a:ext uri="{FF2B5EF4-FFF2-40B4-BE49-F238E27FC236}">
                <a16:creationId xmlns:a16="http://schemas.microsoft.com/office/drawing/2014/main" id="{BBE89670-542C-4D9A-BCB5-2B4967A16DA2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07" name="Line">
            <a:extLst>
              <a:ext uri="{FF2B5EF4-FFF2-40B4-BE49-F238E27FC236}">
                <a16:creationId xmlns:a16="http://schemas.microsoft.com/office/drawing/2014/main" id="{2E1EC0E3-8C6E-4B66-8280-7D987B2ABC3A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08" name="Line">
            <a:extLst>
              <a:ext uri="{FF2B5EF4-FFF2-40B4-BE49-F238E27FC236}">
                <a16:creationId xmlns:a16="http://schemas.microsoft.com/office/drawing/2014/main" id="{52F5B5A7-0893-4F56-9EC3-F663B63D590A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09" name="Line">
            <a:extLst>
              <a:ext uri="{FF2B5EF4-FFF2-40B4-BE49-F238E27FC236}">
                <a16:creationId xmlns:a16="http://schemas.microsoft.com/office/drawing/2014/main" id="{13E80337-FCBF-4418-A22B-C1392914A285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0" name="Line">
            <a:extLst>
              <a:ext uri="{FF2B5EF4-FFF2-40B4-BE49-F238E27FC236}">
                <a16:creationId xmlns:a16="http://schemas.microsoft.com/office/drawing/2014/main" id="{F7257D55-B7AD-4CB3-94FA-A73BAF73D06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1" name="Line">
            <a:extLst>
              <a:ext uri="{FF2B5EF4-FFF2-40B4-BE49-F238E27FC236}">
                <a16:creationId xmlns:a16="http://schemas.microsoft.com/office/drawing/2014/main" id="{04C7F762-18A3-48F5-9C08-4D7124A93F78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2" name="Line">
            <a:extLst>
              <a:ext uri="{FF2B5EF4-FFF2-40B4-BE49-F238E27FC236}">
                <a16:creationId xmlns:a16="http://schemas.microsoft.com/office/drawing/2014/main" id="{05F373B6-B4C4-4FC2-B6DC-DB1EFAA60A4E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3" name="Line">
            <a:extLst>
              <a:ext uri="{FF2B5EF4-FFF2-40B4-BE49-F238E27FC236}">
                <a16:creationId xmlns:a16="http://schemas.microsoft.com/office/drawing/2014/main" id="{ED4E45D5-76E8-488D-9687-B8DEBD97D681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4" name="Line">
            <a:extLst>
              <a:ext uri="{FF2B5EF4-FFF2-40B4-BE49-F238E27FC236}">
                <a16:creationId xmlns:a16="http://schemas.microsoft.com/office/drawing/2014/main" id="{7813B375-2922-4E16-8D75-DB7DA7C6C1D6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15" name="A">
            <a:extLst>
              <a:ext uri="{FF2B5EF4-FFF2-40B4-BE49-F238E27FC236}">
                <a16:creationId xmlns:a16="http://schemas.microsoft.com/office/drawing/2014/main" id="{66392E79-D4D2-4FD4-84DA-57D468543E7E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916" name="B">
            <a:extLst>
              <a:ext uri="{FF2B5EF4-FFF2-40B4-BE49-F238E27FC236}">
                <a16:creationId xmlns:a16="http://schemas.microsoft.com/office/drawing/2014/main" id="{879740DD-C8E9-4AE6-AFB0-FC5459ED3988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917" name="C">
            <a:extLst>
              <a:ext uri="{FF2B5EF4-FFF2-40B4-BE49-F238E27FC236}">
                <a16:creationId xmlns:a16="http://schemas.microsoft.com/office/drawing/2014/main" id="{964DE0C0-0C57-4187-830C-2D5D96DC3B0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918" name="D">
            <a:extLst>
              <a:ext uri="{FF2B5EF4-FFF2-40B4-BE49-F238E27FC236}">
                <a16:creationId xmlns:a16="http://schemas.microsoft.com/office/drawing/2014/main" id="{551D36AE-EEAE-4648-9116-3BC51BF914C9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919" name="E">
            <a:extLst>
              <a:ext uri="{FF2B5EF4-FFF2-40B4-BE49-F238E27FC236}">
                <a16:creationId xmlns:a16="http://schemas.microsoft.com/office/drawing/2014/main" id="{4016BD6B-4C6A-418A-BB17-E59CDE5FE7E6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920" name="F">
            <a:extLst>
              <a:ext uri="{FF2B5EF4-FFF2-40B4-BE49-F238E27FC236}">
                <a16:creationId xmlns:a16="http://schemas.microsoft.com/office/drawing/2014/main" id="{0B246750-5BCB-4EDD-B23F-916367027A24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921" name="G">
            <a:extLst>
              <a:ext uri="{FF2B5EF4-FFF2-40B4-BE49-F238E27FC236}">
                <a16:creationId xmlns:a16="http://schemas.microsoft.com/office/drawing/2014/main" id="{AD905FA4-17BB-4A31-B9D5-B89511331266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922" name="Mon">
            <a:extLst>
              <a:ext uri="{FF2B5EF4-FFF2-40B4-BE49-F238E27FC236}">
                <a16:creationId xmlns:a16="http://schemas.microsoft.com/office/drawing/2014/main" id="{0D05E1E6-6005-4224-B9A7-2FF71396FACD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3923" name="Tue">
            <a:extLst>
              <a:ext uri="{FF2B5EF4-FFF2-40B4-BE49-F238E27FC236}">
                <a16:creationId xmlns:a16="http://schemas.microsoft.com/office/drawing/2014/main" id="{69DE9288-D54B-4B6C-AD4D-4D196973A865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3924" name="{Mon, Wed}">
            <a:extLst>
              <a:ext uri="{FF2B5EF4-FFF2-40B4-BE49-F238E27FC236}">
                <a16:creationId xmlns:a16="http://schemas.microsoft.com/office/drawing/2014/main" id="{51580713-9470-4ED9-BBD3-4C6198C742AA}"/>
              </a:ext>
            </a:extLst>
          </p:cNvPr>
          <p:cNvSpPr>
            <a:spLocks noGrp="1"/>
          </p:cNvSpPr>
          <p:nvPr/>
        </p:nvSpPr>
        <p:spPr>
          <a:xfrm>
            <a:off x="3025745" y="7526085"/>
            <a:ext cx="366125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Qua}</a:t>
            </a:r>
          </a:p>
        </p:txBody>
      </p:sp>
      <p:sp>
        <p:nvSpPr>
          <p:cNvPr id="3925" name="{Mon, Tue, Wed}">
            <a:extLst>
              <a:ext uri="{FF2B5EF4-FFF2-40B4-BE49-F238E27FC236}">
                <a16:creationId xmlns:a16="http://schemas.microsoft.com/office/drawing/2014/main" id="{45093AB0-DB22-4B9F-947C-A9B520F8D520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26" name="{Mon, Tue, Wed}">
            <a:extLst>
              <a:ext uri="{FF2B5EF4-FFF2-40B4-BE49-F238E27FC236}">
                <a16:creationId xmlns:a16="http://schemas.microsoft.com/office/drawing/2014/main" id="{45E62C0C-5C38-4947-9B44-4353367ED747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27" name="{Mon, Tue, Wed}">
            <a:extLst>
              <a:ext uri="{FF2B5EF4-FFF2-40B4-BE49-F238E27FC236}">
                <a16:creationId xmlns:a16="http://schemas.microsoft.com/office/drawing/2014/main" id="{66067555-9211-4B7E-8F86-CFB128E23F71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28" name="{Wed}">
            <a:extLst>
              <a:ext uri="{FF2B5EF4-FFF2-40B4-BE49-F238E27FC236}">
                <a16:creationId xmlns:a16="http://schemas.microsoft.com/office/drawing/2014/main" id="{DCCAE3E5-E2A4-44A7-9C15-79D20C8FE26E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2129806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{Qua}</a:t>
            </a:r>
          </a:p>
        </p:txBody>
      </p:sp>
    </p:spTree>
    <p:extLst>
      <p:ext uri="{BB962C8B-B14F-4D97-AF65-F5344CB8AC3E}">
        <p14:creationId xmlns:p14="http://schemas.microsoft.com/office/powerpoint/2010/main" val="26736134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0" name="Line">
            <a:extLst>
              <a:ext uri="{FF2B5EF4-FFF2-40B4-BE49-F238E27FC236}">
                <a16:creationId xmlns:a16="http://schemas.microsoft.com/office/drawing/2014/main" id="{A09644C8-7316-49BB-BCE6-6F123B28C1E5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1" name="Line">
            <a:extLst>
              <a:ext uri="{FF2B5EF4-FFF2-40B4-BE49-F238E27FC236}">
                <a16:creationId xmlns:a16="http://schemas.microsoft.com/office/drawing/2014/main" id="{8C0EB3F2-A4C4-4DFD-AD94-CF126DC0AAAB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2" name="Line">
            <a:extLst>
              <a:ext uri="{FF2B5EF4-FFF2-40B4-BE49-F238E27FC236}">
                <a16:creationId xmlns:a16="http://schemas.microsoft.com/office/drawing/2014/main" id="{ACAC712C-C9BB-4917-A7EF-58617C81B0BD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3" name="Line">
            <a:extLst>
              <a:ext uri="{FF2B5EF4-FFF2-40B4-BE49-F238E27FC236}">
                <a16:creationId xmlns:a16="http://schemas.microsoft.com/office/drawing/2014/main" id="{74D86C39-4B97-4D52-A54D-9D2A928ADDCC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4" name="Line">
            <a:extLst>
              <a:ext uri="{FF2B5EF4-FFF2-40B4-BE49-F238E27FC236}">
                <a16:creationId xmlns:a16="http://schemas.microsoft.com/office/drawing/2014/main" id="{85D78470-65D4-4335-8924-F445C676D12D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5" name="Line">
            <a:extLst>
              <a:ext uri="{FF2B5EF4-FFF2-40B4-BE49-F238E27FC236}">
                <a16:creationId xmlns:a16="http://schemas.microsoft.com/office/drawing/2014/main" id="{55F03D59-F18D-4129-B4EF-BD5B75E35592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6" name="Line">
            <a:extLst>
              <a:ext uri="{FF2B5EF4-FFF2-40B4-BE49-F238E27FC236}">
                <a16:creationId xmlns:a16="http://schemas.microsoft.com/office/drawing/2014/main" id="{8D729D2F-5A13-424B-8449-3DF1EDCB830A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7" name="Line">
            <a:extLst>
              <a:ext uri="{FF2B5EF4-FFF2-40B4-BE49-F238E27FC236}">
                <a16:creationId xmlns:a16="http://schemas.microsoft.com/office/drawing/2014/main" id="{9CE889F8-4696-408C-83B3-3D76F4CAA413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8" name="Line">
            <a:extLst>
              <a:ext uri="{FF2B5EF4-FFF2-40B4-BE49-F238E27FC236}">
                <a16:creationId xmlns:a16="http://schemas.microsoft.com/office/drawing/2014/main" id="{3A653AAE-CC31-4BA4-9FBE-A9090BC5F095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39" name="Line">
            <a:extLst>
              <a:ext uri="{FF2B5EF4-FFF2-40B4-BE49-F238E27FC236}">
                <a16:creationId xmlns:a16="http://schemas.microsoft.com/office/drawing/2014/main" id="{C2B02DFB-4750-42E2-BEE3-A7343962362E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40" name="Line">
            <a:extLst>
              <a:ext uri="{FF2B5EF4-FFF2-40B4-BE49-F238E27FC236}">
                <a16:creationId xmlns:a16="http://schemas.microsoft.com/office/drawing/2014/main" id="{AC4DF401-F256-4532-90E9-0DAEFEE20DC4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41" name="A">
            <a:extLst>
              <a:ext uri="{FF2B5EF4-FFF2-40B4-BE49-F238E27FC236}">
                <a16:creationId xmlns:a16="http://schemas.microsoft.com/office/drawing/2014/main" id="{754477A9-225A-43DC-9D9F-55F4ACDE345E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942" name="B">
            <a:extLst>
              <a:ext uri="{FF2B5EF4-FFF2-40B4-BE49-F238E27FC236}">
                <a16:creationId xmlns:a16="http://schemas.microsoft.com/office/drawing/2014/main" id="{F792F7F1-054C-49F5-82D4-3F1995E31EB5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943" name="C">
            <a:extLst>
              <a:ext uri="{FF2B5EF4-FFF2-40B4-BE49-F238E27FC236}">
                <a16:creationId xmlns:a16="http://schemas.microsoft.com/office/drawing/2014/main" id="{E875F579-801C-4752-9D53-1C9F5077CA23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944" name="D">
            <a:extLst>
              <a:ext uri="{FF2B5EF4-FFF2-40B4-BE49-F238E27FC236}">
                <a16:creationId xmlns:a16="http://schemas.microsoft.com/office/drawing/2014/main" id="{1D35E3D9-515F-4BE4-AF52-8914B22B7EBC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945" name="E">
            <a:extLst>
              <a:ext uri="{FF2B5EF4-FFF2-40B4-BE49-F238E27FC236}">
                <a16:creationId xmlns:a16="http://schemas.microsoft.com/office/drawing/2014/main" id="{647EBE38-4850-4FCA-B5AF-9F98D57C9F32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946" name="F">
            <a:extLst>
              <a:ext uri="{FF2B5EF4-FFF2-40B4-BE49-F238E27FC236}">
                <a16:creationId xmlns:a16="http://schemas.microsoft.com/office/drawing/2014/main" id="{E4C52D16-72B1-4336-8855-A8C381F8E848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947" name="G">
            <a:extLst>
              <a:ext uri="{FF2B5EF4-FFF2-40B4-BE49-F238E27FC236}">
                <a16:creationId xmlns:a16="http://schemas.microsoft.com/office/drawing/2014/main" id="{45BCD4A2-3B5D-4554-8E99-7B2FFE67B4C8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948" name="{Mon, Tue, Wed}">
            <a:extLst>
              <a:ext uri="{FF2B5EF4-FFF2-40B4-BE49-F238E27FC236}">
                <a16:creationId xmlns:a16="http://schemas.microsoft.com/office/drawing/2014/main" id="{BF9FB610-BC3E-41AA-86DA-3011D4026A33}"/>
              </a:ext>
            </a:extLst>
          </p:cNvPr>
          <p:cNvSpPr>
            <a:spLocks noGrp="1"/>
          </p:cNvSpPr>
          <p:nvPr/>
        </p:nvSpPr>
        <p:spPr>
          <a:xfrm>
            <a:off x="12142042" y="790193"/>
            <a:ext cx="483741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{Seg, Ter, Qua}</a:t>
            </a:r>
          </a:p>
        </p:txBody>
      </p:sp>
      <p:sp>
        <p:nvSpPr>
          <p:cNvPr id="3949" name="{Mon, Tue, Wed}">
            <a:extLst>
              <a:ext uri="{FF2B5EF4-FFF2-40B4-BE49-F238E27FC236}">
                <a16:creationId xmlns:a16="http://schemas.microsoft.com/office/drawing/2014/main" id="{614BAB5E-4A55-474E-AE01-AEF6FA969A8E}"/>
              </a:ext>
            </a:extLst>
          </p:cNvPr>
          <p:cNvSpPr>
            <a:spLocks noGrp="1"/>
          </p:cNvSpPr>
          <p:nvPr/>
        </p:nvSpPr>
        <p:spPr>
          <a:xfrm>
            <a:off x="3177153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50" name="{Mon, Tue, Wed}">
            <a:extLst>
              <a:ext uri="{FF2B5EF4-FFF2-40B4-BE49-F238E27FC236}">
                <a16:creationId xmlns:a16="http://schemas.microsoft.com/office/drawing/2014/main" id="{2B978675-BFC5-4F58-B638-4A55604797BA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51" name="{Mon, Tue, Wed}">
            <a:extLst>
              <a:ext uri="{FF2B5EF4-FFF2-40B4-BE49-F238E27FC236}">
                <a16:creationId xmlns:a16="http://schemas.microsoft.com/office/drawing/2014/main" id="{785D6DFA-2BB4-4BEB-B0A1-3070180B42A0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52" name="{Mon, Tue, Wed}">
            <a:extLst>
              <a:ext uri="{FF2B5EF4-FFF2-40B4-BE49-F238E27FC236}">
                <a16:creationId xmlns:a16="http://schemas.microsoft.com/office/drawing/2014/main" id="{E519746F-C33B-44A6-98E1-AD8D36D0EBB0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53" name="{Mon, Tue, Wed}">
            <a:extLst>
              <a:ext uri="{FF2B5EF4-FFF2-40B4-BE49-F238E27FC236}">
                <a16:creationId xmlns:a16="http://schemas.microsoft.com/office/drawing/2014/main" id="{54066150-E186-44AB-ACEA-16B5D474F130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54" name="{Mon, Tue, Wed}">
            <a:extLst>
              <a:ext uri="{FF2B5EF4-FFF2-40B4-BE49-F238E27FC236}">
                <a16:creationId xmlns:a16="http://schemas.microsoft.com/office/drawing/2014/main" id="{A30B9B4E-AB09-48FE-8B6D-424BF00C7DD0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73725172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Line">
            <a:extLst>
              <a:ext uri="{FF2B5EF4-FFF2-40B4-BE49-F238E27FC236}">
                <a16:creationId xmlns:a16="http://schemas.microsoft.com/office/drawing/2014/main" id="{DC87435E-0949-43CD-BC5B-78100C1656A2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57" name="Line">
            <a:extLst>
              <a:ext uri="{FF2B5EF4-FFF2-40B4-BE49-F238E27FC236}">
                <a16:creationId xmlns:a16="http://schemas.microsoft.com/office/drawing/2014/main" id="{782ADB7B-A521-4C7E-95ED-3B5C8221C06C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58" name="Line">
            <a:extLst>
              <a:ext uri="{FF2B5EF4-FFF2-40B4-BE49-F238E27FC236}">
                <a16:creationId xmlns:a16="http://schemas.microsoft.com/office/drawing/2014/main" id="{DE4E5D0D-64F0-4A73-9347-AA8BF1885305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59" name="Line">
            <a:extLst>
              <a:ext uri="{FF2B5EF4-FFF2-40B4-BE49-F238E27FC236}">
                <a16:creationId xmlns:a16="http://schemas.microsoft.com/office/drawing/2014/main" id="{96D09227-BF05-470C-B599-B16D24B1F033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0" name="Line">
            <a:extLst>
              <a:ext uri="{FF2B5EF4-FFF2-40B4-BE49-F238E27FC236}">
                <a16:creationId xmlns:a16="http://schemas.microsoft.com/office/drawing/2014/main" id="{550C914D-CC78-4B27-9C27-09E1CF1F684E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1" name="Line">
            <a:extLst>
              <a:ext uri="{FF2B5EF4-FFF2-40B4-BE49-F238E27FC236}">
                <a16:creationId xmlns:a16="http://schemas.microsoft.com/office/drawing/2014/main" id="{CEBC53E7-E522-440D-9ECC-B0BF49B1183B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2" name="Line">
            <a:extLst>
              <a:ext uri="{FF2B5EF4-FFF2-40B4-BE49-F238E27FC236}">
                <a16:creationId xmlns:a16="http://schemas.microsoft.com/office/drawing/2014/main" id="{C2374678-3600-4B32-8022-4D3B1FB5315F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3" name="Line">
            <a:extLst>
              <a:ext uri="{FF2B5EF4-FFF2-40B4-BE49-F238E27FC236}">
                <a16:creationId xmlns:a16="http://schemas.microsoft.com/office/drawing/2014/main" id="{2FBB262B-A57A-4B52-AB36-63BCA3B62D12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4" name="Line">
            <a:extLst>
              <a:ext uri="{FF2B5EF4-FFF2-40B4-BE49-F238E27FC236}">
                <a16:creationId xmlns:a16="http://schemas.microsoft.com/office/drawing/2014/main" id="{5DB8D429-7695-4E55-82DA-66428354D1A4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5" name="Line">
            <a:extLst>
              <a:ext uri="{FF2B5EF4-FFF2-40B4-BE49-F238E27FC236}">
                <a16:creationId xmlns:a16="http://schemas.microsoft.com/office/drawing/2014/main" id="{4C08B7CE-85A4-46E3-B7AD-4C845B50236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6" name="Line">
            <a:extLst>
              <a:ext uri="{FF2B5EF4-FFF2-40B4-BE49-F238E27FC236}">
                <a16:creationId xmlns:a16="http://schemas.microsoft.com/office/drawing/2014/main" id="{52221457-8FCD-4F29-8AFB-63A2B1A81973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67" name="A">
            <a:extLst>
              <a:ext uri="{FF2B5EF4-FFF2-40B4-BE49-F238E27FC236}">
                <a16:creationId xmlns:a16="http://schemas.microsoft.com/office/drawing/2014/main" id="{3DDE06F3-C76C-473B-B2B6-0C065F1622C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3968" name="B">
            <a:extLst>
              <a:ext uri="{FF2B5EF4-FFF2-40B4-BE49-F238E27FC236}">
                <a16:creationId xmlns:a16="http://schemas.microsoft.com/office/drawing/2014/main" id="{21FDAE83-4E6C-404C-AB93-742177A236C7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3969" name="C">
            <a:extLst>
              <a:ext uri="{FF2B5EF4-FFF2-40B4-BE49-F238E27FC236}">
                <a16:creationId xmlns:a16="http://schemas.microsoft.com/office/drawing/2014/main" id="{8C159930-0F1D-4435-BA19-FF9C83DA8E8F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3970" name="D">
            <a:extLst>
              <a:ext uri="{FF2B5EF4-FFF2-40B4-BE49-F238E27FC236}">
                <a16:creationId xmlns:a16="http://schemas.microsoft.com/office/drawing/2014/main" id="{EE65971D-DB5B-42CE-8E36-F837B1445AC5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3971" name="E">
            <a:extLst>
              <a:ext uri="{FF2B5EF4-FFF2-40B4-BE49-F238E27FC236}">
                <a16:creationId xmlns:a16="http://schemas.microsoft.com/office/drawing/2014/main" id="{D33B7712-7AFF-42DA-9CCF-6B0AF4BC06DE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3972" name="F">
            <a:extLst>
              <a:ext uri="{FF2B5EF4-FFF2-40B4-BE49-F238E27FC236}">
                <a16:creationId xmlns:a16="http://schemas.microsoft.com/office/drawing/2014/main" id="{0A8D1D78-3C46-4EFE-ABBE-B603378F3A3D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3973" name="G">
            <a:extLst>
              <a:ext uri="{FF2B5EF4-FFF2-40B4-BE49-F238E27FC236}">
                <a16:creationId xmlns:a16="http://schemas.microsoft.com/office/drawing/2014/main" id="{007B5602-767C-4E66-AA07-D62D941E9F4D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3974" name="{Mon, Tue, Wed}">
            <a:extLst>
              <a:ext uri="{FF2B5EF4-FFF2-40B4-BE49-F238E27FC236}">
                <a16:creationId xmlns:a16="http://schemas.microsoft.com/office/drawing/2014/main" id="{92B3B644-F54A-4C6D-BF23-C80FB5BA56E6}"/>
              </a:ext>
            </a:extLst>
          </p:cNvPr>
          <p:cNvSpPr>
            <a:spLocks noGrp="1"/>
          </p:cNvSpPr>
          <p:nvPr/>
        </p:nvSpPr>
        <p:spPr>
          <a:xfrm>
            <a:off x="12142042" y="790193"/>
            <a:ext cx="483741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{Seg, Ter, Qua}</a:t>
            </a:r>
          </a:p>
        </p:txBody>
      </p:sp>
      <p:sp>
        <p:nvSpPr>
          <p:cNvPr id="3975" name="{Mon, Tue, Wed}">
            <a:extLst>
              <a:ext uri="{FF2B5EF4-FFF2-40B4-BE49-F238E27FC236}">
                <a16:creationId xmlns:a16="http://schemas.microsoft.com/office/drawing/2014/main" id="{60B6E936-DD55-403E-B199-731B29D7C6BF}"/>
              </a:ext>
            </a:extLst>
          </p:cNvPr>
          <p:cNvSpPr>
            <a:spLocks noGrp="1"/>
          </p:cNvSpPr>
          <p:nvPr/>
        </p:nvSpPr>
        <p:spPr>
          <a:xfrm>
            <a:off x="3177153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76" name="{Mon, Tue, Wed}">
            <a:extLst>
              <a:ext uri="{FF2B5EF4-FFF2-40B4-BE49-F238E27FC236}">
                <a16:creationId xmlns:a16="http://schemas.microsoft.com/office/drawing/2014/main" id="{8D00058D-16C4-4078-AF54-9BF1B7CD9D6A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77" name="{Mon, Tue, Wed}">
            <a:extLst>
              <a:ext uri="{FF2B5EF4-FFF2-40B4-BE49-F238E27FC236}">
                <a16:creationId xmlns:a16="http://schemas.microsoft.com/office/drawing/2014/main" id="{E86DFD3C-D2D0-4B82-A9FB-6CF9935F0A44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78" name="{Mon, Tue, Wed}">
            <a:extLst>
              <a:ext uri="{FF2B5EF4-FFF2-40B4-BE49-F238E27FC236}">
                <a16:creationId xmlns:a16="http://schemas.microsoft.com/office/drawing/2014/main" id="{098C2D57-A092-42FE-BB88-68BBD64BC6B6}"/>
              </a:ext>
            </a:extLst>
          </p:cNvPr>
          <p:cNvSpPr>
            <a:spLocks noGrp="1"/>
          </p:cNvSpPr>
          <p:nvPr/>
        </p:nvSpPr>
        <p:spPr>
          <a:xfrm>
            <a:off x="17557184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79" name="{Mon, Tue, Wed}">
            <a:extLst>
              <a:ext uri="{FF2B5EF4-FFF2-40B4-BE49-F238E27FC236}">
                <a16:creationId xmlns:a16="http://schemas.microsoft.com/office/drawing/2014/main" id="{B32F2B7D-0653-470D-A3CA-5B6374F05E00}"/>
              </a:ext>
            </a:extLst>
          </p:cNvPr>
          <p:cNvSpPr>
            <a:spLocks noGrp="1"/>
          </p:cNvSpPr>
          <p:nvPr/>
        </p:nvSpPr>
        <p:spPr>
          <a:xfrm>
            <a:off x="16496303" y="7767624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3980" name="{Mon, Tue, Wed}">
            <a:extLst>
              <a:ext uri="{FF2B5EF4-FFF2-40B4-BE49-F238E27FC236}">
                <a16:creationId xmlns:a16="http://schemas.microsoft.com/office/drawing/2014/main" id="{60E73F07-66D3-4AB4-B97C-9352AA700C1B}"/>
              </a:ext>
            </a:extLst>
          </p:cNvPr>
          <p:cNvSpPr>
            <a:spLocks noGrp="1"/>
          </p:cNvSpPr>
          <p:nvPr/>
        </p:nvSpPr>
        <p:spPr>
          <a:xfrm>
            <a:off x="15468211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</p:spTree>
    <p:extLst>
      <p:ext uri="{BB962C8B-B14F-4D97-AF65-F5344CB8AC3E}">
        <p14:creationId xmlns:p14="http://schemas.microsoft.com/office/powerpoint/2010/main" val="1039757994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function Backtrack(assignment, csp):…">
            <a:extLst>
              <a:ext uri="{FF2B5EF4-FFF2-40B4-BE49-F238E27FC236}">
                <a16:creationId xmlns:a16="http://schemas.microsoft.com/office/drawing/2014/main" id="{193A9534-310E-4407-9180-DD57F4841BB0}"/>
              </a:ext>
            </a:extLst>
          </p:cNvPr>
          <p:cNvSpPr>
            <a:spLocks noGrp="1"/>
          </p:cNvSpPr>
          <p:nvPr/>
        </p:nvSpPr>
        <p:spPr>
          <a:xfrm>
            <a:off x="2189205" y="1033803"/>
            <a:ext cx="22017246" cy="12290544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</a:t>
            </a:r>
            <a:r>
              <a:rPr dirty="0">
                <a:solidFill>
                  <a:schemeClr val="accent4"/>
                </a:solidFill>
              </a:rPr>
              <a:t>Select-Unassigned-Var</a:t>
            </a:r>
            <a:r>
              <a:rPr dirty="0"/>
              <a:t>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Domain-Values(var,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inferences = Inference(assignment,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inferences ≠ failure: </a:t>
            </a:r>
            <a:r>
              <a:rPr dirty="0" err="1"/>
              <a:t>adicionar</a:t>
            </a:r>
            <a:r>
              <a:rPr dirty="0"/>
              <a:t> inferences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result = Backtrack(assignment,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remover {var = value} e inferences de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retornar</a:t>
            </a:r>
            <a:r>
              <a:rPr dirty="0"/>
              <a:t> failure</a:t>
            </a:r>
          </a:p>
        </p:txBody>
      </p:sp>
    </p:spTree>
    <p:extLst>
      <p:ext uri="{BB962C8B-B14F-4D97-AF65-F5344CB8AC3E}">
        <p14:creationId xmlns:p14="http://schemas.microsoft.com/office/powerpoint/2010/main" val="12061407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4" name="function Backtrack(assignment, csp):…">
            <a:extLst>
              <a:ext uri="{FF2B5EF4-FFF2-40B4-BE49-F238E27FC236}">
                <a16:creationId xmlns:a16="http://schemas.microsoft.com/office/drawing/2014/main" id="{EFD45DD1-9E77-49A8-9C7F-6078BCE666BA}"/>
              </a:ext>
            </a:extLst>
          </p:cNvPr>
          <p:cNvSpPr>
            <a:spLocks noGrp="1"/>
          </p:cNvSpPr>
          <p:nvPr/>
        </p:nvSpPr>
        <p:spPr>
          <a:xfrm>
            <a:off x="2189205" y="1033803"/>
            <a:ext cx="22017246" cy="12290544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função</a:t>
            </a:r>
            <a:r>
              <a:rPr dirty="0"/>
              <a:t> Backtrack(assignment,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se assignment </a:t>
            </a:r>
            <a:r>
              <a:rPr dirty="0" err="1"/>
              <a:t>estiver</a:t>
            </a:r>
            <a:r>
              <a:rPr dirty="0"/>
              <a:t> completa: </a:t>
            </a:r>
            <a:r>
              <a:rPr dirty="0" err="1"/>
              <a:t>retornar</a:t>
            </a:r>
            <a:r>
              <a:rPr dirty="0"/>
              <a:t>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var = Select-Unassigned-Var(assignment, </a:t>
            </a:r>
            <a:r>
              <a:rPr dirty="0" err="1"/>
              <a:t>csp</a:t>
            </a:r>
            <a:r>
              <a:rPr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para value </a:t>
            </a:r>
            <a:r>
              <a:rPr dirty="0" err="1"/>
              <a:t>em</a:t>
            </a:r>
            <a:r>
              <a:rPr dirty="0"/>
              <a:t> </a:t>
            </a:r>
            <a:r>
              <a:rPr dirty="0">
                <a:solidFill>
                  <a:schemeClr val="accent4"/>
                </a:solidFill>
              </a:rPr>
              <a:t>Domain-Values</a:t>
            </a:r>
            <a:r>
              <a:rPr dirty="0"/>
              <a:t>(var, assignment, </a:t>
            </a:r>
            <a:r>
              <a:rPr dirty="0" err="1"/>
              <a:t>csp</a:t>
            </a:r>
            <a:r>
              <a:rPr dirty="0"/>
              <a:t>):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se value for </a:t>
            </a:r>
            <a:r>
              <a:rPr dirty="0" err="1"/>
              <a:t>consistente</a:t>
            </a:r>
            <a:r>
              <a:rPr dirty="0"/>
              <a:t> com assignment: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</a:t>
            </a:r>
            <a:r>
              <a:rPr dirty="0" err="1"/>
              <a:t>adicionar</a:t>
            </a:r>
            <a:r>
              <a:rPr dirty="0"/>
              <a:t> {var = value}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inferences = Inference(assignment,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inferences ≠ failure: </a:t>
            </a:r>
            <a:r>
              <a:rPr dirty="0" err="1"/>
              <a:t>adicionar</a:t>
            </a:r>
            <a:r>
              <a:rPr dirty="0"/>
              <a:t> inferences a assignment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    result = Backtrack(assignment, </a:t>
            </a:r>
            <a:r>
              <a:rPr i="1" dirty="0" err="1"/>
              <a:t>csp</a:t>
            </a:r>
            <a:r>
              <a:rPr i="1" dirty="0"/>
              <a:t>)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        se result ≠ failure: </a:t>
            </a:r>
            <a:r>
              <a:rPr dirty="0" err="1"/>
              <a:t>retornar</a:t>
            </a:r>
            <a:r>
              <a:rPr dirty="0"/>
              <a:t> result</a:t>
            </a:r>
            <a:endParaRPr i="1" dirty="0"/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        remover {var = value} e inferences de assignment</a:t>
            </a:r>
          </a:p>
          <a:p>
            <a:pPr algn="l">
              <a:buNone/>
              <a:defRPr sz="6600" b="0">
                <a:latin typeface="Times New Roman"/>
                <a:ea typeface="Times New Roman"/>
                <a:cs typeface="Times New Roman"/>
              </a:defRPr>
            </a:pPr>
            <a:r>
              <a:rPr dirty="0"/>
              <a:t>    </a:t>
            </a:r>
            <a:r>
              <a:rPr dirty="0" err="1"/>
              <a:t>retornar</a:t>
            </a:r>
            <a:r>
              <a:rPr dirty="0"/>
              <a:t> failure</a:t>
            </a:r>
          </a:p>
        </p:txBody>
      </p:sp>
    </p:spTree>
    <p:extLst>
      <p:ext uri="{BB962C8B-B14F-4D97-AF65-F5344CB8AC3E}">
        <p14:creationId xmlns:p14="http://schemas.microsoft.com/office/powerpoint/2010/main" val="666843706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6" name="Domain-Values">
            <a:extLst>
              <a:ext uri="{FF2B5EF4-FFF2-40B4-BE49-F238E27FC236}">
                <a16:creationId xmlns:a16="http://schemas.microsoft.com/office/drawing/2014/main" id="{240FC691-E1EA-4B90-8850-6813E4397A8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Valores do Domínio</a:t>
            </a:r>
          </a:p>
        </p:txBody>
      </p:sp>
      <p:sp>
        <p:nvSpPr>
          <p:cNvPr id="3987" name="least-constraining values heuristic: return variables in order by number of choices that are ruled out for neighboring variables…">
            <a:extLst>
              <a:ext uri="{FF2B5EF4-FFF2-40B4-BE49-F238E27FC236}">
                <a16:creationId xmlns:a16="http://schemas.microsoft.com/office/drawing/2014/main" id="{E07CBC36-2D2F-44CE-B082-A64ECFD23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/>
              <a:t>heurística</a:t>
            </a:r>
            <a:r>
              <a:rPr dirty="0"/>
              <a:t> do valor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restritivo</a:t>
            </a:r>
            <a:r>
              <a:rPr dirty="0"/>
              <a:t>: </a:t>
            </a:r>
            <a:r>
              <a:rPr dirty="0" err="1"/>
              <a:t>ordenar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opções</a:t>
            </a:r>
            <a:r>
              <a:rPr dirty="0"/>
              <a:t> </a:t>
            </a:r>
            <a:r>
              <a:rPr dirty="0" err="1"/>
              <a:t>eliminadas</a:t>
            </a:r>
            <a:r>
              <a:rPr dirty="0"/>
              <a:t> das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vizinhas</a:t>
            </a:r>
            <a:endParaRPr b="0" dirty="0"/>
          </a:p>
          <a:p>
            <a:pPr lvl="2">
              <a:buNone/>
              <a:defRPr b="1"/>
            </a:pPr>
            <a:r>
              <a:rPr b="0" dirty="0" err="1"/>
              <a:t>tentar</a:t>
            </a:r>
            <a:r>
              <a:rPr b="0" dirty="0"/>
              <a:t> </a:t>
            </a:r>
            <a:r>
              <a:rPr b="0" dirty="0" err="1"/>
              <a:t>primeiro</a:t>
            </a:r>
            <a:r>
              <a:rPr b="0" dirty="0"/>
              <a:t> </a:t>
            </a:r>
            <a:r>
              <a:rPr b="0" dirty="0" err="1"/>
              <a:t>os</a:t>
            </a:r>
            <a:r>
              <a:rPr b="0" dirty="0"/>
              <a:t> </a:t>
            </a:r>
            <a:r>
              <a:rPr b="0" dirty="0" err="1"/>
              <a:t>valores</a:t>
            </a:r>
            <a:r>
              <a:rPr b="0" dirty="0"/>
              <a:t> </a:t>
            </a:r>
            <a:r>
              <a:rPr b="0" dirty="0" err="1"/>
              <a:t>menos</a:t>
            </a:r>
            <a:r>
              <a:rPr b="0" dirty="0"/>
              <a:t> </a:t>
            </a:r>
            <a:r>
              <a:rPr b="0" dirty="0" err="1"/>
              <a:t>restritivos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545823224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9" name="Line">
            <a:extLst>
              <a:ext uri="{FF2B5EF4-FFF2-40B4-BE49-F238E27FC236}">
                <a16:creationId xmlns:a16="http://schemas.microsoft.com/office/drawing/2014/main" id="{6DA75262-5C15-4BC7-9F70-A64127ECDF8A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0" name="Line">
            <a:extLst>
              <a:ext uri="{FF2B5EF4-FFF2-40B4-BE49-F238E27FC236}">
                <a16:creationId xmlns:a16="http://schemas.microsoft.com/office/drawing/2014/main" id="{F99BCD0F-B8ED-4267-87D8-9E5C6094880F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1" name="Line">
            <a:extLst>
              <a:ext uri="{FF2B5EF4-FFF2-40B4-BE49-F238E27FC236}">
                <a16:creationId xmlns:a16="http://schemas.microsoft.com/office/drawing/2014/main" id="{845619DD-AD04-452F-948F-EEB5411B50D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2" name="Line">
            <a:extLst>
              <a:ext uri="{FF2B5EF4-FFF2-40B4-BE49-F238E27FC236}">
                <a16:creationId xmlns:a16="http://schemas.microsoft.com/office/drawing/2014/main" id="{12F4904D-FD6B-4914-B012-5EEA73E05A8E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3" name="Line">
            <a:extLst>
              <a:ext uri="{FF2B5EF4-FFF2-40B4-BE49-F238E27FC236}">
                <a16:creationId xmlns:a16="http://schemas.microsoft.com/office/drawing/2014/main" id="{FD47E1CC-6666-43B1-A847-E403EF6EB298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4" name="Line">
            <a:extLst>
              <a:ext uri="{FF2B5EF4-FFF2-40B4-BE49-F238E27FC236}">
                <a16:creationId xmlns:a16="http://schemas.microsoft.com/office/drawing/2014/main" id="{1F1BB004-5935-4F36-AA72-F866EB013C45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5" name="Line">
            <a:extLst>
              <a:ext uri="{FF2B5EF4-FFF2-40B4-BE49-F238E27FC236}">
                <a16:creationId xmlns:a16="http://schemas.microsoft.com/office/drawing/2014/main" id="{F4B95501-BA7F-46EF-97D6-8EB9262F8669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6" name="Line">
            <a:extLst>
              <a:ext uri="{FF2B5EF4-FFF2-40B4-BE49-F238E27FC236}">
                <a16:creationId xmlns:a16="http://schemas.microsoft.com/office/drawing/2014/main" id="{220C7F1E-D364-43EF-B9A7-AD20C1996B10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7" name="Line">
            <a:extLst>
              <a:ext uri="{FF2B5EF4-FFF2-40B4-BE49-F238E27FC236}">
                <a16:creationId xmlns:a16="http://schemas.microsoft.com/office/drawing/2014/main" id="{FA7A4479-9F40-45F7-BCF4-4812867E89A3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8" name="Line">
            <a:extLst>
              <a:ext uri="{FF2B5EF4-FFF2-40B4-BE49-F238E27FC236}">
                <a16:creationId xmlns:a16="http://schemas.microsoft.com/office/drawing/2014/main" id="{E1D60771-1B57-4C8D-82D4-3FB01DEAEB3C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99" name="Line">
            <a:extLst>
              <a:ext uri="{FF2B5EF4-FFF2-40B4-BE49-F238E27FC236}">
                <a16:creationId xmlns:a16="http://schemas.microsoft.com/office/drawing/2014/main" id="{8A478545-360E-4E2F-97C8-4F475BFC6758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00" name="A">
            <a:extLst>
              <a:ext uri="{FF2B5EF4-FFF2-40B4-BE49-F238E27FC236}">
                <a16:creationId xmlns:a16="http://schemas.microsoft.com/office/drawing/2014/main" id="{02DA675B-9CBB-4424-9B5D-29746CC62D0D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4001" name="B">
            <a:extLst>
              <a:ext uri="{FF2B5EF4-FFF2-40B4-BE49-F238E27FC236}">
                <a16:creationId xmlns:a16="http://schemas.microsoft.com/office/drawing/2014/main" id="{5B6EA4FE-5A17-4947-86CB-1767B7104FF7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4002" name="C">
            <a:extLst>
              <a:ext uri="{FF2B5EF4-FFF2-40B4-BE49-F238E27FC236}">
                <a16:creationId xmlns:a16="http://schemas.microsoft.com/office/drawing/2014/main" id="{358DD1A4-E189-451D-84C0-0666D2D48721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4003" name="D">
            <a:extLst>
              <a:ext uri="{FF2B5EF4-FFF2-40B4-BE49-F238E27FC236}">
                <a16:creationId xmlns:a16="http://schemas.microsoft.com/office/drawing/2014/main" id="{D39F9FEE-3602-4BBE-A669-31E7DAB4A68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4004" name="E">
            <a:extLst>
              <a:ext uri="{FF2B5EF4-FFF2-40B4-BE49-F238E27FC236}">
                <a16:creationId xmlns:a16="http://schemas.microsoft.com/office/drawing/2014/main" id="{A448F976-9AC1-4EBF-9D65-2AB18BBA4657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4005" name="F">
            <a:extLst>
              <a:ext uri="{FF2B5EF4-FFF2-40B4-BE49-F238E27FC236}">
                <a16:creationId xmlns:a16="http://schemas.microsoft.com/office/drawing/2014/main" id="{6235293E-7CEB-4985-A414-50EBA7701C2C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4006" name="G">
            <a:extLst>
              <a:ext uri="{FF2B5EF4-FFF2-40B4-BE49-F238E27FC236}">
                <a16:creationId xmlns:a16="http://schemas.microsoft.com/office/drawing/2014/main" id="{C68C1A58-11ED-428D-8170-BB7007BC06C2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4007" name="Mon">
            <a:extLst>
              <a:ext uri="{FF2B5EF4-FFF2-40B4-BE49-F238E27FC236}">
                <a16:creationId xmlns:a16="http://schemas.microsoft.com/office/drawing/2014/main" id="{17D672EF-F70E-4CAC-AEAA-4E129184A520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4008" name="{Mon, Tue, Wed}">
            <a:extLst>
              <a:ext uri="{FF2B5EF4-FFF2-40B4-BE49-F238E27FC236}">
                <a16:creationId xmlns:a16="http://schemas.microsoft.com/office/drawing/2014/main" id="{7B7127C9-839C-43ED-A53A-0942C7893592}"/>
              </a:ext>
            </a:extLst>
          </p:cNvPr>
          <p:cNvSpPr>
            <a:spLocks noGrp="1"/>
          </p:cNvSpPr>
          <p:nvPr/>
        </p:nvSpPr>
        <p:spPr>
          <a:xfrm>
            <a:off x="3177153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09" name="{Mon, Tue, Wed}">
            <a:extLst>
              <a:ext uri="{FF2B5EF4-FFF2-40B4-BE49-F238E27FC236}">
                <a16:creationId xmlns:a16="http://schemas.microsoft.com/office/drawing/2014/main" id="{50DDC31B-0209-4D92-946A-F2DAD29F31B3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10" name="{Mon, Tue, Wed}">
            <a:extLst>
              <a:ext uri="{FF2B5EF4-FFF2-40B4-BE49-F238E27FC236}">
                <a16:creationId xmlns:a16="http://schemas.microsoft.com/office/drawing/2014/main" id="{B84B05F4-DA5A-48F7-B0F2-807A9F624F11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11" name="Wed">
            <a:extLst>
              <a:ext uri="{FF2B5EF4-FFF2-40B4-BE49-F238E27FC236}">
                <a16:creationId xmlns:a16="http://schemas.microsoft.com/office/drawing/2014/main" id="{78FEE27E-464F-498F-BCE1-B2CD2546C0DC}"/>
              </a:ext>
            </a:extLst>
          </p:cNvPr>
          <p:cNvSpPr>
            <a:spLocks noGrp="1"/>
          </p:cNvSpPr>
          <p:nvPr/>
        </p:nvSpPr>
        <p:spPr>
          <a:xfrm>
            <a:off x="17355024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4012" name="{Mon, Tue}">
            <a:extLst>
              <a:ext uri="{FF2B5EF4-FFF2-40B4-BE49-F238E27FC236}">
                <a16:creationId xmlns:a16="http://schemas.microsoft.com/office/drawing/2014/main" id="{176A0DAF-159C-47E5-8110-5957CA28357A}"/>
              </a:ext>
            </a:extLst>
          </p:cNvPr>
          <p:cNvSpPr>
            <a:spLocks noGrp="1"/>
          </p:cNvSpPr>
          <p:nvPr/>
        </p:nvSpPr>
        <p:spPr>
          <a:xfrm>
            <a:off x="16481968" y="7767624"/>
            <a:ext cx="337880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Ter}</a:t>
            </a:r>
          </a:p>
        </p:txBody>
      </p:sp>
      <p:sp>
        <p:nvSpPr>
          <p:cNvPr id="4013" name="{Tue, Wed}">
            <a:extLst>
              <a:ext uri="{FF2B5EF4-FFF2-40B4-BE49-F238E27FC236}">
                <a16:creationId xmlns:a16="http://schemas.microsoft.com/office/drawing/2014/main" id="{E52F27ED-0066-4530-A82F-4D68DE958669}"/>
              </a:ext>
            </a:extLst>
          </p:cNvPr>
          <p:cNvSpPr>
            <a:spLocks noGrp="1"/>
          </p:cNvSpPr>
          <p:nvPr/>
        </p:nvSpPr>
        <p:spPr>
          <a:xfrm>
            <a:off x="15281031" y="4392302"/>
            <a:ext cx="3611762" cy="1016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{Ter, Qua}</a:t>
            </a:r>
          </a:p>
        </p:txBody>
      </p:sp>
    </p:spTree>
    <p:extLst>
      <p:ext uri="{BB962C8B-B14F-4D97-AF65-F5344CB8AC3E}">
        <p14:creationId xmlns:p14="http://schemas.microsoft.com/office/powerpoint/2010/main" val="606409407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Line">
            <a:extLst>
              <a:ext uri="{FF2B5EF4-FFF2-40B4-BE49-F238E27FC236}">
                <a16:creationId xmlns:a16="http://schemas.microsoft.com/office/drawing/2014/main" id="{CC652D3D-E9D9-406C-B564-56B4139947D5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16" name="Line">
            <a:extLst>
              <a:ext uri="{FF2B5EF4-FFF2-40B4-BE49-F238E27FC236}">
                <a16:creationId xmlns:a16="http://schemas.microsoft.com/office/drawing/2014/main" id="{D1FABA7F-0BE1-4216-B2DB-CA80ADC23B7A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17" name="Line">
            <a:extLst>
              <a:ext uri="{FF2B5EF4-FFF2-40B4-BE49-F238E27FC236}">
                <a16:creationId xmlns:a16="http://schemas.microsoft.com/office/drawing/2014/main" id="{A7121630-D736-45F9-AAD6-EBC5A7E4B0A9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18" name="Line">
            <a:extLst>
              <a:ext uri="{FF2B5EF4-FFF2-40B4-BE49-F238E27FC236}">
                <a16:creationId xmlns:a16="http://schemas.microsoft.com/office/drawing/2014/main" id="{95F3CB2D-FD37-4537-B0A7-353DFA8FD0B8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19" name="Line">
            <a:extLst>
              <a:ext uri="{FF2B5EF4-FFF2-40B4-BE49-F238E27FC236}">
                <a16:creationId xmlns:a16="http://schemas.microsoft.com/office/drawing/2014/main" id="{20A99FEE-4883-4E60-9C6F-FB603A5C963C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0" name="Line">
            <a:extLst>
              <a:ext uri="{FF2B5EF4-FFF2-40B4-BE49-F238E27FC236}">
                <a16:creationId xmlns:a16="http://schemas.microsoft.com/office/drawing/2014/main" id="{6F99045F-7150-4937-A786-DD16D5EF1FFC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1" name="Line">
            <a:extLst>
              <a:ext uri="{FF2B5EF4-FFF2-40B4-BE49-F238E27FC236}">
                <a16:creationId xmlns:a16="http://schemas.microsoft.com/office/drawing/2014/main" id="{CDDAE8EB-1802-409A-9E75-A4371DF0DC3B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2" name="Line">
            <a:extLst>
              <a:ext uri="{FF2B5EF4-FFF2-40B4-BE49-F238E27FC236}">
                <a16:creationId xmlns:a16="http://schemas.microsoft.com/office/drawing/2014/main" id="{4E62AAF7-21BE-436D-8FE7-9CBD3E74E6BF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3" name="Line">
            <a:extLst>
              <a:ext uri="{FF2B5EF4-FFF2-40B4-BE49-F238E27FC236}">
                <a16:creationId xmlns:a16="http://schemas.microsoft.com/office/drawing/2014/main" id="{EC56785D-D1C1-4B30-8E16-74EF58D943FC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4" name="Line">
            <a:extLst>
              <a:ext uri="{FF2B5EF4-FFF2-40B4-BE49-F238E27FC236}">
                <a16:creationId xmlns:a16="http://schemas.microsoft.com/office/drawing/2014/main" id="{6AC569A8-9551-4A43-98AD-C588B80A9749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5" name="Line">
            <a:extLst>
              <a:ext uri="{FF2B5EF4-FFF2-40B4-BE49-F238E27FC236}">
                <a16:creationId xmlns:a16="http://schemas.microsoft.com/office/drawing/2014/main" id="{34C77AA1-404A-4D0E-B24B-1B8761CE76FA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26" name="A">
            <a:extLst>
              <a:ext uri="{FF2B5EF4-FFF2-40B4-BE49-F238E27FC236}">
                <a16:creationId xmlns:a16="http://schemas.microsoft.com/office/drawing/2014/main" id="{9E57BAC5-9E00-46F4-8AE3-55B0850709E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4027" name="B">
            <a:extLst>
              <a:ext uri="{FF2B5EF4-FFF2-40B4-BE49-F238E27FC236}">
                <a16:creationId xmlns:a16="http://schemas.microsoft.com/office/drawing/2014/main" id="{576E8FE1-6192-425F-B05D-E9DE33386A9F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4028" name="C">
            <a:extLst>
              <a:ext uri="{FF2B5EF4-FFF2-40B4-BE49-F238E27FC236}">
                <a16:creationId xmlns:a16="http://schemas.microsoft.com/office/drawing/2014/main" id="{CA8498FE-A293-4A6F-AD3C-EFFFCCC79C92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4029" name="D">
            <a:extLst>
              <a:ext uri="{FF2B5EF4-FFF2-40B4-BE49-F238E27FC236}">
                <a16:creationId xmlns:a16="http://schemas.microsoft.com/office/drawing/2014/main" id="{859C7D91-DCDE-439C-9703-405D3CF64583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4030" name="E">
            <a:extLst>
              <a:ext uri="{FF2B5EF4-FFF2-40B4-BE49-F238E27FC236}">
                <a16:creationId xmlns:a16="http://schemas.microsoft.com/office/drawing/2014/main" id="{0D2CDCBA-9E9D-4F23-9299-0AABA9293348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4031" name="F">
            <a:extLst>
              <a:ext uri="{FF2B5EF4-FFF2-40B4-BE49-F238E27FC236}">
                <a16:creationId xmlns:a16="http://schemas.microsoft.com/office/drawing/2014/main" id="{B68D9972-2616-46C3-AAA7-BD4A9792038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4032" name="G">
            <a:extLst>
              <a:ext uri="{FF2B5EF4-FFF2-40B4-BE49-F238E27FC236}">
                <a16:creationId xmlns:a16="http://schemas.microsoft.com/office/drawing/2014/main" id="{23A6D5E2-55DE-4CBD-8095-A29F5A507F6C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4033" name="Mon">
            <a:extLst>
              <a:ext uri="{FF2B5EF4-FFF2-40B4-BE49-F238E27FC236}">
                <a16:creationId xmlns:a16="http://schemas.microsoft.com/office/drawing/2014/main" id="{6FFEAEB8-D781-4A35-A72F-0A1AFCF17939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4034" name="{Mon, Tue, Wed}">
            <a:extLst>
              <a:ext uri="{FF2B5EF4-FFF2-40B4-BE49-F238E27FC236}">
                <a16:creationId xmlns:a16="http://schemas.microsoft.com/office/drawing/2014/main" id="{9D7BDF2D-BE63-499E-86A2-1BE6C6A86C65}"/>
              </a:ext>
            </a:extLst>
          </p:cNvPr>
          <p:cNvSpPr>
            <a:spLocks noGrp="1"/>
          </p:cNvSpPr>
          <p:nvPr/>
        </p:nvSpPr>
        <p:spPr>
          <a:xfrm>
            <a:off x="3177153" y="4387341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35" name="{Mon, Tue, Wed}">
            <a:extLst>
              <a:ext uri="{FF2B5EF4-FFF2-40B4-BE49-F238E27FC236}">
                <a16:creationId xmlns:a16="http://schemas.microsoft.com/office/drawing/2014/main" id="{217B8815-06DA-4983-8602-85AF62E928D3}"/>
              </a:ext>
            </a:extLst>
          </p:cNvPr>
          <p:cNvSpPr>
            <a:spLocks noGrp="1"/>
          </p:cNvSpPr>
          <p:nvPr/>
        </p:nvSpPr>
        <p:spPr>
          <a:xfrm>
            <a:off x="1607820" y="7526085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36" name="{Mon, Tue, Wed}">
            <a:extLst>
              <a:ext uri="{FF2B5EF4-FFF2-40B4-BE49-F238E27FC236}">
                <a16:creationId xmlns:a16="http://schemas.microsoft.com/office/drawing/2014/main" id="{21326C31-3A97-46EF-92FD-CC842FD3E6D1}"/>
              </a:ext>
            </a:extLst>
          </p:cNvPr>
          <p:cNvSpPr>
            <a:spLocks noGrp="1"/>
          </p:cNvSpPr>
          <p:nvPr/>
        </p:nvSpPr>
        <p:spPr>
          <a:xfrm>
            <a:off x="4399303" y="11179799"/>
            <a:ext cx="5015154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Ter, Qua}</a:t>
            </a:r>
          </a:p>
        </p:txBody>
      </p:sp>
      <p:sp>
        <p:nvSpPr>
          <p:cNvPr id="4037" name="Wed">
            <a:extLst>
              <a:ext uri="{FF2B5EF4-FFF2-40B4-BE49-F238E27FC236}">
                <a16:creationId xmlns:a16="http://schemas.microsoft.com/office/drawing/2014/main" id="{E3A07F75-3D31-4762-BA23-D0DE3D1B28DC}"/>
              </a:ext>
            </a:extLst>
          </p:cNvPr>
          <p:cNvSpPr>
            <a:spLocks noGrp="1"/>
          </p:cNvSpPr>
          <p:nvPr/>
        </p:nvSpPr>
        <p:spPr>
          <a:xfrm>
            <a:off x="17355024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4038" name="{Mon, Tue}">
            <a:extLst>
              <a:ext uri="{FF2B5EF4-FFF2-40B4-BE49-F238E27FC236}">
                <a16:creationId xmlns:a16="http://schemas.microsoft.com/office/drawing/2014/main" id="{1A9C59F3-AC0A-4A84-8102-D48956D227BF}"/>
              </a:ext>
            </a:extLst>
          </p:cNvPr>
          <p:cNvSpPr>
            <a:spLocks noGrp="1"/>
          </p:cNvSpPr>
          <p:nvPr/>
        </p:nvSpPr>
        <p:spPr>
          <a:xfrm>
            <a:off x="16481968" y="7767624"/>
            <a:ext cx="3378809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6000" b="0">
                <a:latin typeface="Times New Roman"/>
                <a:ea typeface="Times New Roman"/>
                <a:cs typeface="Times New Roman"/>
              </a:defRPr>
            </a:pPr>
            <a:r>
              <a:t>{Seg, Ter}</a:t>
            </a:r>
          </a:p>
        </p:txBody>
      </p:sp>
      <p:sp>
        <p:nvSpPr>
          <p:cNvPr id="4039" name="Wed">
            <a:extLst>
              <a:ext uri="{FF2B5EF4-FFF2-40B4-BE49-F238E27FC236}">
                <a16:creationId xmlns:a16="http://schemas.microsoft.com/office/drawing/2014/main" id="{FA76DA9A-28CD-4B8F-9FD1-59F8809D897E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00848832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1" name="Line">
            <a:extLst>
              <a:ext uri="{FF2B5EF4-FFF2-40B4-BE49-F238E27FC236}">
                <a16:creationId xmlns:a16="http://schemas.microsoft.com/office/drawing/2014/main" id="{56BF6C9F-FBCD-4CAF-BBED-E6DA3DBC10DE}"/>
              </a:ext>
            </a:extLst>
          </p:cNvPr>
          <p:cNvSpPr>
            <a:spLocks noGrp="1"/>
          </p:cNvSpPr>
          <p:nvPr/>
        </p:nvSpPr>
        <p:spPr>
          <a:xfrm>
            <a:off x="15137722" y="8014135"/>
            <a:ext cx="1502853" cy="3561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2" name="Line">
            <a:extLst>
              <a:ext uri="{FF2B5EF4-FFF2-40B4-BE49-F238E27FC236}">
                <a16:creationId xmlns:a16="http://schemas.microsoft.com/office/drawing/2014/main" id="{5D79EA0F-3350-4EE8-A5BE-2FDCA80969F8}"/>
              </a:ext>
            </a:extLst>
          </p:cNvPr>
          <p:cNvSpPr>
            <a:spLocks noGrp="1"/>
          </p:cNvSpPr>
          <p:nvPr/>
        </p:nvSpPr>
        <p:spPr>
          <a:xfrm>
            <a:off x="10561508" y="11356570"/>
            <a:ext cx="5952067" cy="92396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3" name="Line">
            <a:extLst>
              <a:ext uri="{FF2B5EF4-FFF2-40B4-BE49-F238E27FC236}">
                <a16:creationId xmlns:a16="http://schemas.microsoft.com/office/drawing/2014/main" id="{969A132A-0F11-4F9A-8457-B7634E3109F0}"/>
              </a:ext>
            </a:extLst>
          </p:cNvPr>
          <p:cNvSpPr>
            <a:spLocks noGrp="1"/>
          </p:cNvSpPr>
          <p:nvPr/>
        </p:nvSpPr>
        <p:spPr>
          <a:xfrm>
            <a:off x="14294311" y="5320864"/>
            <a:ext cx="1091673" cy="307427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4" name="Line">
            <a:extLst>
              <a:ext uri="{FF2B5EF4-FFF2-40B4-BE49-F238E27FC236}">
                <a16:creationId xmlns:a16="http://schemas.microsoft.com/office/drawing/2014/main" id="{ADF503EE-4944-470C-AA65-FC0B82F95B55}"/>
              </a:ext>
            </a:extLst>
          </p:cNvPr>
          <p:cNvSpPr>
            <a:spLocks noGrp="1"/>
          </p:cNvSpPr>
          <p:nvPr/>
        </p:nvSpPr>
        <p:spPr>
          <a:xfrm flipV="1">
            <a:off x="10490507" y="8268135"/>
            <a:ext cx="4768476" cy="305383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5" name="Line">
            <a:extLst>
              <a:ext uri="{FF2B5EF4-FFF2-40B4-BE49-F238E27FC236}">
                <a16:creationId xmlns:a16="http://schemas.microsoft.com/office/drawing/2014/main" id="{725EC88F-8B85-44B8-BA2A-9616D613969B}"/>
              </a:ext>
            </a:extLst>
          </p:cNvPr>
          <p:cNvSpPr>
            <a:spLocks noGrp="1"/>
          </p:cNvSpPr>
          <p:nvPr/>
        </p:nvSpPr>
        <p:spPr>
          <a:xfrm flipV="1">
            <a:off x="10578225" y="5085003"/>
            <a:ext cx="3775554" cy="6320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6" name="Line">
            <a:extLst>
              <a:ext uri="{FF2B5EF4-FFF2-40B4-BE49-F238E27FC236}">
                <a16:creationId xmlns:a16="http://schemas.microsoft.com/office/drawing/2014/main" id="{B91282D8-FAE0-409A-A8BB-D0C8469648C7}"/>
              </a:ext>
            </a:extLst>
          </p:cNvPr>
          <p:cNvSpPr>
            <a:spLocks noGrp="1"/>
          </p:cNvSpPr>
          <p:nvPr/>
        </p:nvSpPr>
        <p:spPr>
          <a:xfrm flipH="1" flipV="1">
            <a:off x="9442110" y="5212003"/>
            <a:ext cx="1009117" cy="60666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7" name="Line">
            <a:extLst>
              <a:ext uri="{FF2B5EF4-FFF2-40B4-BE49-F238E27FC236}">
                <a16:creationId xmlns:a16="http://schemas.microsoft.com/office/drawing/2014/main" id="{2263996B-4068-43D9-9244-F7419D51F7AB}"/>
              </a:ext>
            </a:extLst>
          </p:cNvPr>
          <p:cNvSpPr>
            <a:spLocks noGrp="1"/>
          </p:cNvSpPr>
          <p:nvPr/>
        </p:nvSpPr>
        <p:spPr>
          <a:xfrm flipH="1" flipV="1">
            <a:off x="8010607" y="8427203"/>
            <a:ext cx="2313620" cy="272449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8" name="Line">
            <a:extLst>
              <a:ext uri="{FF2B5EF4-FFF2-40B4-BE49-F238E27FC236}">
                <a16:creationId xmlns:a16="http://schemas.microsoft.com/office/drawing/2014/main" id="{57394423-E0FD-4698-9A63-850E9D70C0A3}"/>
              </a:ext>
            </a:extLst>
          </p:cNvPr>
          <p:cNvSpPr>
            <a:spLocks noGrp="1"/>
          </p:cNvSpPr>
          <p:nvPr/>
        </p:nvSpPr>
        <p:spPr>
          <a:xfrm flipH="1">
            <a:off x="7883607" y="5082612"/>
            <a:ext cx="1499202" cy="3217592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49" name="Line">
            <a:extLst>
              <a:ext uri="{FF2B5EF4-FFF2-40B4-BE49-F238E27FC236}">
                <a16:creationId xmlns:a16="http://schemas.microsoft.com/office/drawing/2014/main" id="{CBE54E05-7AD3-44BD-A696-3E8DF09CCBD2}"/>
              </a:ext>
            </a:extLst>
          </p:cNvPr>
          <p:cNvSpPr>
            <a:spLocks noGrp="1"/>
          </p:cNvSpPr>
          <p:nvPr/>
        </p:nvSpPr>
        <p:spPr>
          <a:xfrm>
            <a:off x="11166648" y="2362507"/>
            <a:ext cx="3131173" cy="2824443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50" name="Line">
            <a:extLst>
              <a:ext uri="{FF2B5EF4-FFF2-40B4-BE49-F238E27FC236}">
                <a16:creationId xmlns:a16="http://schemas.microsoft.com/office/drawing/2014/main" id="{FB7237C2-57F4-49AD-B9BD-789B62A9EF3B}"/>
              </a:ext>
            </a:extLst>
          </p:cNvPr>
          <p:cNvSpPr>
            <a:spLocks noGrp="1"/>
          </p:cNvSpPr>
          <p:nvPr/>
        </p:nvSpPr>
        <p:spPr>
          <a:xfrm>
            <a:off x="9644698" y="5059950"/>
            <a:ext cx="4526123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51" name="Line">
            <a:extLst>
              <a:ext uri="{FF2B5EF4-FFF2-40B4-BE49-F238E27FC236}">
                <a16:creationId xmlns:a16="http://schemas.microsoft.com/office/drawing/2014/main" id="{E2533588-B6FB-4ADD-B14A-FDEA97A587D5}"/>
              </a:ext>
            </a:extLst>
          </p:cNvPr>
          <p:cNvSpPr>
            <a:spLocks noGrp="1"/>
          </p:cNvSpPr>
          <p:nvPr/>
        </p:nvSpPr>
        <p:spPr>
          <a:xfrm flipV="1">
            <a:off x="9517699" y="2616506"/>
            <a:ext cx="1553756" cy="2316445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52" name="A">
            <a:extLst>
              <a:ext uri="{FF2B5EF4-FFF2-40B4-BE49-F238E27FC236}">
                <a16:creationId xmlns:a16="http://schemas.microsoft.com/office/drawing/2014/main" id="{F457DAC7-F65C-483F-B072-387504B6BF54}"/>
              </a:ext>
            </a:extLst>
          </p:cNvPr>
          <p:cNvSpPr>
            <a:spLocks noGrp="1"/>
          </p:cNvSpPr>
          <p:nvPr/>
        </p:nvSpPr>
        <p:spPr>
          <a:xfrm>
            <a:off x="10628102" y="1678231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4053" name="B">
            <a:extLst>
              <a:ext uri="{FF2B5EF4-FFF2-40B4-BE49-F238E27FC236}">
                <a16:creationId xmlns:a16="http://schemas.microsoft.com/office/drawing/2014/main" id="{70DC0C25-8BDC-411A-8758-DFBE45D8E648}"/>
              </a:ext>
            </a:extLst>
          </p:cNvPr>
          <p:cNvSpPr>
            <a:spLocks noGrp="1"/>
          </p:cNvSpPr>
          <p:nvPr/>
        </p:nvSpPr>
        <p:spPr>
          <a:xfrm>
            <a:off x="8818188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</a:t>
            </a:r>
          </a:p>
        </p:txBody>
      </p:sp>
      <p:sp>
        <p:nvSpPr>
          <p:cNvPr id="4054" name="C">
            <a:extLst>
              <a:ext uri="{FF2B5EF4-FFF2-40B4-BE49-F238E27FC236}">
                <a16:creationId xmlns:a16="http://schemas.microsoft.com/office/drawing/2014/main" id="{4C8F0E8D-21F4-48E6-A9BD-4517FFD9F64D}"/>
              </a:ext>
            </a:extLst>
          </p:cNvPr>
          <p:cNvSpPr>
            <a:spLocks noGrp="1"/>
          </p:cNvSpPr>
          <p:nvPr/>
        </p:nvSpPr>
        <p:spPr>
          <a:xfrm>
            <a:off x="13586209" y="4452932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</a:t>
            </a:r>
          </a:p>
        </p:txBody>
      </p:sp>
      <p:sp>
        <p:nvSpPr>
          <p:cNvPr id="4055" name="D">
            <a:extLst>
              <a:ext uri="{FF2B5EF4-FFF2-40B4-BE49-F238E27FC236}">
                <a16:creationId xmlns:a16="http://schemas.microsoft.com/office/drawing/2014/main" id="{D92B228C-D0DC-4CDE-B90D-486D9EBBA3BB}"/>
              </a:ext>
            </a:extLst>
          </p:cNvPr>
          <p:cNvSpPr>
            <a:spLocks noGrp="1"/>
          </p:cNvSpPr>
          <p:nvPr/>
        </p:nvSpPr>
        <p:spPr>
          <a:xfrm>
            <a:off x="7223533" y="7626296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</a:t>
            </a:r>
          </a:p>
        </p:txBody>
      </p:sp>
      <p:sp>
        <p:nvSpPr>
          <p:cNvPr id="4056" name="E">
            <a:extLst>
              <a:ext uri="{FF2B5EF4-FFF2-40B4-BE49-F238E27FC236}">
                <a16:creationId xmlns:a16="http://schemas.microsoft.com/office/drawing/2014/main" id="{99F63C85-A300-4B85-B297-C94B7DE9752C}"/>
              </a:ext>
            </a:extLst>
          </p:cNvPr>
          <p:cNvSpPr>
            <a:spLocks noGrp="1"/>
          </p:cNvSpPr>
          <p:nvPr/>
        </p:nvSpPr>
        <p:spPr>
          <a:xfrm>
            <a:off x="9894561" y="1057640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</a:t>
            </a:r>
          </a:p>
        </p:txBody>
      </p:sp>
      <p:sp>
        <p:nvSpPr>
          <p:cNvPr id="4057" name="F">
            <a:extLst>
              <a:ext uri="{FF2B5EF4-FFF2-40B4-BE49-F238E27FC236}">
                <a16:creationId xmlns:a16="http://schemas.microsoft.com/office/drawing/2014/main" id="{7EFC2813-AB57-4780-9DF7-0EE5C52EA562}"/>
              </a:ext>
            </a:extLst>
          </p:cNvPr>
          <p:cNvSpPr>
            <a:spLocks noGrp="1"/>
          </p:cNvSpPr>
          <p:nvPr/>
        </p:nvSpPr>
        <p:spPr>
          <a:xfrm>
            <a:off x="14654627" y="7610350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</a:t>
            </a:r>
          </a:p>
        </p:txBody>
      </p:sp>
      <p:sp>
        <p:nvSpPr>
          <p:cNvPr id="4058" name="G">
            <a:extLst>
              <a:ext uri="{FF2B5EF4-FFF2-40B4-BE49-F238E27FC236}">
                <a16:creationId xmlns:a16="http://schemas.microsoft.com/office/drawing/2014/main" id="{E6431CA8-A0E1-4BBC-AEDC-8A16C77C5798}"/>
              </a:ext>
            </a:extLst>
          </p:cNvPr>
          <p:cNvSpPr>
            <a:spLocks noGrp="1"/>
          </p:cNvSpPr>
          <p:nvPr/>
        </p:nvSpPr>
        <p:spPr>
          <a:xfrm>
            <a:off x="15890467" y="10767768"/>
            <a:ext cx="1270001" cy="127000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G</a:t>
            </a:r>
          </a:p>
        </p:txBody>
      </p:sp>
      <p:sp>
        <p:nvSpPr>
          <p:cNvPr id="4059" name="Mon">
            <a:extLst>
              <a:ext uri="{FF2B5EF4-FFF2-40B4-BE49-F238E27FC236}">
                <a16:creationId xmlns:a16="http://schemas.microsoft.com/office/drawing/2014/main" id="{F975CF4B-71C4-418F-80BB-40C107B53A7A}"/>
              </a:ext>
            </a:extLst>
          </p:cNvPr>
          <p:cNvSpPr>
            <a:spLocks noGrp="1"/>
          </p:cNvSpPr>
          <p:nvPr/>
        </p:nvSpPr>
        <p:spPr>
          <a:xfrm>
            <a:off x="12075801" y="790193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4060" name="Tue">
            <a:extLst>
              <a:ext uri="{FF2B5EF4-FFF2-40B4-BE49-F238E27FC236}">
                <a16:creationId xmlns:a16="http://schemas.microsoft.com/office/drawing/2014/main" id="{283031CA-9E83-49C0-950C-1674279879C4}"/>
              </a:ext>
            </a:extLst>
          </p:cNvPr>
          <p:cNvSpPr>
            <a:spLocks noGrp="1"/>
          </p:cNvSpPr>
          <p:nvPr/>
        </p:nvSpPr>
        <p:spPr>
          <a:xfrm>
            <a:off x="7221291" y="4387341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4061" name="Wed">
            <a:extLst>
              <a:ext uri="{FF2B5EF4-FFF2-40B4-BE49-F238E27FC236}">
                <a16:creationId xmlns:a16="http://schemas.microsoft.com/office/drawing/2014/main" id="{6F7FE106-C36E-4491-899F-7EF604D3FE57}"/>
              </a:ext>
            </a:extLst>
          </p:cNvPr>
          <p:cNvSpPr>
            <a:spLocks noGrp="1"/>
          </p:cNvSpPr>
          <p:nvPr/>
        </p:nvSpPr>
        <p:spPr>
          <a:xfrm>
            <a:off x="5396858" y="7526085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4062" name="Mon">
            <a:extLst>
              <a:ext uri="{FF2B5EF4-FFF2-40B4-BE49-F238E27FC236}">
                <a16:creationId xmlns:a16="http://schemas.microsoft.com/office/drawing/2014/main" id="{6F8551BE-9165-4270-A31D-34B47F694955}"/>
              </a:ext>
            </a:extLst>
          </p:cNvPr>
          <p:cNvSpPr>
            <a:spLocks noGrp="1"/>
          </p:cNvSpPr>
          <p:nvPr/>
        </p:nvSpPr>
        <p:spPr>
          <a:xfrm>
            <a:off x="8239374" y="11179799"/>
            <a:ext cx="1213473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r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Seg</a:t>
            </a:r>
          </a:p>
        </p:txBody>
      </p:sp>
      <p:sp>
        <p:nvSpPr>
          <p:cNvPr id="4063" name="Wed">
            <a:extLst>
              <a:ext uri="{FF2B5EF4-FFF2-40B4-BE49-F238E27FC236}">
                <a16:creationId xmlns:a16="http://schemas.microsoft.com/office/drawing/2014/main" id="{A34E3557-4045-47B8-921D-555638119137}"/>
              </a:ext>
            </a:extLst>
          </p:cNvPr>
          <p:cNvSpPr>
            <a:spLocks noGrp="1"/>
          </p:cNvSpPr>
          <p:nvPr/>
        </p:nvSpPr>
        <p:spPr>
          <a:xfrm>
            <a:off x="17355024" y="11179799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  <p:sp>
        <p:nvSpPr>
          <p:cNvPr id="4064" name="Tue">
            <a:extLst>
              <a:ext uri="{FF2B5EF4-FFF2-40B4-BE49-F238E27FC236}">
                <a16:creationId xmlns:a16="http://schemas.microsoft.com/office/drawing/2014/main" id="{8BF60FBF-4819-4B41-979A-CCE936A26956}"/>
              </a:ext>
            </a:extLst>
          </p:cNvPr>
          <p:cNvSpPr>
            <a:spLocks noGrp="1"/>
          </p:cNvSpPr>
          <p:nvPr/>
        </p:nvSpPr>
        <p:spPr>
          <a:xfrm>
            <a:off x="16366184" y="7767624"/>
            <a:ext cx="1101135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Ter</a:t>
            </a:r>
          </a:p>
        </p:txBody>
      </p:sp>
      <p:sp>
        <p:nvSpPr>
          <p:cNvPr id="4065" name="Wed">
            <a:extLst>
              <a:ext uri="{FF2B5EF4-FFF2-40B4-BE49-F238E27FC236}">
                <a16:creationId xmlns:a16="http://schemas.microsoft.com/office/drawing/2014/main" id="{3C3E9C9D-B0B5-4D6F-BCC4-7157055A5BA0}"/>
              </a:ext>
            </a:extLst>
          </p:cNvPr>
          <p:cNvSpPr>
            <a:spLocks noGrp="1"/>
          </p:cNvSpPr>
          <p:nvPr/>
        </p:nvSpPr>
        <p:spPr>
          <a:xfrm>
            <a:off x="15266051" y="4387341"/>
            <a:ext cx="1428276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 algn="ctr">
              <a:buNone/>
            </a:pPr>
            <a:r>
              <a:t>Qua</a:t>
            </a:r>
          </a:p>
        </p:txBody>
      </p:sp>
    </p:spTree>
    <p:extLst>
      <p:ext uri="{BB962C8B-B14F-4D97-AF65-F5344CB8AC3E}">
        <p14:creationId xmlns:p14="http://schemas.microsoft.com/office/powerpoint/2010/main" val="1594172813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7" name="Problem Formulation">
            <a:extLst>
              <a:ext uri="{FF2B5EF4-FFF2-40B4-BE49-F238E27FC236}">
                <a16:creationId xmlns:a16="http://schemas.microsoft.com/office/drawing/2014/main" id="{43E0E82E-F0D3-4257-B2F3-B2A46C7C936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Formulação do Problema</a:t>
            </a:r>
          </a:p>
        </p:txBody>
      </p:sp>
      <p:sp>
        <p:nvSpPr>
          <p:cNvPr id="4068" name="Rectangle">
            <a:extLst>
              <a:ext uri="{FF2B5EF4-FFF2-40B4-BE49-F238E27FC236}">
                <a16:creationId xmlns:a16="http://schemas.microsoft.com/office/drawing/2014/main" id="{097AD203-956D-428F-8A32-40BDCA3A749A}"/>
              </a:ext>
            </a:extLst>
          </p:cNvPr>
          <p:cNvSpPr>
            <a:spLocks noGrp="1"/>
          </p:cNvSpPr>
          <p:nvPr/>
        </p:nvSpPr>
        <p:spPr>
          <a:xfrm>
            <a:off x="1380137" y="6878004"/>
            <a:ext cx="170946" cy="185298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69" name="Rectangle">
            <a:extLst>
              <a:ext uri="{FF2B5EF4-FFF2-40B4-BE49-F238E27FC236}">
                <a16:creationId xmlns:a16="http://schemas.microsoft.com/office/drawing/2014/main" id="{2D186B37-3E36-4487-8B59-DED0BF35FB6C}"/>
              </a:ext>
            </a:extLst>
          </p:cNvPr>
          <p:cNvSpPr>
            <a:spLocks noGrp="1"/>
          </p:cNvSpPr>
          <p:nvPr/>
        </p:nvSpPr>
        <p:spPr>
          <a:xfrm>
            <a:off x="1616248" y="6186969"/>
            <a:ext cx="170947" cy="254402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0" name="Rectangle">
            <a:extLst>
              <a:ext uri="{FF2B5EF4-FFF2-40B4-BE49-F238E27FC236}">
                <a16:creationId xmlns:a16="http://schemas.microsoft.com/office/drawing/2014/main" id="{0F0532E0-6A25-48D7-8609-6EBB17D01E09}"/>
              </a:ext>
            </a:extLst>
          </p:cNvPr>
          <p:cNvSpPr>
            <a:spLocks noGrp="1"/>
          </p:cNvSpPr>
          <p:nvPr/>
        </p:nvSpPr>
        <p:spPr>
          <a:xfrm>
            <a:off x="1852360" y="6186969"/>
            <a:ext cx="170947" cy="254402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1" name="Rectangle">
            <a:extLst>
              <a:ext uri="{FF2B5EF4-FFF2-40B4-BE49-F238E27FC236}">
                <a16:creationId xmlns:a16="http://schemas.microsoft.com/office/drawing/2014/main" id="{9DE6623C-F858-474D-96D1-9CF292293B2E}"/>
              </a:ext>
            </a:extLst>
          </p:cNvPr>
          <p:cNvSpPr>
            <a:spLocks noGrp="1"/>
          </p:cNvSpPr>
          <p:nvPr/>
        </p:nvSpPr>
        <p:spPr>
          <a:xfrm>
            <a:off x="2088472" y="6186969"/>
            <a:ext cx="170947" cy="254402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2" name="Rectangle">
            <a:extLst>
              <a:ext uri="{FF2B5EF4-FFF2-40B4-BE49-F238E27FC236}">
                <a16:creationId xmlns:a16="http://schemas.microsoft.com/office/drawing/2014/main" id="{EEAE84A2-6B2A-4B8C-93A4-5DFA60B0E66E}"/>
              </a:ext>
            </a:extLst>
          </p:cNvPr>
          <p:cNvSpPr>
            <a:spLocks noGrp="1"/>
          </p:cNvSpPr>
          <p:nvPr/>
        </p:nvSpPr>
        <p:spPr>
          <a:xfrm>
            <a:off x="2324584" y="4985006"/>
            <a:ext cx="170947" cy="37459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3" name="Rectangle">
            <a:extLst>
              <a:ext uri="{FF2B5EF4-FFF2-40B4-BE49-F238E27FC236}">
                <a16:creationId xmlns:a16="http://schemas.microsoft.com/office/drawing/2014/main" id="{83421EB3-8EC1-4F8E-9DD9-8810E5AB5C07}"/>
              </a:ext>
            </a:extLst>
          </p:cNvPr>
          <p:cNvSpPr>
            <a:spLocks noGrp="1"/>
          </p:cNvSpPr>
          <p:nvPr/>
        </p:nvSpPr>
        <p:spPr>
          <a:xfrm>
            <a:off x="2560696" y="5590551"/>
            <a:ext cx="170946" cy="314044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4" name="Rectangle">
            <a:extLst>
              <a:ext uri="{FF2B5EF4-FFF2-40B4-BE49-F238E27FC236}">
                <a16:creationId xmlns:a16="http://schemas.microsoft.com/office/drawing/2014/main" id="{04C42A79-EA9A-4BF2-93DE-9DE89E061A4A}"/>
              </a:ext>
            </a:extLst>
          </p:cNvPr>
          <p:cNvSpPr>
            <a:spLocks noGrp="1"/>
          </p:cNvSpPr>
          <p:nvPr/>
        </p:nvSpPr>
        <p:spPr>
          <a:xfrm>
            <a:off x="2796808" y="5891415"/>
            <a:ext cx="170946" cy="283957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5" name="Rectangle">
            <a:extLst>
              <a:ext uri="{FF2B5EF4-FFF2-40B4-BE49-F238E27FC236}">
                <a16:creationId xmlns:a16="http://schemas.microsoft.com/office/drawing/2014/main" id="{441F8624-ED78-4727-A665-F4CFD5EBBE2E}"/>
              </a:ext>
            </a:extLst>
          </p:cNvPr>
          <p:cNvSpPr>
            <a:spLocks noGrp="1"/>
          </p:cNvSpPr>
          <p:nvPr/>
        </p:nvSpPr>
        <p:spPr>
          <a:xfrm>
            <a:off x="3032919" y="6186969"/>
            <a:ext cx="170947" cy="254402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6" name="Rectangle">
            <a:extLst>
              <a:ext uri="{FF2B5EF4-FFF2-40B4-BE49-F238E27FC236}">
                <a16:creationId xmlns:a16="http://schemas.microsoft.com/office/drawing/2014/main" id="{19A4C536-48E4-44F9-AB50-7DA22B405ECB}"/>
              </a:ext>
            </a:extLst>
          </p:cNvPr>
          <p:cNvSpPr>
            <a:spLocks noGrp="1"/>
          </p:cNvSpPr>
          <p:nvPr/>
        </p:nvSpPr>
        <p:spPr>
          <a:xfrm>
            <a:off x="3269031" y="6568869"/>
            <a:ext cx="170947" cy="216212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7" name="Rectangle">
            <a:extLst>
              <a:ext uri="{FF2B5EF4-FFF2-40B4-BE49-F238E27FC236}">
                <a16:creationId xmlns:a16="http://schemas.microsoft.com/office/drawing/2014/main" id="{DFAF5FD2-C824-4A12-AF41-674C0E26E618}"/>
              </a:ext>
            </a:extLst>
          </p:cNvPr>
          <p:cNvSpPr>
            <a:spLocks noGrp="1"/>
          </p:cNvSpPr>
          <p:nvPr/>
        </p:nvSpPr>
        <p:spPr>
          <a:xfrm>
            <a:off x="3505143" y="6919158"/>
            <a:ext cx="170947" cy="181183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8" name="Rectangle">
            <a:extLst>
              <a:ext uri="{FF2B5EF4-FFF2-40B4-BE49-F238E27FC236}">
                <a16:creationId xmlns:a16="http://schemas.microsoft.com/office/drawing/2014/main" id="{24FE028C-B386-4185-A072-F382BE542EE0}"/>
              </a:ext>
            </a:extLst>
          </p:cNvPr>
          <p:cNvSpPr>
            <a:spLocks noGrp="1"/>
          </p:cNvSpPr>
          <p:nvPr/>
        </p:nvSpPr>
        <p:spPr>
          <a:xfrm>
            <a:off x="3741255" y="6698184"/>
            <a:ext cx="170947" cy="203280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9" name="Rectangle">
            <a:extLst>
              <a:ext uri="{FF2B5EF4-FFF2-40B4-BE49-F238E27FC236}">
                <a16:creationId xmlns:a16="http://schemas.microsoft.com/office/drawing/2014/main" id="{2037C421-DFAB-4AB4-8AF7-7FEB7B5B8BC0}"/>
              </a:ext>
            </a:extLst>
          </p:cNvPr>
          <p:cNvSpPr>
            <a:spLocks noGrp="1"/>
          </p:cNvSpPr>
          <p:nvPr/>
        </p:nvSpPr>
        <p:spPr>
          <a:xfrm>
            <a:off x="3977367" y="6248223"/>
            <a:ext cx="170946" cy="248277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0" name="Rectangle">
            <a:extLst>
              <a:ext uri="{FF2B5EF4-FFF2-40B4-BE49-F238E27FC236}">
                <a16:creationId xmlns:a16="http://schemas.microsoft.com/office/drawing/2014/main" id="{46173EA7-E03A-4977-B0EE-82E634EA304E}"/>
              </a:ext>
            </a:extLst>
          </p:cNvPr>
          <p:cNvSpPr>
            <a:spLocks noGrp="1"/>
          </p:cNvSpPr>
          <p:nvPr/>
        </p:nvSpPr>
        <p:spPr>
          <a:xfrm>
            <a:off x="4213479" y="5891415"/>
            <a:ext cx="170946" cy="283957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1" name="Rectangle">
            <a:extLst>
              <a:ext uri="{FF2B5EF4-FFF2-40B4-BE49-F238E27FC236}">
                <a16:creationId xmlns:a16="http://schemas.microsoft.com/office/drawing/2014/main" id="{BBB75649-EA86-4D23-80B9-47120037351C}"/>
              </a:ext>
            </a:extLst>
          </p:cNvPr>
          <p:cNvSpPr>
            <a:spLocks noGrp="1"/>
          </p:cNvSpPr>
          <p:nvPr/>
        </p:nvSpPr>
        <p:spPr>
          <a:xfrm>
            <a:off x="4449590" y="5666721"/>
            <a:ext cx="170947" cy="306427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2" name="Rectangle">
            <a:extLst>
              <a:ext uri="{FF2B5EF4-FFF2-40B4-BE49-F238E27FC236}">
                <a16:creationId xmlns:a16="http://schemas.microsoft.com/office/drawing/2014/main" id="{A2C79ADB-1047-4FD6-96D8-8F806D77143E}"/>
              </a:ext>
            </a:extLst>
          </p:cNvPr>
          <p:cNvSpPr>
            <a:spLocks noGrp="1"/>
          </p:cNvSpPr>
          <p:nvPr/>
        </p:nvSpPr>
        <p:spPr>
          <a:xfrm>
            <a:off x="4685703" y="6248223"/>
            <a:ext cx="170947" cy="248277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3" name="Rectangle">
            <a:extLst>
              <a:ext uri="{FF2B5EF4-FFF2-40B4-BE49-F238E27FC236}">
                <a16:creationId xmlns:a16="http://schemas.microsoft.com/office/drawing/2014/main" id="{DA4620B2-CA2E-4DB0-BC11-ED1F96100237}"/>
              </a:ext>
            </a:extLst>
          </p:cNvPr>
          <p:cNvSpPr>
            <a:spLocks noGrp="1"/>
          </p:cNvSpPr>
          <p:nvPr/>
        </p:nvSpPr>
        <p:spPr>
          <a:xfrm>
            <a:off x="4921815" y="6878004"/>
            <a:ext cx="170947" cy="185298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4" name="Rectangle">
            <a:extLst>
              <a:ext uri="{FF2B5EF4-FFF2-40B4-BE49-F238E27FC236}">
                <a16:creationId xmlns:a16="http://schemas.microsoft.com/office/drawing/2014/main" id="{E4EC82EA-AA06-471A-9172-07C21B59D37E}"/>
              </a:ext>
            </a:extLst>
          </p:cNvPr>
          <p:cNvSpPr>
            <a:spLocks noGrp="1"/>
          </p:cNvSpPr>
          <p:nvPr/>
        </p:nvSpPr>
        <p:spPr>
          <a:xfrm>
            <a:off x="5157927" y="7365970"/>
            <a:ext cx="170947" cy="136502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5" name="Rectangle">
            <a:extLst>
              <a:ext uri="{FF2B5EF4-FFF2-40B4-BE49-F238E27FC236}">
                <a16:creationId xmlns:a16="http://schemas.microsoft.com/office/drawing/2014/main" id="{089D88B5-29FB-4F76-8118-7A819153F619}"/>
              </a:ext>
            </a:extLst>
          </p:cNvPr>
          <p:cNvSpPr>
            <a:spLocks noGrp="1"/>
          </p:cNvSpPr>
          <p:nvPr/>
        </p:nvSpPr>
        <p:spPr>
          <a:xfrm>
            <a:off x="5394039" y="7110617"/>
            <a:ext cx="170947" cy="162037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6" name="Rectangle">
            <a:extLst>
              <a:ext uri="{FF2B5EF4-FFF2-40B4-BE49-F238E27FC236}">
                <a16:creationId xmlns:a16="http://schemas.microsoft.com/office/drawing/2014/main" id="{85B42167-90FE-4CAD-937B-8A0044C10AB1}"/>
              </a:ext>
            </a:extLst>
          </p:cNvPr>
          <p:cNvSpPr>
            <a:spLocks noGrp="1"/>
          </p:cNvSpPr>
          <p:nvPr/>
        </p:nvSpPr>
        <p:spPr>
          <a:xfrm>
            <a:off x="5630151" y="6670610"/>
            <a:ext cx="170946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7" name="Rectangle">
            <a:extLst>
              <a:ext uri="{FF2B5EF4-FFF2-40B4-BE49-F238E27FC236}">
                <a16:creationId xmlns:a16="http://schemas.microsoft.com/office/drawing/2014/main" id="{ECDB89EF-EE6D-4E94-8DA6-0181EA2FBAF3}"/>
              </a:ext>
            </a:extLst>
          </p:cNvPr>
          <p:cNvSpPr>
            <a:spLocks noGrp="1"/>
          </p:cNvSpPr>
          <p:nvPr/>
        </p:nvSpPr>
        <p:spPr>
          <a:xfrm>
            <a:off x="5866263" y="6670610"/>
            <a:ext cx="170946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8" name="Rectangle">
            <a:extLst>
              <a:ext uri="{FF2B5EF4-FFF2-40B4-BE49-F238E27FC236}">
                <a16:creationId xmlns:a16="http://schemas.microsoft.com/office/drawing/2014/main" id="{F07DF417-D38D-4E10-A8EE-44827B45E44B}"/>
              </a:ext>
            </a:extLst>
          </p:cNvPr>
          <p:cNvSpPr>
            <a:spLocks noGrp="1"/>
          </p:cNvSpPr>
          <p:nvPr/>
        </p:nvSpPr>
        <p:spPr>
          <a:xfrm>
            <a:off x="6102374" y="6670610"/>
            <a:ext cx="170947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9" name="Rectangle">
            <a:extLst>
              <a:ext uri="{FF2B5EF4-FFF2-40B4-BE49-F238E27FC236}">
                <a16:creationId xmlns:a16="http://schemas.microsoft.com/office/drawing/2014/main" id="{BC07FDF5-A33A-4034-96AD-CB5BB206726F}"/>
              </a:ext>
            </a:extLst>
          </p:cNvPr>
          <p:cNvSpPr>
            <a:spLocks noGrp="1"/>
          </p:cNvSpPr>
          <p:nvPr/>
        </p:nvSpPr>
        <p:spPr>
          <a:xfrm>
            <a:off x="6338486" y="6670610"/>
            <a:ext cx="170947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0" name="Rectangle">
            <a:extLst>
              <a:ext uri="{FF2B5EF4-FFF2-40B4-BE49-F238E27FC236}">
                <a16:creationId xmlns:a16="http://schemas.microsoft.com/office/drawing/2014/main" id="{C4B943EB-FD27-4746-8201-700C1C1DD955}"/>
              </a:ext>
            </a:extLst>
          </p:cNvPr>
          <p:cNvSpPr>
            <a:spLocks noGrp="1"/>
          </p:cNvSpPr>
          <p:nvPr/>
        </p:nvSpPr>
        <p:spPr>
          <a:xfrm>
            <a:off x="6574598" y="6670610"/>
            <a:ext cx="170947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1" name="Rectangle">
            <a:extLst>
              <a:ext uri="{FF2B5EF4-FFF2-40B4-BE49-F238E27FC236}">
                <a16:creationId xmlns:a16="http://schemas.microsoft.com/office/drawing/2014/main" id="{1668E6D5-4489-4FD7-A254-F8AEBB74D718}"/>
              </a:ext>
            </a:extLst>
          </p:cNvPr>
          <p:cNvSpPr>
            <a:spLocks noGrp="1"/>
          </p:cNvSpPr>
          <p:nvPr/>
        </p:nvSpPr>
        <p:spPr>
          <a:xfrm>
            <a:off x="6810710" y="6670610"/>
            <a:ext cx="170947" cy="2060383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2" name="Rectangle">
            <a:extLst>
              <a:ext uri="{FF2B5EF4-FFF2-40B4-BE49-F238E27FC236}">
                <a16:creationId xmlns:a16="http://schemas.microsoft.com/office/drawing/2014/main" id="{EF6B0829-20A7-413B-856E-7A9619771955}"/>
              </a:ext>
            </a:extLst>
          </p:cNvPr>
          <p:cNvSpPr>
            <a:spLocks noGrp="1"/>
          </p:cNvSpPr>
          <p:nvPr/>
        </p:nvSpPr>
        <p:spPr>
          <a:xfrm>
            <a:off x="7046821" y="6983752"/>
            <a:ext cx="170947" cy="1747241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3" name="Rectangle">
            <a:extLst>
              <a:ext uri="{FF2B5EF4-FFF2-40B4-BE49-F238E27FC236}">
                <a16:creationId xmlns:a16="http://schemas.microsoft.com/office/drawing/2014/main" id="{934E60AC-FF3F-4476-8DE3-D0CE4A5663AA}"/>
              </a:ext>
            </a:extLst>
          </p:cNvPr>
          <p:cNvSpPr>
            <a:spLocks noGrp="1"/>
          </p:cNvSpPr>
          <p:nvPr/>
        </p:nvSpPr>
        <p:spPr>
          <a:xfrm>
            <a:off x="7282933" y="6248223"/>
            <a:ext cx="170947" cy="248277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4" name="Rectangle">
            <a:extLst>
              <a:ext uri="{FF2B5EF4-FFF2-40B4-BE49-F238E27FC236}">
                <a16:creationId xmlns:a16="http://schemas.microsoft.com/office/drawing/2014/main" id="{00879366-CA2A-4E3A-A08D-9A010618F1C4}"/>
              </a:ext>
            </a:extLst>
          </p:cNvPr>
          <p:cNvSpPr>
            <a:spLocks noGrp="1"/>
          </p:cNvSpPr>
          <p:nvPr/>
        </p:nvSpPr>
        <p:spPr>
          <a:xfrm>
            <a:off x="7519045" y="6071393"/>
            <a:ext cx="170947" cy="265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96" name="Local…">
            <a:extLst>
              <a:ext uri="{FF2B5EF4-FFF2-40B4-BE49-F238E27FC236}">
                <a16:creationId xmlns:a16="http://schemas.microsoft.com/office/drawing/2014/main" id="{2D4B714F-A64D-489A-84A6-62EE59F1B8A3}"/>
              </a:ext>
            </a:extLst>
          </p:cNvPr>
          <p:cNvSpPr>
            <a:spLocks noGrp="1"/>
          </p:cNvSpPr>
          <p:nvPr/>
        </p:nvSpPr>
        <p:spPr>
          <a:xfrm>
            <a:off x="3236632" y="10066949"/>
            <a:ext cx="2596865" cy="225702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rPr dirty="0" err="1"/>
              <a:t>Busca</a:t>
            </a:r>
            <a:endParaRPr dirty="0"/>
          </a:p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rPr dirty="0"/>
              <a:t>Local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7" name="Equation">
                <a:extLst>
                  <a:ext uri="{FF2B5EF4-FFF2-40B4-BE49-F238E27FC236}">
                    <a16:creationId xmlns:a16="http://schemas.microsoft.com/office/drawing/2014/main" id="{D9BA9AA0-0AE5-4355-9BD0-F476D32580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719492" y="5856306"/>
                <a:ext cx="3105097" cy="63184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50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5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+80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53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097" name="Equation">
                <a:extLst>
                  <a:ext uri="{FF2B5EF4-FFF2-40B4-BE49-F238E27FC236}">
                    <a16:creationId xmlns:a16="http://schemas.microsoft.com/office/drawing/2014/main" id="{D9BA9AA0-0AE5-4355-9BD0-F476D3258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492" y="5856306"/>
                <a:ext cx="3105097" cy="631847"/>
              </a:xfrm>
              <a:prstGeom prst="rect">
                <a:avLst/>
              </a:prstGeom>
              <a:blipFill>
                <a:blip r:embed="rId3"/>
                <a:stretch>
                  <a:fillRect l="-7317" r="-20325" b="-52000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Equation">
                <a:extLst>
                  <a:ext uri="{FF2B5EF4-FFF2-40B4-BE49-F238E27FC236}">
                    <a16:creationId xmlns:a16="http://schemas.microsoft.com/office/drawing/2014/main" id="{9E68CF0F-7E51-41EC-A76C-A9F6978DF7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303750" y="6852026"/>
                <a:ext cx="3936581" cy="63184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5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+2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3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53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≤20</m:t>
                      </m:r>
                    </m:oMath>
                  </m:oMathPara>
                </a14:m>
                <a:endParaRPr sz="53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098" name="Equation">
                <a:extLst>
                  <a:ext uri="{FF2B5EF4-FFF2-40B4-BE49-F238E27FC236}">
                    <a16:creationId xmlns:a16="http://schemas.microsoft.com/office/drawing/2014/main" id="{9E68CF0F-7E51-41EC-A76C-A9F6978DF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750" y="6852026"/>
                <a:ext cx="3936581" cy="631847"/>
              </a:xfrm>
              <a:prstGeom prst="rect">
                <a:avLst/>
              </a:prstGeom>
              <a:blipFill>
                <a:blip r:embed="rId4"/>
                <a:stretch>
                  <a:fillRect l="-6109" r="-19614" b="-49020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Equation">
                <a:extLst>
                  <a:ext uri="{FF2B5EF4-FFF2-40B4-BE49-F238E27FC236}">
                    <a16:creationId xmlns:a16="http://schemas.microsoft.com/office/drawing/2014/main" id="{4B14F451-AACF-4216-A8DC-962BA24DE3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53959" y="7847746"/>
                <a:ext cx="7236162" cy="635539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(−10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sz="5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)+(−12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sz="5400" i="1">
                              <a:solidFill>
                                <a:srgbClr val="FEFEFE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sz="54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)≤−90</m:t>
                      </m:r>
                    </m:oMath>
                  </m:oMathPara>
                </a14:m>
                <a:endParaRPr sz="54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099" name="Equation">
                <a:extLst>
                  <a:ext uri="{FF2B5EF4-FFF2-40B4-BE49-F238E27FC236}">
                    <a16:creationId xmlns:a16="http://schemas.microsoft.com/office/drawing/2014/main" id="{4B14F451-AACF-4216-A8DC-962BA24DE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959" y="7847746"/>
                <a:ext cx="7236162" cy="635539"/>
              </a:xfrm>
              <a:prstGeom prst="rect">
                <a:avLst/>
              </a:prstGeom>
              <a:blipFill>
                <a:blip r:embed="rId5"/>
                <a:stretch>
                  <a:fillRect l="-4378" r="-13660" b="-75000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Linear…">
            <a:extLst>
              <a:ext uri="{FF2B5EF4-FFF2-40B4-BE49-F238E27FC236}">
                <a16:creationId xmlns:a16="http://schemas.microsoft.com/office/drawing/2014/main" id="{C5C80D6E-FCA1-4EDE-9ED3-6F84520BA67F}"/>
              </a:ext>
            </a:extLst>
          </p:cNvPr>
          <p:cNvSpPr>
            <a:spLocks noGrp="1"/>
          </p:cNvSpPr>
          <p:nvPr/>
        </p:nvSpPr>
        <p:spPr>
          <a:xfrm>
            <a:off x="9466981" y="10077862"/>
            <a:ext cx="5450038" cy="2235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t>Programação</a:t>
            </a:r>
          </a:p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t>Linear</a:t>
            </a:r>
          </a:p>
        </p:txBody>
      </p:sp>
      <p:sp>
        <p:nvSpPr>
          <p:cNvPr id="4101" name="Constraint…">
            <a:extLst>
              <a:ext uri="{FF2B5EF4-FFF2-40B4-BE49-F238E27FC236}">
                <a16:creationId xmlns:a16="http://schemas.microsoft.com/office/drawing/2014/main" id="{31D6EBF5-18E2-4834-8686-5692527D8344}"/>
              </a:ext>
            </a:extLst>
          </p:cNvPr>
          <p:cNvSpPr>
            <a:spLocks noGrp="1"/>
          </p:cNvSpPr>
          <p:nvPr/>
        </p:nvSpPr>
        <p:spPr>
          <a:xfrm>
            <a:off x="17321618" y="10066949"/>
            <a:ext cx="5586466" cy="225702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t>Satisfação</a:t>
            </a:r>
          </a:p>
          <a:p>
            <a:pPr algn="ctr">
              <a:buNone/>
              <a:defRPr sz="7000" b="0">
                <a:latin typeface="Helvetica"/>
                <a:ea typeface="Helvetica"/>
                <a:cs typeface="Helvetica"/>
              </a:defRPr>
            </a:pPr>
            <a:r>
              <a:t>de Restrições</a:t>
            </a:r>
          </a:p>
        </p:txBody>
      </p:sp>
      <p:sp>
        <p:nvSpPr>
          <p:cNvPr id="4102" name="Line">
            <a:extLst>
              <a:ext uri="{FF2B5EF4-FFF2-40B4-BE49-F238E27FC236}">
                <a16:creationId xmlns:a16="http://schemas.microsoft.com/office/drawing/2014/main" id="{92D279FC-A5F9-4ABF-9547-6656F71077B5}"/>
              </a:ext>
            </a:extLst>
          </p:cNvPr>
          <p:cNvSpPr>
            <a:spLocks noGrp="1"/>
          </p:cNvSpPr>
          <p:nvPr/>
        </p:nvSpPr>
        <p:spPr>
          <a:xfrm>
            <a:off x="21403109" y="7272956"/>
            <a:ext cx="863830" cy="204731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3" name="Line">
            <a:extLst>
              <a:ext uri="{FF2B5EF4-FFF2-40B4-BE49-F238E27FC236}">
                <a16:creationId xmlns:a16="http://schemas.microsoft.com/office/drawing/2014/main" id="{28CFE0F9-55E4-49BB-8324-A7F3D516A9DD}"/>
              </a:ext>
            </a:extLst>
          </p:cNvPr>
          <p:cNvSpPr>
            <a:spLocks noGrp="1"/>
          </p:cNvSpPr>
          <p:nvPr/>
        </p:nvSpPr>
        <p:spPr>
          <a:xfrm>
            <a:off x="18772733" y="9194164"/>
            <a:ext cx="3421207" cy="5311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4" name="Line">
            <a:extLst>
              <a:ext uri="{FF2B5EF4-FFF2-40B4-BE49-F238E27FC236}">
                <a16:creationId xmlns:a16="http://schemas.microsoft.com/office/drawing/2014/main" id="{9054EDF2-4D2C-4716-BF12-5733A3A55303}"/>
              </a:ext>
            </a:extLst>
          </p:cNvPr>
          <p:cNvSpPr>
            <a:spLocks noGrp="1"/>
          </p:cNvSpPr>
          <p:nvPr/>
        </p:nvSpPr>
        <p:spPr>
          <a:xfrm>
            <a:off x="20918321" y="5724881"/>
            <a:ext cx="627487" cy="176707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5" name="Line">
            <a:extLst>
              <a:ext uri="{FF2B5EF4-FFF2-40B4-BE49-F238E27FC236}">
                <a16:creationId xmlns:a16="http://schemas.microsoft.com/office/drawing/2014/main" id="{D32EC9E3-7DE0-4774-A8C1-5F8647D3BAF6}"/>
              </a:ext>
            </a:extLst>
          </p:cNvPr>
          <p:cNvSpPr>
            <a:spLocks noGrp="1"/>
          </p:cNvSpPr>
          <p:nvPr/>
        </p:nvSpPr>
        <p:spPr>
          <a:xfrm flipV="1">
            <a:off x="18731922" y="7418953"/>
            <a:ext cx="2740888" cy="175532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6" name="Line">
            <a:extLst>
              <a:ext uri="{FF2B5EF4-FFF2-40B4-BE49-F238E27FC236}">
                <a16:creationId xmlns:a16="http://schemas.microsoft.com/office/drawing/2014/main" id="{DF6B4951-0EE9-4975-8A23-7EA757AC68CA}"/>
              </a:ext>
            </a:extLst>
          </p:cNvPr>
          <p:cNvSpPr>
            <a:spLocks noGrp="1"/>
          </p:cNvSpPr>
          <p:nvPr/>
        </p:nvSpPr>
        <p:spPr>
          <a:xfrm flipV="1">
            <a:off x="18782343" y="5589310"/>
            <a:ext cx="2170162" cy="363309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7" name="Line">
            <a:extLst>
              <a:ext uri="{FF2B5EF4-FFF2-40B4-BE49-F238E27FC236}">
                <a16:creationId xmlns:a16="http://schemas.microsoft.com/office/drawing/2014/main" id="{482C81AB-6AF4-41DD-A118-402E41056518}"/>
              </a:ext>
            </a:extLst>
          </p:cNvPr>
          <p:cNvSpPr>
            <a:spLocks noGrp="1"/>
          </p:cNvSpPr>
          <p:nvPr/>
        </p:nvSpPr>
        <p:spPr>
          <a:xfrm flipH="1" flipV="1">
            <a:off x="18129310" y="5662309"/>
            <a:ext cx="580034" cy="348709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8" name="Line">
            <a:extLst>
              <a:ext uri="{FF2B5EF4-FFF2-40B4-BE49-F238E27FC236}">
                <a16:creationId xmlns:a16="http://schemas.microsoft.com/office/drawing/2014/main" id="{87F93F58-ED59-40E5-AB22-0641E75564AB}"/>
              </a:ext>
            </a:extLst>
          </p:cNvPr>
          <p:cNvSpPr>
            <a:spLocks noGrp="1"/>
          </p:cNvSpPr>
          <p:nvPr/>
        </p:nvSpPr>
        <p:spPr>
          <a:xfrm flipH="1" flipV="1">
            <a:off x="17306492" y="7510385"/>
            <a:ext cx="1329853" cy="156602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09" name="Line">
            <a:extLst>
              <a:ext uri="{FF2B5EF4-FFF2-40B4-BE49-F238E27FC236}">
                <a16:creationId xmlns:a16="http://schemas.microsoft.com/office/drawing/2014/main" id="{D8EA419F-D201-44B8-85EE-3DA3AC1D8A90}"/>
              </a:ext>
            </a:extLst>
          </p:cNvPr>
          <p:cNvSpPr>
            <a:spLocks noGrp="1"/>
          </p:cNvSpPr>
          <p:nvPr/>
        </p:nvSpPr>
        <p:spPr>
          <a:xfrm flipH="1">
            <a:off x="17233493" y="5587936"/>
            <a:ext cx="861732" cy="184945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0" name="Line">
            <a:extLst>
              <a:ext uri="{FF2B5EF4-FFF2-40B4-BE49-F238E27FC236}">
                <a16:creationId xmlns:a16="http://schemas.microsoft.com/office/drawing/2014/main" id="{4D0F4897-6F82-4DAF-AFD0-5F56560353B8}"/>
              </a:ext>
            </a:extLst>
          </p:cNvPr>
          <p:cNvSpPr>
            <a:spLocks noGrp="1"/>
          </p:cNvSpPr>
          <p:nvPr/>
        </p:nvSpPr>
        <p:spPr>
          <a:xfrm>
            <a:off x="19120562" y="4024438"/>
            <a:ext cx="1799777" cy="162347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1" name="Line">
            <a:extLst>
              <a:ext uri="{FF2B5EF4-FFF2-40B4-BE49-F238E27FC236}">
                <a16:creationId xmlns:a16="http://schemas.microsoft.com/office/drawing/2014/main" id="{1703C448-0790-4248-AFC9-8CB55E8430AF}"/>
              </a:ext>
            </a:extLst>
          </p:cNvPr>
          <p:cNvSpPr>
            <a:spLocks noGrp="1"/>
          </p:cNvSpPr>
          <p:nvPr/>
        </p:nvSpPr>
        <p:spPr>
          <a:xfrm>
            <a:off x="18245757" y="5574910"/>
            <a:ext cx="260158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2" name="Line">
            <a:extLst>
              <a:ext uri="{FF2B5EF4-FFF2-40B4-BE49-F238E27FC236}">
                <a16:creationId xmlns:a16="http://schemas.microsoft.com/office/drawing/2014/main" id="{F43D01EC-E7DF-4889-A001-DB17AA40F89F}"/>
              </a:ext>
            </a:extLst>
          </p:cNvPr>
          <p:cNvSpPr>
            <a:spLocks noGrp="1"/>
          </p:cNvSpPr>
          <p:nvPr/>
        </p:nvSpPr>
        <p:spPr>
          <a:xfrm flipV="1">
            <a:off x="18172759" y="4170435"/>
            <a:ext cx="893088" cy="1331477"/>
          </a:xfrm>
          <a:prstGeom prst="line">
            <a:avLst/>
          </a:prstGeom>
          <a:noFill/>
          <a:ln w="1270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3" name="A">
            <a:extLst>
              <a:ext uri="{FF2B5EF4-FFF2-40B4-BE49-F238E27FC236}">
                <a16:creationId xmlns:a16="http://schemas.microsoft.com/office/drawing/2014/main" id="{A51C108E-9246-4322-B9C8-BEB673ACA4D0}"/>
              </a:ext>
            </a:extLst>
          </p:cNvPr>
          <p:cNvSpPr>
            <a:spLocks noGrp="1"/>
          </p:cNvSpPr>
          <p:nvPr/>
        </p:nvSpPr>
        <p:spPr>
          <a:xfrm>
            <a:off x="18811010" y="3631122"/>
            <a:ext cx="729988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4114" name="B">
            <a:extLst>
              <a:ext uri="{FF2B5EF4-FFF2-40B4-BE49-F238E27FC236}">
                <a16:creationId xmlns:a16="http://schemas.microsoft.com/office/drawing/2014/main" id="{717C6D97-B340-45B4-AA15-ECAAADB95C4B}"/>
              </a:ext>
            </a:extLst>
          </p:cNvPr>
          <p:cNvSpPr>
            <a:spLocks noGrp="1"/>
          </p:cNvSpPr>
          <p:nvPr/>
        </p:nvSpPr>
        <p:spPr>
          <a:xfrm>
            <a:off x="17770685" y="5226000"/>
            <a:ext cx="729989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4115" name="C">
            <a:extLst>
              <a:ext uri="{FF2B5EF4-FFF2-40B4-BE49-F238E27FC236}">
                <a16:creationId xmlns:a16="http://schemas.microsoft.com/office/drawing/2014/main" id="{A298F6FD-1F43-4CC0-AB1C-BE22A052EC55}"/>
              </a:ext>
            </a:extLst>
          </p:cNvPr>
          <p:cNvSpPr>
            <a:spLocks noGrp="1"/>
          </p:cNvSpPr>
          <p:nvPr/>
        </p:nvSpPr>
        <p:spPr>
          <a:xfrm>
            <a:off x="20511311" y="5226000"/>
            <a:ext cx="729988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4116" name="D">
            <a:extLst>
              <a:ext uri="{FF2B5EF4-FFF2-40B4-BE49-F238E27FC236}">
                <a16:creationId xmlns:a16="http://schemas.microsoft.com/office/drawing/2014/main" id="{5F2EF008-B4DE-46F0-A6B6-3F3CC59F4F33}"/>
              </a:ext>
            </a:extLst>
          </p:cNvPr>
          <p:cNvSpPr>
            <a:spLocks noGrp="1"/>
          </p:cNvSpPr>
          <p:nvPr/>
        </p:nvSpPr>
        <p:spPr>
          <a:xfrm>
            <a:off x="16854089" y="7050029"/>
            <a:ext cx="729988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4117" name="E">
            <a:extLst>
              <a:ext uri="{FF2B5EF4-FFF2-40B4-BE49-F238E27FC236}">
                <a16:creationId xmlns:a16="http://schemas.microsoft.com/office/drawing/2014/main" id="{2AD235E8-4737-44ED-B0F7-0FFC246411E0}"/>
              </a:ext>
            </a:extLst>
          </p:cNvPr>
          <p:cNvSpPr>
            <a:spLocks noGrp="1"/>
          </p:cNvSpPr>
          <p:nvPr/>
        </p:nvSpPr>
        <p:spPr>
          <a:xfrm>
            <a:off x="18389377" y="8745734"/>
            <a:ext cx="729988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4118" name="F">
            <a:extLst>
              <a:ext uri="{FF2B5EF4-FFF2-40B4-BE49-F238E27FC236}">
                <a16:creationId xmlns:a16="http://schemas.microsoft.com/office/drawing/2014/main" id="{54710D3E-B008-45C6-B43D-9626EFC0C9F5}"/>
              </a:ext>
            </a:extLst>
          </p:cNvPr>
          <p:cNvSpPr>
            <a:spLocks noGrp="1"/>
          </p:cNvSpPr>
          <p:nvPr/>
        </p:nvSpPr>
        <p:spPr>
          <a:xfrm>
            <a:off x="21125429" y="7040863"/>
            <a:ext cx="729989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4119" name="G">
            <a:extLst>
              <a:ext uri="{FF2B5EF4-FFF2-40B4-BE49-F238E27FC236}">
                <a16:creationId xmlns:a16="http://schemas.microsoft.com/office/drawing/2014/main" id="{C36B1431-E60A-43A5-8DEC-A0746427602E}"/>
              </a:ext>
            </a:extLst>
          </p:cNvPr>
          <p:cNvSpPr>
            <a:spLocks noGrp="1"/>
          </p:cNvSpPr>
          <p:nvPr/>
        </p:nvSpPr>
        <p:spPr>
          <a:xfrm>
            <a:off x="21835782" y="8855725"/>
            <a:ext cx="729988" cy="729988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accent1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714679305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6118</Words>
  <Application>Microsoft Macintosh PowerPoint</Application>
  <DocSecurity>0</DocSecurity>
  <PresentationFormat>Custom</PresentationFormat>
  <Paragraphs>1817</Paragraphs>
  <Slides>244</Slides>
  <Notes>244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244</vt:i4>
      </vt:variant>
    </vt:vector>
  </HeadingPairs>
  <TitlesOfParts>
    <vt:vector size="249" baseType="lpstr">
      <vt:lpstr>Cambria Math</vt:lpstr>
      <vt:lpstr>Helvetica</vt:lpstr>
      <vt:lpstr>Helvetica Neue</vt:lpstr>
      <vt:lpstr>Times New Roman</vt:lpstr>
      <vt:lpstr>Black</vt:lpstr>
      <vt:lpstr>Otimização</vt:lpstr>
      <vt:lpstr>otimização</vt:lpstr>
      <vt:lpstr>busca local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state-space landscape</vt:lpstr>
      <vt:lpstr>máximo global</vt:lpstr>
      <vt:lpstr>máximo global</vt:lpstr>
      <vt:lpstr>mínimo global</vt:lpstr>
      <vt:lpstr>mínimo global</vt:lpstr>
      <vt:lpstr>estado atual</vt:lpstr>
      <vt:lpstr>vizinhos</vt:lpstr>
      <vt:lpstr>Hill Climbing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Hill Climbing</vt:lpstr>
      <vt:lpstr>Hill Climbing</vt:lpstr>
      <vt:lpstr>Hill Climbing</vt:lpstr>
      <vt:lpstr>Hill Climbing</vt:lpstr>
      <vt:lpstr>Hill Climbing</vt:lpstr>
      <vt:lpstr>Hill Climbing</vt:lpstr>
      <vt:lpstr>Hill Climbing</vt:lpstr>
      <vt:lpstr>Hill Climbing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máximo global</vt:lpstr>
      <vt:lpstr>máximos locais</vt:lpstr>
      <vt:lpstr>mínimo global</vt:lpstr>
      <vt:lpstr>mínimos locais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máximo local plano</vt:lpstr>
      <vt:lpstr>ombro</vt:lpstr>
      <vt:lpstr>Variantes de Hill Climbing</vt:lpstr>
      <vt:lpstr>Variantes de Hill Climbing</vt:lpstr>
      <vt:lpstr>Variantes de Hill Climbing</vt:lpstr>
      <vt:lpstr>Variantes de Hill Climbing</vt:lpstr>
      <vt:lpstr>Variantes de Hill Climbing</vt:lpstr>
      <vt:lpstr>Variantes de Hill Climbing</vt:lpstr>
      <vt:lpstr>Simulated Annealing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Recozimento Simulado</vt:lpstr>
      <vt:lpstr>Problema do Caixeiro-Viajante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Programação Linear</vt:lpstr>
      <vt:lpstr>Programação Linear</vt:lpstr>
      <vt:lpstr>Exemplo de Programação Linear</vt:lpstr>
      <vt:lpstr>Exemplo de Programação Linear</vt:lpstr>
      <vt:lpstr>Exemplo de Programação Linear</vt:lpstr>
      <vt:lpstr>Exemplo de Programação Linear</vt:lpstr>
      <vt:lpstr>Exemplo de Programação Linear</vt:lpstr>
      <vt:lpstr>Exemplo de Programação Linear</vt:lpstr>
      <vt:lpstr>Exemplo de Programação Linear</vt:lpstr>
      <vt:lpstr>Exemplo de Programação Linear</vt:lpstr>
      <vt:lpstr>Algoritmos de PL</vt:lpstr>
      <vt:lpstr>Problemas de  Satisfação de Restrições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Problema de Restrições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restrições rígidas</vt:lpstr>
      <vt:lpstr>restrições flexíveis</vt:lpstr>
      <vt:lpstr>restrição unária</vt:lpstr>
      <vt:lpstr>restrição unária</vt:lpstr>
      <vt:lpstr>restrição binária</vt:lpstr>
      <vt:lpstr>restrição binária</vt:lpstr>
      <vt:lpstr>consistência de nó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consistência de arco</vt:lpstr>
      <vt:lpstr>consistência de arco</vt:lpstr>
      <vt:lpstr>PowerPoint Presentation</vt:lpstr>
      <vt:lpstr>PowerPoint Presentation</vt:lpstr>
      <vt:lpstr>PowerPoint Presentation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Consistência de Arco</vt:lpstr>
      <vt:lpstr>PowerPoint Presentation</vt:lpstr>
      <vt:lpstr>PowerPoint Presentation</vt:lpstr>
      <vt:lpstr>Problemas de Busca</vt:lpstr>
      <vt:lpstr>CSPs como Busca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Busca com Retrocesso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Inferência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mantendo a consistência de arco</vt:lpstr>
      <vt:lpstr>mantendo a consistência de arco</vt:lpstr>
      <vt:lpstr>PowerPoint Presentation</vt:lpstr>
      <vt:lpstr>PowerPoint Presentation</vt:lpstr>
      <vt:lpstr>Select Unassigned-Var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Valores do Domínio</vt:lpstr>
      <vt:lpstr>PowerPoint Presentation</vt:lpstr>
      <vt:lpstr>PowerPoint Presentation</vt:lpstr>
      <vt:lpstr>PowerPoint Presentation</vt:lpstr>
      <vt:lpstr>Formulação do Problema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45</cp:revision>
  <dcterms:created xsi:type="dcterms:W3CDTF">2026-08-16T20:34:05Z</dcterms:created>
  <dcterms:modified xsi:type="dcterms:W3CDTF">2026-08-20T18:07:51Z</dcterms:modified>
</cp:coreProperties>
</file>