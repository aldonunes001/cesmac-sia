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0.xml" ContentType="application/vnd.openxmlformats-officedocument.presentationml.notesSlide+xml"/>
  <Override PartName="/ppt/notesSlides/notesSlide341.xml" ContentType="application/vnd.openxmlformats-officedocument.presentationml.notesSlide+xml"/>
  <Override PartName="/ppt/notesSlides/notesSlide342.xml" ContentType="application/vnd.openxmlformats-officedocument.presentationml.notesSlide+xml"/>
  <Override PartName="/ppt/notesSlides/notesSlide343.xml" ContentType="application/vnd.openxmlformats-officedocument.presentationml.notesSlide+xml"/>
  <Override PartName="/ppt/notesSlides/notesSlide344.xml" ContentType="application/vnd.openxmlformats-officedocument.presentationml.notesSlide+xml"/>
  <Override PartName="/ppt/notesSlides/notesSlide345.xml" ContentType="application/vnd.openxmlformats-officedocument.presentationml.notesSlide+xml"/>
  <Override PartName="/ppt/notesSlides/notesSlide346.xml" ContentType="application/vnd.openxmlformats-officedocument.presentationml.notesSlide+xml"/>
  <Override PartName="/ppt/notesSlides/notesSlide347.xml" ContentType="application/vnd.openxmlformats-officedocument.presentationml.notesSlide+xml"/>
  <Override PartName="/ppt/notesSlides/notesSlide348.xml" ContentType="application/vnd.openxmlformats-officedocument.presentationml.notesSlide+xml"/>
  <Override PartName="/ppt/notesSlides/notesSlide349.xml" ContentType="application/vnd.openxmlformats-officedocument.presentationml.notesSlide+xml"/>
  <Override PartName="/ppt/notesSlides/notesSlide350.xml" ContentType="application/vnd.openxmlformats-officedocument.presentationml.notesSlide+xml"/>
  <Override PartName="/ppt/notesSlides/notesSlide351.xml" ContentType="application/vnd.openxmlformats-officedocument.presentationml.notesSlide+xml"/>
  <Override PartName="/ppt/notesSlides/notesSlide352.xml" ContentType="application/vnd.openxmlformats-officedocument.presentationml.notesSlide+xml"/>
  <Override PartName="/ppt/notesSlides/notesSlide353.xml" ContentType="application/vnd.openxmlformats-officedocument.presentationml.notesSlide+xml"/>
  <Override PartName="/ppt/notesSlides/notesSlide354.xml" ContentType="application/vnd.openxmlformats-officedocument.presentationml.notesSlide+xml"/>
  <Override PartName="/ppt/notesSlides/notesSlide355.xml" ContentType="application/vnd.openxmlformats-officedocument.presentationml.notesSlide+xml"/>
  <Override PartName="/ppt/notesSlides/notesSlide356.xml" ContentType="application/vnd.openxmlformats-officedocument.presentationml.notesSlide+xml"/>
  <Override PartName="/ppt/notesSlides/notesSlide357.xml" ContentType="application/vnd.openxmlformats-officedocument.presentationml.notesSlide+xml"/>
  <Override PartName="/ppt/notesSlides/notesSlide358.xml" ContentType="application/vnd.openxmlformats-officedocument.presentationml.notesSlide+xml"/>
  <Override PartName="/ppt/notesSlides/notesSlide359.xml" ContentType="application/vnd.openxmlformats-officedocument.presentationml.notesSlide+xml"/>
  <Override PartName="/ppt/notesSlides/notesSlide360.xml" ContentType="application/vnd.openxmlformats-officedocument.presentationml.notesSlide+xml"/>
  <Override PartName="/ppt/notesSlides/notesSlide361.xml" ContentType="application/vnd.openxmlformats-officedocument.presentationml.notesSlide+xml"/>
  <Override PartName="/ppt/notesSlides/notesSlide362.xml" ContentType="application/vnd.openxmlformats-officedocument.presentationml.notesSlide+xml"/>
  <Override PartName="/ppt/notesSlides/notesSlide3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6"/>
  </p:notes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  <p:sldId id="316" r:id="rId53"/>
    <p:sldId id="317" r:id="rId54"/>
    <p:sldId id="318" r:id="rId55"/>
    <p:sldId id="319" r:id="rId56"/>
    <p:sldId id="320" r:id="rId57"/>
    <p:sldId id="321" r:id="rId58"/>
    <p:sldId id="322" r:id="rId59"/>
    <p:sldId id="323" r:id="rId60"/>
    <p:sldId id="324" r:id="rId61"/>
    <p:sldId id="325" r:id="rId62"/>
    <p:sldId id="326" r:id="rId63"/>
    <p:sldId id="327" r:id="rId64"/>
    <p:sldId id="328" r:id="rId65"/>
    <p:sldId id="329" r:id="rId66"/>
    <p:sldId id="330" r:id="rId67"/>
    <p:sldId id="331" r:id="rId68"/>
    <p:sldId id="332" r:id="rId69"/>
    <p:sldId id="333" r:id="rId70"/>
    <p:sldId id="334" r:id="rId71"/>
    <p:sldId id="335" r:id="rId72"/>
    <p:sldId id="336" r:id="rId73"/>
    <p:sldId id="337" r:id="rId74"/>
    <p:sldId id="338" r:id="rId75"/>
    <p:sldId id="339" r:id="rId76"/>
    <p:sldId id="340" r:id="rId77"/>
    <p:sldId id="341" r:id="rId78"/>
    <p:sldId id="342" r:id="rId79"/>
    <p:sldId id="343" r:id="rId80"/>
    <p:sldId id="344" r:id="rId81"/>
    <p:sldId id="345" r:id="rId82"/>
    <p:sldId id="346" r:id="rId83"/>
    <p:sldId id="347" r:id="rId84"/>
    <p:sldId id="348" r:id="rId85"/>
    <p:sldId id="349" r:id="rId86"/>
    <p:sldId id="350" r:id="rId87"/>
    <p:sldId id="351" r:id="rId88"/>
    <p:sldId id="352" r:id="rId89"/>
    <p:sldId id="353" r:id="rId90"/>
    <p:sldId id="354" r:id="rId91"/>
    <p:sldId id="355" r:id="rId92"/>
    <p:sldId id="356" r:id="rId93"/>
    <p:sldId id="357" r:id="rId94"/>
    <p:sldId id="358" r:id="rId95"/>
    <p:sldId id="359" r:id="rId96"/>
    <p:sldId id="360" r:id="rId97"/>
    <p:sldId id="361" r:id="rId98"/>
    <p:sldId id="362" r:id="rId99"/>
    <p:sldId id="363" r:id="rId100"/>
    <p:sldId id="364" r:id="rId101"/>
    <p:sldId id="365" r:id="rId102"/>
    <p:sldId id="366" r:id="rId103"/>
    <p:sldId id="367" r:id="rId104"/>
    <p:sldId id="368" r:id="rId105"/>
    <p:sldId id="369" r:id="rId106"/>
    <p:sldId id="370" r:id="rId107"/>
    <p:sldId id="371" r:id="rId108"/>
    <p:sldId id="372" r:id="rId109"/>
    <p:sldId id="373" r:id="rId110"/>
    <p:sldId id="374" r:id="rId111"/>
    <p:sldId id="375" r:id="rId112"/>
    <p:sldId id="376" r:id="rId113"/>
    <p:sldId id="377" r:id="rId114"/>
    <p:sldId id="378" r:id="rId115"/>
    <p:sldId id="379" r:id="rId116"/>
    <p:sldId id="380" r:id="rId117"/>
    <p:sldId id="381" r:id="rId118"/>
    <p:sldId id="382" r:id="rId119"/>
    <p:sldId id="383" r:id="rId120"/>
    <p:sldId id="384" r:id="rId121"/>
    <p:sldId id="385" r:id="rId122"/>
    <p:sldId id="386" r:id="rId123"/>
    <p:sldId id="387" r:id="rId124"/>
    <p:sldId id="388" r:id="rId125"/>
    <p:sldId id="389" r:id="rId126"/>
    <p:sldId id="390" r:id="rId127"/>
    <p:sldId id="391" r:id="rId128"/>
    <p:sldId id="392" r:id="rId129"/>
    <p:sldId id="393" r:id="rId130"/>
    <p:sldId id="394" r:id="rId131"/>
    <p:sldId id="395" r:id="rId132"/>
    <p:sldId id="396" r:id="rId133"/>
    <p:sldId id="397" r:id="rId134"/>
    <p:sldId id="398" r:id="rId135"/>
    <p:sldId id="399" r:id="rId136"/>
    <p:sldId id="400" r:id="rId137"/>
    <p:sldId id="401" r:id="rId138"/>
    <p:sldId id="402" r:id="rId139"/>
    <p:sldId id="403" r:id="rId140"/>
    <p:sldId id="404" r:id="rId141"/>
    <p:sldId id="405" r:id="rId142"/>
    <p:sldId id="406" r:id="rId143"/>
    <p:sldId id="407" r:id="rId144"/>
    <p:sldId id="408" r:id="rId145"/>
    <p:sldId id="409" r:id="rId146"/>
    <p:sldId id="410" r:id="rId147"/>
    <p:sldId id="411" r:id="rId148"/>
    <p:sldId id="412" r:id="rId149"/>
    <p:sldId id="413" r:id="rId150"/>
    <p:sldId id="414" r:id="rId151"/>
    <p:sldId id="415" r:id="rId152"/>
    <p:sldId id="416" r:id="rId153"/>
    <p:sldId id="417" r:id="rId154"/>
    <p:sldId id="418" r:id="rId155"/>
    <p:sldId id="419" r:id="rId156"/>
    <p:sldId id="420" r:id="rId157"/>
    <p:sldId id="421" r:id="rId158"/>
    <p:sldId id="422" r:id="rId159"/>
    <p:sldId id="423" r:id="rId160"/>
    <p:sldId id="424" r:id="rId161"/>
    <p:sldId id="425" r:id="rId162"/>
    <p:sldId id="426" r:id="rId163"/>
    <p:sldId id="427" r:id="rId164"/>
    <p:sldId id="428" r:id="rId165"/>
    <p:sldId id="429" r:id="rId166"/>
    <p:sldId id="430" r:id="rId167"/>
    <p:sldId id="431" r:id="rId168"/>
    <p:sldId id="432" r:id="rId169"/>
    <p:sldId id="433" r:id="rId170"/>
    <p:sldId id="434" r:id="rId171"/>
    <p:sldId id="435" r:id="rId172"/>
    <p:sldId id="436" r:id="rId173"/>
    <p:sldId id="437" r:id="rId174"/>
    <p:sldId id="438" r:id="rId175"/>
    <p:sldId id="439" r:id="rId176"/>
    <p:sldId id="440" r:id="rId177"/>
    <p:sldId id="441" r:id="rId178"/>
    <p:sldId id="442" r:id="rId179"/>
    <p:sldId id="443" r:id="rId180"/>
    <p:sldId id="444" r:id="rId181"/>
    <p:sldId id="445" r:id="rId182"/>
    <p:sldId id="446" r:id="rId183"/>
    <p:sldId id="447" r:id="rId184"/>
    <p:sldId id="448" r:id="rId185"/>
    <p:sldId id="449" r:id="rId186"/>
    <p:sldId id="640" r:id="rId187"/>
    <p:sldId id="451" r:id="rId188"/>
    <p:sldId id="452" r:id="rId189"/>
    <p:sldId id="453" r:id="rId190"/>
    <p:sldId id="454" r:id="rId191"/>
    <p:sldId id="455" r:id="rId192"/>
    <p:sldId id="456" r:id="rId193"/>
    <p:sldId id="457" r:id="rId194"/>
    <p:sldId id="458" r:id="rId195"/>
    <p:sldId id="459" r:id="rId196"/>
    <p:sldId id="460" r:id="rId197"/>
    <p:sldId id="461" r:id="rId198"/>
    <p:sldId id="462" r:id="rId199"/>
    <p:sldId id="463" r:id="rId200"/>
    <p:sldId id="464" r:id="rId201"/>
    <p:sldId id="465" r:id="rId202"/>
    <p:sldId id="466" r:id="rId203"/>
    <p:sldId id="467" r:id="rId204"/>
    <p:sldId id="468" r:id="rId205"/>
    <p:sldId id="469" r:id="rId206"/>
    <p:sldId id="470" r:id="rId207"/>
    <p:sldId id="471" r:id="rId208"/>
    <p:sldId id="472" r:id="rId209"/>
    <p:sldId id="473" r:id="rId210"/>
    <p:sldId id="474" r:id="rId211"/>
    <p:sldId id="475" r:id="rId212"/>
    <p:sldId id="476" r:id="rId213"/>
    <p:sldId id="477" r:id="rId214"/>
    <p:sldId id="478" r:id="rId215"/>
    <p:sldId id="479" r:id="rId216"/>
    <p:sldId id="480" r:id="rId217"/>
    <p:sldId id="481" r:id="rId218"/>
    <p:sldId id="482" r:id="rId219"/>
    <p:sldId id="483" r:id="rId220"/>
    <p:sldId id="484" r:id="rId221"/>
    <p:sldId id="485" r:id="rId222"/>
    <p:sldId id="486" r:id="rId223"/>
    <p:sldId id="487" r:id="rId224"/>
    <p:sldId id="488" r:id="rId225"/>
    <p:sldId id="489" r:id="rId226"/>
    <p:sldId id="490" r:id="rId227"/>
    <p:sldId id="491" r:id="rId228"/>
    <p:sldId id="492" r:id="rId229"/>
    <p:sldId id="493" r:id="rId230"/>
    <p:sldId id="494" r:id="rId231"/>
    <p:sldId id="495" r:id="rId232"/>
    <p:sldId id="496" r:id="rId233"/>
    <p:sldId id="497" r:id="rId234"/>
    <p:sldId id="498" r:id="rId235"/>
    <p:sldId id="499" r:id="rId236"/>
    <p:sldId id="500" r:id="rId237"/>
    <p:sldId id="501" r:id="rId238"/>
    <p:sldId id="502" r:id="rId239"/>
    <p:sldId id="503" r:id="rId240"/>
    <p:sldId id="504" r:id="rId241"/>
    <p:sldId id="505" r:id="rId242"/>
    <p:sldId id="506" r:id="rId243"/>
    <p:sldId id="507" r:id="rId244"/>
    <p:sldId id="508" r:id="rId245"/>
    <p:sldId id="509" r:id="rId246"/>
    <p:sldId id="510" r:id="rId247"/>
    <p:sldId id="511" r:id="rId248"/>
    <p:sldId id="512" r:id="rId249"/>
    <p:sldId id="513" r:id="rId250"/>
    <p:sldId id="514" r:id="rId251"/>
    <p:sldId id="515" r:id="rId252"/>
    <p:sldId id="516" r:id="rId253"/>
    <p:sldId id="517" r:id="rId254"/>
    <p:sldId id="518" r:id="rId255"/>
    <p:sldId id="520" r:id="rId256"/>
    <p:sldId id="521" r:id="rId257"/>
    <p:sldId id="555" r:id="rId258"/>
    <p:sldId id="556" r:id="rId259"/>
    <p:sldId id="557" r:id="rId260"/>
    <p:sldId id="558" r:id="rId261"/>
    <p:sldId id="559" r:id="rId262"/>
    <p:sldId id="560" r:id="rId263"/>
    <p:sldId id="561" r:id="rId264"/>
    <p:sldId id="522" r:id="rId265"/>
    <p:sldId id="523" r:id="rId266"/>
    <p:sldId id="524" r:id="rId267"/>
    <p:sldId id="525" r:id="rId268"/>
    <p:sldId id="526" r:id="rId269"/>
    <p:sldId id="527" r:id="rId270"/>
    <p:sldId id="528" r:id="rId271"/>
    <p:sldId id="562" r:id="rId272"/>
    <p:sldId id="563" r:id="rId273"/>
    <p:sldId id="564" r:id="rId274"/>
    <p:sldId id="529" r:id="rId275"/>
    <p:sldId id="565" r:id="rId276"/>
    <p:sldId id="566" r:id="rId277"/>
    <p:sldId id="567" r:id="rId278"/>
    <p:sldId id="568" r:id="rId279"/>
    <p:sldId id="569" r:id="rId280"/>
    <p:sldId id="530" r:id="rId281"/>
    <p:sldId id="570" r:id="rId282"/>
    <p:sldId id="571" r:id="rId283"/>
    <p:sldId id="572" r:id="rId284"/>
    <p:sldId id="573" r:id="rId285"/>
    <p:sldId id="531" r:id="rId286"/>
    <p:sldId id="574" r:id="rId287"/>
    <p:sldId id="575" r:id="rId288"/>
    <p:sldId id="577" r:id="rId289"/>
    <p:sldId id="576" r:id="rId290"/>
    <p:sldId id="578" r:id="rId291"/>
    <p:sldId id="579" r:id="rId292"/>
    <p:sldId id="580" r:id="rId293"/>
    <p:sldId id="532" r:id="rId294"/>
    <p:sldId id="581" r:id="rId295"/>
    <p:sldId id="583" r:id="rId296"/>
    <p:sldId id="584" r:id="rId297"/>
    <p:sldId id="582" r:id="rId298"/>
    <p:sldId id="585" r:id="rId299"/>
    <p:sldId id="533" r:id="rId300"/>
    <p:sldId id="586" r:id="rId301"/>
    <p:sldId id="534" r:id="rId302"/>
    <p:sldId id="587" r:id="rId303"/>
    <p:sldId id="588" r:id="rId304"/>
    <p:sldId id="589" r:id="rId305"/>
    <p:sldId id="590" r:id="rId306"/>
    <p:sldId id="591" r:id="rId307"/>
    <p:sldId id="593" r:id="rId308"/>
    <p:sldId id="594" r:id="rId309"/>
    <p:sldId id="595" r:id="rId310"/>
    <p:sldId id="596" r:id="rId311"/>
    <p:sldId id="592" r:id="rId312"/>
    <p:sldId id="597" r:id="rId313"/>
    <p:sldId id="536" r:id="rId314"/>
    <p:sldId id="598" r:id="rId315"/>
    <p:sldId id="537" r:id="rId316"/>
    <p:sldId id="599" r:id="rId317"/>
    <p:sldId id="538" r:id="rId318"/>
    <p:sldId id="600" r:id="rId319"/>
    <p:sldId id="601" r:id="rId320"/>
    <p:sldId id="602" r:id="rId321"/>
    <p:sldId id="539" r:id="rId322"/>
    <p:sldId id="540" r:id="rId323"/>
    <p:sldId id="541" r:id="rId324"/>
    <p:sldId id="546" r:id="rId325"/>
    <p:sldId id="604" r:id="rId326"/>
    <p:sldId id="548" r:id="rId327"/>
    <p:sldId id="606" r:id="rId328"/>
    <p:sldId id="607" r:id="rId329"/>
    <p:sldId id="608" r:id="rId330"/>
    <p:sldId id="542" r:id="rId331"/>
    <p:sldId id="543" r:id="rId332"/>
    <p:sldId id="609" r:id="rId333"/>
    <p:sldId id="612" r:id="rId334"/>
    <p:sldId id="613" r:id="rId335"/>
    <p:sldId id="614" r:id="rId336"/>
    <p:sldId id="615" r:id="rId337"/>
    <p:sldId id="616" r:id="rId338"/>
    <p:sldId id="617" r:id="rId339"/>
    <p:sldId id="618" r:id="rId340"/>
    <p:sldId id="619" r:id="rId341"/>
    <p:sldId id="620" r:id="rId342"/>
    <p:sldId id="621" r:id="rId343"/>
    <p:sldId id="622" r:id="rId344"/>
    <p:sldId id="623" r:id="rId345"/>
    <p:sldId id="624" r:id="rId346"/>
    <p:sldId id="625" r:id="rId347"/>
    <p:sldId id="632" r:id="rId348"/>
    <p:sldId id="626" r:id="rId349"/>
    <p:sldId id="627" r:id="rId350"/>
    <p:sldId id="628" r:id="rId351"/>
    <p:sldId id="629" r:id="rId352"/>
    <p:sldId id="630" r:id="rId353"/>
    <p:sldId id="631" r:id="rId354"/>
    <p:sldId id="544" r:id="rId355"/>
    <p:sldId id="634" r:id="rId356"/>
    <p:sldId id="633" r:id="rId357"/>
    <p:sldId id="635" r:id="rId358"/>
    <p:sldId id="636" r:id="rId359"/>
    <p:sldId id="637" r:id="rId360"/>
    <p:sldId id="638" r:id="rId361"/>
    <p:sldId id="639" r:id="rId362"/>
    <p:sldId id="545" r:id="rId363"/>
    <p:sldId id="549" r:id="rId364"/>
    <p:sldId id="550" r:id="rId365"/>
  </p:sldIdLst>
  <p:sldSz cx="24384000" cy="13716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588"/>
  </p:normalViewPr>
  <p:slideViewPr>
    <p:cSldViewPr snapToGrid="0">
      <p:cViewPr varScale="1">
        <p:scale>
          <a:sx n="70" d="100"/>
          <a:sy n="70" d="100"/>
        </p:scale>
        <p:origin x="3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99" Type="http://schemas.openxmlformats.org/officeDocument/2006/relationships/slide" Target="slides/slide298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324" Type="http://schemas.openxmlformats.org/officeDocument/2006/relationships/slide" Target="slides/slide323.xml"/><Relationship Id="rId366" Type="http://schemas.openxmlformats.org/officeDocument/2006/relationships/notesMaster" Target="notesMasters/notesMaster1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335" Type="http://schemas.openxmlformats.org/officeDocument/2006/relationships/slide" Target="slides/slide334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79" Type="http://schemas.openxmlformats.org/officeDocument/2006/relationships/slide" Target="slides/slide278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346" Type="http://schemas.openxmlformats.org/officeDocument/2006/relationships/slide" Target="slides/slide345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315" Type="http://schemas.openxmlformats.org/officeDocument/2006/relationships/slide" Target="slides/slide314.xml"/><Relationship Id="rId357" Type="http://schemas.openxmlformats.org/officeDocument/2006/relationships/slide" Target="slides/slide356.xml"/><Relationship Id="rId54" Type="http://schemas.openxmlformats.org/officeDocument/2006/relationships/slide" Target="slides/slide53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217" Type="http://schemas.openxmlformats.org/officeDocument/2006/relationships/slide" Target="slides/slide216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326" Type="http://schemas.openxmlformats.org/officeDocument/2006/relationships/slide" Target="slides/slide325.xml"/><Relationship Id="rId65" Type="http://schemas.openxmlformats.org/officeDocument/2006/relationships/slide" Target="slides/slide64.xml"/><Relationship Id="rId130" Type="http://schemas.openxmlformats.org/officeDocument/2006/relationships/slide" Target="slides/slide129.xml"/><Relationship Id="rId368" Type="http://schemas.openxmlformats.org/officeDocument/2006/relationships/viewProps" Target="viewProps.xml"/><Relationship Id="rId172" Type="http://schemas.openxmlformats.org/officeDocument/2006/relationships/slide" Target="slides/slide171.xml"/><Relationship Id="rId228" Type="http://schemas.openxmlformats.org/officeDocument/2006/relationships/slide" Target="slides/slide227.xml"/><Relationship Id="rId281" Type="http://schemas.openxmlformats.org/officeDocument/2006/relationships/slide" Target="slides/slide280.xml"/><Relationship Id="rId337" Type="http://schemas.openxmlformats.org/officeDocument/2006/relationships/slide" Target="slides/slide336.xml"/><Relationship Id="rId34" Type="http://schemas.openxmlformats.org/officeDocument/2006/relationships/slide" Target="slides/slide33.xml"/><Relationship Id="rId76" Type="http://schemas.openxmlformats.org/officeDocument/2006/relationships/slide" Target="slides/slide75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83" Type="http://schemas.openxmlformats.org/officeDocument/2006/relationships/slide" Target="slides/slide182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45" Type="http://schemas.openxmlformats.org/officeDocument/2006/relationships/slide" Target="slides/slide44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348" Type="http://schemas.openxmlformats.org/officeDocument/2006/relationships/slide" Target="slides/slide347.xml"/><Relationship Id="rId152" Type="http://schemas.openxmlformats.org/officeDocument/2006/relationships/slide" Target="slides/slide151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56" Type="http://schemas.openxmlformats.org/officeDocument/2006/relationships/slide" Target="slides/slide55.xml"/><Relationship Id="rId317" Type="http://schemas.openxmlformats.org/officeDocument/2006/relationships/slide" Target="slides/slide316.xml"/><Relationship Id="rId359" Type="http://schemas.openxmlformats.org/officeDocument/2006/relationships/slide" Target="slides/slide358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63" Type="http://schemas.openxmlformats.org/officeDocument/2006/relationships/slide" Target="slides/slide162.xml"/><Relationship Id="rId219" Type="http://schemas.openxmlformats.org/officeDocument/2006/relationships/slide" Target="slides/slide218.xml"/><Relationship Id="rId370" Type="http://schemas.openxmlformats.org/officeDocument/2006/relationships/tableStyles" Target="tableStyles.xml"/><Relationship Id="rId230" Type="http://schemas.openxmlformats.org/officeDocument/2006/relationships/slide" Target="slides/slide229.xml"/><Relationship Id="rId25" Type="http://schemas.openxmlformats.org/officeDocument/2006/relationships/slide" Target="slides/slide24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328" Type="http://schemas.openxmlformats.org/officeDocument/2006/relationships/slide" Target="slides/slide327.xml"/><Relationship Id="rId132" Type="http://schemas.openxmlformats.org/officeDocument/2006/relationships/slide" Target="slides/slide131.xml"/><Relationship Id="rId174" Type="http://schemas.openxmlformats.org/officeDocument/2006/relationships/slide" Target="slides/slide173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318" Type="http://schemas.openxmlformats.org/officeDocument/2006/relationships/slide" Target="slides/slide317.xml"/><Relationship Id="rId339" Type="http://schemas.openxmlformats.org/officeDocument/2006/relationships/slide" Target="slides/slide338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350" Type="http://schemas.openxmlformats.org/officeDocument/2006/relationships/slide" Target="slides/slide349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329" Type="http://schemas.openxmlformats.org/officeDocument/2006/relationships/slide" Target="slides/slide328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340" Type="http://schemas.openxmlformats.org/officeDocument/2006/relationships/slide" Target="slides/slide339.xml"/><Relationship Id="rId361" Type="http://schemas.openxmlformats.org/officeDocument/2006/relationships/slide" Target="slides/slide360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19" Type="http://schemas.openxmlformats.org/officeDocument/2006/relationships/slide" Target="slides/slide318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330" Type="http://schemas.openxmlformats.org/officeDocument/2006/relationships/slide" Target="slides/slide329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351" Type="http://schemas.openxmlformats.org/officeDocument/2006/relationships/slide" Target="slides/slide350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320" Type="http://schemas.openxmlformats.org/officeDocument/2006/relationships/slide" Target="slides/slide319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341" Type="http://schemas.openxmlformats.org/officeDocument/2006/relationships/slide" Target="slides/slide340.xml"/><Relationship Id="rId362" Type="http://schemas.openxmlformats.org/officeDocument/2006/relationships/slide" Target="slides/slide361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310" Type="http://schemas.openxmlformats.org/officeDocument/2006/relationships/slide" Target="slides/slide309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331" Type="http://schemas.openxmlformats.org/officeDocument/2006/relationships/slide" Target="slides/slide330.xml"/><Relationship Id="rId352" Type="http://schemas.openxmlformats.org/officeDocument/2006/relationships/slide" Target="slides/slide351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slide" Target="slides/slide295.xml"/><Relationship Id="rId300" Type="http://schemas.openxmlformats.org/officeDocument/2006/relationships/slide" Target="slides/slide299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321" Type="http://schemas.openxmlformats.org/officeDocument/2006/relationships/slide" Target="slides/slide320.xml"/><Relationship Id="rId342" Type="http://schemas.openxmlformats.org/officeDocument/2006/relationships/slide" Target="slides/slide341.xml"/><Relationship Id="rId363" Type="http://schemas.openxmlformats.org/officeDocument/2006/relationships/slide" Target="slides/slide362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332" Type="http://schemas.openxmlformats.org/officeDocument/2006/relationships/slide" Target="slides/slide331.xml"/><Relationship Id="rId353" Type="http://schemas.openxmlformats.org/officeDocument/2006/relationships/slide" Target="slides/slide352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297" Type="http://schemas.openxmlformats.org/officeDocument/2006/relationships/slide" Target="slides/slide296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322" Type="http://schemas.openxmlformats.org/officeDocument/2006/relationships/slide" Target="slides/slide321.xml"/><Relationship Id="rId343" Type="http://schemas.openxmlformats.org/officeDocument/2006/relationships/slide" Target="slides/slide342.xml"/><Relationship Id="rId364" Type="http://schemas.openxmlformats.org/officeDocument/2006/relationships/slide" Target="slides/slide363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312" Type="http://schemas.openxmlformats.org/officeDocument/2006/relationships/slide" Target="slides/slide311.xml"/><Relationship Id="rId333" Type="http://schemas.openxmlformats.org/officeDocument/2006/relationships/slide" Target="slides/slide332.xml"/><Relationship Id="rId354" Type="http://schemas.openxmlformats.org/officeDocument/2006/relationships/slide" Target="slides/slide353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98" Type="http://schemas.openxmlformats.org/officeDocument/2006/relationships/slide" Target="slides/slide297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302" Type="http://schemas.openxmlformats.org/officeDocument/2006/relationships/slide" Target="slides/slide301.xml"/><Relationship Id="rId323" Type="http://schemas.openxmlformats.org/officeDocument/2006/relationships/slide" Target="slides/slide322.xml"/><Relationship Id="rId344" Type="http://schemas.openxmlformats.org/officeDocument/2006/relationships/slide" Target="slides/slide343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365" Type="http://schemas.openxmlformats.org/officeDocument/2006/relationships/slide" Target="slides/slide364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313" Type="http://schemas.openxmlformats.org/officeDocument/2006/relationships/slide" Target="slides/slide31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334" Type="http://schemas.openxmlformats.org/officeDocument/2006/relationships/slide" Target="slides/slide333.xml"/><Relationship Id="rId355" Type="http://schemas.openxmlformats.org/officeDocument/2006/relationships/slide" Target="slides/slide354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303" Type="http://schemas.openxmlformats.org/officeDocument/2006/relationships/slide" Target="slides/slide302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345" Type="http://schemas.openxmlformats.org/officeDocument/2006/relationships/slide" Target="slides/slide344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314" Type="http://schemas.openxmlformats.org/officeDocument/2006/relationships/slide" Target="slides/slide313.xml"/><Relationship Id="rId356" Type="http://schemas.openxmlformats.org/officeDocument/2006/relationships/slide" Target="slides/slide355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325" Type="http://schemas.openxmlformats.org/officeDocument/2006/relationships/slide" Target="slides/slide324.xml"/><Relationship Id="rId367" Type="http://schemas.openxmlformats.org/officeDocument/2006/relationships/presProps" Target="presProps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336" Type="http://schemas.openxmlformats.org/officeDocument/2006/relationships/slide" Target="slides/slide335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347" Type="http://schemas.openxmlformats.org/officeDocument/2006/relationships/slide" Target="slides/slide346.xml"/><Relationship Id="rId44" Type="http://schemas.openxmlformats.org/officeDocument/2006/relationships/slide" Target="slides/slide43.xml"/><Relationship Id="rId86" Type="http://schemas.openxmlformats.org/officeDocument/2006/relationships/slide" Target="slides/slide85.xml"/><Relationship Id="rId151" Type="http://schemas.openxmlformats.org/officeDocument/2006/relationships/slide" Target="slides/slide150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316" Type="http://schemas.openxmlformats.org/officeDocument/2006/relationships/slide" Target="slides/slide315.xml"/><Relationship Id="rId55" Type="http://schemas.openxmlformats.org/officeDocument/2006/relationships/slide" Target="slides/slide54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358" Type="http://schemas.openxmlformats.org/officeDocument/2006/relationships/slide" Target="slides/slide357.xml"/><Relationship Id="rId162" Type="http://schemas.openxmlformats.org/officeDocument/2006/relationships/slide" Target="slides/slide161.xml"/><Relationship Id="rId218" Type="http://schemas.openxmlformats.org/officeDocument/2006/relationships/slide" Target="slides/slide217.xml"/><Relationship Id="rId271" Type="http://schemas.openxmlformats.org/officeDocument/2006/relationships/slide" Target="slides/slide270.xml"/><Relationship Id="rId24" Type="http://schemas.openxmlformats.org/officeDocument/2006/relationships/slide" Target="slides/slide23.xml"/><Relationship Id="rId66" Type="http://schemas.openxmlformats.org/officeDocument/2006/relationships/slide" Target="slides/slide65.xml"/><Relationship Id="rId131" Type="http://schemas.openxmlformats.org/officeDocument/2006/relationships/slide" Target="slides/slide130.xml"/><Relationship Id="rId327" Type="http://schemas.openxmlformats.org/officeDocument/2006/relationships/slide" Target="slides/slide326.xml"/><Relationship Id="rId369" Type="http://schemas.openxmlformats.org/officeDocument/2006/relationships/theme" Target="theme/theme1.xml"/><Relationship Id="rId173" Type="http://schemas.openxmlformats.org/officeDocument/2006/relationships/slide" Target="slides/slide172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35" Type="http://schemas.openxmlformats.org/officeDocument/2006/relationships/slide" Target="slides/slide34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38" Type="http://schemas.openxmlformats.org/officeDocument/2006/relationships/slide" Target="slides/slide337.xml"/><Relationship Id="rId8" Type="http://schemas.openxmlformats.org/officeDocument/2006/relationships/slide" Target="slides/slide7.xml"/><Relationship Id="rId142" Type="http://schemas.openxmlformats.org/officeDocument/2006/relationships/slide" Target="slides/slide141.xml"/><Relationship Id="rId184" Type="http://schemas.openxmlformats.org/officeDocument/2006/relationships/slide" Target="slides/slide183.xml"/><Relationship Id="rId251" Type="http://schemas.openxmlformats.org/officeDocument/2006/relationships/slide" Target="slides/slide250.xml"/><Relationship Id="rId46" Type="http://schemas.openxmlformats.org/officeDocument/2006/relationships/slide" Target="slides/slide45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349" Type="http://schemas.openxmlformats.org/officeDocument/2006/relationships/slide" Target="slides/slide348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3" Type="http://schemas.openxmlformats.org/officeDocument/2006/relationships/slide" Target="slides/slide152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360" Type="http://schemas.openxmlformats.org/officeDocument/2006/relationships/slide" Target="slides/slide359.xml"/><Relationship Id="rId220" Type="http://schemas.openxmlformats.org/officeDocument/2006/relationships/slide" Target="slides/slide2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4.xml"/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_rels/notesSlide2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6.xml"/><Relationship Id="rId1" Type="http://schemas.openxmlformats.org/officeDocument/2006/relationships/notesMaster" Target="../notesMasters/notesMaster1.xml"/></Relationships>
</file>

<file path=ppt/notesSlides/_rels/notesSlide2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7.xml"/><Relationship Id="rId1" Type="http://schemas.openxmlformats.org/officeDocument/2006/relationships/notesMaster" Target="../notesMasters/notesMaster1.xml"/></Relationships>
</file>

<file path=ppt/notesSlides/_rels/notesSlide2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8.xml"/><Relationship Id="rId1" Type="http://schemas.openxmlformats.org/officeDocument/2006/relationships/notesMaster" Target="../notesMasters/notesMaster1.xml"/></Relationships>
</file>

<file path=ppt/notesSlides/_rels/notesSlide2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9.xml"/><Relationship Id="rId1" Type="http://schemas.openxmlformats.org/officeDocument/2006/relationships/notesMaster" Target="../notesMasters/notesMaster1.xml"/></Relationships>
</file>

<file path=ppt/notesSlides/_rels/notesSlide2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0.xml"/><Relationship Id="rId1" Type="http://schemas.openxmlformats.org/officeDocument/2006/relationships/notesMaster" Target="../notesMasters/notesMaster1.xml"/></Relationships>
</file>

<file path=ppt/notesSlides/_rels/notesSlide2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_rels/notesSlide2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2.xml"/><Relationship Id="rId1" Type="http://schemas.openxmlformats.org/officeDocument/2006/relationships/notesMaster" Target="../notesMasters/notesMaster1.xml"/></Relationships>
</file>

<file path=ppt/notesSlides/_rels/notesSlide2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3.xml"/><Relationship Id="rId1" Type="http://schemas.openxmlformats.org/officeDocument/2006/relationships/notesMaster" Target="../notesMasters/notesMaster1.xml"/></Relationships>
</file>

<file path=ppt/notesSlides/_rels/notesSlide2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4.xml"/><Relationship Id="rId1" Type="http://schemas.openxmlformats.org/officeDocument/2006/relationships/notesMaster" Target="../notesMasters/notesMaster1.xml"/></Relationships>
</file>

<file path=ppt/notesSlides/_rels/notesSlide2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5.xml"/><Relationship Id="rId1" Type="http://schemas.openxmlformats.org/officeDocument/2006/relationships/notesMaster" Target="../notesMasters/notesMaster1.xml"/></Relationships>
</file>

<file path=ppt/notesSlides/_rels/notesSlide2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6.xml"/><Relationship Id="rId1" Type="http://schemas.openxmlformats.org/officeDocument/2006/relationships/notesMaster" Target="../notesMasters/notesMaster1.xml"/></Relationships>
</file>

<file path=ppt/notesSlides/_rels/notesSlide2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7.xml"/><Relationship Id="rId1" Type="http://schemas.openxmlformats.org/officeDocument/2006/relationships/notesMaster" Target="../notesMasters/notesMaster1.xml"/></Relationships>
</file>

<file path=ppt/notesSlides/_rels/notesSlide2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8.xml"/><Relationship Id="rId1" Type="http://schemas.openxmlformats.org/officeDocument/2006/relationships/notesMaster" Target="../notesMasters/notesMaster1.xml"/></Relationships>
</file>

<file path=ppt/notesSlides/_rels/notesSlide2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9.xml"/><Relationship Id="rId1" Type="http://schemas.openxmlformats.org/officeDocument/2006/relationships/notesMaster" Target="../notesMasters/notesMaster1.xml"/></Relationships>
</file>

<file path=ppt/notesSlides/_rels/notesSlide2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0.xml"/><Relationship Id="rId1" Type="http://schemas.openxmlformats.org/officeDocument/2006/relationships/notesMaster" Target="../notesMasters/notesMaster1.xml"/></Relationships>
</file>

<file path=ppt/notesSlides/_rels/notesSlide2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1.xml"/><Relationship Id="rId1" Type="http://schemas.openxmlformats.org/officeDocument/2006/relationships/notesMaster" Target="../notesMasters/notesMaster1.xml"/></Relationships>
</file>

<file path=ppt/notesSlides/_rels/notesSlide2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2.xml"/><Relationship Id="rId1" Type="http://schemas.openxmlformats.org/officeDocument/2006/relationships/notesMaster" Target="../notesMasters/notesMaster1.xml"/></Relationships>
</file>

<file path=ppt/notesSlides/_rels/notesSlide2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3.xml"/><Relationship Id="rId1" Type="http://schemas.openxmlformats.org/officeDocument/2006/relationships/notesMaster" Target="../notesMasters/notesMaster1.xml"/></Relationships>
</file>

<file path=ppt/notesSlides/_rels/notesSlide2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4.xml"/><Relationship Id="rId1" Type="http://schemas.openxmlformats.org/officeDocument/2006/relationships/notesMaster" Target="../notesMasters/notesMaster1.xml"/></Relationships>
</file>

<file path=ppt/notesSlides/_rels/notesSlide2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5.xml"/><Relationship Id="rId1" Type="http://schemas.openxmlformats.org/officeDocument/2006/relationships/notesMaster" Target="../notesMasters/notesMaster1.xml"/></Relationships>
</file>

<file path=ppt/notesSlides/_rels/notesSlide2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6.xml"/><Relationship Id="rId1" Type="http://schemas.openxmlformats.org/officeDocument/2006/relationships/notesMaster" Target="../notesMasters/notesMaster1.xml"/></Relationships>
</file>

<file path=ppt/notesSlides/_rels/notesSlide2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7.xml"/><Relationship Id="rId1" Type="http://schemas.openxmlformats.org/officeDocument/2006/relationships/notesMaster" Target="../notesMasters/notesMaster1.xml"/></Relationships>
</file>

<file path=ppt/notesSlides/_rels/notesSlide2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8.xml"/><Relationship Id="rId1" Type="http://schemas.openxmlformats.org/officeDocument/2006/relationships/notesMaster" Target="../notesMasters/notesMaster1.xml"/></Relationships>
</file>

<file path=ppt/notesSlides/_rels/notesSlide2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9.xml"/><Relationship Id="rId1" Type="http://schemas.openxmlformats.org/officeDocument/2006/relationships/notesMaster" Target="../notesMasters/notesMaster1.xml"/></Relationships>
</file>

<file path=ppt/notesSlides/_rels/notesSlide2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0.xml"/><Relationship Id="rId1" Type="http://schemas.openxmlformats.org/officeDocument/2006/relationships/notesMaster" Target="../notesMasters/notesMaster1.xml"/></Relationships>
</file>

<file path=ppt/notesSlides/_rels/notesSlide2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1.xml"/><Relationship Id="rId1" Type="http://schemas.openxmlformats.org/officeDocument/2006/relationships/notesMaster" Target="../notesMasters/notesMaster1.xml"/></Relationships>
</file>

<file path=ppt/notesSlides/_rels/notesSlide2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2.xml"/><Relationship Id="rId1" Type="http://schemas.openxmlformats.org/officeDocument/2006/relationships/notesMaster" Target="../notesMasters/notesMaster1.xml"/></Relationships>
</file>

<file path=ppt/notesSlides/_rels/notesSlide2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3.xml"/><Relationship Id="rId1" Type="http://schemas.openxmlformats.org/officeDocument/2006/relationships/notesMaster" Target="../notesMasters/notesMaster1.xml"/></Relationships>
</file>

<file path=ppt/notesSlides/_rels/notesSlide2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4.xml"/><Relationship Id="rId1" Type="http://schemas.openxmlformats.org/officeDocument/2006/relationships/notesMaster" Target="../notesMasters/notesMaster1.xml"/></Relationships>
</file>

<file path=ppt/notesSlides/_rels/notesSlide2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5.xml"/><Relationship Id="rId1" Type="http://schemas.openxmlformats.org/officeDocument/2006/relationships/notesMaster" Target="../notesMasters/notesMaster1.xml"/></Relationships>
</file>

<file path=ppt/notesSlides/_rels/notesSlide2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6.xml"/><Relationship Id="rId1" Type="http://schemas.openxmlformats.org/officeDocument/2006/relationships/notesMaster" Target="../notesMasters/notesMaster1.xml"/></Relationships>
</file>

<file path=ppt/notesSlides/_rels/notesSlide2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7.xml"/><Relationship Id="rId1" Type="http://schemas.openxmlformats.org/officeDocument/2006/relationships/notesMaster" Target="../notesMasters/notesMaster1.xml"/></Relationships>
</file>

<file path=ppt/notesSlides/_rels/notesSlide2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8.xml"/><Relationship Id="rId1" Type="http://schemas.openxmlformats.org/officeDocument/2006/relationships/notesMaster" Target="../notesMasters/notesMaster1.xml"/></Relationships>
</file>

<file path=ppt/notesSlides/_rels/notesSlide2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9.xml"/><Relationship Id="rId1" Type="http://schemas.openxmlformats.org/officeDocument/2006/relationships/notesMaster" Target="../notesMasters/notesMaster1.xml"/></Relationships>
</file>

<file path=ppt/notesSlides/_rels/notesSlide2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0.xml"/><Relationship Id="rId1" Type="http://schemas.openxmlformats.org/officeDocument/2006/relationships/notesMaster" Target="../notesMasters/notesMaster1.xml"/></Relationships>
</file>

<file path=ppt/notesSlides/_rels/notesSlide2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1.xml"/><Relationship Id="rId1" Type="http://schemas.openxmlformats.org/officeDocument/2006/relationships/notesMaster" Target="../notesMasters/notesMaster1.xml"/></Relationships>
</file>

<file path=ppt/notesSlides/_rels/notesSlide2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2.xml"/><Relationship Id="rId1" Type="http://schemas.openxmlformats.org/officeDocument/2006/relationships/notesMaster" Target="../notesMasters/notesMaster1.xml"/></Relationships>
</file>

<file path=ppt/notesSlides/_rels/notesSlide2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3.xml"/><Relationship Id="rId1" Type="http://schemas.openxmlformats.org/officeDocument/2006/relationships/notesMaster" Target="../notesMasters/notesMaster1.xml"/></Relationships>
</file>

<file path=ppt/notesSlides/_rels/notesSlide2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4.xml"/><Relationship Id="rId1" Type="http://schemas.openxmlformats.org/officeDocument/2006/relationships/notesMaster" Target="../notesMasters/notesMaster1.xml"/></Relationships>
</file>

<file path=ppt/notesSlides/_rels/notesSlide2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5.xml"/><Relationship Id="rId1" Type="http://schemas.openxmlformats.org/officeDocument/2006/relationships/notesMaster" Target="../notesMasters/notesMaster1.xml"/></Relationships>
</file>

<file path=ppt/notesSlides/_rels/notesSlide2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6.xml"/><Relationship Id="rId1" Type="http://schemas.openxmlformats.org/officeDocument/2006/relationships/notesMaster" Target="../notesMasters/notesMaster1.xml"/></Relationships>
</file>

<file path=ppt/notesSlides/_rels/notesSlide2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7.xml"/><Relationship Id="rId1" Type="http://schemas.openxmlformats.org/officeDocument/2006/relationships/notesMaster" Target="../notesMasters/notesMaster1.xml"/></Relationships>
</file>

<file path=ppt/notesSlides/_rels/notesSlide2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8.xml"/><Relationship Id="rId1" Type="http://schemas.openxmlformats.org/officeDocument/2006/relationships/notesMaster" Target="../notesMasters/notesMaster1.xml"/></Relationships>
</file>

<file path=ppt/notesSlides/_rels/notesSlide2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9.xml"/><Relationship Id="rId1" Type="http://schemas.openxmlformats.org/officeDocument/2006/relationships/notesMaster" Target="../notesMasters/notesMaster1.xml"/></Relationships>
</file>

<file path=ppt/notesSlides/_rels/notesSlide2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0.xml"/><Relationship Id="rId1" Type="http://schemas.openxmlformats.org/officeDocument/2006/relationships/notesMaster" Target="../notesMasters/notesMaster1.xml"/></Relationships>
</file>

<file path=ppt/notesSlides/_rels/notesSlide2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1.xml"/><Relationship Id="rId1" Type="http://schemas.openxmlformats.org/officeDocument/2006/relationships/notesMaster" Target="../notesMasters/notesMaster1.xml"/></Relationships>
</file>

<file path=ppt/notesSlides/_rels/notesSlide2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2.xml"/><Relationship Id="rId1" Type="http://schemas.openxmlformats.org/officeDocument/2006/relationships/notesMaster" Target="../notesMasters/notesMaster1.xml"/></Relationships>
</file>

<file path=ppt/notesSlides/_rels/notesSlide2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3.xml"/><Relationship Id="rId1" Type="http://schemas.openxmlformats.org/officeDocument/2006/relationships/notesMaster" Target="../notesMasters/notesMaster1.xml"/></Relationships>
</file>

<file path=ppt/notesSlides/_rels/notesSlide2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4.xml"/><Relationship Id="rId1" Type="http://schemas.openxmlformats.org/officeDocument/2006/relationships/notesMaster" Target="../notesMasters/notesMaster1.xml"/></Relationships>
</file>

<file path=ppt/notesSlides/_rels/notesSlide2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5.xml"/><Relationship Id="rId1" Type="http://schemas.openxmlformats.org/officeDocument/2006/relationships/notesMaster" Target="../notesMasters/notesMaster1.xml"/></Relationships>
</file>

<file path=ppt/notesSlides/_rels/notesSlide2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6.xml"/><Relationship Id="rId1" Type="http://schemas.openxmlformats.org/officeDocument/2006/relationships/notesMaster" Target="../notesMasters/notesMaster1.xml"/></Relationships>
</file>

<file path=ppt/notesSlides/_rels/notesSlide2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7.xml"/><Relationship Id="rId1" Type="http://schemas.openxmlformats.org/officeDocument/2006/relationships/notesMaster" Target="../notesMasters/notesMaster1.xml"/></Relationships>
</file>

<file path=ppt/notesSlides/_rels/notesSlide2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8.xml"/><Relationship Id="rId1" Type="http://schemas.openxmlformats.org/officeDocument/2006/relationships/notesMaster" Target="../notesMasters/notesMaster1.xml"/></Relationships>
</file>

<file path=ppt/notesSlides/_rels/notesSlide2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9.xml"/><Relationship Id="rId1" Type="http://schemas.openxmlformats.org/officeDocument/2006/relationships/notesMaster" Target="../notesMasters/notesMaster1.xml"/></Relationships>
</file>

<file path=ppt/notesSlides/_rels/notesSlide2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0.xml"/><Relationship Id="rId1" Type="http://schemas.openxmlformats.org/officeDocument/2006/relationships/notesMaster" Target="../notesMasters/notesMaster1.xml"/></Relationships>
</file>

<file path=ppt/notesSlides/_rels/notesSlide3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1.xml"/><Relationship Id="rId1" Type="http://schemas.openxmlformats.org/officeDocument/2006/relationships/notesMaster" Target="../notesMasters/notesMaster1.xml"/></Relationships>
</file>

<file path=ppt/notesSlides/_rels/notesSlide3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2.xml"/><Relationship Id="rId1" Type="http://schemas.openxmlformats.org/officeDocument/2006/relationships/notesMaster" Target="../notesMasters/notesMaster1.xml"/></Relationships>
</file>

<file path=ppt/notesSlides/_rels/notesSlide3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3.xml"/><Relationship Id="rId1" Type="http://schemas.openxmlformats.org/officeDocument/2006/relationships/notesMaster" Target="../notesMasters/notesMaster1.xml"/></Relationships>
</file>

<file path=ppt/notesSlides/_rels/notesSlide3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4.xml"/><Relationship Id="rId1" Type="http://schemas.openxmlformats.org/officeDocument/2006/relationships/notesMaster" Target="../notesMasters/notesMaster1.xml"/></Relationships>
</file>

<file path=ppt/notesSlides/_rels/notesSlide3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5.xml"/><Relationship Id="rId1" Type="http://schemas.openxmlformats.org/officeDocument/2006/relationships/notesMaster" Target="../notesMasters/notesMaster1.xml"/></Relationships>
</file>

<file path=ppt/notesSlides/_rels/notesSlide3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6.xml"/><Relationship Id="rId1" Type="http://schemas.openxmlformats.org/officeDocument/2006/relationships/notesMaster" Target="../notesMasters/notesMaster1.xml"/></Relationships>
</file>

<file path=ppt/notesSlides/_rels/notesSlide3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7.xml"/><Relationship Id="rId1" Type="http://schemas.openxmlformats.org/officeDocument/2006/relationships/notesMaster" Target="../notesMasters/notesMaster1.xml"/></Relationships>
</file>

<file path=ppt/notesSlides/_rels/notesSlide3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8.xml"/><Relationship Id="rId1" Type="http://schemas.openxmlformats.org/officeDocument/2006/relationships/notesMaster" Target="../notesMasters/notesMaster1.xml"/></Relationships>
</file>

<file path=ppt/notesSlides/_rels/notesSlide3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9.xml"/><Relationship Id="rId1" Type="http://schemas.openxmlformats.org/officeDocument/2006/relationships/notesMaster" Target="../notesMasters/notesMaster1.xml"/></Relationships>
</file>

<file path=ppt/notesSlides/_rels/notesSlide3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0.xml"/><Relationship Id="rId1" Type="http://schemas.openxmlformats.org/officeDocument/2006/relationships/notesMaster" Target="../notesMasters/notesMaster1.xml"/></Relationships>
</file>

<file path=ppt/notesSlides/_rels/notesSlide3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1.xml"/><Relationship Id="rId1" Type="http://schemas.openxmlformats.org/officeDocument/2006/relationships/notesMaster" Target="../notesMasters/notesMaster1.xml"/></Relationships>
</file>

<file path=ppt/notesSlides/_rels/notesSlide3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2.xml"/><Relationship Id="rId1" Type="http://schemas.openxmlformats.org/officeDocument/2006/relationships/notesMaster" Target="../notesMasters/notesMaster1.xml"/></Relationships>
</file>

<file path=ppt/notesSlides/_rels/notesSlide3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3.xml"/><Relationship Id="rId1" Type="http://schemas.openxmlformats.org/officeDocument/2006/relationships/notesMaster" Target="../notesMasters/notesMaster1.xml"/></Relationships>
</file>

<file path=ppt/notesSlides/_rels/notesSlide3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4.xml"/><Relationship Id="rId1" Type="http://schemas.openxmlformats.org/officeDocument/2006/relationships/notesMaster" Target="../notesMasters/notesMaster1.xml"/></Relationships>
</file>

<file path=ppt/notesSlides/_rels/notesSlide3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5.xml"/><Relationship Id="rId1" Type="http://schemas.openxmlformats.org/officeDocument/2006/relationships/notesMaster" Target="../notesMasters/notesMaster1.xml"/></Relationships>
</file>

<file path=ppt/notesSlides/_rels/notesSlide3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6.xml"/><Relationship Id="rId1" Type="http://schemas.openxmlformats.org/officeDocument/2006/relationships/notesMaster" Target="../notesMasters/notesMaster1.xml"/></Relationships>
</file>

<file path=ppt/notesSlides/_rels/notesSlide3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7.xml"/><Relationship Id="rId1" Type="http://schemas.openxmlformats.org/officeDocument/2006/relationships/notesMaster" Target="../notesMasters/notesMaster1.xml"/></Relationships>
</file>

<file path=ppt/notesSlides/_rels/notesSlide3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8.xml"/><Relationship Id="rId1" Type="http://schemas.openxmlformats.org/officeDocument/2006/relationships/notesMaster" Target="../notesMasters/notesMaster1.xml"/></Relationships>
</file>

<file path=ppt/notesSlides/_rels/notesSlide3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9.xml"/><Relationship Id="rId1" Type="http://schemas.openxmlformats.org/officeDocument/2006/relationships/notesMaster" Target="../notesMasters/notesMaster1.xml"/></Relationships>
</file>

<file path=ppt/notesSlides/_rels/notesSlide3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0.xml"/><Relationship Id="rId1" Type="http://schemas.openxmlformats.org/officeDocument/2006/relationships/notesMaster" Target="../notesMasters/notesMaster1.xml"/></Relationships>
</file>

<file path=ppt/notesSlides/_rels/notesSlide3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1.xml"/><Relationship Id="rId1" Type="http://schemas.openxmlformats.org/officeDocument/2006/relationships/notesMaster" Target="../notesMasters/notesMaster1.xml"/></Relationships>
</file>

<file path=ppt/notesSlides/_rels/notesSlide3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2.xml"/><Relationship Id="rId1" Type="http://schemas.openxmlformats.org/officeDocument/2006/relationships/notesMaster" Target="../notesMasters/notesMaster1.xml"/></Relationships>
</file>

<file path=ppt/notesSlides/_rels/notesSlide3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3.xml"/><Relationship Id="rId1" Type="http://schemas.openxmlformats.org/officeDocument/2006/relationships/notesMaster" Target="../notesMasters/notesMaster1.xml"/></Relationships>
</file>

<file path=ppt/notesSlides/_rels/notesSlide3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4.xml"/><Relationship Id="rId1" Type="http://schemas.openxmlformats.org/officeDocument/2006/relationships/notesMaster" Target="../notesMasters/notesMaster1.xml"/></Relationships>
</file>

<file path=ppt/notesSlides/_rels/notesSlide3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5.xml"/><Relationship Id="rId1" Type="http://schemas.openxmlformats.org/officeDocument/2006/relationships/notesMaster" Target="../notesMasters/notesMaster1.xml"/></Relationships>
</file>

<file path=ppt/notesSlides/_rels/notesSlide3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6.xml"/><Relationship Id="rId1" Type="http://schemas.openxmlformats.org/officeDocument/2006/relationships/notesMaster" Target="../notesMasters/notesMaster1.xml"/></Relationships>
</file>

<file path=ppt/notesSlides/_rels/notesSlide3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7.xml"/><Relationship Id="rId1" Type="http://schemas.openxmlformats.org/officeDocument/2006/relationships/notesMaster" Target="../notesMasters/notesMaster1.xml"/></Relationships>
</file>

<file path=ppt/notesSlides/_rels/notesSlide3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8.xml"/><Relationship Id="rId1" Type="http://schemas.openxmlformats.org/officeDocument/2006/relationships/notesMaster" Target="../notesMasters/notesMaster1.xml"/></Relationships>
</file>

<file path=ppt/notesSlides/_rels/notesSlide3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9.xml"/><Relationship Id="rId1" Type="http://schemas.openxmlformats.org/officeDocument/2006/relationships/notesMaster" Target="../notesMasters/notesMaster1.xml"/></Relationships>
</file>

<file path=ppt/notesSlides/_rels/notesSlide3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0.xml"/><Relationship Id="rId1" Type="http://schemas.openxmlformats.org/officeDocument/2006/relationships/notesMaster" Target="../notesMasters/notesMaster1.xml"/></Relationships>
</file>

<file path=ppt/notesSlides/_rels/notesSlide3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1.xml"/><Relationship Id="rId1" Type="http://schemas.openxmlformats.org/officeDocument/2006/relationships/notesMaster" Target="../notesMasters/notesMaster1.xml"/></Relationships>
</file>

<file path=ppt/notesSlides/_rels/notesSlide3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2.xml"/><Relationship Id="rId1" Type="http://schemas.openxmlformats.org/officeDocument/2006/relationships/notesMaster" Target="../notesMasters/notesMaster1.xml"/></Relationships>
</file>

<file path=ppt/notesSlides/_rels/notesSlide3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3.xml"/><Relationship Id="rId1" Type="http://schemas.openxmlformats.org/officeDocument/2006/relationships/notesMaster" Target="../notesMasters/notesMaster1.xml"/></Relationships>
</file>

<file path=ppt/notesSlides/_rels/notesSlide3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4.xml"/><Relationship Id="rId1" Type="http://schemas.openxmlformats.org/officeDocument/2006/relationships/notesMaster" Target="../notesMasters/notesMaster1.xml"/></Relationships>
</file>

<file path=ppt/notesSlides/_rels/notesSlide3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5.xml"/><Relationship Id="rId1" Type="http://schemas.openxmlformats.org/officeDocument/2006/relationships/notesMaster" Target="../notesMasters/notesMaster1.xml"/></Relationships>
</file>

<file path=ppt/notesSlides/_rels/notesSlide3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6.xml"/><Relationship Id="rId1" Type="http://schemas.openxmlformats.org/officeDocument/2006/relationships/notesMaster" Target="../notesMasters/notesMaster1.xml"/></Relationships>
</file>

<file path=ppt/notesSlides/_rels/notesSlide3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7.xml"/><Relationship Id="rId1" Type="http://schemas.openxmlformats.org/officeDocument/2006/relationships/notesMaster" Target="../notesMasters/notesMaster1.xml"/></Relationships>
</file>

<file path=ppt/notesSlides/_rels/notesSlide3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8.xml"/><Relationship Id="rId1" Type="http://schemas.openxmlformats.org/officeDocument/2006/relationships/notesMaster" Target="../notesMasters/notesMaster1.xml"/></Relationships>
</file>

<file path=ppt/notesSlides/_rels/notesSlide3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9.xml"/><Relationship Id="rId1" Type="http://schemas.openxmlformats.org/officeDocument/2006/relationships/notesMaster" Target="../notesMasters/notesMaster1.xml"/></Relationships>
</file>

<file path=ppt/notesSlides/_rels/notesSlide3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0.xml"/><Relationship Id="rId1" Type="http://schemas.openxmlformats.org/officeDocument/2006/relationships/notesMaster" Target="../notesMasters/notesMaster1.xml"/></Relationships>
</file>

<file path=ppt/notesSlides/_rels/notesSlide3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1.xml"/><Relationship Id="rId1" Type="http://schemas.openxmlformats.org/officeDocument/2006/relationships/notesMaster" Target="../notesMasters/notesMaster1.xml"/></Relationships>
</file>

<file path=ppt/notesSlides/_rels/notesSlide3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2.xml"/><Relationship Id="rId1" Type="http://schemas.openxmlformats.org/officeDocument/2006/relationships/notesMaster" Target="../notesMasters/notesMaster1.xml"/></Relationships>
</file>

<file path=ppt/notesSlides/_rels/notesSlide3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3.xml"/><Relationship Id="rId1" Type="http://schemas.openxmlformats.org/officeDocument/2006/relationships/notesMaster" Target="../notesMasters/notesMaster1.xml"/></Relationships>
</file>

<file path=ppt/notesSlides/_rels/notesSlide3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4.xml"/><Relationship Id="rId1" Type="http://schemas.openxmlformats.org/officeDocument/2006/relationships/notesMaster" Target="../notesMasters/notesMaster1.xml"/></Relationships>
</file>

<file path=ppt/notesSlides/_rels/notesSlide3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5.xml"/><Relationship Id="rId1" Type="http://schemas.openxmlformats.org/officeDocument/2006/relationships/notesMaster" Target="../notesMasters/notesMaster1.xml"/></Relationships>
</file>

<file path=ppt/notesSlides/_rels/notesSlide3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6.xml"/><Relationship Id="rId1" Type="http://schemas.openxmlformats.org/officeDocument/2006/relationships/notesMaster" Target="../notesMasters/notesMaster1.xml"/></Relationships>
</file>

<file path=ppt/notesSlides/_rels/notesSlide3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7.xml"/><Relationship Id="rId1" Type="http://schemas.openxmlformats.org/officeDocument/2006/relationships/notesMaster" Target="../notesMasters/notesMaster1.xml"/></Relationships>
</file>

<file path=ppt/notesSlides/_rels/notesSlide3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8.xml"/><Relationship Id="rId1" Type="http://schemas.openxmlformats.org/officeDocument/2006/relationships/notesMaster" Target="../notesMasters/notesMaster1.xml"/></Relationships>
</file>

<file path=ppt/notesSlides/_rels/notesSlide3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9.xml"/><Relationship Id="rId1" Type="http://schemas.openxmlformats.org/officeDocument/2006/relationships/notesMaster" Target="../notesMasters/notesMaster1.xml"/></Relationships>
</file>

<file path=ppt/notesSlides/_rels/notesSlide3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0.xml"/><Relationship Id="rId1" Type="http://schemas.openxmlformats.org/officeDocument/2006/relationships/notesMaster" Target="../notesMasters/notesMaster1.xml"/></Relationships>
</file>

<file path=ppt/notesSlides/_rels/notesSlide3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1.xml"/><Relationship Id="rId1" Type="http://schemas.openxmlformats.org/officeDocument/2006/relationships/notesMaster" Target="../notesMasters/notesMaster1.xml"/></Relationships>
</file>

<file path=ppt/notesSlides/_rels/notesSlide3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2.xml"/><Relationship Id="rId1" Type="http://schemas.openxmlformats.org/officeDocument/2006/relationships/notesMaster" Target="../notesMasters/notesMaster1.xml"/></Relationships>
</file>

<file path=ppt/notesSlides/_rels/notesSlide3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3.xml"/><Relationship Id="rId1" Type="http://schemas.openxmlformats.org/officeDocument/2006/relationships/notesMaster" Target="../notesMasters/notesMaster1.xml"/></Relationships>
</file>

<file path=ppt/notesSlides/_rels/notesSlide3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4.xml"/><Relationship Id="rId1" Type="http://schemas.openxmlformats.org/officeDocument/2006/relationships/notesMaster" Target="../notesMasters/notesMaster1.xml"/></Relationships>
</file>

<file path=ppt/notesSlides/_rels/notesSlide3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5.xml"/><Relationship Id="rId1" Type="http://schemas.openxmlformats.org/officeDocument/2006/relationships/notesMaster" Target="../notesMasters/notesMaster1.xml"/></Relationships>
</file>

<file path=ppt/notesSlides/_rels/notesSlide3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6.xml"/><Relationship Id="rId1" Type="http://schemas.openxmlformats.org/officeDocument/2006/relationships/notesMaster" Target="../notesMasters/notesMaster1.xml"/></Relationships>
</file>

<file path=ppt/notesSlides/_rels/notesSlide3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7.xml"/><Relationship Id="rId1" Type="http://schemas.openxmlformats.org/officeDocument/2006/relationships/notesMaster" Target="../notesMasters/notesMaster1.xml"/></Relationships>
</file>

<file path=ppt/notesSlides/_rels/notesSlide3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8.xml"/><Relationship Id="rId1" Type="http://schemas.openxmlformats.org/officeDocument/2006/relationships/notesMaster" Target="../notesMasters/notesMaster1.xml"/></Relationships>
</file>

<file path=ppt/notesSlides/_rels/notesSlide3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9.xml"/><Relationship Id="rId1" Type="http://schemas.openxmlformats.org/officeDocument/2006/relationships/notesMaster" Target="../notesMasters/notesMaster1.xml"/></Relationships>
</file>

<file path=ppt/notesSlides/_rels/notesSlide3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0.xml"/><Relationship Id="rId1" Type="http://schemas.openxmlformats.org/officeDocument/2006/relationships/notesMaster" Target="../notesMasters/notesMaster1.xml"/></Relationships>
</file>

<file path=ppt/notesSlides/_rels/notesSlide3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1.xml"/><Relationship Id="rId1" Type="http://schemas.openxmlformats.org/officeDocument/2006/relationships/notesMaster" Target="../notesMasters/notesMaster1.xml"/></Relationships>
</file>

<file path=ppt/notesSlides/_rels/notesSlide3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2.xml"/><Relationship Id="rId1" Type="http://schemas.openxmlformats.org/officeDocument/2006/relationships/notesMaster" Target="../notesMasters/notesMaster1.xml"/></Relationships>
</file>

<file path=ppt/notesSlides/_rels/notesSlide3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3.xml"/><Relationship Id="rId1" Type="http://schemas.openxmlformats.org/officeDocument/2006/relationships/notesMaster" Target="../notesMasters/notesMaster1.xml"/></Relationships>
</file>

<file path=ppt/notesSlides/_rels/notesSlide3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B6647-A93B-611A-C241-92FC0AAA0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67075-FBFC-87EC-3AFE-3DB9DBBEC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F795D-40BC-3777-62E1-0FC56353F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0D857-82FF-6A48-C467-4FC50A7654A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047748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FAFF8-C812-07F0-AFB7-5DB7CA7A9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6F26E1-472E-FABC-0059-E12246614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8B5E4B-7D05-751E-17A1-DED741BD1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C3147-45E4-ACC1-85A2-006C65A1C97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5780657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95D67-2537-7F1A-83F7-2C06095AA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2D63A-7C0F-A8CE-9311-9808F42BD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19E113-2743-DC2B-2C98-E6D73B20A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42B35-9108-375A-6C11-7C8B8B40890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7137424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E47C5-D064-4E07-39FF-F98A41BBB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8DB502-F89D-EC81-F747-53B175410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4CCDE1-2F16-1D9B-D771-226B127D0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B1089-9A9C-CC7D-4CB2-44EBA32A30D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6411932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496A9-B85C-C1FE-4986-2A522CCA8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8A3034-E0C2-6B7E-51C5-283781505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102B6A-10FA-37ED-431C-119EE7939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6ED86-7DEB-095B-AF3D-BBEBB8E5010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4034813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17AD3-BD18-1018-7937-91B45C129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6C715-D8E7-1A56-E8AA-4F1CE037B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BAC940-5B3F-3C18-1D0D-1259F36B5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6ABA4-7796-A34B-2EB5-66F4BA4C983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5906953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36A2A-0F9A-EFE2-1919-3402B39AE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F9605-7BDA-AA0B-9185-5799C1E98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EF3FFF-1013-8357-F343-1B1F1F4EF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A520B-E10E-325C-82CC-02B8864FE79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327660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08E8A-897A-A8F4-D8CD-BE096E052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C5C429-1341-4749-9563-94A3C71F5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828C28-28B9-893D-D925-D3D6ACABA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FD452-9818-1804-0366-020F67305F6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2386679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304F6-F67B-4F4C-659F-043A64DE5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4156D-C13C-60D8-BB3F-6E13B7729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EF521-9685-BFC0-575A-FDC28BB6F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62FF0-9B56-64AC-BAC1-CC17A767A28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8543399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20B3A-7869-2A76-C6F8-CC713C03E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EAE9E-F337-192A-C0F0-DDF605709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0CD3D3-FC13-2C0A-2877-AC7615884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2F688-8607-79C6-845B-C1188FD9A53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461229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4F894-A6A3-1E01-5546-E90C42733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3A706-833D-EBAB-DC85-139A5C9E1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D7BBE-F76A-F59F-6B44-FD159BA35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B342D-8CF2-7C54-AAA7-B356457A400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3279654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11BCC-BCA6-A5E0-9285-7EA304736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3164E-47E3-03C6-B214-63CB9303B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74AB34-0786-8D1B-4D75-0769A1F92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DA6BF-521F-2BAF-11DC-D56FFE2EB13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609720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9A081-6F69-27BB-5A6C-D41D38269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F2058-CF09-C9D1-A929-D2BF40672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58AB8-19C1-5FDE-2F75-8BF9381AE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6ABC0-3DEA-4B72-5D0B-43851530359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4931892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C4D4B-0E55-BAF9-CBC4-0D024E7B6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5F1EA-5201-01F4-E57E-D03357E8E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F46B7B-7D1C-5370-E489-BACF99E20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B07AB-4597-7471-4324-9524BA9BE07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4955766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74265-461C-087B-9D6D-337DA3CF9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E1B92C-4926-86E2-4528-E9D6A173E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F2D41-E85E-B277-8E9D-051C52B54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63531-DE20-912B-277E-E6F1AFEB0F4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6411438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E706E-3398-F514-0E73-AF3435F6A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FF5AE-7B35-4E0F-08A1-1B8195416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C5D850-8B5D-6985-A8DF-51396B801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5DCC2-FBBF-4CDE-5F8A-F0B6AE5BF6B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3146298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65A16-2464-FD4D-120E-734C6B261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143D7-3648-9780-110B-C1E982612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BCF03D-62B7-2D9E-87CA-7F7E4FBA2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B3C54-BCFC-4D0A-F622-BB37AF7213C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7424273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D69FB-38AF-427C-75F8-205621E82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6CF778-4B34-9C79-2D4C-BD25A7873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9F72EA-D7F0-145B-BCC5-7D32C148D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ABE22-0CA6-B39A-A055-2BE9C27FAE1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558155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6BFBB-2992-C45B-6F79-8BD2DDA8D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33A9B-7EDB-D6A5-EDAE-C776C7C98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AB9B2E-3DAC-E018-1CE1-57A2D61B9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26F56-A751-B25C-6EDE-162EEF90544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6620824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09022-3EAD-40A3-66E3-06FD36483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84790C-5CB9-DF00-45D9-BAED3BAA6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91F04F-F856-A329-5EA4-246B1A72A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9AF15-4BCA-050E-D7BC-A7E018C6F4E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4581934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85003-5D6F-793F-0CBB-37C77A030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B2276D-630A-1A79-CCF7-6CCF702AA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13CE65-8AD9-6012-9F21-53C5341AE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DCEC6-99AE-CDCB-E284-60FCA8DA4F3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1892797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E4B0A-FEF3-DEE7-44A8-CC042AA5D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6044B-1DC9-C79B-7C78-9262B7288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00CCB3-CC83-A8D5-CDEA-37B903B1F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5B018-54A5-2A57-E2AB-8D96F9F1CB0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7841659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0A5DE-63DA-4BA8-FB30-90B8AFF31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E01B1-6F07-F308-71F6-42E5DA699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4A924-32C8-78D1-54DC-AEB1098EA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78D0E-4481-3140-805B-948B0E74911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6975584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0531E-298B-F2A1-FD02-CD3188B63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BF2AA-5CC2-AB75-BE93-FF3401F10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D7AC3-5D71-C802-DCD5-E158C97AC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C8B03-F897-8285-0F66-F35442A7D08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6865914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A7DA7-9DCF-B452-C572-B7E07ABCC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B9706-8734-88D1-6D02-7415ABF98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89ACE-652F-8FA7-7627-77E27ACB0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E98AA-0A74-40BD-6030-4F47D8E14E4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6684083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C4CEE-6EEB-8BF5-08A2-22FCFDF2F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BD0B8-F2F0-C744-938B-D2C2C6C3A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56012-148B-159B-3514-73356C63F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BBA8C-CD7F-ED8E-9756-DAE54C9A327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6001650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BEFFC-F90C-75CD-BFB4-2E099273D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50C53B-852E-01E7-E864-6D1E3B7B08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7AE935-DE67-0BA0-D677-A3C7D2B2F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5D8C3-898B-BED7-7C14-3AA498C1D88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7235615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B93B9-853B-D25B-7A61-B913D27BE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13236-6D11-A66C-FC71-EADEF79DA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F7F8C0-F570-54B8-6795-7F5350F77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45BD4-FA8C-6EA3-789F-2054ED1FFF5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0562700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4178D-885C-0DC5-B2AF-C03F107FA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28685B-743E-4F10-35F4-56900870C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FE333-FEC9-B208-15A5-D18EC2D7D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0FECC-20D6-00BB-27E9-04B3F1F3E4D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664448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0BA13-DFCD-9DA3-98FC-51941503A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F55F6-B944-3855-19F0-443BB0D9F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37486C-02AA-7B48-1D02-E7B341693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31298-01BE-AD6B-44D2-A9160179E91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622660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D4CB8-BD0D-0C2D-E365-36F378E9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455C95-1125-A04F-8413-765E7946C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FC642D-D476-D233-31BC-B21AE26BD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EEA54-F46C-3227-E7BB-EF6CDD41D9D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0640225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434B-2020-1B20-3C3D-3A0D08F64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8FA58C-6D55-3993-1572-6803A87E75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433D3A-5298-7C58-C34A-25EF5195B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41A50-09D9-5AAD-DA4D-BC45D0DA1F4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4434345"/>
      </p:ext>
    </p:extLst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AEC98-9510-AF6C-7635-1A85325C3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F6FD5D-D0D8-6E60-3D40-0BAF17E91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44C68A-7CB1-3749-5663-45B055E83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B38B0-09E8-7B3D-70D6-7EF24E6798C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2908086"/>
      </p:ext>
    </p:extLst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839C0-0D8D-DBA9-653D-6E130E3FF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E437EB-89C2-DCC0-878C-A7005DB09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71E50-F5CF-C08E-EF99-8B7A6C9AB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D3AD3-29FD-DEFF-0C5D-C660724A065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8162008"/>
      </p:ext>
    </p:extLst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103A9-EA5E-F599-3F3D-DF26689C1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9D1D0A-5D5F-37D5-94F9-FBA414BE1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982EB-9ADB-CA6F-86E3-18DDA89C2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B349B-CE85-37BA-8217-776D7B8B850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7267914"/>
      </p:ext>
    </p:extLst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4A560-DDD2-08CD-A8AC-1C5D87F2D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06659-0477-5E80-1BEF-EACEE95B5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AF9CFD-0CCE-4AEE-5344-E183E78A0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1CFDD-91D9-6156-CF0D-12F2D6F523F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6271063"/>
      </p:ext>
    </p:extLst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E443B-8B49-1E8E-5DB0-725D42142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AA899B-D52B-D84B-BD70-007E95FB6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51BAF-AAB0-95E6-49CE-3205255C8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42707-6138-BB96-A395-628B13F10B2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9036829"/>
      </p:ext>
    </p:extLst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DA7F5-D7D3-84EC-FBCC-919C25458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89342-812A-D0F3-51C9-A95765D02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A342BB-C0E2-71D1-EA17-07740FA8C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11976-2F8B-EC9A-BB1A-FF55EBD9F44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7201199"/>
      </p:ext>
    </p:extLst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E2C11-60FA-C646-B686-6CB086C07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E51995-6532-D701-4FE5-E186E2A5C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0D83AB-2CBF-71BB-0CC2-D894B7ABC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F7741-7B2E-7E84-EB26-DAFBBCE3386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4106405"/>
      </p:ext>
    </p:extLst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F3555-5118-D1AE-1D11-5D4B228D3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B1F86-5485-9CDC-A5EC-DAD430D43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4DA00A-6DD6-9A71-7DBA-BBC08F742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87E1F-0AEA-F927-B692-EF8F170676B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0063087"/>
      </p:ext>
    </p:extLst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4DE9D-EC6E-EEF8-4BA8-ADF361E6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13EF01-1346-B442-A08E-3314A2F9C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7035B-CD14-E405-A003-773C92DC2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2732-2C56-A204-78EE-6A606495A08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4727463"/>
      </p:ext>
    </p:extLst>
  </p:cSld>
  <p:clrMapOvr>
    <a:masterClrMapping/>
  </p:clrMapOvr>
</p:notes>
</file>

<file path=ppt/notesSlides/notesSlide3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202B5-23B6-BECC-63A2-26137E4B5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1C51F-7115-4A74-96D4-8B948D77C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4ECD7-C407-7E89-5E3C-87D8827C7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BE280-976E-272C-DAAB-4977F9C4514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6331576"/>
      </p:ext>
    </p:extLst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F0107-A563-432C-8E67-410BB9EC4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A93161-E513-F45C-197E-B10525981A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3440AC-EFCD-9BAF-8094-4D0AB633E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8A6E6-D6E8-B64F-DC0A-9ACE705E3E9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4716516"/>
      </p:ext>
    </p:extLst>
  </p:cSld>
  <p:clrMapOvr>
    <a:masterClrMapping/>
  </p:clrMapOvr>
</p:notes>
</file>

<file path=ppt/notesSlides/notesSlide3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269C9-B095-0489-9B9F-A02D17EBE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BC482-B59E-CA5A-3010-C3CD7DC93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86C147-AC79-CEA1-A9FA-0DBD9824E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C4527-1F49-83B9-50AE-3698466E282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6334485"/>
      </p:ext>
    </p:extLst>
  </p:cSld>
  <p:clrMapOvr>
    <a:masterClrMapping/>
  </p:clrMapOvr>
</p:notes>
</file>

<file path=ppt/notesSlides/notesSlide3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4F121-4BA3-F37A-7940-16972E7FB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27CA48-CB0C-C475-8AD0-A08C58461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3F5A0-DFCB-E457-6504-17CB19F24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E841A-16D8-7674-6E0B-25E4228694E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432400"/>
      </p:ext>
    </p:extLst>
  </p:cSld>
  <p:clrMapOvr>
    <a:masterClrMapping/>
  </p:clrMapOvr>
</p:notes>
</file>

<file path=ppt/notesSlides/notesSlide3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24DF9-3C57-7563-0E6E-FEAAA112D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A02D0-680B-FC4D-CB95-A1D704F49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DF518-6543-F2B6-F152-66C3E69CE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3E5E8-F0EF-52D1-E7C6-70A545A478F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84414123"/>
      </p:ext>
    </p:extLst>
  </p:cSld>
  <p:clrMapOvr>
    <a:masterClrMapping/>
  </p:clrMapOvr>
</p:notes>
</file>

<file path=ppt/notesSlides/notesSlide3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3409D-1637-800C-5DF3-E9B2F5294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67A2ED-5D5C-0C8E-135A-64F972EA9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4428C2-41C6-31A3-EA36-7300149A0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30F5D-400A-9DF7-E1D9-550F7B135E4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2166238"/>
      </p:ext>
    </p:extLst>
  </p:cSld>
  <p:clrMapOvr>
    <a:masterClrMapping/>
  </p:clrMapOvr>
</p:notes>
</file>

<file path=ppt/notesSlides/notesSlide3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5F249-8FF5-0B6E-FF78-FFFF0A2DF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BEFFED-5339-3B81-E8EE-357EE884C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9FEEA1-F6D8-D74F-4811-B42728F01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F9D58-7F43-5576-C2D4-0AE068F08C7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3298518"/>
      </p:ext>
    </p:extLst>
  </p:cSld>
  <p:clrMapOvr>
    <a:masterClrMapping/>
  </p:clrMapOvr>
</p:notes>
</file>

<file path=ppt/notesSlides/notesSlide3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380F8-9FCE-4B69-07A7-E5355CF30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B2315-4178-742B-9362-716E0CCC2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8F4AD-B314-342C-5721-27C092897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3B322-C7ED-B78E-92DA-AADEAB53C9A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1872905"/>
      </p:ext>
    </p:extLst>
  </p:cSld>
  <p:clrMapOvr>
    <a:masterClrMapping/>
  </p:clrMapOvr>
</p:notes>
</file>

<file path=ppt/notesSlides/notesSlide3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6FDDF-A892-25B7-DC69-A61910C72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87A7E-C687-A9A8-DCF3-C3FFF9D12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55507-D6A9-3501-705B-62FEB996F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7786A-20D1-7C58-A047-02A083597BD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8992953"/>
      </p:ext>
    </p:extLst>
  </p:cSld>
  <p:clrMapOvr>
    <a:masterClrMapping/>
  </p:clrMapOvr>
</p:notes>
</file>

<file path=ppt/notesSlides/notesSlide3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EBD82-2EA7-F9FB-FAAA-F5FA0375B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C99D3-E903-1E3B-F0D8-9D25D2212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050A0-64EF-6712-638E-0885816A8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A07E8-BBCC-D153-D95E-AE0199EFF2C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6837486"/>
      </p:ext>
    </p:extLst>
  </p:cSld>
  <p:clrMapOvr>
    <a:masterClrMapping/>
  </p:clrMapOvr>
</p:notes>
</file>

<file path=ppt/notesSlides/notesSlide3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E8812-5B72-D011-F4DA-D86F3BB0E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BD4DDB-3BC1-B1DF-7FD4-8ECE411F8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CB65E-39DD-76F4-C480-C5FA237F4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ADD98-AA49-2CAA-E774-24A8A631384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5049769"/>
      </p:ext>
    </p:extLst>
  </p:cSld>
  <p:clrMapOvr>
    <a:masterClrMapping/>
  </p:clrMapOvr>
</p:notes>
</file>

<file path=ppt/notesSlides/notesSlide3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1C132-386E-CEDE-0E6B-D841CC83E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F392C-4C3B-756B-A300-AE76AA645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23745-A544-EA04-9526-E1BD86FAE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CF468-3965-4298-54C4-1205D88DA29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7580921"/>
      </p:ext>
    </p:extLst>
  </p:cSld>
  <p:clrMapOvr>
    <a:masterClrMapping/>
  </p:clrMapOvr>
</p:notes>
</file>

<file path=ppt/notesSlides/notesSlide3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493DC-E32B-0252-DE13-B30042822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82024-F34D-906C-8C1D-685A7A3E1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6E7BA2-23AB-E6BA-B303-C6EA3872D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AE103-BCE6-72CF-E7DB-67C92A9C2DC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6815516"/>
      </p:ext>
    </p:extLst>
  </p:cSld>
  <p:clrMapOvr>
    <a:masterClrMapping/>
  </p:clrMapOvr>
</p:notes>
</file>

<file path=ppt/notesSlides/notesSlide3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46784-BD17-AF80-FA9E-6172AFEFC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34D41-C8C9-8868-28E8-18F4406F7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D16DB-BBEE-118C-EA2F-6D8C0E4F3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4FC58-AD1F-CCEE-69F5-6362584E846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5859894"/>
      </p:ext>
    </p:extLst>
  </p:cSld>
  <p:clrMapOvr>
    <a:masterClrMapping/>
  </p:clrMapOvr>
</p:notes>
</file>

<file path=ppt/notesSlides/notesSlide3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2CBA6-9404-0AC1-7460-ACC514791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1553CC-BC67-5CF5-CB19-CAFC04CA3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EF821-485E-E149-17FC-A2D35BFA0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C69F1-24AD-744C-4DB7-220285462AA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1333953"/>
      </p:ext>
    </p:extLst>
  </p:cSld>
  <p:clrMapOvr>
    <a:masterClrMapping/>
  </p:clrMapOvr>
</p:notes>
</file>

<file path=ppt/notesSlides/notesSlide3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8F4C-6EA0-4DC7-2BD1-F514EBA3B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56F587-40C7-3A5B-66E7-AEF4459DF5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EF711-9044-681A-E64F-0A1495C30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65A69-6CDF-C8D1-A4AD-B333C3653D6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5545805"/>
      </p:ext>
    </p:extLst>
  </p:cSld>
  <p:clrMapOvr>
    <a:masterClrMapping/>
  </p:clrMapOvr>
</p:notes>
</file>

<file path=ppt/notesSlides/notesSlide3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E9E42-58D1-4E95-DF36-D93244526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D6836D-A75F-7FB5-49D7-1A576D73A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1ADC8-70FF-2DE3-393A-A5F7E5F49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4E51D-B367-1D49-94A7-55BFBBD0C0C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1227041"/>
      </p:ext>
    </p:extLst>
  </p:cSld>
  <p:clrMapOvr>
    <a:masterClrMapping/>
  </p:clrMapOvr>
</p:notes>
</file>

<file path=ppt/notesSlides/notesSlide3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A696C-EB4E-29F3-B938-47C12B49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0A839-BFFD-2C98-2506-4889D1C62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3051E5-C680-CB3B-5FA2-711007FD1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DE400-99D6-528C-21F2-BFEC8CC98A6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0090791"/>
      </p:ext>
    </p:extLst>
  </p:cSld>
  <p:clrMapOvr>
    <a:masterClrMapping/>
  </p:clrMapOvr>
</p:notes>
</file>

<file path=ppt/notesSlides/notesSlide3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0AEF4-DEF3-01B9-E150-80DC8388F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45B930-340C-FC7F-8E23-0C8B614C0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FF04C-73ED-D6BA-2CDD-0F69EAD67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237FA-6085-7356-EDB1-14EEC0B6ED9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1564620"/>
      </p:ext>
    </p:extLst>
  </p:cSld>
  <p:clrMapOvr>
    <a:masterClrMapping/>
  </p:clrMapOvr>
</p:notes>
</file>

<file path=ppt/notesSlides/notesSlide3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5F529-5408-391E-CD6B-26C197A49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AFE39-2A28-5CE0-1492-B32E32783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A1D28-62E2-CEC6-9BC8-505A65676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1136D-31D1-D0B3-F64C-9A642A8A688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8185727"/>
      </p:ext>
    </p:extLst>
  </p:cSld>
  <p:clrMapOvr>
    <a:masterClrMapping/>
  </p:clrMapOvr>
</p:notes>
</file>

<file path=ppt/notesSlides/notesSlide3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AC5AD-9509-BACB-D22D-998F09133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FE1543-577F-D485-10EB-99C12F328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296A8-8C6F-DF58-B309-88CB66E0C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41FAE-DABC-05A8-B251-FBACEDFC922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3656260"/>
      </p:ext>
    </p:extLst>
  </p:cSld>
  <p:clrMapOvr>
    <a:masterClrMapping/>
  </p:clrMapOvr>
</p:notes>
</file>

<file path=ppt/notesSlides/notesSlide3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C99F6-A897-3D62-7F12-F61565987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12E10-A367-C16D-7EA8-EA517758E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DDF5C-1E7F-E07D-41F5-D1011CABE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EBD44-F2CC-D73E-AB59-6C621A3F90A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5453445"/>
      </p:ext>
    </p:extLst>
  </p:cSld>
  <p:clrMapOvr>
    <a:masterClrMapping/>
  </p:clrMapOvr>
</p:notes>
</file>

<file path=ppt/notesSlides/notesSlide3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EC5F5-6B5D-0AB7-C104-F152616DC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E1DA9-8493-4B94-84F1-19D541193F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567975-5D9D-5F91-E024-D9593A8F8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64116-3131-0363-05C1-9D33BBFA6F9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8256551"/>
      </p:ext>
    </p:extLst>
  </p:cSld>
  <p:clrMapOvr>
    <a:masterClrMapping/>
  </p:clrMapOvr>
</p:notes>
</file>

<file path=ppt/notesSlides/notesSlide3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48E10-3A10-A530-F875-33BC02424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C76F5F-72A0-08AA-845D-8F80F2681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77D97-44BA-625B-A7B7-050BD0787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46229-D3C5-7BEB-E019-962CD2F6469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4363650"/>
      </p:ext>
    </p:extLst>
  </p:cSld>
  <p:clrMapOvr>
    <a:masterClrMapping/>
  </p:clrMapOvr>
</p:notes>
</file>

<file path=ppt/notesSlides/notesSlide3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AC89D-35BB-E178-9D63-331644624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44032F-CA82-9B8B-5056-C0ACD405D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3994A-2D06-0680-8AD2-3701E884D2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1B5D6-C95E-74ED-C9AC-88BDDE91F9C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643109"/>
      </p:ext>
    </p:extLst>
  </p:cSld>
  <p:clrMapOvr>
    <a:masterClrMapping/>
  </p:clrMapOvr>
</p:notes>
</file>

<file path=ppt/notesSlides/notesSlide3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314CC-E49B-57FA-4B4D-8450112CD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201DB-E635-0338-A7C0-57BB519B1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4A281-053A-50AC-7125-7E6904417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83507-1CF0-3A85-EC14-088D5B23ECB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11469"/>
      </p:ext>
    </p:extLst>
  </p:cSld>
  <p:clrMapOvr>
    <a:masterClrMapping/>
  </p:clrMapOvr>
</p:notes>
</file>

<file path=ppt/notesSlides/notesSlide3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50F51-5709-9DA5-9EBA-9EF652138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23F29-32CB-A4D9-90D3-10839F0E3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AE702-12E5-1C24-AB54-81F550FBA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57EE2-85E2-E080-E822-F0C6316A7D5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7373108"/>
      </p:ext>
    </p:extLst>
  </p:cSld>
  <p:clrMapOvr>
    <a:masterClrMapping/>
  </p:clrMapOvr>
</p:notes>
</file>

<file path=ppt/notesSlides/notesSlide3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DED63-D635-9082-45E9-3CF50AAEF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BB984-075D-493C-5723-C6336B9DE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6F3A9-D2E6-F238-6AA5-03F6B56C3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5F45B-BA0E-B63A-060F-15A5128F394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2586479"/>
      </p:ext>
    </p:extLst>
  </p:cSld>
  <p:clrMapOvr>
    <a:masterClrMapping/>
  </p:clrMapOvr>
</p:notes>
</file>

<file path=ppt/notesSlides/notesSlide3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DE10B-BD69-E53E-5F79-5DD9D6CDC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DA9E3-86F2-6996-6E07-6B3D70087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627D6F-4274-D7A5-C176-7399081EB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73D17-4F76-590B-F685-3BFDE23368C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6029468"/>
      </p:ext>
    </p:extLst>
  </p:cSld>
  <p:clrMapOvr>
    <a:masterClrMapping/>
  </p:clrMapOvr>
</p:notes>
</file>

<file path=ppt/notesSlides/notesSlide3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EC136-CCC6-5827-BD5F-817F073AA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2AC90B-8E00-62D5-F631-3B048A7B3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026559-1093-93A4-9946-F633D1BBB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891AC-730F-B1CD-7DF1-CCC96BB2E0B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7265445"/>
      </p:ext>
    </p:extLst>
  </p:cSld>
  <p:clrMapOvr>
    <a:masterClrMapping/>
  </p:clrMapOvr>
</p:notes>
</file>

<file path=ppt/notesSlides/notesSlide3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CAB42-2C24-D81A-0B64-4E3055850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64C12-AB20-F105-FEA0-284EA2647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C6C5AB-EF8C-A905-5D8F-AFAC08F71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C72C4-6115-3042-E034-8CC4D25D430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8564886"/>
      </p:ext>
    </p:extLst>
  </p:cSld>
  <p:clrMapOvr>
    <a:masterClrMapping/>
  </p:clrMapOvr>
</p:notes>
</file>

<file path=ppt/notesSlides/notesSlide3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8DE7E-A312-E960-9A46-06272ACFD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DF762-DDDD-10DE-A4C6-C25F2DA29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5C1B0-4B84-2011-B202-40D5E212E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3431F-B9CC-C03A-A6F7-9372F0FAD02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2592601"/>
      </p:ext>
    </p:extLst>
  </p:cSld>
  <p:clrMapOvr>
    <a:masterClrMapping/>
  </p:clrMapOvr>
</p:notes>
</file>

<file path=ppt/notesSlides/notesSlide3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26674-AAFB-80EE-7FDE-A2475AFF7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1A2CFB-FF7F-E9F6-A2F4-7C6B7C385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70A99-623A-512B-AD35-5949DA97E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5AC7C-BFAA-5342-444D-A57B1CE5523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132142"/>
      </p:ext>
    </p:extLst>
  </p:cSld>
  <p:clrMapOvr>
    <a:masterClrMapping/>
  </p:clrMapOvr>
</p:notes>
</file>

<file path=ppt/notesSlides/notesSlide3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AAE0D-4785-E652-1DDC-2EE0E204B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1DE5A-A968-B60E-0F45-4E9A233EE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2BBC4-B680-1A7C-8CC0-155B6DAB7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F4761-D34C-2A6A-8C5E-0686CD93325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2135979"/>
      </p:ext>
    </p:extLst>
  </p:cSld>
  <p:clrMapOvr>
    <a:masterClrMapping/>
  </p:clrMapOvr>
</p:notes>
</file>

<file path=ppt/notesSlides/notesSlide3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28A10-6BF2-9469-893D-42C891F05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D2256-595D-C326-6FC9-8F1617CB0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100DA4-2D87-C10E-527B-5F89C081A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BA229-584D-75A9-90FD-08AF192ED49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0774245"/>
      </p:ext>
    </p:extLst>
  </p:cSld>
  <p:clrMapOvr>
    <a:masterClrMapping/>
  </p:clrMapOvr>
</p:notes>
</file>

<file path=ppt/notesSlides/notesSlide3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0F8F4-77CC-A9A5-FEE6-ECD6E8664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AE16DE-58A7-1B4A-8701-1542824DF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234A84-B2A2-5BD2-5306-04D509951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99BE6-AACB-096E-922B-6E60D2FEBB0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2172346"/>
      </p:ext>
    </p:extLst>
  </p:cSld>
  <p:clrMapOvr>
    <a:masterClrMapping/>
  </p:clrMapOvr>
</p:notes>
</file>

<file path=ppt/notesSlides/notesSlide3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F0873-D1EC-8CD3-2928-31214E6D9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010C0-8C71-FCE9-12CD-FA88023DC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F0909E-E074-DE71-2C4F-E9AC2B12B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F5FB9-D6EC-E4D1-6E28-B6C85231C78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0377955"/>
      </p:ext>
    </p:extLst>
  </p:cSld>
  <p:clrMapOvr>
    <a:masterClrMapping/>
  </p:clrMapOvr>
</p:notes>
</file>

<file path=ppt/notesSlides/notesSlide3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D6A91-E8DC-C56A-2F2B-DBEFE7D30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917442-7BBF-22DB-08D8-68B049B49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4F4BDD-59D7-D134-10B3-BB52E4DB0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9B189-7C7E-AFA9-EB43-77F23E23BD0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8794469"/>
      </p:ext>
    </p:extLst>
  </p:cSld>
  <p:clrMapOvr>
    <a:masterClrMapping/>
  </p:clrMapOvr>
</p:notes>
</file>

<file path=ppt/notesSlides/notesSlide3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0BEB2-03C2-CB10-022F-2ED9C4224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3D9D1-3760-33DD-BC72-8998310FB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51F12-43D1-5B1D-2872-E8E66E1470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BAA46-1349-4072-DC66-37C428FA3A7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0918628"/>
      </p:ext>
    </p:extLst>
  </p:cSld>
  <p:clrMapOvr>
    <a:masterClrMapping/>
  </p:clrMapOvr>
</p:notes>
</file>

<file path=ppt/notesSlides/notesSlide3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D76E5-95A1-EEE2-A438-3337B397B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5A852B-0C0F-B70F-72C2-FA355912D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722713-5185-EC05-25C2-F3DA5CAC0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F273F-A128-797D-C8D0-19E572D573D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7238389"/>
      </p:ext>
    </p:extLst>
  </p:cSld>
  <p:clrMapOvr>
    <a:masterClrMapping/>
  </p:clrMapOvr>
</p:notes>
</file>

<file path=ppt/notesSlides/notesSlide3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>
            <a:extLst>
              <a:ext uri="{FF2B5EF4-FFF2-40B4-BE49-F238E27FC236}">
                <a16:creationId xmlns:a16="http://schemas.microsoft.com/office/drawing/2014/main" id="{98D6409E-F49C-4571-ADE3-D41AE0894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12" name="Body Level One…">
            <a:extLst>
              <a:ext uri="{FF2B5EF4-FFF2-40B4-BE49-F238E27FC236}">
                <a16:creationId xmlns:a16="http://schemas.microsoft.com/office/drawing/2014/main" id="{CCF502E5-62D1-48C9-B013-9DF92FB86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90FE2DF0-1AB1-4788-8B22-41CCA14CC743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>
            <a:extLst>
              <a:ext uri="{FF2B5EF4-FFF2-40B4-BE49-F238E27FC236}">
                <a16:creationId xmlns:a16="http://schemas.microsoft.com/office/drawing/2014/main" id="{B14675E7-E1E9-4647-A531-C866E17B5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21" name="Slide Number">
            <a:extLst>
              <a:ext uri="{FF2B5EF4-FFF2-40B4-BE49-F238E27FC236}">
                <a16:creationId xmlns:a16="http://schemas.microsoft.com/office/drawing/2014/main" id="{1EFFEEB9-93F2-4CCC-B60E-25CA7B23A724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>
            <a:extLst>
              <a:ext uri="{FF2B5EF4-FFF2-40B4-BE49-F238E27FC236}">
                <a16:creationId xmlns:a16="http://schemas.microsoft.com/office/drawing/2014/main" id="{C27A6C53-9A05-4318-BAA1-1C174FF31DC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29" name="Body Level One…">
            <a:extLst>
              <a:ext uri="{FF2B5EF4-FFF2-40B4-BE49-F238E27FC236}">
                <a16:creationId xmlns:a16="http://schemas.microsoft.com/office/drawing/2014/main" id="{6EC80B85-047A-41DB-AA84-87DB910E0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30" name="Slide Number">
            <a:extLst>
              <a:ext uri="{FF2B5EF4-FFF2-40B4-BE49-F238E27FC236}">
                <a16:creationId xmlns:a16="http://schemas.microsoft.com/office/drawing/2014/main" id="{0289AFCC-C900-4CAC-AA8E-BDB08CEAA0CC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>
            <a:extLst>
              <a:ext uri="{FF2B5EF4-FFF2-40B4-BE49-F238E27FC236}">
                <a16:creationId xmlns:a16="http://schemas.microsoft.com/office/drawing/2014/main" id="{1F6A3121-256A-46EF-BE25-2F23F1094AE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38" name="Slide Number">
            <a:extLst>
              <a:ext uri="{FF2B5EF4-FFF2-40B4-BE49-F238E27FC236}">
                <a16:creationId xmlns:a16="http://schemas.microsoft.com/office/drawing/2014/main" id="{33002D9A-643D-481C-A078-9D2E0A8960FE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">
            <a:extLst>
              <a:ext uri="{FF2B5EF4-FFF2-40B4-BE49-F238E27FC236}">
                <a16:creationId xmlns:a16="http://schemas.microsoft.com/office/drawing/2014/main" id="{E67BBE0D-341B-454A-891C-30D4C307C30B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Image">
            <a:extLst>
              <a:ext uri="{FF2B5EF4-FFF2-40B4-BE49-F238E27FC236}">
                <a16:creationId xmlns:a16="http://schemas.microsoft.com/office/drawing/2014/main" id="{E2D218D5-6593-4CBB-8CDD-B6255C4100F0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2919231" y="845025"/>
            <a:ext cx="18542001" cy="920750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3" name="Title Text">
            <a:extLst>
              <a:ext uri="{FF2B5EF4-FFF2-40B4-BE49-F238E27FC236}">
                <a16:creationId xmlns:a16="http://schemas.microsoft.com/office/drawing/2014/main" id="{E1A38EA2-FBC9-4640-8B4E-A171F2F4E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0541950"/>
            <a:ext cx="23114000" cy="2006601"/>
          </a:xfrm>
          <a:prstGeom prst="rect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54" name="Slide Number">
            <a:extLst>
              <a:ext uri="{FF2B5EF4-FFF2-40B4-BE49-F238E27FC236}">
                <a16:creationId xmlns:a16="http://schemas.microsoft.com/office/drawing/2014/main" id="{6C0EF841-3810-45BF-8F78-3D5FD6A2A8F6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Image">
            <a:extLst>
              <a:ext uri="{FF2B5EF4-FFF2-40B4-BE49-F238E27FC236}">
                <a16:creationId xmlns:a16="http://schemas.microsoft.com/office/drawing/2014/main" id="{25A7ECC1-2F48-4BC1-BDEB-8B7EDF2474D3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9972675" y="2125132"/>
            <a:ext cx="16402050" cy="10934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72" name="Title Text">
            <a:extLst>
              <a:ext uri="{FF2B5EF4-FFF2-40B4-BE49-F238E27FC236}">
                <a16:creationId xmlns:a16="http://schemas.microsoft.com/office/drawing/2014/main" id="{7453202E-7839-40D2-9C7C-D171BF0ECD8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73" name="Body Level One…">
            <a:extLst>
              <a:ext uri="{FF2B5EF4-FFF2-40B4-BE49-F238E27FC236}">
                <a16:creationId xmlns:a16="http://schemas.microsoft.com/office/drawing/2014/main" id="{21A6A16B-1C71-41FE-A758-BDE85AB76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buNone/>
              <a:defRPr/>
            </a:lvl1pPr>
            <a:lvl2pPr marL="1117600" indent="-558800">
              <a:buNone/>
              <a:defRPr/>
            </a:lvl2pPr>
            <a:lvl3pPr marL="1676400" indent="-558800">
              <a:buNone/>
              <a:defRPr/>
            </a:lvl3pPr>
            <a:lvl4pPr marL="2235200" indent="-558800">
              <a:buNone/>
              <a:defRPr/>
            </a:lvl4pPr>
            <a:lvl5pPr marL="2794000" indent="-558800">
              <a:buNone/>
              <a:defRPr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74" name="Slide Number">
            <a:extLst>
              <a:ext uri="{FF2B5EF4-FFF2-40B4-BE49-F238E27FC236}">
                <a16:creationId xmlns:a16="http://schemas.microsoft.com/office/drawing/2014/main" id="{094D4CAA-2EC8-4FE9-9B03-48C23B1F2389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ody Level One…">
            <a:extLst>
              <a:ext uri="{FF2B5EF4-FFF2-40B4-BE49-F238E27FC236}">
                <a16:creationId xmlns:a16="http://schemas.microsoft.com/office/drawing/2014/main" id="{66513E7D-249D-47FF-A694-C08AD3F82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82" name="Slide Number">
            <a:extLst>
              <a:ext uri="{FF2B5EF4-FFF2-40B4-BE49-F238E27FC236}">
                <a16:creationId xmlns:a16="http://schemas.microsoft.com/office/drawing/2014/main" id="{7A70AB16-D579-473B-A91A-2134844DF488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Image">
            <a:extLst>
              <a:ext uri="{FF2B5EF4-FFF2-40B4-BE49-F238E27FC236}">
                <a16:creationId xmlns:a16="http://schemas.microsoft.com/office/drawing/2014/main" id="{506EBD15-FF35-42E1-AEB0-81D82534376D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15290800" y="6870700"/>
            <a:ext cx="8343900" cy="5562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0" name="Image">
            <a:extLst>
              <a:ext uri="{FF2B5EF4-FFF2-40B4-BE49-F238E27FC236}">
                <a16:creationId xmlns:a16="http://schemas.microsoft.com/office/drawing/2014/main" id="{9BE43C65-1D88-462A-969C-85B4C74E22FC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15316200" y="952500"/>
            <a:ext cx="8305800" cy="5537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1" name="Image">
            <a:extLst>
              <a:ext uri="{FF2B5EF4-FFF2-40B4-BE49-F238E27FC236}">
                <a16:creationId xmlns:a16="http://schemas.microsoft.com/office/drawing/2014/main" id="{D96382E9-466E-4A7A-A8E7-5D6F43F3AAA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-1739900" y="-258233"/>
            <a:ext cx="20065999" cy="1337733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92" name="Slide Number">
            <a:extLst>
              <a:ext uri="{FF2B5EF4-FFF2-40B4-BE49-F238E27FC236}">
                <a16:creationId xmlns:a16="http://schemas.microsoft.com/office/drawing/2014/main" id="{247FD117-3376-48AF-83C8-294AB2F957D6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–Johnny Appleseed">
            <a:extLst>
              <a:ext uri="{FF2B5EF4-FFF2-40B4-BE49-F238E27FC236}">
                <a16:creationId xmlns:a16="http://schemas.microsoft.com/office/drawing/2014/main" id="{89AA1F21-12C4-4D0E-B607-A38D63B92082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2387600" y="8953500"/>
            <a:ext cx="19621500" cy="5842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pPr>
              <a:buNone/>
            </a:pPr>
            <a:r>
              <a:t>–Johnny Appleseed</a:t>
            </a:r>
          </a:p>
        </p:txBody>
      </p:sp>
      <p:sp>
        <p:nvSpPr>
          <p:cNvPr id="100" name="“Type a quote here.”">
            <a:extLst>
              <a:ext uri="{FF2B5EF4-FFF2-40B4-BE49-F238E27FC236}">
                <a16:creationId xmlns:a16="http://schemas.microsoft.com/office/drawing/2014/main" id="{37306F9E-D178-458E-A54F-7CEE4B18950F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2387600" y="6070599"/>
            <a:ext cx="19621500" cy="838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/>
            </a:lvl1pPr>
          </a:lstStyle>
          <a:p>
            <a:pPr>
              <a:buNone/>
            </a:pPr>
            <a:r>
              <a:t>“Type a quote here.” </a:t>
            </a:r>
          </a:p>
        </p:txBody>
      </p:sp>
      <p:sp>
        <p:nvSpPr>
          <p:cNvPr id="101" name="Slide Number">
            <a:extLst>
              <a:ext uri="{FF2B5EF4-FFF2-40B4-BE49-F238E27FC236}">
                <a16:creationId xmlns:a16="http://schemas.microsoft.com/office/drawing/2014/main" id="{DBF9E7C8-2127-4D7F-B683-B7EAED869A2B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Image">
            <a:extLst>
              <a:ext uri="{FF2B5EF4-FFF2-40B4-BE49-F238E27FC236}">
                <a16:creationId xmlns:a16="http://schemas.microsoft.com/office/drawing/2014/main" id="{71B3BE48-3090-49FB-8B37-FA83971E037F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-1291579"/>
            <a:ext cx="29260800" cy="195072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09" name="Slide Number">
            <a:extLst>
              <a:ext uri="{FF2B5EF4-FFF2-40B4-BE49-F238E27FC236}">
                <a16:creationId xmlns:a16="http://schemas.microsoft.com/office/drawing/2014/main" id="{8FD89E81-0907-4686-93FC-67639A6A33BE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>
            <a:extLst>
              <a:ext uri="{FF2B5EF4-FFF2-40B4-BE49-F238E27FC236}">
                <a16:creationId xmlns:a16="http://schemas.microsoft.com/office/drawing/2014/main" id="{4E2AFBFB-F888-4900-A336-F662770F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3" name="Body Level One…">
            <a:extLst>
              <a:ext uri="{FF2B5EF4-FFF2-40B4-BE49-F238E27FC236}">
                <a16:creationId xmlns:a16="http://schemas.microsoft.com/office/drawing/2014/main" id="{0008C352-EFFD-4745-A23E-D9FDD6FB7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2pPr marL="1270000" indent="-635000">
              <a:buNone/>
              <a:defRPr/>
            </a:lvl2pPr>
            <a:lvl3pPr marL="1905000" indent="-635000">
              <a:buNone/>
              <a:defRPr/>
            </a:lvl3pPr>
            <a:lvl4pPr marL="2540000" indent="-635000">
              <a:buNone/>
              <a:defRPr/>
            </a:lvl4pPr>
            <a:lvl5pPr marL="3175000" indent="-635000">
              <a:buNone/>
              <a:defRPr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C77E8DA2-6EB0-45E6-A6BD-27768D6167D5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>
            <a:lvl1pPr>
              <a:buNone/>
              <a:defRPr sz="2400" b="0">
                <a:latin typeface="Helvetica Neue Light"/>
                <a:ea typeface="Helvetica Neue Light"/>
                <a:cs typeface="Helvetica Neue Light"/>
              </a:defRPr>
            </a:lvl1pPr>
          </a:lstStyle>
          <a:p>
            <a:pPr>
              <a:buNone/>
            </a:pPr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1pPr>
      <a:lvl2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2pPr>
      <a:lvl3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3pPr>
      <a:lvl4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4pPr>
      <a:lvl5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5pPr>
      <a:lvl6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6pPr>
      <a:lvl7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7pPr>
      <a:lvl8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8pPr>
      <a:lvl9pPr marL="0" marR="0" indent="0" algn="l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9pPr>
    </p:titleStyle>
    <p:bodyStyle>
      <a:lvl1pPr marL="635000" marR="0" indent="-63500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1pPr>
      <a:lvl2pPr marL="142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2pPr>
      <a:lvl3pPr marL="206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3pPr>
      <a:lvl4pPr marL="269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4pPr>
      <a:lvl5pPr marL="333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5pPr>
      <a:lvl6pPr marL="396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6pPr>
      <a:lvl7pPr marL="460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7pPr>
      <a:lvl8pPr marL="5238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8pPr>
      <a:lvl9pPr marL="5873750" marR="0" indent="-793750" algn="l" defTabSz="825500">
        <a:lnSpc>
          <a:spcPct val="100000"/>
        </a:lnSpc>
        <a:spcBef>
          <a:spcPts val="3000"/>
        </a:spcBef>
        <a:spcAft>
          <a:spcPts val="0"/>
        </a:spcAft>
        <a:buClrTx/>
        <a:buSzPct val="125000"/>
        <a:buFontTx/>
        <a:buChar char="•"/>
        <a:defRPr sz="6000" b="0" i="0" u="none" cap="none" spc="0" baseline="0">
          <a:solidFill>
            <a:srgbClr val="FFFFFF"/>
          </a:solidFill>
          <a:latin typeface="Helvetica"/>
          <a:ea typeface="Helvetica"/>
          <a:cs typeface="Helvetica"/>
        </a:defRPr>
      </a:lvl9pPr>
    </p:bodyStyle>
    <p:otherStyle>
      <a:lvl1pPr marL="0" marR="0" indent="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marL="0" marR="0" indent="2286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marL="0" marR="0" indent="4572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marL="0" marR="0" indent="6858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marL="0" marR="0" indent="9144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marL="0" marR="0" indent="11430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marL="0" marR="0" indent="13716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marL="0" marR="0" indent="16002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marL="0" marR="0" indent="1828800" algn="ctr" defTabSz="8255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6.xml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7.xml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8.xml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9.xml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0.xml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1.xml"/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2.xml"/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3.xml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4.xml"/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5.xml"/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6.xml"/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7.xml"/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8.xml"/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9.xml"/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0.xml"/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1.xml"/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2.xml"/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3.xml"/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4.xml"/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5.xml"/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6.xml"/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7.xml"/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8.xml"/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9.xml"/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0.xml"/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1.xml"/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2.xml"/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3.xml"/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4.xml"/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5.xml"/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6.xml"/><Relationship Id="rId1" Type="http://schemas.openxmlformats.org/officeDocument/2006/relationships/slideLayout" Target="../slideLayouts/slideLayout2.xml"/></Relationships>
</file>

<file path=ppt/slides/_rels/slide2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7.xml"/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8.xml"/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9.xml"/><Relationship Id="rId1" Type="http://schemas.openxmlformats.org/officeDocument/2006/relationships/slideLayout" Target="../slideLayouts/slideLayout2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0.xml"/><Relationship Id="rId1" Type="http://schemas.openxmlformats.org/officeDocument/2006/relationships/slideLayout" Target="../slideLayouts/slideLayout2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1.xml"/><Relationship Id="rId1" Type="http://schemas.openxmlformats.org/officeDocument/2006/relationships/slideLayout" Target="../slideLayouts/slideLayout2.xml"/></Relationships>
</file>

<file path=ppt/slides/_rels/slide2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2.xml"/><Relationship Id="rId1" Type="http://schemas.openxmlformats.org/officeDocument/2006/relationships/slideLayout" Target="../slideLayouts/slideLayout2.xml"/></Relationships>
</file>

<file path=ppt/slides/_rels/slide2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3.xml"/><Relationship Id="rId1" Type="http://schemas.openxmlformats.org/officeDocument/2006/relationships/slideLayout" Target="../slideLayouts/slideLayout2.xml"/></Relationships>
</file>

<file path=ppt/slides/_rels/slide2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4.xml"/><Relationship Id="rId1" Type="http://schemas.openxmlformats.org/officeDocument/2006/relationships/slideLayout" Target="../slideLayouts/slideLayout2.xml"/></Relationships>
</file>

<file path=ppt/slides/_rels/slide2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5.xml"/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6.xml"/><Relationship Id="rId1" Type="http://schemas.openxmlformats.org/officeDocument/2006/relationships/slideLayout" Target="../slideLayouts/slideLayout3.xml"/></Relationships>
</file>

<file path=ppt/slides/_rels/slide2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7.xml"/><Relationship Id="rId1" Type="http://schemas.openxmlformats.org/officeDocument/2006/relationships/slideLayout" Target="../slideLayouts/slideLayout3.xml"/></Relationships>
</file>

<file path=ppt/slides/_rels/slide2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8.xml"/><Relationship Id="rId1" Type="http://schemas.openxmlformats.org/officeDocument/2006/relationships/slideLayout" Target="../slideLayouts/slideLayout3.xml"/></Relationships>
</file>

<file path=ppt/slides/_rels/slide2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9.xml"/><Relationship Id="rId1" Type="http://schemas.openxmlformats.org/officeDocument/2006/relationships/slideLayout" Target="../slideLayouts/slideLayout3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0.xml"/><Relationship Id="rId1" Type="http://schemas.openxmlformats.org/officeDocument/2006/relationships/slideLayout" Target="../slideLayouts/slideLayout3.xml"/></Relationships>
</file>

<file path=ppt/slides/_rels/slide2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1.xml"/><Relationship Id="rId1" Type="http://schemas.openxmlformats.org/officeDocument/2006/relationships/slideLayout" Target="../slideLayouts/slideLayout3.xml"/></Relationships>
</file>

<file path=ppt/slides/_rels/slide2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2.xml"/><Relationship Id="rId1" Type="http://schemas.openxmlformats.org/officeDocument/2006/relationships/slideLayout" Target="../slideLayouts/slideLayout3.xml"/></Relationships>
</file>

<file path=ppt/slides/_rels/slide2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3.xml"/><Relationship Id="rId1" Type="http://schemas.openxmlformats.org/officeDocument/2006/relationships/slideLayout" Target="../slideLayouts/slideLayout3.xml"/></Relationships>
</file>

<file path=ppt/slides/_rels/slide2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4.xml"/><Relationship Id="rId1" Type="http://schemas.openxmlformats.org/officeDocument/2006/relationships/slideLayout" Target="../slideLayouts/slideLayout3.xml"/></Relationships>
</file>

<file path=ppt/slides/_rels/slide2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5.xml"/><Relationship Id="rId1" Type="http://schemas.openxmlformats.org/officeDocument/2006/relationships/slideLayout" Target="../slideLayouts/slideLayout3.xml"/></Relationships>
</file>

<file path=ppt/slides/_rels/slide2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6.xml"/><Relationship Id="rId1" Type="http://schemas.openxmlformats.org/officeDocument/2006/relationships/slideLayout" Target="../slideLayouts/slideLayout3.xml"/></Relationships>
</file>

<file path=ppt/slides/_rels/slide2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7.xml"/><Relationship Id="rId1" Type="http://schemas.openxmlformats.org/officeDocument/2006/relationships/slideLayout" Target="../slideLayouts/slideLayout3.xml"/></Relationships>
</file>

<file path=ppt/slides/_rels/slide2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8.xml"/><Relationship Id="rId1" Type="http://schemas.openxmlformats.org/officeDocument/2006/relationships/slideLayout" Target="../slideLayouts/slideLayout3.xml"/></Relationships>
</file>

<file path=ppt/slides/_rels/slide2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9.xml"/><Relationship Id="rId1" Type="http://schemas.openxmlformats.org/officeDocument/2006/relationships/slideLayout" Target="../slideLayouts/slideLayout3.xml"/></Relationships>
</file>

<file path=ppt/slides/_rels/slide2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0.xml"/><Relationship Id="rId1" Type="http://schemas.openxmlformats.org/officeDocument/2006/relationships/slideLayout" Target="../slideLayouts/slideLayout3.xml"/></Relationships>
</file>

<file path=ppt/slides/_rels/slide2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1.xml"/><Relationship Id="rId1" Type="http://schemas.openxmlformats.org/officeDocument/2006/relationships/slideLayout" Target="../slideLayouts/slideLayout3.xml"/></Relationships>
</file>

<file path=ppt/slides/_rels/slide2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2.xml"/><Relationship Id="rId1" Type="http://schemas.openxmlformats.org/officeDocument/2006/relationships/slideLayout" Target="../slideLayouts/slideLayout3.xml"/></Relationships>
</file>

<file path=ppt/slides/_rels/slide2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3.xml"/><Relationship Id="rId1" Type="http://schemas.openxmlformats.org/officeDocument/2006/relationships/slideLayout" Target="../slideLayouts/slideLayout3.xml"/></Relationships>
</file>

<file path=ppt/slides/_rels/slide2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4.xml"/><Relationship Id="rId1" Type="http://schemas.openxmlformats.org/officeDocument/2006/relationships/slideLayout" Target="../slideLayouts/slideLayout3.xml"/></Relationships>
</file>

<file path=ppt/slides/_rels/slide2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5.xml"/><Relationship Id="rId1" Type="http://schemas.openxmlformats.org/officeDocument/2006/relationships/slideLayout" Target="../slideLayouts/slideLayout3.xml"/></Relationships>
</file>

<file path=ppt/slides/_rels/slide2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6.xml"/><Relationship Id="rId1" Type="http://schemas.openxmlformats.org/officeDocument/2006/relationships/slideLayout" Target="../slideLayouts/slideLayout3.xml"/></Relationships>
</file>

<file path=ppt/slides/_rels/slide2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7.xml"/><Relationship Id="rId1" Type="http://schemas.openxmlformats.org/officeDocument/2006/relationships/slideLayout" Target="../slideLayouts/slideLayout3.xml"/></Relationships>
</file>

<file path=ppt/slides/_rels/slide2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8.xml"/><Relationship Id="rId1" Type="http://schemas.openxmlformats.org/officeDocument/2006/relationships/slideLayout" Target="../slideLayouts/slideLayout3.xml"/></Relationships>
</file>

<file path=ppt/slides/_rels/slide2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9.xml"/><Relationship Id="rId1" Type="http://schemas.openxmlformats.org/officeDocument/2006/relationships/slideLayout" Target="../slideLayouts/slideLayout3.xml"/></Relationships>
</file>

<file path=ppt/slides/_rels/slide2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0.xml"/><Relationship Id="rId1" Type="http://schemas.openxmlformats.org/officeDocument/2006/relationships/slideLayout" Target="../slideLayouts/slideLayout3.xml"/></Relationships>
</file>

<file path=ppt/slides/_rels/slide2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1.xml"/><Relationship Id="rId1" Type="http://schemas.openxmlformats.org/officeDocument/2006/relationships/slideLayout" Target="../slideLayouts/slideLayout3.xml"/></Relationships>
</file>

<file path=ppt/slides/_rels/slide2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2.xml"/><Relationship Id="rId1" Type="http://schemas.openxmlformats.org/officeDocument/2006/relationships/slideLayout" Target="../slideLayouts/slideLayout3.xml"/></Relationships>
</file>

<file path=ppt/slides/_rels/slide2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3.xml"/><Relationship Id="rId1" Type="http://schemas.openxmlformats.org/officeDocument/2006/relationships/slideLayout" Target="../slideLayouts/slideLayout3.xml"/></Relationships>
</file>

<file path=ppt/slides/_rels/slide2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4.xml"/><Relationship Id="rId1" Type="http://schemas.openxmlformats.org/officeDocument/2006/relationships/slideLayout" Target="../slideLayouts/slideLayout3.xml"/></Relationships>
</file>

<file path=ppt/slides/_rels/slide2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5.xml"/><Relationship Id="rId1" Type="http://schemas.openxmlformats.org/officeDocument/2006/relationships/slideLayout" Target="../slideLayouts/slideLayout3.xml"/></Relationships>
</file>

<file path=ppt/slides/_rels/slide2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6.xml"/><Relationship Id="rId1" Type="http://schemas.openxmlformats.org/officeDocument/2006/relationships/slideLayout" Target="../slideLayouts/slideLayout3.xml"/></Relationships>
</file>

<file path=ppt/slides/_rels/slide2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7.xml"/><Relationship Id="rId1" Type="http://schemas.openxmlformats.org/officeDocument/2006/relationships/slideLayout" Target="../slideLayouts/slideLayout3.xml"/></Relationships>
</file>

<file path=ppt/slides/_rels/slide2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8.xml"/><Relationship Id="rId1" Type="http://schemas.openxmlformats.org/officeDocument/2006/relationships/slideLayout" Target="../slideLayouts/slideLayout3.xml"/></Relationships>
</file>

<file path=ppt/slides/_rels/slide3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9.xml"/><Relationship Id="rId1" Type="http://schemas.openxmlformats.org/officeDocument/2006/relationships/slideLayout" Target="../slideLayouts/slideLayout3.xml"/></Relationships>
</file>

<file path=ppt/slides/_rels/slide3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0.xml"/><Relationship Id="rId1" Type="http://schemas.openxmlformats.org/officeDocument/2006/relationships/slideLayout" Target="../slideLayouts/slideLayout3.xml"/></Relationships>
</file>

<file path=ppt/slides/_rels/slide3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1.xml"/><Relationship Id="rId1" Type="http://schemas.openxmlformats.org/officeDocument/2006/relationships/slideLayout" Target="../slideLayouts/slideLayout3.xml"/></Relationships>
</file>

<file path=ppt/slides/_rels/slide3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2.xml"/><Relationship Id="rId1" Type="http://schemas.openxmlformats.org/officeDocument/2006/relationships/slideLayout" Target="../slideLayouts/slideLayout3.xml"/></Relationships>
</file>

<file path=ppt/slides/_rels/slide3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3.xml"/><Relationship Id="rId1" Type="http://schemas.openxmlformats.org/officeDocument/2006/relationships/slideLayout" Target="../slideLayouts/slideLayout3.xml"/></Relationships>
</file>

<file path=ppt/slides/_rels/slide3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4.xml"/><Relationship Id="rId1" Type="http://schemas.openxmlformats.org/officeDocument/2006/relationships/slideLayout" Target="../slideLayouts/slideLayout3.xml"/></Relationships>
</file>

<file path=ppt/slides/_rels/slide3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5.xml"/><Relationship Id="rId1" Type="http://schemas.openxmlformats.org/officeDocument/2006/relationships/slideLayout" Target="../slideLayouts/slideLayout3.xml"/></Relationships>
</file>

<file path=ppt/slides/_rels/slide3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6.xml"/><Relationship Id="rId1" Type="http://schemas.openxmlformats.org/officeDocument/2006/relationships/slideLayout" Target="../slideLayouts/slideLayout3.xml"/></Relationships>
</file>

<file path=ppt/slides/_rels/slide3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7.xml"/><Relationship Id="rId1" Type="http://schemas.openxmlformats.org/officeDocument/2006/relationships/slideLayout" Target="../slideLayouts/slideLayout3.xml"/></Relationships>
</file>

<file path=ppt/slides/_rels/slide3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8.xml"/><Relationship Id="rId1" Type="http://schemas.openxmlformats.org/officeDocument/2006/relationships/slideLayout" Target="../slideLayouts/slideLayout3.xml"/></Relationships>
</file>

<file path=ppt/slides/_rels/slide3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9.xml"/><Relationship Id="rId1" Type="http://schemas.openxmlformats.org/officeDocument/2006/relationships/slideLayout" Target="../slideLayouts/slideLayout3.xml"/></Relationships>
</file>

<file path=ppt/slides/_rels/slide3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0.xml"/><Relationship Id="rId1" Type="http://schemas.openxmlformats.org/officeDocument/2006/relationships/slideLayout" Target="../slideLayouts/slideLayout3.xml"/></Relationships>
</file>

<file path=ppt/slides/_rels/slide3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1.xml"/><Relationship Id="rId1" Type="http://schemas.openxmlformats.org/officeDocument/2006/relationships/slideLayout" Target="../slideLayouts/slideLayout3.xml"/></Relationships>
</file>

<file path=ppt/slides/_rels/slide3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2.xml"/><Relationship Id="rId1" Type="http://schemas.openxmlformats.org/officeDocument/2006/relationships/slideLayout" Target="../slideLayouts/slideLayout3.xml"/></Relationships>
</file>

<file path=ppt/slides/_rels/slide3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3.xml"/><Relationship Id="rId1" Type="http://schemas.openxmlformats.org/officeDocument/2006/relationships/slideLayout" Target="../slideLayouts/slideLayout3.xml"/></Relationships>
</file>

<file path=ppt/slides/_rels/slide3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4.xml"/><Relationship Id="rId1" Type="http://schemas.openxmlformats.org/officeDocument/2006/relationships/slideLayout" Target="../slideLayouts/slideLayout2.xml"/></Relationships>
</file>

<file path=ppt/slides/_rels/slide3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5.xml"/><Relationship Id="rId1" Type="http://schemas.openxmlformats.org/officeDocument/2006/relationships/slideLayout" Target="../slideLayouts/slideLayout2.xml"/></Relationships>
</file>

<file path=ppt/slides/_rels/slide3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6.xml"/><Relationship Id="rId1" Type="http://schemas.openxmlformats.org/officeDocument/2006/relationships/slideLayout" Target="../slideLayouts/slideLayout2.xml"/></Relationships>
</file>

<file path=ppt/slides/_rels/slide3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7.xml"/><Relationship Id="rId1" Type="http://schemas.openxmlformats.org/officeDocument/2006/relationships/slideLayout" Target="../slideLayouts/slideLayout2.xml"/></Relationships>
</file>

<file path=ppt/slides/_rels/slide3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8.xml"/><Relationship Id="rId1" Type="http://schemas.openxmlformats.org/officeDocument/2006/relationships/slideLayout" Target="../slideLayouts/slideLayout2.xml"/></Relationships>
</file>

<file path=ppt/slides/_rels/slide3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9.xml"/><Relationship Id="rId1" Type="http://schemas.openxmlformats.org/officeDocument/2006/relationships/slideLayout" Target="../slideLayouts/slideLayout2.xml"/></Relationships>
</file>

<file path=ppt/slides/_rels/slide3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0.xml"/><Relationship Id="rId1" Type="http://schemas.openxmlformats.org/officeDocument/2006/relationships/slideLayout" Target="../slideLayouts/slideLayout3.xml"/></Relationships>
</file>

<file path=ppt/slides/_rels/slide3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1.xml"/><Relationship Id="rId1" Type="http://schemas.openxmlformats.org/officeDocument/2006/relationships/slideLayout" Target="../slideLayouts/slideLayout3.xml"/></Relationships>
</file>

<file path=ppt/slides/_rels/slide3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2.xml"/><Relationship Id="rId1" Type="http://schemas.openxmlformats.org/officeDocument/2006/relationships/slideLayout" Target="../slideLayouts/slideLayout3.xml"/></Relationships>
</file>

<file path=ppt/slides/_rels/slide3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3.xml"/><Relationship Id="rId1" Type="http://schemas.openxmlformats.org/officeDocument/2006/relationships/slideLayout" Target="../slideLayouts/slideLayout1.xml"/></Relationships>
</file>

<file path=ppt/slides/_rels/slide3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4.xml"/><Relationship Id="rId1" Type="http://schemas.openxmlformats.org/officeDocument/2006/relationships/slideLayout" Target="../slideLayouts/slideLayout1.xml"/></Relationships>
</file>

<file path=ppt/slides/_rels/slide3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5.xml"/><Relationship Id="rId1" Type="http://schemas.openxmlformats.org/officeDocument/2006/relationships/slideLayout" Target="../slideLayouts/slideLayout1.xml"/></Relationships>
</file>

<file path=ppt/slides/_rels/slide3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6.xml"/><Relationship Id="rId1" Type="http://schemas.openxmlformats.org/officeDocument/2006/relationships/slideLayout" Target="../slideLayouts/slideLayout1.xml"/></Relationships>
</file>

<file path=ppt/slides/_rels/slide3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7.xml"/><Relationship Id="rId1" Type="http://schemas.openxmlformats.org/officeDocument/2006/relationships/slideLayout" Target="../slideLayouts/slideLayout1.xml"/></Relationships>
</file>

<file path=ppt/slides/_rels/slide3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8.xml"/><Relationship Id="rId1" Type="http://schemas.openxmlformats.org/officeDocument/2006/relationships/slideLayout" Target="../slideLayouts/slideLayout1.xml"/></Relationships>
</file>

<file path=ppt/slides/_rels/slide3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9.xml"/><Relationship Id="rId1" Type="http://schemas.openxmlformats.org/officeDocument/2006/relationships/slideLayout" Target="../slideLayouts/slideLayout2.xml"/></Relationships>
</file>

<file path=ppt/slides/_rels/slide3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0.xml"/><Relationship Id="rId1" Type="http://schemas.openxmlformats.org/officeDocument/2006/relationships/slideLayout" Target="../slideLayouts/slideLayout2.xml"/></Relationships>
</file>

<file path=ppt/slides/_rels/slide3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1.xml"/><Relationship Id="rId1" Type="http://schemas.openxmlformats.org/officeDocument/2006/relationships/slideLayout" Target="../slideLayouts/slideLayout2.xml"/></Relationships>
</file>

<file path=ppt/slides/_rels/slide3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2.xml"/><Relationship Id="rId1" Type="http://schemas.openxmlformats.org/officeDocument/2006/relationships/slideLayout" Target="../slideLayouts/slideLayout2.xml"/></Relationships>
</file>

<file path=ppt/slides/_rels/slide3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3.xml"/><Relationship Id="rId1" Type="http://schemas.openxmlformats.org/officeDocument/2006/relationships/slideLayout" Target="../slideLayouts/slideLayout2.xml"/></Relationships>
</file>

<file path=ppt/slides/_rels/slide3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4.xml"/><Relationship Id="rId1" Type="http://schemas.openxmlformats.org/officeDocument/2006/relationships/slideLayout" Target="../slideLayouts/slideLayout2.xml"/></Relationships>
</file>

<file path=ppt/slides/_rels/slide3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5.xml"/><Relationship Id="rId1" Type="http://schemas.openxmlformats.org/officeDocument/2006/relationships/slideLayout" Target="../slideLayouts/slideLayout2.xml"/></Relationships>
</file>

<file path=ppt/slides/_rels/slide3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6.xml"/><Relationship Id="rId1" Type="http://schemas.openxmlformats.org/officeDocument/2006/relationships/slideLayout" Target="../slideLayouts/slideLayout2.xml"/></Relationships>
</file>

<file path=ppt/slides/_rels/slide3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7.xml"/><Relationship Id="rId1" Type="http://schemas.openxmlformats.org/officeDocument/2006/relationships/slideLayout" Target="../slideLayouts/slideLayout2.xml"/></Relationships>
</file>

<file path=ppt/slides/_rels/slide3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8.xml"/><Relationship Id="rId1" Type="http://schemas.openxmlformats.org/officeDocument/2006/relationships/slideLayout" Target="../slideLayouts/slideLayout2.xml"/></Relationships>
</file>

<file path=ppt/slides/_rels/slide3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9.xml"/><Relationship Id="rId1" Type="http://schemas.openxmlformats.org/officeDocument/2006/relationships/slideLayout" Target="../slideLayouts/slideLayout2.xml"/></Relationships>
</file>

<file path=ppt/slides/_rels/slide3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0.xml"/><Relationship Id="rId1" Type="http://schemas.openxmlformats.org/officeDocument/2006/relationships/slideLayout" Target="../slideLayouts/slideLayout2.xml"/></Relationships>
</file>

<file path=ppt/slides/_rels/slide3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1.xml"/><Relationship Id="rId1" Type="http://schemas.openxmlformats.org/officeDocument/2006/relationships/slideLayout" Target="../slideLayouts/slideLayout2.xml"/></Relationships>
</file>

<file path=ppt/slides/_rels/slide3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2.xml"/><Relationship Id="rId1" Type="http://schemas.openxmlformats.org/officeDocument/2006/relationships/slideLayout" Target="../slideLayouts/slideLayout2.xml"/></Relationships>
</file>

<file path=ppt/slides/_rels/slide3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3.xml"/><Relationship Id="rId1" Type="http://schemas.openxmlformats.org/officeDocument/2006/relationships/slideLayout" Target="../slideLayouts/slideLayout2.xml"/></Relationships>
</file>

<file path=ppt/slides/_rels/slide3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4.xml"/><Relationship Id="rId1" Type="http://schemas.openxmlformats.org/officeDocument/2006/relationships/slideLayout" Target="../slideLayouts/slideLayout2.xml"/></Relationships>
</file>

<file path=ppt/slides/_rels/slide3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5.xml"/><Relationship Id="rId1" Type="http://schemas.openxmlformats.org/officeDocument/2006/relationships/slideLayout" Target="../slideLayouts/slideLayout2.xml"/></Relationships>
</file>

<file path=ppt/slides/_rels/slide3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6.xml"/><Relationship Id="rId1" Type="http://schemas.openxmlformats.org/officeDocument/2006/relationships/slideLayout" Target="../slideLayouts/slideLayout2.xml"/></Relationships>
</file>

<file path=ppt/slides/_rels/slide3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7.xml"/><Relationship Id="rId1" Type="http://schemas.openxmlformats.org/officeDocument/2006/relationships/slideLayout" Target="../slideLayouts/slideLayout2.xml"/></Relationships>
</file>

<file path=ppt/slides/_rels/slide3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8.xml"/><Relationship Id="rId1" Type="http://schemas.openxmlformats.org/officeDocument/2006/relationships/slideLayout" Target="../slideLayouts/slideLayout2.xml"/></Relationships>
</file>

<file path=ppt/slides/_rels/slide3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9.xml"/><Relationship Id="rId1" Type="http://schemas.openxmlformats.org/officeDocument/2006/relationships/slideLayout" Target="../slideLayouts/slideLayout2.xml"/></Relationships>
</file>

<file path=ppt/slides/_rels/slide3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0.xml"/><Relationship Id="rId1" Type="http://schemas.openxmlformats.org/officeDocument/2006/relationships/slideLayout" Target="../slideLayouts/slideLayout2.xml"/></Relationships>
</file>

<file path=ppt/slides/_rels/slide3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1.xml"/><Relationship Id="rId1" Type="http://schemas.openxmlformats.org/officeDocument/2006/relationships/slideLayout" Target="../slideLayouts/slideLayout2.xml"/></Relationships>
</file>

<file path=ppt/slides/_rels/slide3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2.xml"/><Relationship Id="rId1" Type="http://schemas.openxmlformats.org/officeDocument/2006/relationships/slideLayout" Target="../slideLayouts/slideLayout2.xml"/></Relationships>
</file>

<file path=ppt/slides/_rels/slide3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3.xml"/><Relationship Id="rId1" Type="http://schemas.openxmlformats.org/officeDocument/2006/relationships/slideLayout" Target="../slideLayouts/slideLayout2.xml"/></Relationships>
</file>

<file path=ppt/slides/_rels/slide3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4.xml"/><Relationship Id="rId1" Type="http://schemas.openxmlformats.org/officeDocument/2006/relationships/slideLayout" Target="../slideLayouts/slideLayout2.xml"/></Relationships>
</file>

<file path=ppt/slides/_rels/slide3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5.xml"/><Relationship Id="rId1" Type="http://schemas.openxmlformats.org/officeDocument/2006/relationships/slideLayout" Target="../slideLayouts/slideLayout2.xml"/></Relationships>
</file>

<file path=ppt/slides/_rels/slide3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6.xml"/><Relationship Id="rId1" Type="http://schemas.openxmlformats.org/officeDocument/2006/relationships/slideLayout" Target="../slideLayouts/slideLayout2.xml"/></Relationships>
</file>

<file path=ppt/slides/_rels/slide3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7.xml"/><Relationship Id="rId1" Type="http://schemas.openxmlformats.org/officeDocument/2006/relationships/slideLayout" Target="../slideLayouts/slideLayout2.xml"/></Relationships>
</file>

<file path=ppt/slides/_rels/slide3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8.xml"/><Relationship Id="rId1" Type="http://schemas.openxmlformats.org/officeDocument/2006/relationships/slideLayout" Target="../slideLayouts/slideLayout2.xml"/></Relationships>
</file>

<file path=ppt/slides/_rels/slide3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9.xml"/><Relationship Id="rId1" Type="http://schemas.openxmlformats.org/officeDocument/2006/relationships/slideLayout" Target="../slideLayouts/slideLayout2.xml"/></Relationships>
</file>

<file path=ppt/slides/_rels/slide3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0.xml"/><Relationship Id="rId1" Type="http://schemas.openxmlformats.org/officeDocument/2006/relationships/slideLayout" Target="../slideLayouts/slideLayout2.xml"/></Relationships>
</file>

<file path=ppt/slides/_rels/slide3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1.xml"/><Relationship Id="rId1" Type="http://schemas.openxmlformats.org/officeDocument/2006/relationships/slideLayout" Target="../slideLayouts/slideLayout2.xml"/></Relationships>
</file>

<file path=ppt/slides/_rels/slide3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2.xml"/><Relationship Id="rId1" Type="http://schemas.openxmlformats.org/officeDocument/2006/relationships/slideLayout" Target="../slideLayouts/slideLayout2.xml"/></Relationships>
</file>

<file path=ppt/slides/_rels/slide3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earch">
            <a:extLst>
              <a:ext uri="{FF2B5EF4-FFF2-40B4-BE49-F238E27FC236}">
                <a16:creationId xmlns:a16="http://schemas.microsoft.com/office/drawing/2014/main" id="{8D70A110-C9E9-4931-AF31-5CFC2F03A04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Busca</a:t>
            </a:r>
          </a:p>
        </p:txBody>
      </p:sp>
    </p:spTree>
    <p:extLst>
      <p:ext uri="{BB962C8B-B14F-4D97-AF65-F5344CB8AC3E}">
        <p14:creationId xmlns:p14="http://schemas.microsoft.com/office/powerpoint/2010/main" val="1209767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quare">
            <a:extLst>
              <a:ext uri="{FF2B5EF4-FFF2-40B4-BE49-F238E27FC236}">
                <a16:creationId xmlns:a16="http://schemas.microsoft.com/office/drawing/2014/main" id="{DF3786F9-6894-4AA2-85AB-94C4236399E3}"/>
              </a:ext>
            </a:extLst>
          </p:cNvPr>
          <p:cNvSpPr>
            <a:spLocks noGrp="1"/>
          </p:cNvSpPr>
          <p:nvPr/>
        </p:nvSpPr>
        <p:spPr>
          <a:xfrm>
            <a:off x="5929224" y="595223"/>
            <a:ext cx="12525553" cy="12525554"/>
          </a:xfrm>
          <a:prstGeom prst="rect">
            <a:avLst/>
          </a:prstGeom>
          <a:gradFill>
            <a:gsLst>
              <a:gs pos="0">
                <a:srgbClr val="694F31"/>
              </a:gs>
              <a:gs pos="100000">
                <a:srgbClr val="675A39"/>
              </a:gs>
            </a:gsLst>
            <a:lin ang="3066645"/>
          </a:gradFill>
          <a:ln w="12700"/>
          <a:effectLst>
            <a:outerShdw blurRad="127000" dist="25400" dir="178423" rotWithShape="0">
              <a:srgbClr val="FFFFFF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8" name="1">
            <a:extLst>
              <a:ext uri="{FF2B5EF4-FFF2-40B4-BE49-F238E27FC236}">
                <a16:creationId xmlns:a16="http://schemas.microsoft.com/office/drawing/2014/main" id="{3F41B671-AB59-4FE7-A41F-53DBCADD39F6}"/>
              </a:ext>
            </a:extLst>
          </p:cNvPr>
          <p:cNvSpPr>
            <a:spLocks noGrp="1"/>
          </p:cNvSpPr>
          <p:nvPr/>
        </p:nvSpPr>
        <p:spPr>
          <a:xfrm>
            <a:off x="6317113" y="1114019"/>
            <a:ext cx="2673607" cy="2673607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12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259" name="2">
            <a:extLst>
              <a:ext uri="{FF2B5EF4-FFF2-40B4-BE49-F238E27FC236}">
                <a16:creationId xmlns:a16="http://schemas.microsoft.com/office/drawing/2014/main" id="{26587310-B7AC-4445-9BC3-20CBC620FBAD}"/>
              </a:ext>
            </a:extLst>
          </p:cNvPr>
          <p:cNvSpPr>
            <a:spLocks noGrp="1"/>
          </p:cNvSpPr>
          <p:nvPr/>
        </p:nvSpPr>
        <p:spPr>
          <a:xfrm>
            <a:off x="9342502" y="1114019"/>
            <a:ext cx="2673607" cy="2673607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12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260" name="3">
            <a:extLst>
              <a:ext uri="{FF2B5EF4-FFF2-40B4-BE49-F238E27FC236}">
                <a16:creationId xmlns:a16="http://schemas.microsoft.com/office/drawing/2014/main" id="{4895B2C3-33B7-4540-82CD-3BD3BE7FFD6B}"/>
              </a:ext>
            </a:extLst>
          </p:cNvPr>
          <p:cNvSpPr>
            <a:spLocks noGrp="1"/>
          </p:cNvSpPr>
          <p:nvPr/>
        </p:nvSpPr>
        <p:spPr>
          <a:xfrm>
            <a:off x="12367891" y="1114019"/>
            <a:ext cx="2673607" cy="2673607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12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261" name="4">
            <a:extLst>
              <a:ext uri="{FF2B5EF4-FFF2-40B4-BE49-F238E27FC236}">
                <a16:creationId xmlns:a16="http://schemas.microsoft.com/office/drawing/2014/main" id="{3DA52BB6-A302-49D7-A364-22CAECCC19A5}"/>
              </a:ext>
            </a:extLst>
          </p:cNvPr>
          <p:cNvSpPr>
            <a:spLocks noGrp="1"/>
          </p:cNvSpPr>
          <p:nvPr/>
        </p:nvSpPr>
        <p:spPr>
          <a:xfrm>
            <a:off x="15393280" y="1114019"/>
            <a:ext cx="2673607" cy="2673607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12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262" name="5">
            <a:extLst>
              <a:ext uri="{FF2B5EF4-FFF2-40B4-BE49-F238E27FC236}">
                <a16:creationId xmlns:a16="http://schemas.microsoft.com/office/drawing/2014/main" id="{40A6D151-2FFF-479F-831F-5BC1A78E210E}"/>
              </a:ext>
            </a:extLst>
          </p:cNvPr>
          <p:cNvSpPr>
            <a:spLocks noGrp="1"/>
          </p:cNvSpPr>
          <p:nvPr/>
        </p:nvSpPr>
        <p:spPr>
          <a:xfrm>
            <a:off x="6317113" y="4052137"/>
            <a:ext cx="2673607" cy="2673607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12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63" name="6">
            <a:extLst>
              <a:ext uri="{FF2B5EF4-FFF2-40B4-BE49-F238E27FC236}">
                <a16:creationId xmlns:a16="http://schemas.microsoft.com/office/drawing/2014/main" id="{6740CEF0-DADD-48C6-A5D3-E529F6903E42}"/>
              </a:ext>
            </a:extLst>
          </p:cNvPr>
          <p:cNvSpPr>
            <a:spLocks noGrp="1"/>
          </p:cNvSpPr>
          <p:nvPr/>
        </p:nvSpPr>
        <p:spPr>
          <a:xfrm>
            <a:off x="9342502" y="4052137"/>
            <a:ext cx="2673607" cy="2673607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12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264" name="7">
            <a:extLst>
              <a:ext uri="{FF2B5EF4-FFF2-40B4-BE49-F238E27FC236}">
                <a16:creationId xmlns:a16="http://schemas.microsoft.com/office/drawing/2014/main" id="{75A9CAEF-EF9F-46AE-9128-0F28C80FBB2B}"/>
              </a:ext>
            </a:extLst>
          </p:cNvPr>
          <p:cNvSpPr>
            <a:spLocks noGrp="1"/>
          </p:cNvSpPr>
          <p:nvPr/>
        </p:nvSpPr>
        <p:spPr>
          <a:xfrm>
            <a:off x="12367891" y="4052137"/>
            <a:ext cx="2673607" cy="2673607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12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265" name="8">
            <a:extLst>
              <a:ext uri="{FF2B5EF4-FFF2-40B4-BE49-F238E27FC236}">
                <a16:creationId xmlns:a16="http://schemas.microsoft.com/office/drawing/2014/main" id="{8F6B4D4D-9B63-4549-97BD-A11ADD4D46BD}"/>
              </a:ext>
            </a:extLst>
          </p:cNvPr>
          <p:cNvSpPr>
            <a:spLocks noGrp="1"/>
          </p:cNvSpPr>
          <p:nvPr/>
        </p:nvSpPr>
        <p:spPr>
          <a:xfrm>
            <a:off x="15393280" y="4052137"/>
            <a:ext cx="2673607" cy="2673607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12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266" name="9">
            <a:extLst>
              <a:ext uri="{FF2B5EF4-FFF2-40B4-BE49-F238E27FC236}">
                <a16:creationId xmlns:a16="http://schemas.microsoft.com/office/drawing/2014/main" id="{1FA5CF8B-6A82-4C55-B43D-D60E39E57E00}"/>
              </a:ext>
            </a:extLst>
          </p:cNvPr>
          <p:cNvSpPr>
            <a:spLocks noGrp="1"/>
          </p:cNvSpPr>
          <p:nvPr/>
        </p:nvSpPr>
        <p:spPr>
          <a:xfrm>
            <a:off x="6317113" y="6990256"/>
            <a:ext cx="2673607" cy="2673607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12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267" name="10">
            <a:extLst>
              <a:ext uri="{FF2B5EF4-FFF2-40B4-BE49-F238E27FC236}">
                <a16:creationId xmlns:a16="http://schemas.microsoft.com/office/drawing/2014/main" id="{E551E15E-0E7E-4CC8-A3BE-CEADF575D152}"/>
              </a:ext>
            </a:extLst>
          </p:cNvPr>
          <p:cNvSpPr>
            <a:spLocks noGrp="1"/>
          </p:cNvSpPr>
          <p:nvPr/>
        </p:nvSpPr>
        <p:spPr>
          <a:xfrm>
            <a:off x="9342502" y="6990256"/>
            <a:ext cx="2673607" cy="2673607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12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268" name="11">
            <a:extLst>
              <a:ext uri="{FF2B5EF4-FFF2-40B4-BE49-F238E27FC236}">
                <a16:creationId xmlns:a16="http://schemas.microsoft.com/office/drawing/2014/main" id="{F96A6CE2-BC19-4FD5-8403-1A12AB8B23CF}"/>
              </a:ext>
            </a:extLst>
          </p:cNvPr>
          <p:cNvSpPr>
            <a:spLocks noGrp="1"/>
          </p:cNvSpPr>
          <p:nvPr/>
        </p:nvSpPr>
        <p:spPr>
          <a:xfrm>
            <a:off x="12367891" y="6990256"/>
            <a:ext cx="2673607" cy="2673607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12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269" name="12">
            <a:extLst>
              <a:ext uri="{FF2B5EF4-FFF2-40B4-BE49-F238E27FC236}">
                <a16:creationId xmlns:a16="http://schemas.microsoft.com/office/drawing/2014/main" id="{5E3897EE-32F3-44F0-AC73-3E09DD960C96}"/>
              </a:ext>
            </a:extLst>
          </p:cNvPr>
          <p:cNvSpPr>
            <a:spLocks noGrp="1"/>
          </p:cNvSpPr>
          <p:nvPr/>
        </p:nvSpPr>
        <p:spPr>
          <a:xfrm>
            <a:off x="15393280" y="6990256"/>
            <a:ext cx="2673607" cy="2673607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12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12</a:t>
            </a:r>
          </a:p>
        </p:txBody>
      </p:sp>
      <p:sp>
        <p:nvSpPr>
          <p:cNvPr id="270" name="13">
            <a:extLst>
              <a:ext uri="{FF2B5EF4-FFF2-40B4-BE49-F238E27FC236}">
                <a16:creationId xmlns:a16="http://schemas.microsoft.com/office/drawing/2014/main" id="{07E67912-68D5-4F07-8FE8-95160147F87C}"/>
              </a:ext>
            </a:extLst>
          </p:cNvPr>
          <p:cNvSpPr>
            <a:spLocks noGrp="1"/>
          </p:cNvSpPr>
          <p:nvPr/>
        </p:nvSpPr>
        <p:spPr>
          <a:xfrm>
            <a:off x="6317113" y="9928374"/>
            <a:ext cx="2673607" cy="2673607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12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13</a:t>
            </a:r>
          </a:p>
        </p:txBody>
      </p:sp>
      <p:sp>
        <p:nvSpPr>
          <p:cNvPr id="271" name="14">
            <a:extLst>
              <a:ext uri="{FF2B5EF4-FFF2-40B4-BE49-F238E27FC236}">
                <a16:creationId xmlns:a16="http://schemas.microsoft.com/office/drawing/2014/main" id="{CAC76CBB-6ED1-42CB-BCEC-9A168919268C}"/>
              </a:ext>
            </a:extLst>
          </p:cNvPr>
          <p:cNvSpPr>
            <a:spLocks noGrp="1"/>
          </p:cNvSpPr>
          <p:nvPr/>
        </p:nvSpPr>
        <p:spPr>
          <a:xfrm>
            <a:off x="9342502" y="9928374"/>
            <a:ext cx="2673607" cy="2673607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12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14</a:t>
            </a:r>
          </a:p>
        </p:txBody>
      </p:sp>
      <p:sp>
        <p:nvSpPr>
          <p:cNvPr id="272" name="15">
            <a:extLst>
              <a:ext uri="{FF2B5EF4-FFF2-40B4-BE49-F238E27FC236}">
                <a16:creationId xmlns:a16="http://schemas.microsoft.com/office/drawing/2014/main" id="{C4C9F774-D199-475A-A553-FE8F2E811240}"/>
              </a:ext>
            </a:extLst>
          </p:cNvPr>
          <p:cNvSpPr>
            <a:spLocks noGrp="1"/>
          </p:cNvSpPr>
          <p:nvPr/>
        </p:nvSpPr>
        <p:spPr>
          <a:xfrm>
            <a:off x="12367891" y="9928374"/>
            <a:ext cx="2673607" cy="2673607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12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84074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0" y="355600"/>
            <a:ext cx="13004800" cy="13004800"/>
          </a:xfrm>
          <a:prstGeom prst="rect">
            <a:avLst/>
          </a:prstGeom>
          <a:ln w="12700">
            <a:miter/>
          </a:ln>
        </p:spPr>
      </p:pic>
    </p:spTree>
    <p:extLst>
      <p:ext uri="{BB962C8B-B14F-4D97-AF65-F5344CB8AC3E}">
        <p14:creationId xmlns:p14="http://schemas.microsoft.com/office/powerpoint/2010/main" val="499822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Shot 2020-01-07 at 10.06.31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335" y="557201"/>
            <a:ext cx="18377330" cy="12601598"/>
          </a:xfrm>
          <a:prstGeom prst="rect">
            <a:avLst/>
          </a:prstGeom>
          <a:ln w="12700">
            <a:miter/>
          </a:ln>
        </p:spPr>
      </p:pic>
    </p:spTree>
    <p:extLst>
      <p:ext uri="{BB962C8B-B14F-4D97-AF65-F5344CB8AC3E}">
        <p14:creationId xmlns:p14="http://schemas.microsoft.com/office/powerpoint/2010/main" val="471546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earch Problems">
            <a:extLst>
              <a:ext uri="{FF2B5EF4-FFF2-40B4-BE49-F238E27FC236}">
                <a16:creationId xmlns:a16="http://schemas.microsoft.com/office/drawing/2014/main" id="{250ACE84-E7BB-4A36-9207-1BE06AE676F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Problemas de Busca</a:t>
            </a:r>
          </a:p>
        </p:txBody>
      </p:sp>
    </p:spTree>
    <p:extLst>
      <p:ext uri="{BB962C8B-B14F-4D97-AF65-F5344CB8AC3E}">
        <p14:creationId xmlns:p14="http://schemas.microsoft.com/office/powerpoint/2010/main" val="2108581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agent">
            <a:extLst>
              <a:ext uri="{FF2B5EF4-FFF2-40B4-BE49-F238E27FC236}">
                <a16:creationId xmlns:a16="http://schemas.microsoft.com/office/drawing/2014/main" id="{2DB2DA4A-2794-425F-8E3C-56C03B523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agente</a:t>
            </a:r>
          </a:p>
        </p:txBody>
      </p:sp>
      <p:sp>
        <p:nvSpPr>
          <p:cNvPr id="281" name="entity that perceives its environment…">
            <a:extLst>
              <a:ext uri="{FF2B5EF4-FFF2-40B4-BE49-F238E27FC236}">
                <a16:creationId xmlns:a16="http://schemas.microsoft.com/office/drawing/2014/main" id="{73F25195-0688-4F9D-91EA-3E954652395B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2417453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t>entidade que percebe seu ambiente</a:t>
            </a:r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t>e atua sobre esse ambiente</a:t>
            </a:r>
          </a:p>
        </p:txBody>
      </p:sp>
    </p:spTree>
    <p:extLst>
      <p:ext uri="{BB962C8B-B14F-4D97-AF65-F5344CB8AC3E}">
        <p14:creationId xmlns:p14="http://schemas.microsoft.com/office/powerpoint/2010/main" val="1330263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tate">
            <a:extLst>
              <a:ext uri="{FF2B5EF4-FFF2-40B4-BE49-F238E27FC236}">
                <a16:creationId xmlns:a16="http://schemas.microsoft.com/office/drawing/2014/main" id="{9780B235-0F47-40CD-B1E8-674643E07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estado</a:t>
            </a:r>
          </a:p>
        </p:txBody>
      </p:sp>
      <p:sp>
        <p:nvSpPr>
          <p:cNvPr id="284" name="a configuration of the agent and…">
            <a:extLst>
              <a:ext uri="{FF2B5EF4-FFF2-40B4-BE49-F238E27FC236}">
                <a16:creationId xmlns:a16="http://schemas.microsoft.com/office/drawing/2014/main" id="{5EC4F79B-D306-4821-9488-F3258C85FE50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2417453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t>uma configuração do agente e</a:t>
            </a:r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t>de seu ambiente</a:t>
            </a:r>
          </a:p>
        </p:txBody>
      </p:sp>
    </p:spTree>
    <p:extLst>
      <p:ext uri="{BB962C8B-B14F-4D97-AF65-F5344CB8AC3E}">
        <p14:creationId xmlns:p14="http://schemas.microsoft.com/office/powerpoint/2010/main" val="796614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quare">
            <a:extLst>
              <a:ext uri="{FF2B5EF4-FFF2-40B4-BE49-F238E27FC236}">
                <a16:creationId xmlns:a16="http://schemas.microsoft.com/office/drawing/2014/main" id="{CF3FA05B-5AE9-4EB7-810A-A0B9144996DE}"/>
              </a:ext>
            </a:extLst>
          </p:cNvPr>
          <p:cNvSpPr>
            <a:spLocks noGrp="1"/>
          </p:cNvSpPr>
          <p:nvPr/>
        </p:nvSpPr>
        <p:spPr>
          <a:xfrm>
            <a:off x="1275066" y="3727450"/>
            <a:ext cx="6261101" cy="6261100"/>
          </a:xfrm>
          <a:prstGeom prst="rect">
            <a:avLst/>
          </a:prstGeom>
          <a:gradFill>
            <a:gsLst>
              <a:gs pos="0">
                <a:srgbClr val="694F31"/>
              </a:gs>
              <a:gs pos="100000">
                <a:srgbClr val="675A39"/>
              </a:gs>
            </a:gsLst>
            <a:lin ang="3066645"/>
          </a:gradFill>
          <a:ln w="12700"/>
          <a:effectLst>
            <a:outerShdw blurRad="63500" dist="25400" dir="178423" rotWithShape="0">
              <a:srgbClr val="FFFFFF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87" name="5">
            <a:extLst>
              <a:ext uri="{FF2B5EF4-FFF2-40B4-BE49-F238E27FC236}">
                <a16:creationId xmlns:a16="http://schemas.microsoft.com/office/drawing/2014/main" id="{7A9EE5F0-F123-42D1-8540-C6761EAB78FE}"/>
              </a:ext>
            </a:extLst>
          </p:cNvPr>
          <p:cNvSpPr>
            <a:spLocks noGrp="1"/>
          </p:cNvSpPr>
          <p:nvPr/>
        </p:nvSpPr>
        <p:spPr>
          <a:xfrm>
            <a:off x="4478009" y="3959493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88" name="7">
            <a:extLst>
              <a:ext uri="{FF2B5EF4-FFF2-40B4-BE49-F238E27FC236}">
                <a16:creationId xmlns:a16="http://schemas.microsoft.com/office/drawing/2014/main" id="{48725904-A962-42E1-98A3-D5D8C0629125}"/>
              </a:ext>
            </a:extLst>
          </p:cNvPr>
          <p:cNvSpPr>
            <a:spLocks noGrp="1"/>
          </p:cNvSpPr>
          <p:nvPr/>
        </p:nvSpPr>
        <p:spPr>
          <a:xfrm>
            <a:off x="5968994" y="3959493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289" name="4">
            <a:extLst>
              <a:ext uri="{FF2B5EF4-FFF2-40B4-BE49-F238E27FC236}">
                <a16:creationId xmlns:a16="http://schemas.microsoft.com/office/drawing/2014/main" id="{8A39CE90-5313-4186-8C6A-AE682752D6FF}"/>
              </a:ext>
            </a:extLst>
          </p:cNvPr>
          <p:cNvSpPr>
            <a:spLocks noGrp="1"/>
          </p:cNvSpPr>
          <p:nvPr/>
        </p:nvSpPr>
        <p:spPr>
          <a:xfrm>
            <a:off x="2987024" y="3959493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290" name="2">
            <a:extLst>
              <a:ext uri="{FF2B5EF4-FFF2-40B4-BE49-F238E27FC236}">
                <a16:creationId xmlns:a16="http://schemas.microsoft.com/office/drawing/2014/main" id="{08663FA6-C31B-4249-BD57-76F79F3E2B9B}"/>
              </a:ext>
            </a:extLst>
          </p:cNvPr>
          <p:cNvSpPr>
            <a:spLocks noGrp="1"/>
          </p:cNvSpPr>
          <p:nvPr/>
        </p:nvSpPr>
        <p:spPr>
          <a:xfrm>
            <a:off x="1496039" y="3959493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291" name="1">
            <a:extLst>
              <a:ext uri="{FF2B5EF4-FFF2-40B4-BE49-F238E27FC236}">
                <a16:creationId xmlns:a16="http://schemas.microsoft.com/office/drawing/2014/main" id="{C56DEC19-6FCE-4F90-AC1E-E62550D93808}"/>
              </a:ext>
            </a:extLst>
          </p:cNvPr>
          <p:cNvSpPr>
            <a:spLocks noGrp="1"/>
          </p:cNvSpPr>
          <p:nvPr/>
        </p:nvSpPr>
        <p:spPr>
          <a:xfrm>
            <a:off x="4478009" y="5443097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292" name="11">
            <a:extLst>
              <a:ext uri="{FF2B5EF4-FFF2-40B4-BE49-F238E27FC236}">
                <a16:creationId xmlns:a16="http://schemas.microsoft.com/office/drawing/2014/main" id="{D2D0F820-6F0C-41B1-96D7-B0D4DE786B62}"/>
              </a:ext>
            </a:extLst>
          </p:cNvPr>
          <p:cNvSpPr>
            <a:spLocks noGrp="1"/>
          </p:cNvSpPr>
          <p:nvPr/>
        </p:nvSpPr>
        <p:spPr>
          <a:xfrm>
            <a:off x="5968994" y="5443097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293" name="3">
            <a:extLst>
              <a:ext uri="{FF2B5EF4-FFF2-40B4-BE49-F238E27FC236}">
                <a16:creationId xmlns:a16="http://schemas.microsoft.com/office/drawing/2014/main" id="{07101772-874B-44B0-A127-8A485B9F2301}"/>
              </a:ext>
            </a:extLst>
          </p:cNvPr>
          <p:cNvSpPr>
            <a:spLocks noGrp="1"/>
          </p:cNvSpPr>
          <p:nvPr/>
        </p:nvSpPr>
        <p:spPr>
          <a:xfrm>
            <a:off x="2987024" y="5443097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294" name="8">
            <a:extLst>
              <a:ext uri="{FF2B5EF4-FFF2-40B4-BE49-F238E27FC236}">
                <a16:creationId xmlns:a16="http://schemas.microsoft.com/office/drawing/2014/main" id="{6C48E3CE-2E39-4C08-9EAE-B503D7243FD5}"/>
              </a:ext>
            </a:extLst>
          </p:cNvPr>
          <p:cNvSpPr>
            <a:spLocks noGrp="1"/>
          </p:cNvSpPr>
          <p:nvPr/>
        </p:nvSpPr>
        <p:spPr>
          <a:xfrm>
            <a:off x="1496039" y="5443097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295" name="12">
            <a:extLst>
              <a:ext uri="{FF2B5EF4-FFF2-40B4-BE49-F238E27FC236}">
                <a16:creationId xmlns:a16="http://schemas.microsoft.com/office/drawing/2014/main" id="{63D71503-56A3-4975-AB67-8E49C5476444}"/>
              </a:ext>
            </a:extLst>
          </p:cNvPr>
          <p:cNvSpPr>
            <a:spLocks noGrp="1"/>
          </p:cNvSpPr>
          <p:nvPr/>
        </p:nvSpPr>
        <p:spPr>
          <a:xfrm>
            <a:off x="5968994" y="8410306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12</a:t>
            </a:r>
          </a:p>
        </p:txBody>
      </p:sp>
      <p:sp>
        <p:nvSpPr>
          <p:cNvPr id="296" name="10">
            <a:extLst>
              <a:ext uri="{FF2B5EF4-FFF2-40B4-BE49-F238E27FC236}">
                <a16:creationId xmlns:a16="http://schemas.microsoft.com/office/drawing/2014/main" id="{ABCE14B1-352B-44C9-8A3D-F5E71820B0FE}"/>
              </a:ext>
            </a:extLst>
          </p:cNvPr>
          <p:cNvSpPr>
            <a:spLocks noGrp="1"/>
          </p:cNvSpPr>
          <p:nvPr/>
        </p:nvSpPr>
        <p:spPr>
          <a:xfrm>
            <a:off x="5968994" y="6926702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297" name="6">
            <a:extLst>
              <a:ext uri="{FF2B5EF4-FFF2-40B4-BE49-F238E27FC236}">
                <a16:creationId xmlns:a16="http://schemas.microsoft.com/office/drawing/2014/main" id="{7011A925-8A6C-42C5-A92A-73334D99E540}"/>
              </a:ext>
            </a:extLst>
          </p:cNvPr>
          <p:cNvSpPr>
            <a:spLocks noGrp="1"/>
          </p:cNvSpPr>
          <p:nvPr/>
        </p:nvSpPr>
        <p:spPr>
          <a:xfrm>
            <a:off x="2987024" y="6926702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298" name="14">
            <a:extLst>
              <a:ext uri="{FF2B5EF4-FFF2-40B4-BE49-F238E27FC236}">
                <a16:creationId xmlns:a16="http://schemas.microsoft.com/office/drawing/2014/main" id="{72E7F892-E3DD-46F0-BFF3-20E085491129}"/>
              </a:ext>
            </a:extLst>
          </p:cNvPr>
          <p:cNvSpPr>
            <a:spLocks noGrp="1"/>
          </p:cNvSpPr>
          <p:nvPr/>
        </p:nvSpPr>
        <p:spPr>
          <a:xfrm>
            <a:off x="1496039" y="6926702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14</a:t>
            </a:r>
          </a:p>
        </p:txBody>
      </p:sp>
      <p:sp>
        <p:nvSpPr>
          <p:cNvPr id="299" name="15">
            <a:extLst>
              <a:ext uri="{FF2B5EF4-FFF2-40B4-BE49-F238E27FC236}">
                <a16:creationId xmlns:a16="http://schemas.microsoft.com/office/drawing/2014/main" id="{42AA2D7A-DFFC-4048-9095-264007F27246}"/>
              </a:ext>
            </a:extLst>
          </p:cNvPr>
          <p:cNvSpPr>
            <a:spLocks noGrp="1"/>
          </p:cNvSpPr>
          <p:nvPr/>
        </p:nvSpPr>
        <p:spPr>
          <a:xfrm>
            <a:off x="4478009" y="8410306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15</a:t>
            </a:r>
          </a:p>
        </p:txBody>
      </p:sp>
      <p:sp>
        <p:nvSpPr>
          <p:cNvPr id="300" name="13">
            <a:extLst>
              <a:ext uri="{FF2B5EF4-FFF2-40B4-BE49-F238E27FC236}">
                <a16:creationId xmlns:a16="http://schemas.microsoft.com/office/drawing/2014/main" id="{182A45F3-70B3-4A96-BFB2-AD04D774799A}"/>
              </a:ext>
            </a:extLst>
          </p:cNvPr>
          <p:cNvSpPr>
            <a:spLocks noGrp="1"/>
          </p:cNvSpPr>
          <p:nvPr/>
        </p:nvSpPr>
        <p:spPr>
          <a:xfrm>
            <a:off x="2987024" y="8410306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13</a:t>
            </a:r>
          </a:p>
        </p:txBody>
      </p:sp>
      <p:sp>
        <p:nvSpPr>
          <p:cNvPr id="301" name="9">
            <a:extLst>
              <a:ext uri="{FF2B5EF4-FFF2-40B4-BE49-F238E27FC236}">
                <a16:creationId xmlns:a16="http://schemas.microsoft.com/office/drawing/2014/main" id="{03E52ADC-52B9-426E-8A96-EF4B48180E4C}"/>
              </a:ext>
            </a:extLst>
          </p:cNvPr>
          <p:cNvSpPr>
            <a:spLocks noGrp="1"/>
          </p:cNvSpPr>
          <p:nvPr/>
        </p:nvSpPr>
        <p:spPr>
          <a:xfrm>
            <a:off x="1496039" y="8410306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302" name="Square">
            <a:extLst>
              <a:ext uri="{FF2B5EF4-FFF2-40B4-BE49-F238E27FC236}">
                <a16:creationId xmlns:a16="http://schemas.microsoft.com/office/drawing/2014/main" id="{234DC278-A662-4AA1-A502-BAC82ED50812}"/>
              </a:ext>
            </a:extLst>
          </p:cNvPr>
          <p:cNvSpPr>
            <a:spLocks noGrp="1"/>
          </p:cNvSpPr>
          <p:nvPr/>
        </p:nvSpPr>
        <p:spPr>
          <a:xfrm>
            <a:off x="9061450" y="3727450"/>
            <a:ext cx="6261100" cy="6261100"/>
          </a:xfrm>
          <a:prstGeom prst="rect">
            <a:avLst/>
          </a:prstGeom>
          <a:gradFill>
            <a:gsLst>
              <a:gs pos="0">
                <a:srgbClr val="694F31"/>
              </a:gs>
              <a:gs pos="100000">
                <a:srgbClr val="675A39"/>
              </a:gs>
            </a:gsLst>
            <a:lin ang="3066645"/>
          </a:gradFill>
          <a:ln w="12700"/>
          <a:effectLst>
            <a:outerShdw blurRad="63500" dist="25400" dir="178423" rotWithShape="0">
              <a:srgbClr val="FFFFFF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03" name="4">
            <a:extLst>
              <a:ext uri="{FF2B5EF4-FFF2-40B4-BE49-F238E27FC236}">
                <a16:creationId xmlns:a16="http://schemas.microsoft.com/office/drawing/2014/main" id="{8369B2A2-1BE6-4FFE-ADA0-D11901D3CACF}"/>
              </a:ext>
            </a:extLst>
          </p:cNvPr>
          <p:cNvSpPr>
            <a:spLocks noGrp="1"/>
          </p:cNvSpPr>
          <p:nvPr/>
        </p:nvSpPr>
        <p:spPr>
          <a:xfrm>
            <a:off x="12264392" y="3959493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304" name="2">
            <a:extLst>
              <a:ext uri="{FF2B5EF4-FFF2-40B4-BE49-F238E27FC236}">
                <a16:creationId xmlns:a16="http://schemas.microsoft.com/office/drawing/2014/main" id="{F53724FB-0393-40B8-8FCB-FA81C87B85B8}"/>
              </a:ext>
            </a:extLst>
          </p:cNvPr>
          <p:cNvSpPr>
            <a:spLocks noGrp="1"/>
          </p:cNvSpPr>
          <p:nvPr/>
        </p:nvSpPr>
        <p:spPr>
          <a:xfrm>
            <a:off x="13755377" y="3959493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305" name="9">
            <a:extLst>
              <a:ext uri="{FF2B5EF4-FFF2-40B4-BE49-F238E27FC236}">
                <a16:creationId xmlns:a16="http://schemas.microsoft.com/office/drawing/2014/main" id="{0CD20CD3-7EC9-4D5A-B3BD-C969237AB5B6}"/>
              </a:ext>
            </a:extLst>
          </p:cNvPr>
          <p:cNvSpPr>
            <a:spLocks noGrp="1"/>
          </p:cNvSpPr>
          <p:nvPr/>
        </p:nvSpPr>
        <p:spPr>
          <a:xfrm>
            <a:off x="10773407" y="3959493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306" name="12">
            <a:extLst>
              <a:ext uri="{FF2B5EF4-FFF2-40B4-BE49-F238E27FC236}">
                <a16:creationId xmlns:a16="http://schemas.microsoft.com/office/drawing/2014/main" id="{887B2F95-622F-4F8B-B17E-B8EA01AC1939}"/>
              </a:ext>
            </a:extLst>
          </p:cNvPr>
          <p:cNvSpPr>
            <a:spLocks noGrp="1"/>
          </p:cNvSpPr>
          <p:nvPr/>
        </p:nvSpPr>
        <p:spPr>
          <a:xfrm>
            <a:off x="9282422" y="3959493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12</a:t>
            </a:r>
          </a:p>
        </p:txBody>
      </p:sp>
      <p:sp>
        <p:nvSpPr>
          <p:cNvPr id="307" name="3">
            <a:extLst>
              <a:ext uri="{FF2B5EF4-FFF2-40B4-BE49-F238E27FC236}">
                <a16:creationId xmlns:a16="http://schemas.microsoft.com/office/drawing/2014/main" id="{BF697335-8AF9-4677-9027-236EC019A7FD}"/>
              </a:ext>
            </a:extLst>
          </p:cNvPr>
          <p:cNvSpPr>
            <a:spLocks noGrp="1"/>
          </p:cNvSpPr>
          <p:nvPr/>
        </p:nvSpPr>
        <p:spPr>
          <a:xfrm>
            <a:off x="12264392" y="5443097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308" name="14">
            <a:extLst>
              <a:ext uri="{FF2B5EF4-FFF2-40B4-BE49-F238E27FC236}">
                <a16:creationId xmlns:a16="http://schemas.microsoft.com/office/drawing/2014/main" id="{92E3F6DC-8E02-453E-AA85-E04BA4EF2375}"/>
              </a:ext>
            </a:extLst>
          </p:cNvPr>
          <p:cNvSpPr>
            <a:spLocks noGrp="1"/>
          </p:cNvSpPr>
          <p:nvPr/>
        </p:nvSpPr>
        <p:spPr>
          <a:xfrm>
            <a:off x="13755377" y="5443097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14</a:t>
            </a:r>
          </a:p>
        </p:txBody>
      </p:sp>
      <p:sp>
        <p:nvSpPr>
          <p:cNvPr id="309" name="7">
            <a:extLst>
              <a:ext uri="{FF2B5EF4-FFF2-40B4-BE49-F238E27FC236}">
                <a16:creationId xmlns:a16="http://schemas.microsoft.com/office/drawing/2014/main" id="{88E49D34-7276-412B-B6AD-944780636A5E}"/>
              </a:ext>
            </a:extLst>
          </p:cNvPr>
          <p:cNvSpPr>
            <a:spLocks noGrp="1"/>
          </p:cNvSpPr>
          <p:nvPr/>
        </p:nvSpPr>
        <p:spPr>
          <a:xfrm>
            <a:off x="10773407" y="5443097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310" name="8">
            <a:extLst>
              <a:ext uri="{FF2B5EF4-FFF2-40B4-BE49-F238E27FC236}">
                <a16:creationId xmlns:a16="http://schemas.microsoft.com/office/drawing/2014/main" id="{3B0C25FA-10F1-4036-BEE1-CD322B25DEA0}"/>
              </a:ext>
            </a:extLst>
          </p:cNvPr>
          <p:cNvSpPr>
            <a:spLocks noGrp="1"/>
          </p:cNvSpPr>
          <p:nvPr/>
        </p:nvSpPr>
        <p:spPr>
          <a:xfrm>
            <a:off x="9282422" y="5443097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311" name="10">
            <a:extLst>
              <a:ext uri="{FF2B5EF4-FFF2-40B4-BE49-F238E27FC236}">
                <a16:creationId xmlns:a16="http://schemas.microsoft.com/office/drawing/2014/main" id="{1ED25978-EED5-4692-BB8F-45EE0D1F351B}"/>
              </a:ext>
            </a:extLst>
          </p:cNvPr>
          <p:cNvSpPr>
            <a:spLocks noGrp="1"/>
          </p:cNvSpPr>
          <p:nvPr/>
        </p:nvSpPr>
        <p:spPr>
          <a:xfrm>
            <a:off x="12264392" y="8410306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312" name="11">
            <a:extLst>
              <a:ext uri="{FF2B5EF4-FFF2-40B4-BE49-F238E27FC236}">
                <a16:creationId xmlns:a16="http://schemas.microsoft.com/office/drawing/2014/main" id="{66520018-0CCE-402A-B93E-85D00CCC5278}"/>
              </a:ext>
            </a:extLst>
          </p:cNvPr>
          <p:cNvSpPr>
            <a:spLocks noGrp="1"/>
          </p:cNvSpPr>
          <p:nvPr/>
        </p:nvSpPr>
        <p:spPr>
          <a:xfrm>
            <a:off x="13755377" y="6926702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313" name="6">
            <a:extLst>
              <a:ext uri="{FF2B5EF4-FFF2-40B4-BE49-F238E27FC236}">
                <a16:creationId xmlns:a16="http://schemas.microsoft.com/office/drawing/2014/main" id="{97AD999D-A042-4C23-A674-D2DC33835A9C}"/>
              </a:ext>
            </a:extLst>
          </p:cNvPr>
          <p:cNvSpPr>
            <a:spLocks noGrp="1"/>
          </p:cNvSpPr>
          <p:nvPr/>
        </p:nvSpPr>
        <p:spPr>
          <a:xfrm>
            <a:off x="12264392" y="6926702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314" name="1">
            <a:extLst>
              <a:ext uri="{FF2B5EF4-FFF2-40B4-BE49-F238E27FC236}">
                <a16:creationId xmlns:a16="http://schemas.microsoft.com/office/drawing/2014/main" id="{CBD6DFF6-F42C-4893-80B5-B7518E3CCBB2}"/>
              </a:ext>
            </a:extLst>
          </p:cNvPr>
          <p:cNvSpPr>
            <a:spLocks noGrp="1"/>
          </p:cNvSpPr>
          <p:nvPr/>
        </p:nvSpPr>
        <p:spPr>
          <a:xfrm>
            <a:off x="10773407" y="6926702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315" name="15">
            <a:extLst>
              <a:ext uri="{FF2B5EF4-FFF2-40B4-BE49-F238E27FC236}">
                <a16:creationId xmlns:a16="http://schemas.microsoft.com/office/drawing/2014/main" id="{49764626-D819-4D95-B673-DF16B18C67C6}"/>
              </a:ext>
            </a:extLst>
          </p:cNvPr>
          <p:cNvSpPr>
            <a:spLocks noGrp="1"/>
          </p:cNvSpPr>
          <p:nvPr/>
        </p:nvSpPr>
        <p:spPr>
          <a:xfrm>
            <a:off x="13790057" y="8410306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15</a:t>
            </a:r>
          </a:p>
        </p:txBody>
      </p:sp>
      <p:sp>
        <p:nvSpPr>
          <p:cNvPr id="316" name="13">
            <a:extLst>
              <a:ext uri="{FF2B5EF4-FFF2-40B4-BE49-F238E27FC236}">
                <a16:creationId xmlns:a16="http://schemas.microsoft.com/office/drawing/2014/main" id="{F01C00A6-88F9-4966-9E8B-D0D648BDF572}"/>
              </a:ext>
            </a:extLst>
          </p:cNvPr>
          <p:cNvSpPr>
            <a:spLocks noGrp="1"/>
          </p:cNvSpPr>
          <p:nvPr/>
        </p:nvSpPr>
        <p:spPr>
          <a:xfrm>
            <a:off x="10773407" y="8410306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13</a:t>
            </a:r>
          </a:p>
        </p:txBody>
      </p:sp>
      <p:sp>
        <p:nvSpPr>
          <p:cNvPr id="317" name="5">
            <a:extLst>
              <a:ext uri="{FF2B5EF4-FFF2-40B4-BE49-F238E27FC236}">
                <a16:creationId xmlns:a16="http://schemas.microsoft.com/office/drawing/2014/main" id="{8AC6EC97-CD39-41B8-A5CA-AC9F36E8F79E}"/>
              </a:ext>
            </a:extLst>
          </p:cNvPr>
          <p:cNvSpPr>
            <a:spLocks noGrp="1"/>
          </p:cNvSpPr>
          <p:nvPr/>
        </p:nvSpPr>
        <p:spPr>
          <a:xfrm>
            <a:off x="9282422" y="8410306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318" name="Square">
            <a:extLst>
              <a:ext uri="{FF2B5EF4-FFF2-40B4-BE49-F238E27FC236}">
                <a16:creationId xmlns:a16="http://schemas.microsoft.com/office/drawing/2014/main" id="{09C6A68B-FEA9-4AE5-9E09-9895F34CC50B}"/>
              </a:ext>
            </a:extLst>
          </p:cNvPr>
          <p:cNvSpPr>
            <a:spLocks noGrp="1"/>
          </p:cNvSpPr>
          <p:nvPr/>
        </p:nvSpPr>
        <p:spPr>
          <a:xfrm>
            <a:off x="16847833" y="3727450"/>
            <a:ext cx="6261101" cy="6261100"/>
          </a:xfrm>
          <a:prstGeom prst="rect">
            <a:avLst/>
          </a:prstGeom>
          <a:gradFill>
            <a:gsLst>
              <a:gs pos="0">
                <a:srgbClr val="694F31"/>
              </a:gs>
              <a:gs pos="100000">
                <a:srgbClr val="675A39"/>
              </a:gs>
            </a:gsLst>
            <a:lin ang="3066645"/>
          </a:gradFill>
          <a:ln w="12700"/>
          <a:effectLst>
            <a:outerShdw blurRad="63500" dist="25400" dir="178423" rotWithShape="0">
              <a:srgbClr val="FFFFFF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19" name="10">
            <a:extLst>
              <a:ext uri="{FF2B5EF4-FFF2-40B4-BE49-F238E27FC236}">
                <a16:creationId xmlns:a16="http://schemas.microsoft.com/office/drawing/2014/main" id="{41A85BBF-C6E4-4C1B-A21F-CC3D369A61FA}"/>
              </a:ext>
            </a:extLst>
          </p:cNvPr>
          <p:cNvSpPr>
            <a:spLocks noGrp="1"/>
          </p:cNvSpPr>
          <p:nvPr/>
        </p:nvSpPr>
        <p:spPr>
          <a:xfrm>
            <a:off x="20050776" y="3959493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320" name="3">
            <a:extLst>
              <a:ext uri="{FF2B5EF4-FFF2-40B4-BE49-F238E27FC236}">
                <a16:creationId xmlns:a16="http://schemas.microsoft.com/office/drawing/2014/main" id="{C00F9C6F-BC41-4177-A928-2B45B9C3E048}"/>
              </a:ext>
            </a:extLst>
          </p:cNvPr>
          <p:cNvSpPr>
            <a:spLocks noGrp="1"/>
          </p:cNvSpPr>
          <p:nvPr/>
        </p:nvSpPr>
        <p:spPr>
          <a:xfrm>
            <a:off x="21541761" y="3959493"/>
            <a:ext cx="1346200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321" name="4">
            <a:extLst>
              <a:ext uri="{FF2B5EF4-FFF2-40B4-BE49-F238E27FC236}">
                <a16:creationId xmlns:a16="http://schemas.microsoft.com/office/drawing/2014/main" id="{E52406EF-A8CD-490A-8346-79A600CCAA0E}"/>
              </a:ext>
            </a:extLst>
          </p:cNvPr>
          <p:cNvSpPr>
            <a:spLocks noGrp="1"/>
          </p:cNvSpPr>
          <p:nvPr/>
        </p:nvSpPr>
        <p:spPr>
          <a:xfrm>
            <a:off x="18559791" y="3959493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322" name="15">
            <a:extLst>
              <a:ext uri="{FF2B5EF4-FFF2-40B4-BE49-F238E27FC236}">
                <a16:creationId xmlns:a16="http://schemas.microsoft.com/office/drawing/2014/main" id="{76A77DB9-315B-4584-9AC8-35ABFA6EEEB8}"/>
              </a:ext>
            </a:extLst>
          </p:cNvPr>
          <p:cNvSpPr>
            <a:spLocks noGrp="1"/>
          </p:cNvSpPr>
          <p:nvPr/>
        </p:nvSpPr>
        <p:spPr>
          <a:xfrm>
            <a:off x="17068806" y="3959493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15</a:t>
            </a:r>
          </a:p>
        </p:txBody>
      </p:sp>
      <p:sp>
        <p:nvSpPr>
          <p:cNvPr id="323" name="11">
            <a:extLst>
              <a:ext uri="{FF2B5EF4-FFF2-40B4-BE49-F238E27FC236}">
                <a16:creationId xmlns:a16="http://schemas.microsoft.com/office/drawing/2014/main" id="{A81B8C93-7014-43E3-A19D-EA839C4D5030}"/>
              </a:ext>
            </a:extLst>
          </p:cNvPr>
          <p:cNvSpPr>
            <a:spLocks noGrp="1"/>
          </p:cNvSpPr>
          <p:nvPr/>
        </p:nvSpPr>
        <p:spPr>
          <a:xfrm>
            <a:off x="20050776" y="5443097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324" name="12">
            <a:extLst>
              <a:ext uri="{FF2B5EF4-FFF2-40B4-BE49-F238E27FC236}">
                <a16:creationId xmlns:a16="http://schemas.microsoft.com/office/drawing/2014/main" id="{B5BED76D-4181-4286-BE38-AA984930506D}"/>
              </a:ext>
            </a:extLst>
          </p:cNvPr>
          <p:cNvSpPr>
            <a:spLocks noGrp="1"/>
          </p:cNvSpPr>
          <p:nvPr/>
        </p:nvSpPr>
        <p:spPr>
          <a:xfrm>
            <a:off x="21541761" y="5443097"/>
            <a:ext cx="1346200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12</a:t>
            </a:r>
          </a:p>
        </p:txBody>
      </p:sp>
      <p:sp>
        <p:nvSpPr>
          <p:cNvPr id="325" name="1">
            <a:extLst>
              <a:ext uri="{FF2B5EF4-FFF2-40B4-BE49-F238E27FC236}">
                <a16:creationId xmlns:a16="http://schemas.microsoft.com/office/drawing/2014/main" id="{1252D691-2848-42C2-8B3B-EB70F2DA4DA0}"/>
              </a:ext>
            </a:extLst>
          </p:cNvPr>
          <p:cNvSpPr>
            <a:spLocks noGrp="1"/>
          </p:cNvSpPr>
          <p:nvPr/>
        </p:nvSpPr>
        <p:spPr>
          <a:xfrm>
            <a:off x="18559791" y="5443097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326" name="13">
            <a:extLst>
              <a:ext uri="{FF2B5EF4-FFF2-40B4-BE49-F238E27FC236}">
                <a16:creationId xmlns:a16="http://schemas.microsoft.com/office/drawing/2014/main" id="{4310E3BE-BEC1-4BB5-90A4-D0787041273E}"/>
              </a:ext>
            </a:extLst>
          </p:cNvPr>
          <p:cNvSpPr>
            <a:spLocks noGrp="1"/>
          </p:cNvSpPr>
          <p:nvPr/>
        </p:nvSpPr>
        <p:spPr>
          <a:xfrm>
            <a:off x="17068806" y="5443097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13</a:t>
            </a:r>
          </a:p>
        </p:txBody>
      </p:sp>
      <p:sp>
        <p:nvSpPr>
          <p:cNvPr id="327" name="14">
            <a:extLst>
              <a:ext uri="{FF2B5EF4-FFF2-40B4-BE49-F238E27FC236}">
                <a16:creationId xmlns:a16="http://schemas.microsoft.com/office/drawing/2014/main" id="{61E3E3EF-51CC-449B-BD5D-C2D5EF48352D}"/>
              </a:ext>
            </a:extLst>
          </p:cNvPr>
          <p:cNvSpPr>
            <a:spLocks noGrp="1"/>
          </p:cNvSpPr>
          <p:nvPr/>
        </p:nvSpPr>
        <p:spPr>
          <a:xfrm>
            <a:off x="20050776" y="6926702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14</a:t>
            </a:r>
          </a:p>
        </p:txBody>
      </p:sp>
      <p:sp>
        <p:nvSpPr>
          <p:cNvPr id="328" name="7">
            <a:extLst>
              <a:ext uri="{FF2B5EF4-FFF2-40B4-BE49-F238E27FC236}">
                <a16:creationId xmlns:a16="http://schemas.microsoft.com/office/drawing/2014/main" id="{33E0F60A-B89E-4726-BB02-710E7356262C}"/>
              </a:ext>
            </a:extLst>
          </p:cNvPr>
          <p:cNvSpPr>
            <a:spLocks noGrp="1"/>
          </p:cNvSpPr>
          <p:nvPr/>
        </p:nvSpPr>
        <p:spPr>
          <a:xfrm>
            <a:off x="21541761" y="6926702"/>
            <a:ext cx="1346200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329" name="5">
            <a:extLst>
              <a:ext uri="{FF2B5EF4-FFF2-40B4-BE49-F238E27FC236}">
                <a16:creationId xmlns:a16="http://schemas.microsoft.com/office/drawing/2014/main" id="{7D187DE1-A489-4F44-9A1A-FE0123E4E425}"/>
              </a:ext>
            </a:extLst>
          </p:cNvPr>
          <p:cNvSpPr>
            <a:spLocks noGrp="1"/>
          </p:cNvSpPr>
          <p:nvPr/>
        </p:nvSpPr>
        <p:spPr>
          <a:xfrm>
            <a:off x="18559791" y="6926702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330" name="9">
            <a:extLst>
              <a:ext uri="{FF2B5EF4-FFF2-40B4-BE49-F238E27FC236}">
                <a16:creationId xmlns:a16="http://schemas.microsoft.com/office/drawing/2014/main" id="{2A5B2CD1-1913-4484-8A8A-1F4807A03863}"/>
              </a:ext>
            </a:extLst>
          </p:cNvPr>
          <p:cNvSpPr>
            <a:spLocks noGrp="1"/>
          </p:cNvSpPr>
          <p:nvPr/>
        </p:nvSpPr>
        <p:spPr>
          <a:xfrm>
            <a:off x="17068806" y="6926702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331" name="2">
            <a:extLst>
              <a:ext uri="{FF2B5EF4-FFF2-40B4-BE49-F238E27FC236}">
                <a16:creationId xmlns:a16="http://schemas.microsoft.com/office/drawing/2014/main" id="{8EA024A7-497E-4EC7-B0D4-48E77CBFC12D}"/>
              </a:ext>
            </a:extLst>
          </p:cNvPr>
          <p:cNvSpPr>
            <a:spLocks noGrp="1"/>
          </p:cNvSpPr>
          <p:nvPr/>
        </p:nvSpPr>
        <p:spPr>
          <a:xfrm>
            <a:off x="21541761" y="8410306"/>
            <a:ext cx="1346200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332" name="8">
            <a:extLst>
              <a:ext uri="{FF2B5EF4-FFF2-40B4-BE49-F238E27FC236}">
                <a16:creationId xmlns:a16="http://schemas.microsoft.com/office/drawing/2014/main" id="{67FDF742-5CE3-4621-AC68-9E3C74352C6E}"/>
              </a:ext>
            </a:extLst>
          </p:cNvPr>
          <p:cNvSpPr>
            <a:spLocks noGrp="1"/>
          </p:cNvSpPr>
          <p:nvPr/>
        </p:nvSpPr>
        <p:spPr>
          <a:xfrm>
            <a:off x="18559791" y="8410306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333" name="6">
            <a:extLst>
              <a:ext uri="{FF2B5EF4-FFF2-40B4-BE49-F238E27FC236}">
                <a16:creationId xmlns:a16="http://schemas.microsoft.com/office/drawing/2014/main" id="{280E8A32-3B97-4377-BA9C-8F0833C1CC91}"/>
              </a:ext>
            </a:extLst>
          </p:cNvPr>
          <p:cNvSpPr>
            <a:spLocks noGrp="1"/>
          </p:cNvSpPr>
          <p:nvPr/>
        </p:nvSpPr>
        <p:spPr>
          <a:xfrm>
            <a:off x="17068806" y="8410306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60287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initial state">
            <a:extLst>
              <a:ext uri="{FF2B5EF4-FFF2-40B4-BE49-F238E27FC236}">
                <a16:creationId xmlns:a16="http://schemas.microsoft.com/office/drawing/2014/main" id="{22F7B556-EBB8-4B30-B59B-798B89114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estado inicial</a:t>
            </a:r>
          </a:p>
        </p:txBody>
      </p:sp>
      <p:sp>
        <p:nvSpPr>
          <p:cNvPr id="336" name="the state in which the agent begins">
            <a:extLst>
              <a:ext uri="{FF2B5EF4-FFF2-40B4-BE49-F238E27FC236}">
                <a16:creationId xmlns:a16="http://schemas.microsoft.com/office/drawing/2014/main" id="{C1716BA6-E77E-487C-8236-4C08DA089117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2417453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o estado em que o agente começa</a:t>
            </a:r>
          </a:p>
        </p:txBody>
      </p:sp>
    </p:spTree>
    <p:extLst>
      <p:ext uri="{BB962C8B-B14F-4D97-AF65-F5344CB8AC3E}">
        <p14:creationId xmlns:p14="http://schemas.microsoft.com/office/powerpoint/2010/main" val="46661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initial state">
            <a:extLst>
              <a:ext uri="{FF2B5EF4-FFF2-40B4-BE49-F238E27FC236}">
                <a16:creationId xmlns:a16="http://schemas.microsoft.com/office/drawing/2014/main" id="{CE34CE11-0D28-455F-8E64-215E8781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estado inicial</a:t>
            </a:r>
          </a:p>
        </p:txBody>
      </p:sp>
      <p:sp>
        <p:nvSpPr>
          <p:cNvPr id="339" name="Square">
            <a:extLst>
              <a:ext uri="{FF2B5EF4-FFF2-40B4-BE49-F238E27FC236}">
                <a16:creationId xmlns:a16="http://schemas.microsoft.com/office/drawing/2014/main" id="{A6027092-2C85-4D73-BC94-3BF86F5C5F39}"/>
              </a:ext>
            </a:extLst>
          </p:cNvPr>
          <p:cNvSpPr>
            <a:spLocks noGrp="1"/>
          </p:cNvSpPr>
          <p:nvPr/>
        </p:nvSpPr>
        <p:spPr>
          <a:xfrm>
            <a:off x="14152249" y="4163804"/>
            <a:ext cx="6261100" cy="6261101"/>
          </a:xfrm>
          <a:prstGeom prst="rect">
            <a:avLst/>
          </a:prstGeom>
          <a:gradFill>
            <a:gsLst>
              <a:gs pos="0">
                <a:srgbClr val="694F31"/>
              </a:gs>
              <a:gs pos="100000">
                <a:srgbClr val="675A39"/>
              </a:gs>
            </a:gsLst>
            <a:lin ang="3066645"/>
          </a:gradFill>
          <a:ln w="12700"/>
          <a:effectLst>
            <a:outerShdw blurRad="63500" dist="25400" dir="178423" rotWithShape="0">
              <a:srgbClr val="FFFFFF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40" name="5">
            <a:extLst>
              <a:ext uri="{FF2B5EF4-FFF2-40B4-BE49-F238E27FC236}">
                <a16:creationId xmlns:a16="http://schemas.microsoft.com/office/drawing/2014/main" id="{CF5F0379-2DC4-40A6-848D-A14962EB62CB}"/>
              </a:ext>
            </a:extLst>
          </p:cNvPr>
          <p:cNvSpPr>
            <a:spLocks noGrp="1"/>
          </p:cNvSpPr>
          <p:nvPr/>
        </p:nvSpPr>
        <p:spPr>
          <a:xfrm>
            <a:off x="17355191" y="4395847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341" name="7">
            <a:extLst>
              <a:ext uri="{FF2B5EF4-FFF2-40B4-BE49-F238E27FC236}">
                <a16:creationId xmlns:a16="http://schemas.microsoft.com/office/drawing/2014/main" id="{46F1435E-F65A-41AA-BE32-8EEF7A10D3DD}"/>
              </a:ext>
            </a:extLst>
          </p:cNvPr>
          <p:cNvSpPr>
            <a:spLocks noGrp="1"/>
          </p:cNvSpPr>
          <p:nvPr/>
        </p:nvSpPr>
        <p:spPr>
          <a:xfrm>
            <a:off x="18846176" y="4395847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342" name="4">
            <a:extLst>
              <a:ext uri="{FF2B5EF4-FFF2-40B4-BE49-F238E27FC236}">
                <a16:creationId xmlns:a16="http://schemas.microsoft.com/office/drawing/2014/main" id="{7092238B-CBD9-4B3D-BF72-7A77FAB7BFB1}"/>
              </a:ext>
            </a:extLst>
          </p:cNvPr>
          <p:cNvSpPr>
            <a:spLocks noGrp="1"/>
          </p:cNvSpPr>
          <p:nvPr/>
        </p:nvSpPr>
        <p:spPr>
          <a:xfrm>
            <a:off x="15864206" y="4395847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343" name="2">
            <a:extLst>
              <a:ext uri="{FF2B5EF4-FFF2-40B4-BE49-F238E27FC236}">
                <a16:creationId xmlns:a16="http://schemas.microsoft.com/office/drawing/2014/main" id="{85D8BD28-FA71-466C-9A8D-8E5A15328702}"/>
              </a:ext>
            </a:extLst>
          </p:cNvPr>
          <p:cNvSpPr>
            <a:spLocks noGrp="1"/>
          </p:cNvSpPr>
          <p:nvPr/>
        </p:nvSpPr>
        <p:spPr>
          <a:xfrm>
            <a:off x="14373221" y="4395847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344" name="1">
            <a:extLst>
              <a:ext uri="{FF2B5EF4-FFF2-40B4-BE49-F238E27FC236}">
                <a16:creationId xmlns:a16="http://schemas.microsoft.com/office/drawing/2014/main" id="{BF8358DF-D7C6-4F7C-A9AA-A18B1C30D0BB}"/>
              </a:ext>
            </a:extLst>
          </p:cNvPr>
          <p:cNvSpPr>
            <a:spLocks noGrp="1"/>
          </p:cNvSpPr>
          <p:nvPr/>
        </p:nvSpPr>
        <p:spPr>
          <a:xfrm>
            <a:off x="17355191" y="5879452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345" name="11">
            <a:extLst>
              <a:ext uri="{FF2B5EF4-FFF2-40B4-BE49-F238E27FC236}">
                <a16:creationId xmlns:a16="http://schemas.microsoft.com/office/drawing/2014/main" id="{3C5DF97E-F397-46FD-A876-FD213E4EAF45}"/>
              </a:ext>
            </a:extLst>
          </p:cNvPr>
          <p:cNvSpPr>
            <a:spLocks noGrp="1"/>
          </p:cNvSpPr>
          <p:nvPr/>
        </p:nvSpPr>
        <p:spPr>
          <a:xfrm>
            <a:off x="18846176" y="5879452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346" name="3">
            <a:extLst>
              <a:ext uri="{FF2B5EF4-FFF2-40B4-BE49-F238E27FC236}">
                <a16:creationId xmlns:a16="http://schemas.microsoft.com/office/drawing/2014/main" id="{AC0D6A27-9FAF-4B4D-8B95-F6CED8F42DA4}"/>
              </a:ext>
            </a:extLst>
          </p:cNvPr>
          <p:cNvSpPr>
            <a:spLocks noGrp="1"/>
          </p:cNvSpPr>
          <p:nvPr/>
        </p:nvSpPr>
        <p:spPr>
          <a:xfrm>
            <a:off x="15864206" y="5879452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347" name="8">
            <a:extLst>
              <a:ext uri="{FF2B5EF4-FFF2-40B4-BE49-F238E27FC236}">
                <a16:creationId xmlns:a16="http://schemas.microsoft.com/office/drawing/2014/main" id="{AE0A59B1-8A21-4BCB-BBA5-040CE3EB575A}"/>
              </a:ext>
            </a:extLst>
          </p:cNvPr>
          <p:cNvSpPr>
            <a:spLocks noGrp="1"/>
          </p:cNvSpPr>
          <p:nvPr/>
        </p:nvSpPr>
        <p:spPr>
          <a:xfrm>
            <a:off x="14373221" y="5879452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348" name="12">
            <a:extLst>
              <a:ext uri="{FF2B5EF4-FFF2-40B4-BE49-F238E27FC236}">
                <a16:creationId xmlns:a16="http://schemas.microsoft.com/office/drawing/2014/main" id="{DEC8E92E-9133-496E-BBD4-E37A9E5EC777}"/>
              </a:ext>
            </a:extLst>
          </p:cNvPr>
          <p:cNvSpPr>
            <a:spLocks noGrp="1"/>
          </p:cNvSpPr>
          <p:nvPr/>
        </p:nvSpPr>
        <p:spPr>
          <a:xfrm>
            <a:off x="18846176" y="8846660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12</a:t>
            </a:r>
          </a:p>
        </p:txBody>
      </p:sp>
      <p:sp>
        <p:nvSpPr>
          <p:cNvPr id="349" name="10">
            <a:extLst>
              <a:ext uri="{FF2B5EF4-FFF2-40B4-BE49-F238E27FC236}">
                <a16:creationId xmlns:a16="http://schemas.microsoft.com/office/drawing/2014/main" id="{59608590-F069-41A3-AB18-B52B7AE75350}"/>
              </a:ext>
            </a:extLst>
          </p:cNvPr>
          <p:cNvSpPr>
            <a:spLocks noGrp="1"/>
          </p:cNvSpPr>
          <p:nvPr/>
        </p:nvSpPr>
        <p:spPr>
          <a:xfrm>
            <a:off x="18846176" y="7363055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350" name="6">
            <a:extLst>
              <a:ext uri="{FF2B5EF4-FFF2-40B4-BE49-F238E27FC236}">
                <a16:creationId xmlns:a16="http://schemas.microsoft.com/office/drawing/2014/main" id="{24DD33A2-D80E-4998-BF90-050B3150E2F7}"/>
              </a:ext>
            </a:extLst>
          </p:cNvPr>
          <p:cNvSpPr>
            <a:spLocks noGrp="1"/>
          </p:cNvSpPr>
          <p:nvPr/>
        </p:nvSpPr>
        <p:spPr>
          <a:xfrm>
            <a:off x="15864206" y="7363055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351" name="14">
            <a:extLst>
              <a:ext uri="{FF2B5EF4-FFF2-40B4-BE49-F238E27FC236}">
                <a16:creationId xmlns:a16="http://schemas.microsoft.com/office/drawing/2014/main" id="{2F0874C3-851A-4425-A05E-6A86DEB0C92D}"/>
              </a:ext>
            </a:extLst>
          </p:cNvPr>
          <p:cNvSpPr>
            <a:spLocks noGrp="1"/>
          </p:cNvSpPr>
          <p:nvPr/>
        </p:nvSpPr>
        <p:spPr>
          <a:xfrm>
            <a:off x="14373221" y="7363055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14</a:t>
            </a:r>
          </a:p>
        </p:txBody>
      </p:sp>
      <p:sp>
        <p:nvSpPr>
          <p:cNvPr id="352" name="15">
            <a:extLst>
              <a:ext uri="{FF2B5EF4-FFF2-40B4-BE49-F238E27FC236}">
                <a16:creationId xmlns:a16="http://schemas.microsoft.com/office/drawing/2014/main" id="{8FD315DB-C38B-4D98-88E2-423C4269B52D}"/>
              </a:ext>
            </a:extLst>
          </p:cNvPr>
          <p:cNvSpPr>
            <a:spLocks noGrp="1"/>
          </p:cNvSpPr>
          <p:nvPr/>
        </p:nvSpPr>
        <p:spPr>
          <a:xfrm>
            <a:off x="17355191" y="8846660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15</a:t>
            </a:r>
          </a:p>
        </p:txBody>
      </p:sp>
      <p:sp>
        <p:nvSpPr>
          <p:cNvPr id="353" name="13">
            <a:extLst>
              <a:ext uri="{FF2B5EF4-FFF2-40B4-BE49-F238E27FC236}">
                <a16:creationId xmlns:a16="http://schemas.microsoft.com/office/drawing/2014/main" id="{081F09FE-0D46-47BB-8572-A7643B88060B}"/>
              </a:ext>
            </a:extLst>
          </p:cNvPr>
          <p:cNvSpPr>
            <a:spLocks noGrp="1"/>
          </p:cNvSpPr>
          <p:nvPr/>
        </p:nvSpPr>
        <p:spPr>
          <a:xfrm>
            <a:off x="15864206" y="8846660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13</a:t>
            </a:r>
          </a:p>
        </p:txBody>
      </p:sp>
      <p:sp>
        <p:nvSpPr>
          <p:cNvPr id="354" name="9">
            <a:extLst>
              <a:ext uri="{FF2B5EF4-FFF2-40B4-BE49-F238E27FC236}">
                <a16:creationId xmlns:a16="http://schemas.microsoft.com/office/drawing/2014/main" id="{A6E01E4F-BEC2-483E-B2C4-BED6BDA0F8F8}"/>
              </a:ext>
            </a:extLst>
          </p:cNvPr>
          <p:cNvSpPr>
            <a:spLocks noGrp="1"/>
          </p:cNvSpPr>
          <p:nvPr/>
        </p:nvSpPr>
        <p:spPr>
          <a:xfrm>
            <a:off x="14373221" y="8846660"/>
            <a:ext cx="1346201" cy="1346201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46986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actions">
            <a:extLst>
              <a:ext uri="{FF2B5EF4-FFF2-40B4-BE49-F238E27FC236}">
                <a16:creationId xmlns:a16="http://schemas.microsoft.com/office/drawing/2014/main" id="{80AFF7D8-EC54-42B7-A913-C10FC440C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ações</a:t>
            </a:r>
          </a:p>
        </p:txBody>
      </p:sp>
      <p:sp>
        <p:nvSpPr>
          <p:cNvPr id="357" name="choices that can be made in a state">
            <a:extLst>
              <a:ext uri="{FF2B5EF4-FFF2-40B4-BE49-F238E27FC236}">
                <a16:creationId xmlns:a16="http://schemas.microsoft.com/office/drawing/2014/main" id="{41A12B22-FF02-43F8-B5F6-ADBCD88E3B95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2417453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escolhas que podem ser feitas em um estado</a:t>
            </a:r>
          </a:p>
        </p:txBody>
      </p:sp>
    </p:spTree>
    <p:extLst>
      <p:ext uri="{BB962C8B-B14F-4D97-AF65-F5344CB8AC3E}">
        <p14:creationId xmlns:p14="http://schemas.microsoft.com/office/powerpoint/2010/main" val="2049757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actions">
            <a:extLst>
              <a:ext uri="{FF2B5EF4-FFF2-40B4-BE49-F238E27FC236}">
                <a16:creationId xmlns:a16="http://schemas.microsoft.com/office/drawing/2014/main" id="{D04498E4-FC4C-466C-A99D-3ECB0C45F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ações</a:t>
            </a:r>
          </a:p>
        </p:txBody>
      </p:sp>
      <p:sp>
        <p:nvSpPr>
          <p:cNvPr id="360" name="Actions(s) returns the set of actions that can be executed in state s">
            <a:extLst>
              <a:ext uri="{FF2B5EF4-FFF2-40B4-BE49-F238E27FC236}">
                <a16:creationId xmlns:a16="http://schemas.microsoft.com/office/drawing/2014/main" id="{667FA6D0-0CC4-415B-B76C-CB32D7ED7155}"/>
              </a:ext>
            </a:extLst>
          </p:cNvPr>
          <p:cNvSpPr>
            <a:spLocks noGrp="1"/>
          </p:cNvSpPr>
          <p:nvPr/>
        </p:nvSpPr>
        <p:spPr>
          <a:xfrm>
            <a:off x="1778000" y="6769100"/>
            <a:ext cx="20230967" cy="3780946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 cap="small">
                <a:latin typeface="Times New Roman"/>
                <a:ea typeface="Times New Roman"/>
                <a:cs typeface="Times New Roman"/>
              </a:defRPr>
            </a:pPr>
            <a:r>
              <a:t>Actions(s) retorna o conjunto de ações que podem ser executadas no estado s</a:t>
            </a:r>
          </a:p>
        </p:txBody>
      </p:sp>
    </p:spTree>
    <p:extLst>
      <p:ext uri="{BB962C8B-B14F-4D97-AF65-F5344CB8AC3E}">
        <p14:creationId xmlns:p14="http://schemas.microsoft.com/office/powerpoint/2010/main" val="1140409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actions">
            <a:extLst>
              <a:ext uri="{FF2B5EF4-FFF2-40B4-BE49-F238E27FC236}">
                <a16:creationId xmlns:a16="http://schemas.microsoft.com/office/drawing/2014/main" id="{B4331D40-E299-4F8D-8C4D-DA8FD08A7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ações</a:t>
            </a:r>
          </a:p>
        </p:txBody>
      </p:sp>
      <p:sp>
        <p:nvSpPr>
          <p:cNvPr id="363" name="1">
            <a:extLst>
              <a:ext uri="{FF2B5EF4-FFF2-40B4-BE49-F238E27FC236}">
                <a16:creationId xmlns:a16="http://schemas.microsoft.com/office/drawing/2014/main" id="{E5EEA0D9-40D1-4CDE-BE91-F2AB7B210818}"/>
              </a:ext>
            </a:extLst>
          </p:cNvPr>
          <p:cNvSpPr>
            <a:spLocks noGrp="1"/>
          </p:cNvSpPr>
          <p:nvPr/>
        </p:nvSpPr>
        <p:spPr>
          <a:xfrm>
            <a:off x="13296076" y="2066701"/>
            <a:ext cx="2673607" cy="2673607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12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364" name="Arrow">
            <a:extLst>
              <a:ext uri="{FF2B5EF4-FFF2-40B4-BE49-F238E27FC236}">
                <a16:creationId xmlns:a16="http://schemas.microsoft.com/office/drawing/2014/main" id="{E7C0F30C-5F76-4FD1-8825-15A80DE5A3AF}"/>
              </a:ext>
            </a:extLst>
          </p:cNvPr>
          <p:cNvSpPr>
            <a:spLocks noGrp="1"/>
          </p:cNvSpPr>
          <p:nvPr/>
        </p:nvSpPr>
        <p:spPr>
          <a:xfrm>
            <a:off x="11332595" y="2977414"/>
            <a:ext cx="2144526" cy="852181"/>
          </a:xfrm>
          <a:prstGeom prst="rightArrow">
            <a:avLst>
              <a:gd name="adj1" fmla="val 44067"/>
              <a:gd name="adj2" fmla="val 63623"/>
            </a:avLst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65" name="2">
            <a:extLst>
              <a:ext uri="{FF2B5EF4-FFF2-40B4-BE49-F238E27FC236}">
                <a16:creationId xmlns:a16="http://schemas.microsoft.com/office/drawing/2014/main" id="{5F087CCD-B8AF-4E6A-95F6-79862CCB1A35}"/>
              </a:ext>
            </a:extLst>
          </p:cNvPr>
          <p:cNvSpPr>
            <a:spLocks noGrp="1"/>
          </p:cNvSpPr>
          <p:nvPr/>
        </p:nvSpPr>
        <p:spPr>
          <a:xfrm>
            <a:off x="18241422" y="2066701"/>
            <a:ext cx="2673607" cy="2673607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12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366" name="Arrow">
            <a:extLst>
              <a:ext uri="{FF2B5EF4-FFF2-40B4-BE49-F238E27FC236}">
                <a16:creationId xmlns:a16="http://schemas.microsoft.com/office/drawing/2014/main" id="{C6FCF2C3-8912-4BF3-9C5B-F7A7863EF63E}"/>
              </a:ext>
            </a:extLst>
          </p:cNvPr>
          <p:cNvSpPr>
            <a:spLocks noGrp="1"/>
          </p:cNvSpPr>
          <p:nvPr/>
        </p:nvSpPr>
        <p:spPr>
          <a:xfrm flipH="1">
            <a:off x="20623032" y="2977414"/>
            <a:ext cx="2144526" cy="852181"/>
          </a:xfrm>
          <a:prstGeom prst="rightArrow">
            <a:avLst>
              <a:gd name="adj1" fmla="val 44067"/>
              <a:gd name="adj2" fmla="val 63623"/>
            </a:avLst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67" name="3">
            <a:extLst>
              <a:ext uri="{FF2B5EF4-FFF2-40B4-BE49-F238E27FC236}">
                <a16:creationId xmlns:a16="http://schemas.microsoft.com/office/drawing/2014/main" id="{77B48535-F412-4220-BE8B-5B20080C02B5}"/>
              </a:ext>
            </a:extLst>
          </p:cNvPr>
          <p:cNvSpPr>
            <a:spLocks noGrp="1"/>
          </p:cNvSpPr>
          <p:nvPr/>
        </p:nvSpPr>
        <p:spPr>
          <a:xfrm>
            <a:off x="13296076" y="7047823"/>
            <a:ext cx="2673607" cy="2673607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12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368" name="Arrow">
            <a:extLst>
              <a:ext uri="{FF2B5EF4-FFF2-40B4-BE49-F238E27FC236}">
                <a16:creationId xmlns:a16="http://schemas.microsoft.com/office/drawing/2014/main" id="{7C68D64B-77F9-40E2-93C9-AA0AEC7EDD9F}"/>
              </a:ext>
            </a:extLst>
          </p:cNvPr>
          <p:cNvSpPr>
            <a:spLocks noGrp="1"/>
          </p:cNvSpPr>
          <p:nvPr/>
        </p:nvSpPr>
        <p:spPr>
          <a:xfrm rot="16200000">
            <a:off x="13560617" y="10150945"/>
            <a:ext cx="2144526" cy="852181"/>
          </a:xfrm>
          <a:prstGeom prst="rightArrow">
            <a:avLst>
              <a:gd name="adj1" fmla="val 44067"/>
              <a:gd name="adj2" fmla="val 63623"/>
            </a:avLst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69" name="4">
            <a:extLst>
              <a:ext uri="{FF2B5EF4-FFF2-40B4-BE49-F238E27FC236}">
                <a16:creationId xmlns:a16="http://schemas.microsoft.com/office/drawing/2014/main" id="{3DACB48C-B485-4CD6-A7E6-A26192B9C570}"/>
              </a:ext>
            </a:extLst>
          </p:cNvPr>
          <p:cNvSpPr>
            <a:spLocks noGrp="1"/>
          </p:cNvSpPr>
          <p:nvPr/>
        </p:nvSpPr>
        <p:spPr>
          <a:xfrm>
            <a:off x="18613076" y="8651744"/>
            <a:ext cx="2673607" cy="2673606"/>
          </a:xfrm>
          <a:prstGeom prst="rect">
            <a:avLst/>
          </a:prstGeom>
          <a:solidFill>
            <a:srgbClr val="468ACC"/>
          </a:solidFill>
          <a:ln w="12700"/>
        </p:spPr>
        <p:txBody>
          <a:bodyPr lIns="50800" tIns="50800" rIns="50800" bIns="50800" anchor="ctr"/>
          <a:lstStyle>
            <a:lvl1pPr>
              <a:buNone/>
              <a:defRPr sz="12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370" name="Arrow">
            <a:extLst>
              <a:ext uri="{FF2B5EF4-FFF2-40B4-BE49-F238E27FC236}">
                <a16:creationId xmlns:a16="http://schemas.microsoft.com/office/drawing/2014/main" id="{BC5AE90E-71AC-4F8E-8353-4A5B3292330E}"/>
              </a:ext>
            </a:extLst>
          </p:cNvPr>
          <p:cNvSpPr>
            <a:spLocks noGrp="1"/>
          </p:cNvSpPr>
          <p:nvPr/>
        </p:nvSpPr>
        <p:spPr>
          <a:xfrm rot="16200000" flipH="1">
            <a:off x="18877616" y="7370047"/>
            <a:ext cx="2144527" cy="852181"/>
          </a:xfrm>
          <a:prstGeom prst="rightArrow">
            <a:avLst>
              <a:gd name="adj1" fmla="val 44067"/>
              <a:gd name="adj2" fmla="val 63623"/>
            </a:avLst>
          </a:prstGeom>
          <a:solidFill>
            <a:schemeClr val="accent4">
              <a:lumOff val="10196"/>
            </a:schemeClr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8052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ransition model">
            <a:extLst>
              <a:ext uri="{FF2B5EF4-FFF2-40B4-BE49-F238E27FC236}">
                <a16:creationId xmlns:a16="http://schemas.microsoft.com/office/drawing/2014/main" id="{219161F4-3C0E-45D9-AF52-8C7E760E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modelo de transição</a:t>
            </a:r>
          </a:p>
        </p:txBody>
      </p:sp>
      <p:sp>
        <p:nvSpPr>
          <p:cNvPr id="373" name="a description of what state results from performing any applicable action in any state">
            <a:extLst>
              <a:ext uri="{FF2B5EF4-FFF2-40B4-BE49-F238E27FC236}">
                <a16:creationId xmlns:a16="http://schemas.microsoft.com/office/drawing/2014/main" id="{A337B9F0-16E8-4E79-B565-482ECB3CDC37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uma descrição do estado resultante da execução de qualquer ação aplicável em qualquer estado</a:t>
            </a:r>
          </a:p>
        </p:txBody>
      </p:sp>
    </p:spTree>
    <p:extLst>
      <p:ext uri="{BB962C8B-B14F-4D97-AF65-F5344CB8AC3E}">
        <p14:creationId xmlns:p14="http://schemas.microsoft.com/office/powerpoint/2010/main" val="38492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ransition model">
            <a:extLst>
              <a:ext uri="{FF2B5EF4-FFF2-40B4-BE49-F238E27FC236}">
                <a16:creationId xmlns:a16="http://schemas.microsoft.com/office/drawing/2014/main" id="{1E001992-5FD2-416E-8F67-9CA1D27E7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modelo de transição</a:t>
            </a:r>
          </a:p>
        </p:txBody>
      </p:sp>
      <p:sp>
        <p:nvSpPr>
          <p:cNvPr id="376" name="Result(s, a) returns the state resulting from performing action a in state s">
            <a:extLst>
              <a:ext uri="{FF2B5EF4-FFF2-40B4-BE49-F238E27FC236}">
                <a16:creationId xmlns:a16="http://schemas.microsoft.com/office/drawing/2014/main" id="{955FEBC4-6056-49D4-9DD9-E3DE20647AA0}"/>
              </a:ext>
            </a:extLst>
          </p:cNvPr>
          <p:cNvSpPr>
            <a:spLocks noGrp="1"/>
          </p:cNvSpPr>
          <p:nvPr/>
        </p:nvSpPr>
        <p:spPr>
          <a:xfrm>
            <a:off x="1778000" y="6769100"/>
            <a:ext cx="20828000" cy="3780946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 cap="small">
                <a:latin typeface="Times New Roman"/>
                <a:ea typeface="Times New Roman"/>
                <a:cs typeface="Times New Roman"/>
              </a:defRPr>
            </a:pPr>
            <a:r>
              <a:t>Result(s, a) retorna o estado resultante da execução da ação a no estado s</a:t>
            </a:r>
          </a:p>
        </p:txBody>
      </p:sp>
    </p:spTree>
    <p:extLst>
      <p:ext uri="{BB962C8B-B14F-4D97-AF65-F5344CB8AC3E}">
        <p14:creationId xmlns:p14="http://schemas.microsoft.com/office/powerpoint/2010/main" val="339907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Result(                             ,             ) =">
            <a:extLst>
              <a:ext uri="{FF2B5EF4-FFF2-40B4-BE49-F238E27FC236}">
                <a16:creationId xmlns:a16="http://schemas.microsoft.com/office/drawing/2014/main" id="{428D329C-C0AD-477D-8495-D0D1DFD6C92C}"/>
              </a:ext>
            </a:extLst>
          </p:cNvPr>
          <p:cNvSpPr>
            <a:spLocks noGrp="1"/>
          </p:cNvSpPr>
          <p:nvPr/>
        </p:nvSpPr>
        <p:spPr>
          <a:xfrm>
            <a:off x="1254374" y="1651235"/>
            <a:ext cx="20828001" cy="3780947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algn="l">
              <a:buNone/>
              <a:defRPr sz="750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Result(                             ,             ) = </a:t>
            </a:r>
          </a:p>
        </p:txBody>
      </p:sp>
      <p:sp>
        <p:nvSpPr>
          <p:cNvPr id="379" name="Square">
            <a:extLst>
              <a:ext uri="{FF2B5EF4-FFF2-40B4-BE49-F238E27FC236}">
                <a16:creationId xmlns:a16="http://schemas.microsoft.com/office/drawing/2014/main" id="{50003885-990E-46BD-8264-EB0C70656464}"/>
              </a:ext>
            </a:extLst>
          </p:cNvPr>
          <p:cNvSpPr>
            <a:spLocks noGrp="1"/>
          </p:cNvSpPr>
          <p:nvPr/>
        </p:nvSpPr>
        <p:spPr>
          <a:xfrm>
            <a:off x="4765900" y="411157"/>
            <a:ext cx="6261102" cy="6261101"/>
          </a:xfrm>
          <a:prstGeom prst="rect">
            <a:avLst/>
          </a:prstGeom>
          <a:gradFill rotWithShape="1">
            <a:gsLst>
              <a:gs pos="0">
                <a:srgbClr val="694F31"/>
              </a:gs>
              <a:gs pos="100000">
                <a:srgbClr val="675A39"/>
              </a:gs>
            </a:gsLst>
            <a:lin ang="3066645" scaled="0"/>
          </a:gradFill>
          <a:ln w="12700">
            <a:noFill/>
          </a:ln>
          <a:effectLst>
            <a:outerShdw blurRad="63500" dist="25400" dir="178423" rotWithShape="0">
              <a:srgbClr val="FFFFFF">
                <a:alpha val="50000"/>
              </a:srgbClr>
            </a:outerShdw>
          </a:effectLst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80" name="5">
            <a:extLst>
              <a:ext uri="{FF2B5EF4-FFF2-40B4-BE49-F238E27FC236}">
                <a16:creationId xmlns:a16="http://schemas.microsoft.com/office/drawing/2014/main" id="{BCDCB5E1-FB9E-4878-ABE5-31AA19B052E0}"/>
              </a:ext>
            </a:extLst>
          </p:cNvPr>
          <p:cNvSpPr>
            <a:spLocks noGrp="1"/>
          </p:cNvSpPr>
          <p:nvPr/>
        </p:nvSpPr>
        <p:spPr>
          <a:xfrm>
            <a:off x="7968843" y="643200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381" name="7">
            <a:extLst>
              <a:ext uri="{FF2B5EF4-FFF2-40B4-BE49-F238E27FC236}">
                <a16:creationId xmlns:a16="http://schemas.microsoft.com/office/drawing/2014/main" id="{87B0C918-0855-4C36-95AB-6EA2D63CE4C7}"/>
              </a:ext>
            </a:extLst>
          </p:cNvPr>
          <p:cNvSpPr>
            <a:spLocks noGrp="1"/>
          </p:cNvSpPr>
          <p:nvPr/>
        </p:nvSpPr>
        <p:spPr>
          <a:xfrm>
            <a:off x="9459828" y="643200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382" name="4">
            <a:extLst>
              <a:ext uri="{FF2B5EF4-FFF2-40B4-BE49-F238E27FC236}">
                <a16:creationId xmlns:a16="http://schemas.microsoft.com/office/drawing/2014/main" id="{5FE79613-4243-4641-93DC-D68BA665A6A6}"/>
              </a:ext>
            </a:extLst>
          </p:cNvPr>
          <p:cNvSpPr>
            <a:spLocks noGrp="1"/>
          </p:cNvSpPr>
          <p:nvPr/>
        </p:nvSpPr>
        <p:spPr>
          <a:xfrm>
            <a:off x="6477857" y="643200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383" name="2">
            <a:extLst>
              <a:ext uri="{FF2B5EF4-FFF2-40B4-BE49-F238E27FC236}">
                <a16:creationId xmlns:a16="http://schemas.microsoft.com/office/drawing/2014/main" id="{9942FFF3-B741-4433-A057-E1EFA59D1D45}"/>
              </a:ext>
            </a:extLst>
          </p:cNvPr>
          <p:cNvSpPr>
            <a:spLocks noGrp="1"/>
          </p:cNvSpPr>
          <p:nvPr/>
        </p:nvSpPr>
        <p:spPr>
          <a:xfrm>
            <a:off x="4986872" y="643200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384" name="1">
            <a:extLst>
              <a:ext uri="{FF2B5EF4-FFF2-40B4-BE49-F238E27FC236}">
                <a16:creationId xmlns:a16="http://schemas.microsoft.com/office/drawing/2014/main" id="{4C3F9AAD-E92E-4779-AD4F-BE6B58C73520}"/>
              </a:ext>
            </a:extLst>
          </p:cNvPr>
          <p:cNvSpPr>
            <a:spLocks noGrp="1"/>
          </p:cNvSpPr>
          <p:nvPr/>
        </p:nvSpPr>
        <p:spPr>
          <a:xfrm>
            <a:off x="7968843" y="2126804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385" name="11">
            <a:extLst>
              <a:ext uri="{FF2B5EF4-FFF2-40B4-BE49-F238E27FC236}">
                <a16:creationId xmlns:a16="http://schemas.microsoft.com/office/drawing/2014/main" id="{DA9F5C67-1DE8-4909-9C32-E8B484540A94}"/>
              </a:ext>
            </a:extLst>
          </p:cNvPr>
          <p:cNvSpPr>
            <a:spLocks noGrp="1"/>
          </p:cNvSpPr>
          <p:nvPr/>
        </p:nvSpPr>
        <p:spPr>
          <a:xfrm>
            <a:off x="9459828" y="2126804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386" name="3">
            <a:extLst>
              <a:ext uri="{FF2B5EF4-FFF2-40B4-BE49-F238E27FC236}">
                <a16:creationId xmlns:a16="http://schemas.microsoft.com/office/drawing/2014/main" id="{FC0F2C55-9AE4-4F8F-95E9-AA142E24E3EE}"/>
              </a:ext>
            </a:extLst>
          </p:cNvPr>
          <p:cNvSpPr>
            <a:spLocks noGrp="1"/>
          </p:cNvSpPr>
          <p:nvPr/>
        </p:nvSpPr>
        <p:spPr>
          <a:xfrm>
            <a:off x="6477857" y="2126804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387" name="8">
            <a:extLst>
              <a:ext uri="{FF2B5EF4-FFF2-40B4-BE49-F238E27FC236}">
                <a16:creationId xmlns:a16="http://schemas.microsoft.com/office/drawing/2014/main" id="{64AD782A-B515-4E67-A765-02157BAD278C}"/>
              </a:ext>
            </a:extLst>
          </p:cNvPr>
          <p:cNvSpPr>
            <a:spLocks noGrp="1"/>
          </p:cNvSpPr>
          <p:nvPr/>
        </p:nvSpPr>
        <p:spPr>
          <a:xfrm>
            <a:off x="4986872" y="2126804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388" name="12">
            <a:extLst>
              <a:ext uri="{FF2B5EF4-FFF2-40B4-BE49-F238E27FC236}">
                <a16:creationId xmlns:a16="http://schemas.microsoft.com/office/drawing/2014/main" id="{B78A20B2-D654-4F9A-9BA3-C99AC5F0D85C}"/>
              </a:ext>
            </a:extLst>
          </p:cNvPr>
          <p:cNvSpPr>
            <a:spLocks noGrp="1"/>
          </p:cNvSpPr>
          <p:nvPr/>
        </p:nvSpPr>
        <p:spPr>
          <a:xfrm>
            <a:off x="9459828" y="3610409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12</a:t>
            </a:r>
          </a:p>
        </p:txBody>
      </p:sp>
      <p:sp>
        <p:nvSpPr>
          <p:cNvPr id="389" name="10">
            <a:extLst>
              <a:ext uri="{FF2B5EF4-FFF2-40B4-BE49-F238E27FC236}">
                <a16:creationId xmlns:a16="http://schemas.microsoft.com/office/drawing/2014/main" id="{A8B9851B-5F7D-469B-8E8F-B4D7BDDD5EEE}"/>
              </a:ext>
            </a:extLst>
          </p:cNvPr>
          <p:cNvSpPr>
            <a:spLocks noGrp="1"/>
          </p:cNvSpPr>
          <p:nvPr/>
        </p:nvSpPr>
        <p:spPr>
          <a:xfrm>
            <a:off x="7968843" y="3610409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390" name="6">
            <a:extLst>
              <a:ext uri="{FF2B5EF4-FFF2-40B4-BE49-F238E27FC236}">
                <a16:creationId xmlns:a16="http://schemas.microsoft.com/office/drawing/2014/main" id="{3DD10DED-383F-44C3-B6A9-6AAC0739EA9D}"/>
              </a:ext>
            </a:extLst>
          </p:cNvPr>
          <p:cNvSpPr>
            <a:spLocks noGrp="1"/>
          </p:cNvSpPr>
          <p:nvPr/>
        </p:nvSpPr>
        <p:spPr>
          <a:xfrm>
            <a:off x="6477857" y="3610409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391" name="14">
            <a:extLst>
              <a:ext uri="{FF2B5EF4-FFF2-40B4-BE49-F238E27FC236}">
                <a16:creationId xmlns:a16="http://schemas.microsoft.com/office/drawing/2014/main" id="{F7710EBB-AB13-4B62-BC97-33ADA6EBA9ED}"/>
              </a:ext>
            </a:extLst>
          </p:cNvPr>
          <p:cNvSpPr>
            <a:spLocks noGrp="1"/>
          </p:cNvSpPr>
          <p:nvPr/>
        </p:nvSpPr>
        <p:spPr>
          <a:xfrm>
            <a:off x="4986872" y="3610409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14</a:t>
            </a:r>
          </a:p>
        </p:txBody>
      </p:sp>
      <p:sp>
        <p:nvSpPr>
          <p:cNvPr id="392" name="15">
            <a:extLst>
              <a:ext uri="{FF2B5EF4-FFF2-40B4-BE49-F238E27FC236}">
                <a16:creationId xmlns:a16="http://schemas.microsoft.com/office/drawing/2014/main" id="{D4B4E13A-7B27-40D4-8D69-C25EEB82DEBD}"/>
              </a:ext>
            </a:extLst>
          </p:cNvPr>
          <p:cNvSpPr>
            <a:spLocks noGrp="1"/>
          </p:cNvSpPr>
          <p:nvPr/>
        </p:nvSpPr>
        <p:spPr>
          <a:xfrm>
            <a:off x="7968843" y="5094013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15</a:t>
            </a:r>
          </a:p>
        </p:txBody>
      </p:sp>
      <p:sp>
        <p:nvSpPr>
          <p:cNvPr id="393" name="13">
            <a:extLst>
              <a:ext uri="{FF2B5EF4-FFF2-40B4-BE49-F238E27FC236}">
                <a16:creationId xmlns:a16="http://schemas.microsoft.com/office/drawing/2014/main" id="{6B8C2733-9000-4E39-BBD5-71DBB09A26DA}"/>
              </a:ext>
            </a:extLst>
          </p:cNvPr>
          <p:cNvSpPr>
            <a:spLocks noGrp="1"/>
          </p:cNvSpPr>
          <p:nvPr/>
        </p:nvSpPr>
        <p:spPr>
          <a:xfrm>
            <a:off x="6477857" y="5094013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13</a:t>
            </a:r>
          </a:p>
        </p:txBody>
      </p:sp>
      <p:sp>
        <p:nvSpPr>
          <p:cNvPr id="394" name="9">
            <a:extLst>
              <a:ext uri="{FF2B5EF4-FFF2-40B4-BE49-F238E27FC236}">
                <a16:creationId xmlns:a16="http://schemas.microsoft.com/office/drawing/2014/main" id="{48178462-FE23-491F-BB86-6078424B0426}"/>
              </a:ext>
            </a:extLst>
          </p:cNvPr>
          <p:cNvSpPr>
            <a:spLocks noGrp="1"/>
          </p:cNvSpPr>
          <p:nvPr/>
        </p:nvSpPr>
        <p:spPr>
          <a:xfrm>
            <a:off x="4986872" y="5094013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396" name="Square">
            <a:extLst>
              <a:ext uri="{FF2B5EF4-FFF2-40B4-BE49-F238E27FC236}">
                <a16:creationId xmlns:a16="http://schemas.microsoft.com/office/drawing/2014/main" id="{382F3360-36B2-4B8B-88C4-29437AF3A964}"/>
              </a:ext>
            </a:extLst>
          </p:cNvPr>
          <p:cNvSpPr>
            <a:spLocks noGrp="1"/>
          </p:cNvSpPr>
          <p:nvPr/>
        </p:nvSpPr>
        <p:spPr>
          <a:xfrm>
            <a:off x="13270757" y="3135794"/>
            <a:ext cx="1190003" cy="1190003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12000" b="0">
                <a:latin typeface="Consolas"/>
                <a:ea typeface="Consolas"/>
                <a:cs typeface="Consolas"/>
              </a:defRPr>
            </a:pPr>
            <a:endParaRPr/>
          </a:p>
        </p:txBody>
      </p:sp>
      <p:sp>
        <p:nvSpPr>
          <p:cNvPr id="397" name="Arrow">
            <a:extLst>
              <a:ext uri="{FF2B5EF4-FFF2-40B4-BE49-F238E27FC236}">
                <a16:creationId xmlns:a16="http://schemas.microsoft.com/office/drawing/2014/main" id="{CE1F7B6B-F6F1-422F-A412-391FD6095AD8}"/>
              </a:ext>
            </a:extLst>
          </p:cNvPr>
          <p:cNvSpPr>
            <a:spLocks noGrp="1"/>
          </p:cNvSpPr>
          <p:nvPr/>
        </p:nvSpPr>
        <p:spPr>
          <a:xfrm>
            <a:off x="12063624" y="3463321"/>
            <a:ext cx="1346200" cy="534947"/>
          </a:xfrm>
          <a:prstGeom prst="rightArrow">
            <a:avLst>
              <a:gd name="adj1" fmla="val 44067"/>
              <a:gd name="adj2" fmla="val 63623"/>
            </a:avLst>
          </a:prstGeom>
          <a:solidFill>
            <a:schemeClr val="accent4">
              <a:lumOff val="101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99" name="Square">
            <a:extLst>
              <a:ext uri="{FF2B5EF4-FFF2-40B4-BE49-F238E27FC236}">
                <a16:creationId xmlns:a16="http://schemas.microsoft.com/office/drawing/2014/main" id="{DBABDF0F-51E7-46F0-A758-5AF95F363626}"/>
              </a:ext>
            </a:extLst>
          </p:cNvPr>
          <p:cNvSpPr>
            <a:spLocks noGrp="1"/>
          </p:cNvSpPr>
          <p:nvPr/>
        </p:nvSpPr>
        <p:spPr>
          <a:xfrm>
            <a:off x="16285652" y="411157"/>
            <a:ext cx="6261102" cy="6261101"/>
          </a:xfrm>
          <a:prstGeom prst="rect">
            <a:avLst/>
          </a:prstGeom>
          <a:gradFill rotWithShape="1">
            <a:gsLst>
              <a:gs pos="0">
                <a:srgbClr val="694F31"/>
              </a:gs>
              <a:gs pos="100000">
                <a:srgbClr val="675A39"/>
              </a:gs>
            </a:gsLst>
            <a:lin ang="3066645" scaled="0"/>
          </a:gradFill>
          <a:ln w="12700">
            <a:noFill/>
          </a:ln>
          <a:effectLst>
            <a:outerShdw blurRad="63500" dist="25400" dir="178423" rotWithShape="0">
              <a:srgbClr val="FFFFFF">
                <a:alpha val="50000"/>
              </a:srgbClr>
            </a:outerShdw>
          </a:effectLst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400" name="5">
            <a:extLst>
              <a:ext uri="{FF2B5EF4-FFF2-40B4-BE49-F238E27FC236}">
                <a16:creationId xmlns:a16="http://schemas.microsoft.com/office/drawing/2014/main" id="{A2687C0E-58C1-405C-9699-EA0864002A65}"/>
              </a:ext>
            </a:extLst>
          </p:cNvPr>
          <p:cNvSpPr>
            <a:spLocks noGrp="1"/>
          </p:cNvSpPr>
          <p:nvPr/>
        </p:nvSpPr>
        <p:spPr>
          <a:xfrm>
            <a:off x="19488595" y="643200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401" name="7">
            <a:extLst>
              <a:ext uri="{FF2B5EF4-FFF2-40B4-BE49-F238E27FC236}">
                <a16:creationId xmlns:a16="http://schemas.microsoft.com/office/drawing/2014/main" id="{D1E9D46D-CC9E-4C14-8188-60A946F1AA6A}"/>
              </a:ext>
            </a:extLst>
          </p:cNvPr>
          <p:cNvSpPr>
            <a:spLocks noGrp="1"/>
          </p:cNvSpPr>
          <p:nvPr/>
        </p:nvSpPr>
        <p:spPr>
          <a:xfrm>
            <a:off x="20979580" y="643200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402" name="4">
            <a:extLst>
              <a:ext uri="{FF2B5EF4-FFF2-40B4-BE49-F238E27FC236}">
                <a16:creationId xmlns:a16="http://schemas.microsoft.com/office/drawing/2014/main" id="{185DB582-8595-4F33-8845-095FB6C573EA}"/>
              </a:ext>
            </a:extLst>
          </p:cNvPr>
          <p:cNvSpPr>
            <a:spLocks noGrp="1"/>
          </p:cNvSpPr>
          <p:nvPr/>
        </p:nvSpPr>
        <p:spPr>
          <a:xfrm>
            <a:off x="17997609" y="643200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403" name="2">
            <a:extLst>
              <a:ext uri="{FF2B5EF4-FFF2-40B4-BE49-F238E27FC236}">
                <a16:creationId xmlns:a16="http://schemas.microsoft.com/office/drawing/2014/main" id="{FD339202-C6A3-4364-B500-63347DDAE3CA}"/>
              </a:ext>
            </a:extLst>
          </p:cNvPr>
          <p:cNvSpPr>
            <a:spLocks noGrp="1"/>
          </p:cNvSpPr>
          <p:nvPr/>
        </p:nvSpPr>
        <p:spPr>
          <a:xfrm>
            <a:off x="16506624" y="643200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404" name="1">
            <a:extLst>
              <a:ext uri="{FF2B5EF4-FFF2-40B4-BE49-F238E27FC236}">
                <a16:creationId xmlns:a16="http://schemas.microsoft.com/office/drawing/2014/main" id="{56E9B4F5-2FC6-4E56-8411-28271CCFBE3C}"/>
              </a:ext>
            </a:extLst>
          </p:cNvPr>
          <p:cNvSpPr>
            <a:spLocks noGrp="1"/>
          </p:cNvSpPr>
          <p:nvPr/>
        </p:nvSpPr>
        <p:spPr>
          <a:xfrm>
            <a:off x="19488595" y="2126804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405" name="11">
            <a:extLst>
              <a:ext uri="{FF2B5EF4-FFF2-40B4-BE49-F238E27FC236}">
                <a16:creationId xmlns:a16="http://schemas.microsoft.com/office/drawing/2014/main" id="{908B6CC5-D41D-411E-BDB3-2E67D9F526C9}"/>
              </a:ext>
            </a:extLst>
          </p:cNvPr>
          <p:cNvSpPr>
            <a:spLocks noGrp="1"/>
          </p:cNvSpPr>
          <p:nvPr/>
        </p:nvSpPr>
        <p:spPr>
          <a:xfrm>
            <a:off x="20979580" y="2126804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406" name="3">
            <a:extLst>
              <a:ext uri="{FF2B5EF4-FFF2-40B4-BE49-F238E27FC236}">
                <a16:creationId xmlns:a16="http://schemas.microsoft.com/office/drawing/2014/main" id="{6A7523AE-084F-4D56-A311-7F4D8C6CF0A6}"/>
              </a:ext>
            </a:extLst>
          </p:cNvPr>
          <p:cNvSpPr>
            <a:spLocks noGrp="1"/>
          </p:cNvSpPr>
          <p:nvPr/>
        </p:nvSpPr>
        <p:spPr>
          <a:xfrm>
            <a:off x="17997609" y="2126804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407" name="8">
            <a:extLst>
              <a:ext uri="{FF2B5EF4-FFF2-40B4-BE49-F238E27FC236}">
                <a16:creationId xmlns:a16="http://schemas.microsoft.com/office/drawing/2014/main" id="{B4268639-A9A7-4B9E-A132-24D33E0DE5D1}"/>
              </a:ext>
            </a:extLst>
          </p:cNvPr>
          <p:cNvSpPr>
            <a:spLocks noGrp="1"/>
          </p:cNvSpPr>
          <p:nvPr/>
        </p:nvSpPr>
        <p:spPr>
          <a:xfrm>
            <a:off x="16506624" y="2126804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408" name="12">
            <a:extLst>
              <a:ext uri="{FF2B5EF4-FFF2-40B4-BE49-F238E27FC236}">
                <a16:creationId xmlns:a16="http://schemas.microsoft.com/office/drawing/2014/main" id="{0DDBB001-E7F8-41E8-99E5-260859F15541}"/>
              </a:ext>
            </a:extLst>
          </p:cNvPr>
          <p:cNvSpPr>
            <a:spLocks noGrp="1"/>
          </p:cNvSpPr>
          <p:nvPr/>
        </p:nvSpPr>
        <p:spPr>
          <a:xfrm>
            <a:off x="20979580" y="3610409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12</a:t>
            </a:r>
          </a:p>
        </p:txBody>
      </p:sp>
      <p:sp>
        <p:nvSpPr>
          <p:cNvPr id="409" name="10">
            <a:extLst>
              <a:ext uri="{FF2B5EF4-FFF2-40B4-BE49-F238E27FC236}">
                <a16:creationId xmlns:a16="http://schemas.microsoft.com/office/drawing/2014/main" id="{804EE149-70CA-4800-A74B-0A965CA8ACEF}"/>
              </a:ext>
            </a:extLst>
          </p:cNvPr>
          <p:cNvSpPr>
            <a:spLocks noGrp="1"/>
          </p:cNvSpPr>
          <p:nvPr/>
        </p:nvSpPr>
        <p:spPr>
          <a:xfrm>
            <a:off x="19488595" y="3610409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410" name="6">
            <a:extLst>
              <a:ext uri="{FF2B5EF4-FFF2-40B4-BE49-F238E27FC236}">
                <a16:creationId xmlns:a16="http://schemas.microsoft.com/office/drawing/2014/main" id="{9D6E6D9F-1112-46A5-B562-BDB44DD332BE}"/>
              </a:ext>
            </a:extLst>
          </p:cNvPr>
          <p:cNvSpPr>
            <a:spLocks noGrp="1"/>
          </p:cNvSpPr>
          <p:nvPr/>
        </p:nvSpPr>
        <p:spPr>
          <a:xfrm>
            <a:off x="17997609" y="3610409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411" name="14">
            <a:extLst>
              <a:ext uri="{FF2B5EF4-FFF2-40B4-BE49-F238E27FC236}">
                <a16:creationId xmlns:a16="http://schemas.microsoft.com/office/drawing/2014/main" id="{FC7F47F3-7F98-46BD-A715-D55F8FCDA7E8}"/>
              </a:ext>
            </a:extLst>
          </p:cNvPr>
          <p:cNvSpPr>
            <a:spLocks noGrp="1"/>
          </p:cNvSpPr>
          <p:nvPr/>
        </p:nvSpPr>
        <p:spPr>
          <a:xfrm>
            <a:off x="16506624" y="3610409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14</a:t>
            </a:r>
          </a:p>
        </p:txBody>
      </p:sp>
      <p:sp>
        <p:nvSpPr>
          <p:cNvPr id="412" name="15">
            <a:extLst>
              <a:ext uri="{FF2B5EF4-FFF2-40B4-BE49-F238E27FC236}">
                <a16:creationId xmlns:a16="http://schemas.microsoft.com/office/drawing/2014/main" id="{CD067AF1-E7D1-4937-A0F0-4DFE1061765C}"/>
              </a:ext>
            </a:extLst>
          </p:cNvPr>
          <p:cNvSpPr>
            <a:spLocks noGrp="1"/>
          </p:cNvSpPr>
          <p:nvPr/>
        </p:nvSpPr>
        <p:spPr>
          <a:xfrm>
            <a:off x="20979580" y="5094013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15</a:t>
            </a:r>
          </a:p>
        </p:txBody>
      </p:sp>
      <p:sp>
        <p:nvSpPr>
          <p:cNvPr id="413" name="13">
            <a:extLst>
              <a:ext uri="{FF2B5EF4-FFF2-40B4-BE49-F238E27FC236}">
                <a16:creationId xmlns:a16="http://schemas.microsoft.com/office/drawing/2014/main" id="{934187D7-34DB-4E9A-A1FC-A314C13049D2}"/>
              </a:ext>
            </a:extLst>
          </p:cNvPr>
          <p:cNvSpPr>
            <a:spLocks noGrp="1"/>
          </p:cNvSpPr>
          <p:nvPr/>
        </p:nvSpPr>
        <p:spPr>
          <a:xfrm>
            <a:off x="17997609" y="5094013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13</a:t>
            </a:r>
          </a:p>
        </p:txBody>
      </p:sp>
      <p:sp>
        <p:nvSpPr>
          <p:cNvPr id="414" name="9">
            <a:extLst>
              <a:ext uri="{FF2B5EF4-FFF2-40B4-BE49-F238E27FC236}">
                <a16:creationId xmlns:a16="http://schemas.microsoft.com/office/drawing/2014/main" id="{5F4AA641-38DD-4186-9B46-E2BB854230AE}"/>
              </a:ext>
            </a:extLst>
          </p:cNvPr>
          <p:cNvSpPr>
            <a:spLocks noGrp="1"/>
          </p:cNvSpPr>
          <p:nvPr/>
        </p:nvSpPr>
        <p:spPr>
          <a:xfrm>
            <a:off x="16506624" y="5094013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416" name="Result(                             ,             ) =">
            <a:extLst>
              <a:ext uri="{FF2B5EF4-FFF2-40B4-BE49-F238E27FC236}">
                <a16:creationId xmlns:a16="http://schemas.microsoft.com/office/drawing/2014/main" id="{5E36F909-A1F2-4FE6-81DB-AAA789929E43}"/>
              </a:ext>
            </a:extLst>
          </p:cNvPr>
          <p:cNvSpPr>
            <a:spLocks noGrp="1"/>
          </p:cNvSpPr>
          <p:nvPr/>
        </p:nvSpPr>
        <p:spPr>
          <a:xfrm>
            <a:off x="1225284" y="8341999"/>
            <a:ext cx="20828001" cy="3780947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algn="l">
              <a:buNone/>
              <a:defRPr sz="750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Result(                             ,             ) = </a:t>
            </a:r>
          </a:p>
        </p:txBody>
      </p:sp>
      <p:sp>
        <p:nvSpPr>
          <p:cNvPr id="417" name="Square">
            <a:extLst>
              <a:ext uri="{FF2B5EF4-FFF2-40B4-BE49-F238E27FC236}">
                <a16:creationId xmlns:a16="http://schemas.microsoft.com/office/drawing/2014/main" id="{A2AE5464-F490-42BE-B98D-0206C65F9C7C}"/>
              </a:ext>
            </a:extLst>
          </p:cNvPr>
          <p:cNvSpPr>
            <a:spLocks noGrp="1"/>
          </p:cNvSpPr>
          <p:nvPr/>
        </p:nvSpPr>
        <p:spPr>
          <a:xfrm>
            <a:off x="4736810" y="7101922"/>
            <a:ext cx="6261101" cy="6261101"/>
          </a:xfrm>
          <a:prstGeom prst="rect">
            <a:avLst/>
          </a:prstGeom>
          <a:gradFill rotWithShape="1">
            <a:gsLst>
              <a:gs pos="0">
                <a:srgbClr val="694F31"/>
              </a:gs>
              <a:gs pos="100000">
                <a:srgbClr val="675A39"/>
              </a:gs>
            </a:gsLst>
            <a:lin ang="3066645" scaled="0"/>
          </a:gradFill>
          <a:ln w="12700">
            <a:noFill/>
          </a:ln>
          <a:effectLst>
            <a:outerShdw blurRad="63500" dist="25400" dir="178423" rotWithShape="0">
              <a:srgbClr val="FFFFFF">
                <a:alpha val="50000"/>
              </a:srgbClr>
            </a:outerShdw>
          </a:effectLst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418" name="5">
            <a:extLst>
              <a:ext uri="{FF2B5EF4-FFF2-40B4-BE49-F238E27FC236}">
                <a16:creationId xmlns:a16="http://schemas.microsoft.com/office/drawing/2014/main" id="{6E1F6C6D-6F38-421F-A865-3F20D65F444E}"/>
              </a:ext>
            </a:extLst>
          </p:cNvPr>
          <p:cNvSpPr>
            <a:spLocks noGrp="1"/>
          </p:cNvSpPr>
          <p:nvPr/>
        </p:nvSpPr>
        <p:spPr>
          <a:xfrm>
            <a:off x="7939752" y="7333965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419" name="7">
            <a:extLst>
              <a:ext uri="{FF2B5EF4-FFF2-40B4-BE49-F238E27FC236}">
                <a16:creationId xmlns:a16="http://schemas.microsoft.com/office/drawing/2014/main" id="{E6C5A04E-BDFA-4172-B3BF-60CB94501738}"/>
              </a:ext>
            </a:extLst>
          </p:cNvPr>
          <p:cNvSpPr>
            <a:spLocks noGrp="1"/>
          </p:cNvSpPr>
          <p:nvPr/>
        </p:nvSpPr>
        <p:spPr>
          <a:xfrm>
            <a:off x="9430737" y="7333965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420" name="4">
            <a:extLst>
              <a:ext uri="{FF2B5EF4-FFF2-40B4-BE49-F238E27FC236}">
                <a16:creationId xmlns:a16="http://schemas.microsoft.com/office/drawing/2014/main" id="{BFCB268F-B6E6-4BA0-977A-CD8B2395F71A}"/>
              </a:ext>
            </a:extLst>
          </p:cNvPr>
          <p:cNvSpPr>
            <a:spLocks noGrp="1"/>
          </p:cNvSpPr>
          <p:nvPr/>
        </p:nvSpPr>
        <p:spPr>
          <a:xfrm>
            <a:off x="6448767" y="7333965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421" name="2">
            <a:extLst>
              <a:ext uri="{FF2B5EF4-FFF2-40B4-BE49-F238E27FC236}">
                <a16:creationId xmlns:a16="http://schemas.microsoft.com/office/drawing/2014/main" id="{86B1F8A2-044D-4D1C-A606-12DFEEA6480A}"/>
              </a:ext>
            </a:extLst>
          </p:cNvPr>
          <p:cNvSpPr>
            <a:spLocks noGrp="1"/>
          </p:cNvSpPr>
          <p:nvPr/>
        </p:nvSpPr>
        <p:spPr>
          <a:xfrm>
            <a:off x="4957782" y="7333965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422" name="1">
            <a:extLst>
              <a:ext uri="{FF2B5EF4-FFF2-40B4-BE49-F238E27FC236}">
                <a16:creationId xmlns:a16="http://schemas.microsoft.com/office/drawing/2014/main" id="{48B2D18A-FFAD-4788-91D4-D6275C4BD7BE}"/>
              </a:ext>
            </a:extLst>
          </p:cNvPr>
          <p:cNvSpPr>
            <a:spLocks noGrp="1"/>
          </p:cNvSpPr>
          <p:nvPr/>
        </p:nvSpPr>
        <p:spPr>
          <a:xfrm>
            <a:off x="7939752" y="8817569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423" name="11">
            <a:extLst>
              <a:ext uri="{FF2B5EF4-FFF2-40B4-BE49-F238E27FC236}">
                <a16:creationId xmlns:a16="http://schemas.microsoft.com/office/drawing/2014/main" id="{D84E2FD7-E3C9-4E18-A9E8-6657612A2694}"/>
              </a:ext>
            </a:extLst>
          </p:cNvPr>
          <p:cNvSpPr>
            <a:spLocks noGrp="1"/>
          </p:cNvSpPr>
          <p:nvPr/>
        </p:nvSpPr>
        <p:spPr>
          <a:xfrm>
            <a:off x="9430737" y="8817569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424" name="3">
            <a:extLst>
              <a:ext uri="{FF2B5EF4-FFF2-40B4-BE49-F238E27FC236}">
                <a16:creationId xmlns:a16="http://schemas.microsoft.com/office/drawing/2014/main" id="{7B9FFE17-0EB8-4B69-BA84-2AA0E10C91E2}"/>
              </a:ext>
            </a:extLst>
          </p:cNvPr>
          <p:cNvSpPr>
            <a:spLocks noGrp="1"/>
          </p:cNvSpPr>
          <p:nvPr/>
        </p:nvSpPr>
        <p:spPr>
          <a:xfrm>
            <a:off x="6448767" y="8817569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425" name="8">
            <a:extLst>
              <a:ext uri="{FF2B5EF4-FFF2-40B4-BE49-F238E27FC236}">
                <a16:creationId xmlns:a16="http://schemas.microsoft.com/office/drawing/2014/main" id="{7AE0C027-A1FF-4056-9E50-5D98E5684486}"/>
              </a:ext>
            </a:extLst>
          </p:cNvPr>
          <p:cNvSpPr>
            <a:spLocks noGrp="1"/>
          </p:cNvSpPr>
          <p:nvPr/>
        </p:nvSpPr>
        <p:spPr>
          <a:xfrm>
            <a:off x="4957782" y="8817569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426" name="12">
            <a:extLst>
              <a:ext uri="{FF2B5EF4-FFF2-40B4-BE49-F238E27FC236}">
                <a16:creationId xmlns:a16="http://schemas.microsoft.com/office/drawing/2014/main" id="{0F5A2065-9A9B-4AD8-BA82-4F25E70DC9B6}"/>
              </a:ext>
            </a:extLst>
          </p:cNvPr>
          <p:cNvSpPr>
            <a:spLocks noGrp="1"/>
          </p:cNvSpPr>
          <p:nvPr/>
        </p:nvSpPr>
        <p:spPr>
          <a:xfrm>
            <a:off x="9430737" y="10301174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12</a:t>
            </a:r>
          </a:p>
        </p:txBody>
      </p:sp>
      <p:sp>
        <p:nvSpPr>
          <p:cNvPr id="427" name="10">
            <a:extLst>
              <a:ext uri="{FF2B5EF4-FFF2-40B4-BE49-F238E27FC236}">
                <a16:creationId xmlns:a16="http://schemas.microsoft.com/office/drawing/2014/main" id="{1A7D15C2-D1C4-400D-85D2-7443A6D8CB2D}"/>
              </a:ext>
            </a:extLst>
          </p:cNvPr>
          <p:cNvSpPr>
            <a:spLocks noGrp="1"/>
          </p:cNvSpPr>
          <p:nvPr/>
        </p:nvSpPr>
        <p:spPr>
          <a:xfrm>
            <a:off x="7939752" y="10301174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428" name="6">
            <a:extLst>
              <a:ext uri="{FF2B5EF4-FFF2-40B4-BE49-F238E27FC236}">
                <a16:creationId xmlns:a16="http://schemas.microsoft.com/office/drawing/2014/main" id="{C0AD7DF4-8639-4EBD-9425-DA2816886003}"/>
              </a:ext>
            </a:extLst>
          </p:cNvPr>
          <p:cNvSpPr>
            <a:spLocks noGrp="1"/>
          </p:cNvSpPr>
          <p:nvPr/>
        </p:nvSpPr>
        <p:spPr>
          <a:xfrm>
            <a:off x="6448767" y="10301174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429" name="14">
            <a:extLst>
              <a:ext uri="{FF2B5EF4-FFF2-40B4-BE49-F238E27FC236}">
                <a16:creationId xmlns:a16="http://schemas.microsoft.com/office/drawing/2014/main" id="{418ACD14-2886-4E99-9B91-30BB729381B2}"/>
              </a:ext>
            </a:extLst>
          </p:cNvPr>
          <p:cNvSpPr>
            <a:spLocks noGrp="1"/>
          </p:cNvSpPr>
          <p:nvPr/>
        </p:nvSpPr>
        <p:spPr>
          <a:xfrm>
            <a:off x="4957782" y="10301174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14</a:t>
            </a:r>
          </a:p>
        </p:txBody>
      </p:sp>
      <p:sp>
        <p:nvSpPr>
          <p:cNvPr id="430" name="15">
            <a:extLst>
              <a:ext uri="{FF2B5EF4-FFF2-40B4-BE49-F238E27FC236}">
                <a16:creationId xmlns:a16="http://schemas.microsoft.com/office/drawing/2014/main" id="{C4E1C0FF-479B-456A-99F1-EBAA39582226}"/>
              </a:ext>
            </a:extLst>
          </p:cNvPr>
          <p:cNvSpPr>
            <a:spLocks noGrp="1"/>
          </p:cNvSpPr>
          <p:nvPr/>
        </p:nvSpPr>
        <p:spPr>
          <a:xfrm>
            <a:off x="7939752" y="11784778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15</a:t>
            </a:r>
          </a:p>
        </p:txBody>
      </p:sp>
      <p:sp>
        <p:nvSpPr>
          <p:cNvPr id="431" name="13">
            <a:extLst>
              <a:ext uri="{FF2B5EF4-FFF2-40B4-BE49-F238E27FC236}">
                <a16:creationId xmlns:a16="http://schemas.microsoft.com/office/drawing/2014/main" id="{6BE05EA9-D171-45EE-AF30-C6719D20EF12}"/>
              </a:ext>
            </a:extLst>
          </p:cNvPr>
          <p:cNvSpPr>
            <a:spLocks noGrp="1"/>
          </p:cNvSpPr>
          <p:nvPr/>
        </p:nvSpPr>
        <p:spPr>
          <a:xfrm>
            <a:off x="6448767" y="11784778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13</a:t>
            </a:r>
          </a:p>
        </p:txBody>
      </p:sp>
      <p:sp>
        <p:nvSpPr>
          <p:cNvPr id="432" name="9">
            <a:extLst>
              <a:ext uri="{FF2B5EF4-FFF2-40B4-BE49-F238E27FC236}">
                <a16:creationId xmlns:a16="http://schemas.microsoft.com/office/drawing/2014/main" id="{16624953-A186-42CC-9476-8F481B8AD47E}"/>
              </a:ext>
            </a:extLst>
          </p:cNvPr>
          <p:cNvSpPr>
            <a:spLocks noGrp="1"/>
          </p:cNvSpPr>
          <p:nvPr/>
        </p:nvSpPr>
        <p:spPr>
          <a:xfrm>
            <a:off x="4957782" y="11784778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434" name="Square">
            <a:extLst>
              <a:ext uri="{FF2B5EF4-FFF2-40B4-BE49-F238E27FC236}">
                <a16:creationId xmlns:a16="http://schemas.microsoft.com/office/drawing/2014/main" id="{51124E98-F393-4648-B7C8-531CBC2758BA}"/>
              </a:ext>
            </a:extLst>
          </p:cNvPr>
          <p:cNvSpPr>
            <a:spLocks noGrp="1"/>
          </p:cNvSpPr>
          <p:nvPr/>
        </p:nvSpPr>
        <p:spPr>
          <a:xfrm>
            <a:off x="12805312" y="10243781"/>
            <a:ext cx="1190004" cy="1190003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12000" b="0">
                <a:latin typeface="Consolas"/>
                <a:ea typeface="Consolas"/>
                <a:cs typeface="Consolas"/>
              </a:defRPr>
            </a:pPr>
            <a:endParaRPr/>
          </a:p>
        </p:txBody>
      </p:sp>
      <p:sp>
        <p:nvSpPr>
          <p:cNvPr id="435" name="Arrow">
            <a:extLst>
              <a:ext uri="{FF2B5EF4-FFF2-40B4-BE49-F238E27FC236}">
                <a16:creationId xmlns:a16="http://schemas.microsoft.com/office/drawing/2014/main" id="{BC9D159E-AF4C-491C-842D-D5F5B77C1481}"/>
              </a:ext>
            </a:extLst>
          </p:cNvPr>
          <p:cNvSpPr>
            <a:spLocks noGrp="1"/>
          </p:cNvSpPr>
          <p:nvPr/>
        </p:nvSpPr>
        <p:spPr>
          <a:xfrm rot="5400000">
            <a:off x="12727212" y="9436788"/>
            <a:ext cx="1346203" cy="534946"/>
          </a:xfrm>
          <a:prstGeom prst="rightArrow">
            <a:avLst>
              <a:gd name="adj1" fmla="val 44067"/>
              <a:gd name="adj2" fmla="val 63623"/>
            </a:avLst>
          </a:prstGeom>
          <a:solidFill>
            <a:schemeClr val="accent4">
              <a:lumOff val="101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437" name="Square">
            <a:extLst>
              <a:ext uri="{FF2B5EF4-FFF2-40B4-BE49-F238E27FC236}">
                <a16:creationId xmlns:a16="http://schemas.microsoft.com/office/drawing/2014/main" id="{38403CD0-E050-43D1-923C-B03BCD77FF7D}"/>
              </a:ext>
            </a:extLst>
          </p:cNvPr>
          <p:cNvSpPr>
            <a:spLocks noGrp="1"/>
          </p:cNvSpPr>
          <p:nvPr/>
        </p:nvSpPr>
        <p:spPr>
          <a:xfrm>
            <a:off x="16256562" y="7101922"/>
            <a:ext cx="6261102" cy="6261101"/>
          </a:xfrm>
          <a:prstGeom prst="rect">
            <a:avLst/>
          </a:prstGeom>
          <a:gradFill rotWithShape="1">
            <a:gsLst>
              <a:gs pos="0">
                <a:srgbClr val="694F31"/>
              </a:gs>
              <a:gs pos="100000">
                <a:srgbClr val="675A39"/>
              </a:gs>
            </a:gsLst>
            <a:lin ang="3066645" scaled="0"/>
          </a:gradFill>
          <a:ln w="12700">
            <a:noFill/>
          </a:ln>
          <a:effectLst>
            <a:outerShdw blurRad="63500" dist="25400" dir="178423" rotWithShape="0">
              <a:srgbClr val="FFFFFF">
                <a:alpha val="50000"/>
              </a:srgbClr>
            </a:outerShdw>
          </a:effectLst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438" name="5">
            <a:extLst>
              <a:ext uri="{FF2B5EF4-FFF2-40B4-BE49-F238E27FC236}">
                <a16:creationId xmlns:a16="http://schemas.microsoft.com/office/drawing/2014/main" id="{F6C0B96C-3550-4E49-BBE9-10EA2AF67C19}"/>
              </a:ext>
            </a:extLst>
          </p:cNvPr>
          <p:cNvSpPr>
            <a:spLocks noGrp="1"/>
          </p:cNvSpPr>
          <p:nvPr/>
        </p:nvSpPr>
        <p:spPr>
          <a:xfrm>
            <a:off x="19459505" y="7333965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439" name="7">
            <a:extLst>
              <a:ext uri="{FF2B5EF4-FFF2-40B4-BE49-F238E27FC236}">
                <a16:creationId xmlns:a16="http://schemas.microsoft.com/office/drawing/2014/main" id="{685AD71C-498E-4506-ACCE-52E9AC2A8C7E}"/>
              </a:ext>
            </a:extLst>
          </p:cNvPr>
          <p:cNvSpPr>
            <a:spLocks noGrp="1"/>
          </p:cNvSpPr>
          <p:nvPr/>
        </p:nvSpPr>
        <p:spPr>
          <a:xfrm>
            <a:off x="20950490" y="7333965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440" name="4">
            <a:extLst>
              <a:ext uri="{FF2B5EF4-FFF2-40B4-BE49-F238E27FC236}">
                <a16:creationId xmlns:a16="http://schemas.microsoft.com/office/drawing/2014/main" id="{75A5C1FD-45AE-439A-88EB-26B2721884B2}"/>
              </a:ext>
            </a:extLst>
          </p:cNvPr>
          <p:cNvSpPr>
            <a:spLocks noGrp="1"/>
          </p:cNvSpPr>
          <p:nvPr/>
        </p:nvSpPr>
        <p:spPr>
          <a:xfrm>
            <a:off x="17968519" y="7333965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441" name="2">
            <a:extLst>
              <a:ext uri="{FF2B5EF4-FFF2-40B4-BE49-F238E27FC236}">
                <a16:creationId xmlns:a16="http://schemas.microsoft.com/office/drawing/2014/main" id="{E1A97270-B67F-4759-B1BB-7D902856E800}"/>
              </a:ext>
            </a:extLst>
          </p:cNvPr>
          <p:cNvSpPr>
            <a:spLocks noGrp="1"/>
          </p:cNvSpPr>
          <p:nvPr/>
        </p:nvSpPr>
        <p:spPr>
          <a:xfrm>
            <a:off x="16477534" y="7333965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442" name="1">
            <a:extLst>
              <a:ext uri="{FF2B5EF4-FFF2-40B4-BE49-F238E27FC236}">
                <a16:creationId xmlns:a16="http://schemas.microsoft.com/office/drawing/2014/main" id="{2D73D993-3755-4E23-83E6-476281E7FF5D}"/>
              </a:ext>
            </a:extLst>
          </p:cNvPr>
          <p:cNvSpPr>
            <a:spLocks noGrp="1"/>
          </p:cNvSpPr>
          <p:nvPr/>
        </p:nvSpPr>
        <p:spPr>
          <a:xfrm>
            <a:off x="19459505" y="8817569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443" name="11">
            <a:extLst>
              <a:ext uri="{FF2B5EF4-FFF2-40B4-BE49-F238E27FC236}">
                <a16:creationId xmlns:a16="http://schemas.microsoft.com/office/drawing/2014/main" id="{B0805B68-C04D-49A0-8258-BE4DFFC9637F}"/>
              </a:ext>
            </a:extLst>
          </p:cNvPr>
          <p:cNvSpPr>
            <a:spLocks noGrp="1"/>
          </p:cNvSpPr>
          <p:nvPr/>
        </p:nvSpPr>
        <p:spPr>
          <a:xfrm>
            <a:off x="20950490" y="8817569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444" name="3">
            <a:extLst>
              <a:ext uri="{FF2B5EF4-FFF2-40B4-BE49-F238E27FC236}">
                <a16:creationId xmlns:a16="http://schemas.microsoft.com/office/drawing/2014/main" id="{59ABD66E-FB8D-444F-81F3-544460353765}"/>
              </a:ext>
            </a:extLst>
          </p:cNvPr>
          <p:cNvSpPr>
            <a:spLocks noGrp="1"/>
          </p:cNvSpPr>
          <p:nvPr/>
        </p:nvSpPr>
        <p:spPr>
          <a:xfrm>
            <a:off x="17968519" y="8817569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445" name="8">
            <a:extLst>
              <a:ext uri="{FF2B5EF4-FFF2-40B4-BE49-F238E27FC236}">
                <a16:creationId xmlns:a16="http://schemas.microsoft.com/office/drawing/2014/main" id="{5FCEB2C8-9452-4130-BFA8-6A5896EC7447}"/>
              </a:ext>
            </a:extLst>
          </p:cNvPr>
          <p:cNvSpPr>
            <a:spLocks noGrp="1"/>
          </p:cNvSpPr>
          <p:nvPr/>
        </p:nvSpPr>
        <p:spPr>
          <a:xfrm>
            <a:off x="16477534" y="8817569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446" name="12">
            <a:extLst>
              <a:ext uri="{FF2B5EF4-FFF2-40B4-BE49-F238E27FC236}">
                <a16:creationId xmlns:a16="http://schemas.microsoft.com/office/drawing/2014/main" id="{9C6E3E2C-3662-4717-B77F-306FEDE7AE05}"/>
              </a:ext>
            </a:extLst>
          </p:cNvPr>
          <p:cNvSpPr>
            <a:spLocks noGrp="1"/>
          </p:cNvSpPr>
          <p:nvPr/>
        </p:nvSpPr>
        <p:spPr>
          <a:xfrm>
            <a:off x="20950490" y="11784778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12</a:t>
            </a:r>
          </a:p>
        </p:txBody>
      </p:sp>
      <p:sp>
        <p:nvSpPr>
          <p:cNvPr id="447" name="10">
            <a:extLst>
              <a:ext uri="{FF2B5EF4-FFF2-40B4-BE49-F238E27FC236}">
                <a16:creationId xmlns:a16="http://schemas.microsoft.com/office/drawing/2014/main" id="{1E5F4CB5-65E0-41B4-A15A-9A20CB9E4065}"/>
              </a:ext>
            </a:extLst>
          </p:cNvPr>
          <p:cNvSpPr>
            <a:spLocks noGrp="1"/>
          </p:cNvSpPr>
          <p:nvPr/>
        </p:nvSpPr>
        <p:spPr>
          <a:xfrm>
            <a:off x="19459505" y="10301174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448" name="6">
            <a:extLst>
              <a:ext uri="{FF2B5EF4-FFF2-40B4-BE49-F238E27FC236}">
                <a16:creationId xmlns:a16="http://schemas.microsoft.com/office/drawing/2014/main" id="{EECC7117-3D59-4C06-9136-C230A57E795E}"/>
              </a:ext>
            </a:extLst>
          </p:cNvPr>
          <p:cNvSpPr>
            <a:spLocks noGrp="1"/>
          </p:cNvSpPr>
          <p:nvPr/>
        </p:nvSpPr>
        <p:spPr>
          <a:xfrm>
            <a:off x="17968519" y="10301174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449" name="14">
            <a:extLst>
              <a:ext uri="{FF2B5EF4-FFF2-40B4-BE49-F238E27FC236}">
                <a16:creationId xmlns:a16="http://schemas.microsoft.com/office/drawing/2014/main" id="{6037B15E-59AE-43BB-B2C3-5433D88DD2FD}"/>
              </a:ext>
            </a:extLst>
          </p:cNvPr>
          <p:cNvSpPr>
            <a:spLocks noGrp="1"/>
          </p:cNvSpPr>
          <p:nvPr/>
        </p:nvSpPr>
        <p:spPr>
          <a:xfrm>
            <a:off x="16477534" y="10301174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14</a:t>
            </a:r>
          </a:p>
        </p:txBody>
      </p:sp>
      <p:sp>
        <p:nvSpPr>
          <p:cNvPr id="450" name="15">
            <a:extLst>
              <a:ext uri="{FF2B5EF4-FFF2-40B4-BE49-F238E27FC236}">
                <a16:creationId xmlns:a16="http://schemas.microsoft.com/office/drawing/2014/main" id="{E394C37B-E8E5-402A-BD09-605E3CECA098}"/>
              </a:ext>
            </a:extLst>
          </p:cNvPr>
          <p:cNvSpPr>
            <a:spLocks noGrp="1"/>
          </p:cNvSpPr>
          <p:nvPr/>
        </p:nvSpPr>
        <p:spPr>
          <a:xfrm>
            <a:off x="19459505" y="11784778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15</a:t>
            </a:r>
          </a:p>
        </p:txBody>
      </p:sp>
      <p:sp>
        <p:nvSpPr>
          <p:cNvPr id="451" name="13">
            <a:extLst>
              <a:ext uri="{FF2B5EF4-FFF2-40B4-BE49-F238E27FC236}">
                <a16:creationId xmlns:a16="http://schemas.microsoft.com/office/drawing/2014/main" id="{2B1C7EC2-4945-4BCE-AEC3-5611AA8CD769}"/>
              </a:ext>
            </a:extLst>
          </p:cNvPr>
          <p:cNvSpPr>
            <a:spLocks noGrp="1"/>
          </p:cNvSpPr>
          <p:nvPr/>
        </p:nvSpPr>
        <p:spPr>
          <a:xfrm>
            <a:off x="17968519" y="11784778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13</a:t>
            </a:r>
          </a:p>
        </p:txBody>
      </p:sp>
      <p:sp>
        <p:nvSpPr>
          <p:cNvPr id="452" name="9">
            <a:extLst>
              <a:ext uri="{FF2B5EF4-FFF2-40B4-BE49-F238E27FC236}">
                <a16:creationId xmlns:a16="http://schemas.microsoft.com/office/drawing/2014/main" id="{53AAE8AC-E5AD-4735-AD8D-0AAC48E33E05}"/>
              </a:ext>
            </a:extLst>
          </p:cNvPr>
          <p:cNvSpPr>
            <a:spLocks noGrp="1"/>
          </p:cNvSpPr>
          <p:nvPr/>
        </p:nvSpPr>
        <p:spPr>
          <a:xfrm>
            <a:off x="16477534" y="11784778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24543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transition model">
            <a:extLst>
              <a:ext uri="{FF2B5EF4-FFF2-40B4-BE49-F238E27FC236}">
                <a16:creationId xmlns:a16="http://schemas.microsoft.com/office/drawing/2014/main" id="{B54171CB-3F9E-45B5-8F8A-D259F3567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modelo de transição</a:t>
            </a:r>
          </a:p>
        </p:txBody>
      </p:sp>
      <p:sp>
        <p:nvSpPr>
          <p:cNvPr id="456" name="Result(                             ,             ) =">
            <a:extLst>
              <a:ext uri="{FF2B5EF4-FFF2-40B4-BE49-F238E27FC236}">
                <a16:creationId xmlns:a16="http://schemas.microsoft.com/office/drawing/2014/main" id="{D1099FED-559C-4837-92CB-3A14013E9441}"/>
              </a:ext>
            </a:extLst>
          </p:cNvPr>
          <p:cNvSpPr>
            <a:spLocks noGrp="1"/>
          </p:cNvSpPr>
          <p:nvPr/>
        </p:nvSpPr>
        <p:spPr>
          <a:xfrm>
            <a:off x="1225284" y="8341999"/>
            <a:ext cx="20828001" cy="3780947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algn="l">
              <a:buNone/>
              <a:defRPr sz="750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</a:pPr>
            <a:r>
              <a:t>Result(                             ,             ) = </a:t>
            </a:r>
          </a:p>
        </p:txBody>
      </p:sp>
      <p:sp>
        <p:nvSpPr>
          <p:cNvPr id="457" name="Square">
            <a:extLst>
              <a:ext uri="{FF2B5EF4-FFF2-40B4-BE49-F238E27FC236}">
                <a16:creationId xmlns:a16="http://schemas.microsoft.com/office/drawing/2014/main" id="{99FBC8B8-61E2-42D2-BD41-DE25A7730568}"/>
              </a:ext>
            </a:extLst>
          </p:cNvPr>
          <p:cNvSpPr>
            <a:spLocks noGrp="1"/>
          </p:cNvSpPr>
          <p:nvPr/>
        </p:nvSpPr>
        <p:spPr>
          <a:xfrm>
            <a:off x="4736810" y="7101922"/>
            <a:ext cx="6261101" cy="6261101"/>
          </a:xfrm>
          <a:prstGeom prst="rect">
            <a:avLst/>
          </a:prstGeom>
          <a:gradFill rotWithShape="1">
            <a:gsLst>
              <a:gs pos="0">
                <a:srgbClr val="694F31"/>
              </a:gs>
              <a:gs pos="100000">
                <a:srgbClr val="675A39"/>
              </a:gs>
            </a:gsLst>
            <a:lin ang="3066645" scaled="0"/>
          </a:gradFill>
          <a:ln w="12700">
            <a:noFill/>
          </a:ln>
          <a:effectLst>
            <a:outerShdw blurRad="63500" dist="25400" dir="178423" rotWithShape="0">
              <a:srgbClr val="FFFFFF">
                <a:alpha val="50000"/>
              </a:srgbClr>
            </a:outerShdw>
          </a:effectLst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458" name="5">
            <a:extLst>
              <a:ext uri="{FF2B5EF4-FFF2-40B4-BE49-F238E27FC236}">
                <a16:creationId xmlns:a16="http://schemas.microsoft.com/office/drawing/2014/main" id="{E8C1819A-1461-4FC9-92BB-02FAC5BC6C9E}"/>
              </a:ext>
            </a:extLst>
          </p:cNvPr>
          <p:cNvSpPr>
            <a:spLocks noGrp="1"/>
          </p:cNvSpPr>
          <p:nvPr/>
        </p:nvSpPr>
        <p:spPr>
          <a:xfrm>
            <a:off x="7939752" y="7333965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459" name="7">
            <a:extLst>
              <a:ext uri="{FF2B5EF4-FFF2-40B4-BE49-F238E27FC236}">
                <a16:creationId xmlns:a16="http://schemas.microsoft.com/office/drawing/2014/main" id="{6CEE4E5E-DB98-4248-9330-D63F6C88B39A}"/>
              </a:ext>
            </a:extLst>
          </p:cNvPr>
          <p:cNvSpPr>
            <a:spLocks noGrp="1"/>
          </p:cNvSpPr>
          <p:nvPr/>
        </p:nvSpPr>
        <p:spPr>
          <a:xfrm>
            <a:off x="9430737" y="7333965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460" name="4">
            <a:extLst>
              <a:ext uri="{FF2B5EF4-FFF2-40B4-BE49-F238E27FC236}">
                <a16:creationId xmlns:a16="http://schemas.microsoft.com/office/drawing/2014/main" id="{D52ACA80-A2A2-4E01-9442-F8C80AC1EAA4}"/>
              </a:ext>
            </a:extLst>
          </p:cNvPr>
          <p:cNvSpPr>
            <a:spLocks noGrp="1"/>
          </p:cNvSpPr>
          <p:nvPr/>
        </p:nvSpPr>
        <p:spPr>
          <a:xfrm>
            <a:off x="6448767" y="7333965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461" name="2">
            <a:extLst>
              <a:ext uri="{FF2B5EF4-FFF2-40B4-BE49-F238E27FC236}">
                <a16:creationId xmlns:a16="http://schemas.microsoft.com/office/drawing/2014/main" id="{4463EB91-1117-4637-917B-575BC61848CE}"/>
              </a:ext>
            </a:extLst>
          </p:cNvPr>
          <p:cNvSpPr>
            <a:spLocks noGrp="1"/>
          </p:cNvSpPr>
          <p:nvPr/>
        </p:nvSpPr>
        <p:spPr>
          <a:xfrm>
            <a:off x="4957782" y="7333965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462" name="1">
            <a:extLst>
              <a:ext uri="{FF2B5EF4-FFF2-40B4-BE49-F238E27FC236}">
                <a16:creationId xmlns:a16="http://schemas.microsoft.com/office/drawing/2014/main" id="{2C231598-3512-41C1-990D-B68E7F57DB58}"/>
              </a:ext>
            </a:extLst>
          </p:cNvPr>
          <p:cNvSpPr>
            <a:spLocks noGrp="1"/>
          </p:cNvSpPr>
          <p:nvPr/>
        </p:nvSpPr>
        <p:spPr>
          <a:xfrm>
            <a:off x="7939752" y="8817569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463" name="11">
            <a:extLst>
              <a:ext uri="{FF2B5EF4-FFF2-40B4-BE49-F238E27FC236}">
                <a16:creationId xmlns:a16="http://schemas.microsoft.com/office/drawing/2014/main" id="{5B71D145-5639-4294-9526-C90B3AED858C}"/>
              </a:ext>
            </a:extLst>
          </p:cNvPr>
          <p:cNvSpPr>
            <a:spLocks noGrp="1"/>
          </p:cNvSpPr>
          <p:nvPr/>
        </p:nvSpPr>
        <p:spPr>
          <a:xfrm>
            <a:off x="9430737" y="8817569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464" name="3">
            <a:extLst>
              <a:ext uri="{FF2B5EF4-FFF2-40B4-BE49-F238E27FC236}">
                <a16:creationId xmlns:a16="http://schemas.microsoft.com/office/drawing/2014/main" id="{92F42CBE-F511-49BA-B47A-E558BA2F1020}"/>
              </a:ext>
            </a:extLst>
          </p:cNvPr>
          <p:cNvSpPr>
            <a:spLocks noGrp="1"/>
          </p:cNvSpPr>
          <p:nvPr/>
        </p:nvSpPr>
        <p:spPr>
          <a:xfrm>
            <a:off x="6448767" y="8817569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465" name="8">
            <a:extLst>
              <a:ext uri="{FF2B5EF4-FFF2-40B4-BE49-F238E27FC236}">
                <a16:creationId xmlns:a16="http://schemas.microsoft.com/office/drawing/2014/main" id="{5A05A17C-3D9D-4563-940C-0C5C2298E218}"/>
              </a:ext>
            </a:extLst>
          </p:cNvPr>
          <p:cNvSpPr>
            <a:spLocks noGrp="1"/>
          </p:cNvSpPr>
          <p:nvPr/>
        </p:nvSpPr>
        <p:spPr>
          <a:xfrm>
            <a:off x="4957782" y="8817569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466" name="12">
            <a:extLst>
              <a:ext uri="{FF2B5EF4-FFF2-40B4-BE49-F238E27FC236}">
                <a16:creationId xmlns:a16="http://schemas.microsoft.com/office/drawing/2014/main" id="{718A839A-D813-46F3-8D8F-B5F128F5E25F}"/>
              </a:ext>
            </a:extLst>
          </p:cNvPr>
          <p:cNvSpPr>
            <a:spLocks noGrp="1"/>
          </p:cNvSpPr>
          <p:nvPr/>
        </p:nvSpPr>
        <p:spPr>
          <a:xfrm>
            <a:off x="9430737" y="10301174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12</a:t>
            </a:r>
          </a:p>
        </p:txBody>
      </p:sp>
      <p:sp>
        <p:nvSpPr>
          <p:cNvPr id="467" name="10">
            <a:extLst>
              <a:ext uri="{FF2B5EF4-FFF2-40B4-BE49-F238E27FC236}">
                <a16:creationId xmlns:a16="http://schemas.microsoft.com/office/drawing/2014/main" id="{6026ED22-283F-4128-992E-0F47DD5F3209}"/>
              </a:ext>
            </a:extLst>
          </p:cNvPr>
          <p:cNvSpPr>
            <a:spLocks noGrp="1"/>
          </p:cNvSpPr>
          <p:nvPr/>
        </p:nvSpPr>
        <p:spPr>
          <a:xfrm>
            <a:off x="7939752" y="10301174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468" name="6">
            <a:extLst>
              <a:ext uri="{FF2B5EF4-FFF2-40B4-BE49-F238E27FC236}">
                <a16:creationId xmlns:a16="http://schemas.microsoft.com/office/drawing/2014/main" id="{D128FEE1-67AC-4C61-83AC-8C06DC14A11C}"/>
              </a:ext>
            </a:extLst>
          </p:cNvPr>
          <p:cNvSpPr>
            <a:spLocks noGrp="1"/>
          </p:cNvSpPr>
          <p:nvPr/>
        </p:nvSpPr>
        <p:spPr>
          <a:xfrm>
            <a:off x="6448767" y="10301174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469" name="14">
            <a:extLst>
              <a:ext uri="{FF2B5EF4-FFF2-40B4-BE49-F238E27FC236}">
                <a16:creationId xmlns:a16="http://schemas.microsoft.com/office/drawing/2014/main" id="{57F3C126-89C5-4CC7-AD29-7420E67280A2}"/>
              </a:ext>
            </a:extLst>
          </p:cNvPr>
          <p:cNvSpPr>
            <a:spLocks noGrp="1"/>
          </p:cNvSpPr>
          <p:nvPr/>
        </p:nvSpPr>
        <p:spPr>
          <a:xfrm>
            <a:off x="4957782" y="10301174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14</a:t>
            </a:r>
          </a:p>
        </p:txBody>
      </p:sp>
      <p:sp>
        <p:nvSpPr>
          <p:cNvPr id="470" name="15">
            <a:extLst>
              <a:ext uri="{FF2B5EF4-FFF2-40B4-BE49-F238E27FC236}">
                <a16:creationId xmlns:a16="http://schemas.microsoft.com/office/drawing/2014/main" id="{AEC8251C-14AD-4891-A899-D89D8498DE62}"/>
              </a:ext>
            </a:extLst>
          </p:cNvPr>
          <p:cNvSpPr>
            <a:spLocks noGrp="1"/>
          </p:cNvSpPr>
          <p:nvPr/>
        </p:nvSpPr>
        <p:spPr>
          <a:xfrm>
            <a:off x="7939752" y="11784778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15</a:t>
            </a:r>
          </a:p>
        </p:txBody>
      </p:sp>
      <p:sp>
        <p:nvSpPr>
          <p:cNvPr id="471" name="13">
            <a:extLst>
              <a:ext uri="{FF2B5EF4-FFF2-40B4-BE49-F238E27FC236}">
                <a16:creationId xmlns:a16="http://schemas.microsoft.com/office/drawing/2014/main" id="{9E693182-416E-49A9-ADDA-6A6B238B873D}"/>
              </a:ext>
            </a:extLst>
          </p:cNvPr>
          <p:cNvSpPr>
            <a:spLocks noGrp="1"/>
          </p:cNvSpPr>
          <p:nvPr/>
        </p:nvSpPr>
        <p:spPr>
          <a:xfrm>
            <a:off x="6448767" y="11784778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13</a:t>
            </a:r>
          </a:p>
        </p:txBody>
      </p:sp>
      <p:sp>
        <p:nvSpPr>
          <p:cNvPr id="472" name="9">
            <a:extLst>
              <a:ext uri="{FF2B5EF4-FFF2-40B4-BE49-F238E27FC236}">
                <a16:creationId xmlns:a16="http://schemas.microsoft.com/office/drawing/2014/main" id="{8662E298-DEFB-4A5A-B5E6-1E32138E87B9}"/>
              </a:ext>
            </a:extLst>
          </p:cNvPr>
          <p:cNvSpPr>
            <a:spLocks noGrp="1"/>
          </p:cNvSpPr>
          <p:nvPr/>
        </p:nvSpPr>
        <p:spPr>
          <a:xfrm>
            <a:off x="4957782" y="11784778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474" name="Square">
            <a:extLst>
              <a:ext uri="{FF2B5EF4-FFF2-40B4-BE49-F238E27FC236}">
                <a16:creationId xmlns:a16="http://schemas.microsoft.com/office/drawing/2014/main" id="{EB3BD898-B53E-48B3-B332-765FF04E6AFC}"/>
              </a:ext>
            </a:extLst>
          </p:cNvPr>
          <p:cNvSpPr>
            <a:spLocks noGrp="1"/>
          </p:cNvSpPr>
          <p:nvPr/>
        </p:nvSpPr>
        <p:spPr>
          <a:xfrm>
            <a:off x="12805312" y="10243781"/>
            <a:ext cx="1190004" cy="1190003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12000" b="0">
                <a:latin typeface="Consolas"/>
                <a:ea typeface="Consolas"/>
                <a:cs typeface="Consolas"/>
              </a:defRPr>
            </a:pPr>
            <a:endParaRPr/>
          </a:p>
        </p:txBody>
      </p:sp>
      <p:sp>
        <p:nvSpPr>
          <p:cNvPr id="475" name="Arrow">
            <a:extLst>
              <a:ext uri="{FF2B5EF4-FFF2-40B4-BE49-F238E27FC236}">
                <a16:creationId xmlns:a16="http://schemas.microsoft.com/office/drawing/2014/main" id="{441A2722-6569-4A45-BE3D-296AA27ACAEB}"/>
              </a:ext>
            </a:extLst>
          </p:cNvPr>
          <p:cNvSpPr>
            <a:spLocks noGrp="1"/>
          </p:cNvSpPr>
          <p:nvPr/>
        </p:nvSpPr>
        <p:spPr>
          <a:xfrm rot="5400000">
            <a:off x="12727212" y="9436788"/>
            <a:ext cx="1346203" cy="534946"/>
          </a:xfrm>
          <a:prstGeom prst="rightArrow">
            <a:avLst>
              <a:gd name="adj1" fmla="val 44067"/>
              <a:gd name="adj2" fmla="val 63623"/>
            </a:avLst>
          </a:prstGeom>
          <a:solidFill>
            <a:schemeClr val="accent4">
              <a:lumOff val="10196"/>
            </a:schemeClr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477" name="Square">
            <a:extLst>
              <a:ext uri="{FF2B5EF4-FFF2-40B4-BE49-F238E27FC236}">
                <a16:creationId xmlns:a16="http://schemas.microsoft.com/office/drawing/2014/main" id="{D89D2719-9ACA-4CC0-99D2-02D17C53B5CE}"/>
              </a:ext>
            </a:extLst>
          </p:cNvPr>
          <p:cNvSpPr>
            <a:spLocks noGrp="1"/>
          </p:cNvSpPr>
          <p:nvPr/>
        </p:nvSpPr>
        <p:spPr>
          <a:xfrm>
            <a:off x="16256562" y="7101922"/>
            <a:ext cx="6261102" cy="6261101"/>
          </a:xfrm>
          <a:prstGeom prst="rect">
            <a:avLst/>
          </a:prstGeom>
          <a:gradFill rotWithShape="1">
            <a:gsLst>
              <a:gs pos="0">
                <a:srgbClr val="694F31"/>
              </a:gs>
              <a:gs pos="100000">
                <a:srgbClr val="675A39"/>
              </a:gs>
            </a:gsLst>
            <a:lin ang="3066645" scaled="0"/>
          </a:gradFill>
          <a:ln w="12700">
            <a:noFill/>
          </a:ln>
          <a:effectLst>
            <a:outerShdw blurRad="63500" dist="25400" dir="178423" rotWithShape="0">
              <a:srgbClr val="FFFFFF">
                <a:alpha val="50000"/>
              </a:srgbClr>
            </a:outerShdw>
          </a:effectLst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478" name="5">
            <a:extLst>
              <a:ext uri="{FF2B5EF4-FFF2-40B4-BE49-F238E27FC236}">
                <a16:creationId xmlns:a16="http://schemas.microsoft.com/office/drawing/2014/main" id="{BA782CBF-AD79-4659-AB62-45056E6B64AB}"/>
              </a:ext>
            </a:extLst>
          </p:cNvPr>
          <p:cNvSpPr>
            <a:spLocks noGrp="1"/>
          </p:cNvSpPr>
          <p:nvPr/>
        </p:nvSpPr>
        <p:spPr>
          <a:xfrm>
            <a:off x="19459505" y="7333965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479" name="7">
            <a:extLst>
              <a:ext uri="{FF2B5EF4-FFF2-40B4-BE49-F238E27FC236}">
                <a16:creationId xmlns:a16="http://schemas.microsoft.com/office/drawing/2014/main" id="{7DFD097B-174D-45E3-8A32-53D9FDD7470A}"/>
              </a:ext>
            </a:extLst>
          </p:cNvPr>
          <p:cNvSpPr>
            <a:spLocks noGrp="1"/>
          </p:cNvSpPr>
          <p:nvPr/>
        </p:nvSpPr>
        <p:spPr>
          <a:xfrm>
            <a:off x="20950490" y="7333965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480" name="4">
            <a:extLst>
              <a:ext uri="{FF2B5EF4-FFF2-40B4-BE49-F238E27FC236}">
                <a16:creationId xmlns:a16="http://schemas.microsoft.com/office/drawing/2014/main" id="{68A81B62-1CD1-4121-A601-D2FBDB116062}"/>
              </a:ext>
            </a:extLst>
          </p:cNvPr>
          <p:cNvSpPr>
            <a:spLocks noGrp="1"/>
          </p:cNvSpPr>
          <p:nvPr/>
        </p:nvSpPr>
        <p:spPr>
          <a:xfrm>
            <a:off x="17968519" y="7333965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481" name="2">
            <a:extLst>
              <a:ext uri="{FF2B5EF4-FFF2-40B4-BE49-F238E27FC236}">
                <a16:creationId xmlns:a16="http://schemas.microsoft.com/office/drawing/2014/main" id="{46FBE091-1F27-465A-B3B7-90F0B884D40B}"/>
              </a:ext>
            </a:extLst>
          </p:cNvPr>
          <p:cNvSpPr>
            <a:spLocks noGrp="1"/>
          </p:cNvSpPr>
          <p:nvPr/>
        </p:nvSpPr>
        <p:spPr>
          <a:xfrm>
            <a:off x="16477534" y="7333965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482" name="1">
            <a:extLst>
              <a:ext uri="{FF2B5EF4-FFF2-40B4-BE49-F238E27FC236}">
                <a16:creationId xmlns:a16="http://schemas.microsoft.com/office/drawing/2014/main" id="{792DDD60-6167-467E-BE89-1C40527BCA2E}"/>
              </a:ext>
            </a:extLst>
          </p:cNvPr>
          <p:cNvSpPr>
            <a:spLocks noGrp="1"/>
          </p:cNvSpPr>
          <p:nvPr/>
        </p:nvSpPr>
        <p:spPr>
          <a:xfrm>
            <a:off x="19459505" y="8817569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483" name="11">
            <a:extLst>
              <a:ext uri="{FF2B5EF4-FFF2-40B4-BE49-F238E27FC236}">
                <a16:creationId xmlns:a16="http://schemas.microsoft.com/office/drawing/2014/main" id="{52D7FA82-E403-4638-B8CD-ADAE918FB4CB}"/>
              </a:ext>
            </a:extLst>
          </p:cNvPr>
          <p:cNvSpPr>
            <a:spLocks noGrp="1"/>
          </p:cNvSpPr>
          <p:nvPr/>
        </p:nvSpPr>
        <p:spPr>
          <a:xfrm>
            <a:off x="20950490" y="8817569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484" name="3">
            <a:extLst>
              <a:ext uri="{FF2B5EF4-FFF2-40B4-BE49-F238E27FC236}">
                <a16:creationId xmlns:a16="http://schemas.microsoft.com/office/drawing/2014/main" id="{9944BD66-5489-4528-B0FD-21AE06579847}"/>
              </a:ext>
            </a:extLst>
          </p:cNvPr>
          <p:cNvSpPr>
            <a:spLocks noGrp="1"/>
          </p:cNvSpPr>
          <p:nvPr/>
        </p:nvSpPr>
        <p:spPr>
          <a:xfrm>
            <a:off x="17968519" y="8817569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485" name="8">
            <a:extLst>
              <a:ext uri="{FF2B5EF4-FFF2-40B4-BE49-F238E27FC236}">
                <a16:creationId xmlns:a16="http://schemas.microsoft.com/office/drawing/2014/main" id="{E2EEBDFC-09C8-4E00-94AE-5FE2731E0BE6}"/>
              </a:ext>
            </a:extLst>
          </p:cNvPr>
          <p:cNvSpPr>
            <a:spLocks noGrp="1"/>
          </p:cNvSpPr>
          <p:nvPr/>
        </p:nvSpPr>
        <p:spPr>
          <a:xfrm>
            <a:off x="16477534" y="8817569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486" name="12">
            <a:extLst>
              <a:ext uri="{FF2B5EF4-FFF2-40B4-BE49-F238E27FC236}">
                <a16:creationId xmlns:a16="http://schemas.microsoft.com/office/drawing/2014/main" id="{9A540C1A-F440-4450-AA04-287F9613EABC}"/>
              </a:ext>
            </a:extLst>
          </p:cNvPr>
          <p:cNvSpPr>
            <a:spLocks noGrp="1"/>
          </p:cNvSpPr>
          <p:nvPr/>
        </p:nvSpPr>
        <p:spPr>
          <a:xfrm>
            <a:off x="20950490" y="11784778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12</a:t>
            </a:r>
          </a:p>
        </p:txBody>
      </p:sp>
      <p:sp>
        <p:nvSpPr>
          <p:cNvPr id="487" name="10">
            <a:extLst>
              <a:ext uri="{FF2B5EF4-FFF2-40B4-BE49-F238E27FC236}">
                <a16:creationId xmlns:a16="http://schemas.microsoft.com/office/drawing/2014/main" id="{A25F7DA5-7A80-4117-AF8A-664E3DFCBD44}"/>
              </a:ext>
            </a:extLst>
          </p:cNvPr>
          <p:cNvSpPr>
            <a:spLocks noGrp="1"/>
          </p:cNvSpPr>
          <p:nvPr/>
        </p:nvSpPr>
        <p:spPr>
          <a:xfrm>
            <a:off x="19459505" y="10301174"/>
            <a:ext cx="1346200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488" name="6">
            <a:extLst>
              <a:ext uri="{FF2B5EF4-FFF2-40B4-BE49-F238E27FC236}">
                <a16:creationId xmlns:a16="http://schemas.microsoft.com/office/drawing/2014/main" id="{D504CA22-BC11-4AB8-8601-7E349B47E475}"/>
              </a:ext>
            </a:extLst>
          </p:cNvPr>
          <p:cNvSpPr>
            <a:spLocks noGrp="1"/>
          </p:cNvSpPr>
          <p:nvPr/>
        </p:nvSpPr>
        <p:spPr>
          <a:xfrm>
            <a:off x="17968519" y="10301174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489" name="14">
            <a:extLst>
              <a:ext uri="{FF2B5EF4-FFF2-40B4-BE49-F238E27FC236}">
                <a16:creationId xmlns:a16="http://schemas.microsoft.com/office/drawing/2014/main" id="{36648686-7F80-43CF-813D-13939408D6A1}"/>
              </a:ext>
            </a:extLst>
          </p:cNvPr>
          <p:cNvSpPr>
            <a:spLocks noGrp="1"/>
          </p:cNvSpPr>
          <p:nvPr/>
        </p:nvSpPr>
        <p:spPr>
          <a:xfrm>
            <a:off x="16477534" y="10301174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14</a:t>
            </a:r>
          </a:p>
        </p:txBody>
      </p:sp>
      <p:sp>
        <p:nvSpPr>
          <p:cNvPr id="490" name="15">
            <a:extLst>
              <a:ext uri="{FF2B5EF4-FFF2-40B4-BE49-F238E27FC236}">
                <a16:creationId xmlns:a16="http://schemas.microsoft.com/office/drawing/2014/main" id="{0563C45D-11E2-468D-BE4C-DEB37EE5221D}"/>
              </a:ext>
            </a:extLst>
          </p:cNvPr>
          <p:cNvSpPr>
            <a:spLocks noGrp="1"/>
          </p:cNvSpPr>
          <p:nvPr/>
        </p:nvSpPr>
        <p:spPr>
          <a:xfrm>
            <a:off x="19459505" y="11784778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15</a:t>
            </a:r>
          </a:p>
        </p:txBody>
      </p:sp>
      <p:sp>
        <p:nvSpPr>
          <p:cNvPr id="491" name="13">
            <a:extLst>
              <a:ext uri="{FF2B5EF4-FFF2-40B4-BE49-F238E27FC236}">
                <a16:creationId xmlns:a16="http://schemas.microsoft.com/office/drawing/2014/main" id="{74495794-1173-4DA8-BE47-F12B4E084B65}"/>
              </a:ext>
            </a:extLst>
          </p:cNvPr>
          <p:cNvSpPr>
            <a:spLocks noGrp="1"/>
          </p:cNvSpPr>
          <p:nvPr/>
        </p:nvSpPr>
        <p:spPr>
          <a:xfrm>
            <a:off x="17968519" y="11784778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13</a:t>
            </a:r>
          </a:p>
        </p:txBody>
      </p:sp>
      <p:sp>
        <p:nvSpPr>
          <p:cNvPr id="492" name="9">
            <a:extLst>
              <a:ext uri="{FF2B5EF4-FFF2-40B4-BE49-F238E27FC236}">
                <a16:creationId xmlns:a16="http://schemas.microsoft.com/office/drawing/2014/main" id="{92578AA0-2B8C-4195-82C1-4180B6C809A5}"/>
              </a:ext>
            </a:extLst>
          </p:cNvPr>
          <p:cNvSpPr>
            <a:spLocks noGrp="1"/>
          </p:cNvSpPr>
          <p:nvPr/>
        </p:nvSpPr>
        <p:spPr>
          <a:xfrm>
            <a:off x="16477534" y="11784778"/>
            <a:ext cx="1346201" cy="13462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6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0244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state space">
            <a:extLst>
              <a:ext uri="{FF2B5EF4-FFF2-40B4-BE49-F238E27FC236}">
                <a16:creationId xmlns:a16="http://schemas.microsoft.com/office/drawing/2014/main" id="{281E5C3D-4CB9-4AF3-BF8D-AAC087EA1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espaço de estados</a:t>
            </a:r>
          </a:p>
        </p:txBody>
      </p:sp>
      <p:sp>
        <p:nvSpPr>
          <p:cNvPr id="496" name="the set of all states reachable from the initial state by any sequence of actions">
            <a:extLst>
              <a:ext uri="{FF2B5EF4-FFF2-40B4-BE49-F238E27FC236}">
                <a16:creationId xmlns:a16="http://schemas.microsoft.com/office/drawing/2014/main" id="{C4F2A124-2A2E-49A9-9BDE-4970A17D1679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o conjunto de todos os estados alcançáveis a partir do estado inicial por qualquer sequência de ações</a:t>
            </a:r>
          </a:p>
        </p:txBody>
      </p:sp>
    </p:spTree>
    <p:extLst>
      <p:ext uri="{BB962C8B-B14F-4D97-AF65-F5344CB8AC3E}">
        <p14:creationId xmlns:p14="http://schemas.microsoft.com/office/powerpoint/2010/main" val="1957296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Square">
            <a:extLst>
              <a:ext uri="{FF2B5EF4-FFF2-40B4-BE49-F238E27FC236}">
                <a16:creationId xmlns:a16="http://schemas.microsoft.com/office/drawing/2014/main" id="{6C0592CC-3171-4E35-985F-6E7687BF68DD}"/>
              </a:ext>
            </a:extLst>
          </p:cNvPr>
          <p:cNvSpPr>
            <a:spLocks noGrp="1"/>
          </p:cNvSpPr>
          <p:nvPr/>
        </p:nvSpPr>
        <p:spPr>
          <a:xfrm>
            <a:off x="10102850" y="760241"/>
            <a:ext cx="4178300" cy="4178301"/>
          </a:xfrm>
          <a:prstGeom prst="rect">
            <a:avLst/>
          </a:prstGeom>
          <a:gradFill rotWithShape="1">
            <a:gsLst>
              <a:gs pos="0">
                <a:srgbClr val="694F31"/>
              </a:gs>
              <a:gs pos="100000">
                <a:srgbClr val="675A39"/>
              </a:gs>
            </a:gsLst>
            <a:lin ang="3066645" scaled="0"/>
          </a:gradFill>
          <a:ln w="12700">
            <a:noFill/>
          </a:ln>
          <a:effectLst>
            <a:outerShdw blurRad="63500" dist="25400" dir="178423" rotWithShape="0">
              <a:srgbClr val="FFFFFF">
                <a:alpha val="50000"/>
              </a:srgbClr>
            </a:outerShdw>
          </a:effectLst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499" name="2">
            <a:extLst>
              <a:ext uri="{FF2B5EF4-FFF2-40B4-BE49-F238E27FC236}">
                <a16:creationId xmlns:a16="http://schemas.microsoft.com/office/drawing/2014/main" id="{9753F173-8C72-4269-85CC-36914595E53F}"/>
              </a:ext>
            </a:extLst>
          </p:cNvPr>
          <p:cNvSpPr>
            <a:spLocks noGrp="1"/>
          </p:cNvSpPr>
          <p:nvPr/>
        </p:nvSpPr>
        <p:spPr>
          <a:xfrm>
            <a:off x="10246474" y="87592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500" name="4">
            <a:extLst>
              <a:ext uri="{FF2B5EF4-FFF2-40B4-BE49-F238E27FC236}">
                <a16:creationId xmlns:a16="http://schemas.microsoft.com/office/drawing/2014/main" id="{CF49C5FB-BF9F-4205-8047-0A4470957B23}"/>
              </a:ext>
            </a:extLst>
          </p:cNvPr>
          <p:cNvSpPr>
            <a:spLocks noGrp="1"/>
          </p:cNvSpPr>
          <p:nvPr/>
        </p:nvSpPr>
        <p:spPr>
          <a:xfrm>
            <a:off x="11242924" y="87592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501" name="5">
            <a:extLst>
              <a:ext uri="{FF2B5EF4-FFF2-40B4-BE49-F238E27FC236}">
                <a16:creationId xmlns:a16="http://schemas.microsoft.com/office/drawing/2014/main" id="{DFC52385-9903-40AF-9A4B-9641A134F4EC}"/>
              </a:ext>
            </a:extLst>
          </p:cNvPr>
          <p:cNvSpPr>
            <a:spLocks noGrp="1"/>
          </p:cNvSpPr>
          <p:nvPr/>
        </p:nvSpPr>
        <p:spPr>
          <a:xfrm>
            <a:off x="12239375" y="87592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502" name="7">
            <a:extLst>
              <a:ext uri="{FF2B5EF4-FFF2-40B4-BE49-F238E27FC236}">
                <a16:creationId xmlns:a16="http://schemas.microsoft.com/office/drawing/2014/main" id="{00E6A950-A7B4-460E-BEEC-5F6C2CF22569}"/>
              </a:ext>
            </a:extLst>
          </p:cNvPr>
          <p:cNvSpPr>
            <a:spLocks noGrp="1"/>
          </p:cNvSpPr>
          <p:nvPr/>
        </p:nvSpPr>
        <p:spPr>
          <a:xfrm>
            <a:off x="13235825" y="87592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503" name="8">
            <a:extLst>
              <a:ext uri="{FF2B5EF4-FFF2-40B4-BE49-F238E27FC236}">
                <a16:creationId xmlns:a16="http://schemas.microsoft.com/office/drawing/2014/main" id="{47A6D8BF-53A6-4E61-B9B0-9B53C72CCFD0}"/>
              </a:ext>
            </a:extLst>
          </p:cNvPr>
          <p:cNvSpPr>
            <a:spLocks noGrp="1"/>
          </p:cNvSpPr>
          <p:nvPr/>
        </p:nvSpPr>
        <p:spPr>
          <a:xfrm>
            <a:off x="10239094" y="189408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504" name="3">
            <a:extLst>
              <a:ext uri="{FF2B5EF4-FFF2-40B4-BE49-F238E27FC236}">
                <a16:creationId xmlns:a16="http://schemas.microsoft.com/office/drawing/2014/main" id="{B2005F34-33EF-449D-9A2B-A99CE82A6B0F}"/>
              </a:ext>
            </a:extLst>
          </p:cNvPr>
          <p:cNvSpPr>
            <a:spLocks noGrp="1"/>
          </p:cNvSpPr>
          <p:nvPr/>
        </p:nvSpPr>
        <p:spPr>
          <a:xfrm>
            <a:off x="11235544" y="189408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505" name="1">
            <a:extLst>
              <a:ext uri="{FF2B5EF4-FFF2-40B4-BE49-F238E27FC236}">
                <a16:creationId xmlns:a16="http://schemas.microsoft.com/office/drawing/2014/main" id="{071A9B00-0339-47EF-A5F8-AE33458348C2}"/>
              </a:ext>
            </a:extLst>
          </p:cNvPr>
          <p:cNvSpPr>
            <a:spLocks noGrp="1"/>
          </p:cNvSpPr>
          <p:nvPr/>
        </p:nvSpPr>
        <p:spPr>
          <a:xfrm>
            <a:off x="12231994" y="189408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506" name="11">
            <a:extLst>
              <a:ext uri="{FF2B5EF4-FFF2-40B4-BE49-F238E27FC236}">
                <a16:creationId xmlns:a16="http://schemas.microsoft.com/office/drawing/2014/main" id="{B2348931-7433-434E-987D-A1D43156E2EC}"/>
              </a:ext>
            </a:extLst>
          </p:cNvPr>
          <p:cNvSpPr>
            <a:spLocks noGrp="1"/>
          </p:cNvSpPr>
          <p:nvPr/>
        </p:nvSpPr>
        <p:spPr>
          <a:xfrm>
            <a:off x="13228444" y="189408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507" name="14">
            <a:extLst>
              <a:ext uri="{FF2B5EF4-FFF2-40B4-BE49-F238E27FC236}">
                <a16:creationId xmlns:a16="http://schemas.microsoft.com/office/drawing/2014/main" id="{22E7D6AB-FE08-45ED-ABBB-CCB0F3539ABA}"/>
              </a:ext>
            </a:extLst>
          </p:cNvPr>
          <p:cNvSpPr>
            <a:spLocks noGrp="1"/>
          </p:cNvSpPr>
          <p:nvPr/>
        </p:nvSpPr>
        <p:spPr>
          <a:xfrm>
            <a:off x="10239094" y="291224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14</a:t>
            </a:r>
          </a:p>
        </p:txBody>
      </p:sp>
      <p:sp>
        <p:nvSpPr>
          <p:cNvPr id="508" name="6">
            <a:extLst>
              <a:ext uri="{FF2B5EF4-FFF2-40B4-BE49-F238E27FC236}">
                <a16:creationId xmlns:a16="http://schemas.microsoft.com/office/drawing/2014/main" id="{7E749AE5-2B2C-4559-8889-BB39A93EB623}"/>
              </a:ext>
            </a:extLst>
          </p:cNvPr>
          <p:cNvSpPr>
            <a:spLocks noGrp="1"/>
          </p:cNvSpPr>
          <p:nvPr/>
        </p:nvSpPr>
        <p:spPr>
          <a:xfrm>
            <a:off x="11235544" y="291224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509" name="10">
            <a:extLst>
              <a:ext uri="{FF2B5EF4-FFF2-40B4-BE49-F238E27FC236}">
                <a16:creationId xmlns:a16="http://schemas.microsoft.com/office/drawing/2014/main" id="{36F66771-EEC2-4775-8837-66D5347233D3}"/>
              </a:ext>
            </a:extLst>
          </p:cNvPr>
          <p:cNvSpPr>
            <a:spLocks noGrp="1"/>
          </p:cNvSpPr>
          <p:nvPr/>
        </p:nvSpPr>
        <p:spPr>
          <a:xfrm>
            <a:off x="12231994" y="291224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510" name="12">
            <a:extLst>
              <a:ext uri="{FF2B5EF4-FFF2-40B4-BE49-F238E27FC236}">
                <a16:creationId xmlns:a16="http://schemas.microsoft.com/office/drawing/2014/main" id="{4373D2C5-0D3B-47A8-B430-B2D65AA6B037}"/>
              </a:ext>
            </a:extLst>
          </p:cNvPr>
          <p:cNvSpPr>
            <a:spLocks noGrp="1"/>
          </p:cNvSpPr>
          <p:nvPr/>
        </p:nvSpPr>
        <p:spPr>
          <a:xfrm>
            <a:off x="13228444" y="291224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12</a:t>
            </a:r>
          </a:p>
        </p:txBody>
      </p:sp>
      <p:sp>
        <p:nvSpPr>
          <p:cNvPr id="511" name="9">
            <a:extLst>
              <a:ext uri="{FF2B5EF4-FFF2-40B4-BE49-F238E27FC236}">
                <a16:creationId xmlns:a16="http://schemas.microsoft.com/office/drawing/2014/main" id="{397AB5F2-A54E-4C6A-AA90-CE5508974F03}"/>
              </a:ext>
            </a:extLst>
          </p:cNvPr>
          <p:cNvSpPr>
            <a:spLocks noGrp="1"/>
          </p:cNvSpPr>
          <p:nvPr/>
        </p:nvSpPr>
        <p:spPr>
          <a:xfrm>
            <a:off x="10246474" y="393040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512" name="13">
            <a:extLst>
              <a:ext uri="{FF2B5EF4-FFF2-40B4-BE49-F238E27FC236}">
                <a16:creationId xmlns:a16="http://schemas.microsoft.com/office/drawing/2014/main" id="{0BCA7A0F-219E-4143-AC64-F5EBE63FACF8}"/>
              </a:ext>
            </a:extLst>
          </p:cNvPr>
          <p:cNvSpPr>
            <a:spLocks noGrp="1"/>
          </p:cNvSpPr>
          <p:nvPr/>
        </p:nvSpPr>
        <p:spPr>
          <a:xfrm>
            <a:off x="11242924" y="393040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13</a:t>
            </a:r>
          </a:p>
        </p:txBody>
      </p:sp>
      <p:sp>
        <p:nvSpPr>
          <p:cNvPr id="513" name="15">
            <a:extLst>
              <a:ext uri="{FF2B5EF4-FFF2-40B4-BE49-F238E27FC236}">
                <a16:creationId xmlns:a16="http://schemas.microsoft.com/office/drawing/2014/main" id="{A77E549C-E9C2-43BA-9209-674DBDA947F8}"/>
              </a:ext>
            </a:extLst>
          </p:cNvPr>
          <p:cNvSpPr>
            <a:spLocks noGrp="1"/>
          </p:cNvSpPr>
          <p:nvPr/>
        </p:nvSpPr>
        <p:spPr>
          <a:xfrm>
            <a:off x="12239374" y="393040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15</a:t>
            </a:r>
          </a:p>
        </p:txBody>
      </p:sp>
      <p:sp>
        <p:nvSpPr>
          <p:cNvPr id="515" name="Square">
            <a:extLst>
              <a:ext uri="{FF2B5EF4-FFF2-40B4-BE49-F238E27FC236}">
                <a16:creationId xmlns:a16="http://schemas.microsoft.com/office/drawing/2014/main" id="{E1840146-52CE-4A90-96AE-BC14F1412BED}"/>
              </a:ext>
            </a:extLst>
          </p:cNvPr>
          <p:cNvSpPr>
            <a:spLocks noGrp="1"/>
          </p:cNvSpPr>
          <p:nvPr/>
        </p:nvSpPr>
        <p:spPr>
          <a:xfrm>
            <a:off x="4662967" y="4018352"/>
            <a:ext cx="4178301" cy="4178301"/>
          </a:xfrm>
          <a:prstGeom prst="rect">
            <a:avLst/>
          </a:prstGeom>
          <a:gradFill rotWithShape="1">
            <a:gsLst>
              <a:gs pos="0">
                <a:srgbClr val="694F31"/>
              </a:gs>
              <a:gs pos="100000">
                <a:srgbClr val="675A39"/>
              </a:gs>
            </a:gsLst>
            <a:lin ang="3066645" scaled="0"/>
          </a:gradFill>
          <a:ln w="12700">
            <a:noFill/>
          </a:ln>
          <a:effectLst>
            <a:outerShdw blurRad="63500" dist="25400" dir="178423" rotWithShape="0">
              <a:srgbClr val="FFFFFF">
                <a:alpha val="50000"/>
              </a:srgbClr>
            </a:outerShdw>
          </a:effectLst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516" name="2">
            <a:extLst>
              <a:ext uri="{FF2B5EF4-FFF2-40B4-BE49-F238E27FC236}">
                <a16:creationId xmlns:a16="http://schemas.microsoft.com/office/drawing/2014/main" id="{489B2481-D955-4763-8AA4-FD8E5600C1DA}"/>
              </a:ext>
            </a:extLst>
          </p:cNvPr>
          <p:cNvSpPr>
            <a:spLocks noGrp="1"/>
          </p:cNvSpPr>
          <p:nvPr/>
        </p:nvSpPr>
        <p:spPr>
          <a:xfrm>
            <a:off x="4806591" y="413403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517" name="4">
            <a:extLst>
              <a:ext uri="{FF2B5EF4-FFF2-40B4-BE49-F238E27FC236}">
                <a16:creationId xmlns:a16="http://schemas.microsoft.com/office/drawing/2014/main" id="{1706CC42-9125-4419-8974-208090954237}"/>
              </a:ext>
            </a:extLst>
          </p:cNvPr>
          <p:cNvSpPr>
            <a:spLocks noGrp="1"/>
          </p:cNvSpPr>
          <p:nvPr/>
        </p:nvSpPr>
        <p:spPr>
          <a:xfrm>
            <a:off x="5803041" y="413403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518" name="5">
            <a:extLst>
              <a:ext uri="{FF2B5EF4-FFF2-40B4-BE49-F238E27FC236}">
                <a16:creationId xmlns:a16="http://schemas.microsoft.com/office/drawing/2014/main" id="{1B4B525B-0327-4B69-88F9-FEB94D7588E0}"/>
              </a:ext>
            </a:extLst>
          </p:cNvPr>
          <p:cNvSpPr>
            <a:spLocks noGrp="1"/>
          </p:cNvSpPr>
          <p:nvPr/>
        </p:nvSpPr>
        <p:spPr>
          <a:xfrm>
            <a:off x="6799492" y="413403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519" name="7">
            <a:extLst>
              <a:ext uri="{FF2B5EF4-FFF2-40B4-BE49-F238E27FC236}">
                <a16:creationId xmlns:a16="http://schemas.microsoft.com/office/drawing/2014/main" id="{E020B2FB-A764-4D61-9975-18B006132B05}"/>
              </a:ext>
            </a:extLst>
          </p:cNvPr>
          <p:cNvSpPr>
            <a:spLocks noGrp="1"/>
          </p:cNvSpPr>
          <p:nvPr/>
        </p:nvSpPr>
        <p:spPr>
          <a:xfrm>
            <a:off x="7795942" y="413403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520" name="8">
            <a:extLst>
              <a:ext uri="{FF2B5EF4-FFF2-40B4-BE49-F238E27FC236}">
                <a16:creationId xmlns:a16="http://schemas.microsoft.com/office/drawing/2014/main" id="{B2E770F1-FCD8-4608-87CB-C46E8A703C4C}"/>
              </a:ext>
            </a:extLst>
          </p:cNvPr>
          <p:cNvSpPr>
            <a:spLocks noGrp="1"/>
          </p:cNvSpPr>
          <p:nvPr/>
        </p:nvSpPr>
        <p:spPr>
          <a:xfrm>
            <a:off x="4799211" y="515219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521" name="3">
            <a:extLst>
              <a:ext uri="{FF2B5EF4-FFF2-40B4-BE49-F238E27FC236}">
                <a16:creationId xmlns:a16="http://schemas.microsoft.com/office/drawing/2014/main" id="{7C441515-2853-40D8-B77C-3409482DEBC1}"/>
              </a:ext>
            </a:extLst>
          </p:cNvPr>
          <p:cNvSpPr>
            <a:spLocks noGrp="1"/>
          </p:cNvSpPr>
          <p:nvPr/>
        </p:nvSpPr>
        <p:spPr>
          <a:xfrm>
            <a:off x="5795661" y="515219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522" name="1">
            <a:extLst>
              <a:ext uri="{FF2B5EF4-FFF2-40B4-BE49-F238E27FC236}">
                <a16:creationId xmlns:a16="http://schemas.microsoft.com/office/drawing/2014/main" id="{3B5D1B37-B032-460D-887C-4C54E44EEF58}"/>
              </a:ext>
            </a:extLst>
          </p:cNvPr>
          <p:cNvSpPr>
            <a:spLocks noGrp="1"/>
          </p:cNvSpPr>
          <p:nvPr/>
        </p:nvSpPr>
        <p:spPr>
          <a:xfrm>
            <a:off x="6792111" y="515219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523" name="11">
            <a:extLst>
              <a:ext uri="{FF2B5EF4-FFF2-40B4-BE49-F238E27FC236}">
                <a16:creationId xmlns:a16="http://schemas.microsoft.com/office/drawing/2014/main" id="{6C70101F-4940-4455-82FE-2B9D5F76635B}"/>
              </a:ext>
            </a:extLst>
          </p:cNvPr>
          <p:cNvSpPr>
            <a:spLocks noGrp="1"/>
          </p:cNvSpPr>
          <p:nvPr/>
        </p:nvSpPr>
        <p:spPr>
          <a:xfrm>
            <a:off x="7788561" y="515219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524" name="14">
            <a:extLst>
              <a:ext uri="{FF2B5EF4-FFF2-40B4-BE49-F238E27FC236}">
                <a16:creationId xmlns:a16="http://schemas.microsoft.com/office/drawing/2014/main" id="{B30F4FB1-B290-4CDE-B3A3-9E28094CBE09}"/>
              </a:ext>
            </a:extLst>
          </p:cNvPr>
          <p:cNvSpPr>
            <a:spLocks noGrp="1"/>
          </p:cNvSpPr>
          <p:nvPr/>
        </p:nvSpPr>
        <p:spPr>
          <a:xfrm>
            <a:off x="4799211" y="617035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14</a:t>
            </a:r>
          </a:p>
        </p:txBody>
      </p:sp>
      <p:sp>
        <p:nvSpPr>
          <p:cNvPr id="525" name="6">
            <a:extLst>
              <a:ext uri="{FF2B5EF4-FFF2-40B4-BE49-F238E27FC236}">
                <a16:creationId xmlns:a16="http://schemas.microsoft.com/office/drawing/2014/main" id="{2F47C28B-9DC1-4EE3-B821-0EB77FB20FA5}"/>
              </a:ext>
            </a:extLst>
          </p:cNvPr>
          <p:cNvSpPr>
            <a:spLocks noGrp="1"/>
          </p:cNvSpPr>
          <p:nvPr/>
        </p:nvSpPr>
        <p:spPr>
          <a:xfrm>
            <a:off x="5795661" y="617035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526" name="10">
            <a:extLst>
              <a:ext uri="{FF2B5EF4-FFF2-40B4-BE49-F238E27FC236}">
                <a16:creationId xmlns:a16="http://schemas.microsoft.com/office/drawing/2014/main" id="{DB0CA0A0-734B-451F-9A88-369A56135DDE}"/>
              </a:ext>
            </a:extLst>
          </p:cNvPr>
          <p:cNvSpPr>
            <a:spLocks noGrp="1"/>
          </p:cNvSpPr>
          <p:nvPr/>
        </p:nvSpPr>
        <p:spPr>
          <a:xfrm>
            <a:off x="6792111" y="617035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527" name="12">
            <a:extLst>
              <a:ext uri="{FF2B5EF4-FFF2-40B4-BE49-F238E27FC236}">
                <a16:creationId xmlns:a16="http://schemas.microsoft.com/office/drawing/2014/main" id="{198D8E56-6671-467A-8315-A06CC034F5C0}"/>
              </a:ext>
            </a:extLst>
          </p:cNvPr>
          <p:cNvSpPr>
            <a:spLocks noGrp="1"/>
          </p:cNvSpPr>
          <p:nvPr/>
        </p:nvSpPr>
        <p:spPr>
          <a:xfrm>
            <a:off x="7788561" y="617035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12</a:t>
            </a:r>
          </a:p>
        </p:txBody>
      </p:sp>
      <p:sp>
        <p:nvSpPr>
          <p:cNvPr id="528" name="9">
            <a:extLst>
              <a:ext uri="{FF2B5EF4-FFF2-40B4-BE49-F238E27FC236}">
                <a16:creationId xmlns:a16="http://schemas.microsoft.com/office/drawing/2014/main" id="{2BB347E9-F082-4AA4-9F4E-D6071B0432A7}"/>
              </a:ext>
            </a:extLst>
          </p:cNvPr>
          <p:cNvSpPr>
            <a:spLocks noGrp="1"/>
          </p:cNvSpPr>
          <p:nvPr/>
        </p:nvSpPr>
        <p:spPr>
          <a:xfrm>
            <a:off x="4806591" y="718851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529" name="13">
            <a:extLst>
              <a:ext uri="{FF2B5EF4-FFF2-40B4-BE49-F238E27FC236}">
                <a16:creationId xmlns:a16="http://schemas.microsoft.com/office/drawing/2014/main" id="{9FD5202D-2F9F-4585-A10F-794F4BB7A83E}"/>
              </a:ext>
            </a:extLst>
          </p:cNvPr>
          <p:cNvSpPr>
            <a:spLocks noGrp="1"/>
          </p:cNvSpPr>
          <p:nvPr/>
        </p:nvSpPr>
        <p:spPr>
          <a:xfrm>
            <a:off x="5803041" y="718851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13</a:t>
            </a:r>
          </a:p>
        </p:txBody>
      </p:sp>
      <p:sp>
        <p:nvSpPr>
          <p:cNvPr id="530" name="15">
            <a:extLst>
              <a:ext uri="{FF2B5EF4-FFF2-40B4-BE49-F238E27FC236}">
                <a16:creationId xmlns:a16="http://schemas.microsoft.com/office/drawing/2014/main" id="{19CDCE8F-EDC9-46AD-BAF5-1D7D7536BE51}"/>
              </a:ext>
            </a:extLst>
          </p:cNvPr>
          <p:cNvSpPr>
            <a:spLocks noGrp="1"/>
          </p:cNvSpPr>
          <p:nvPr/>
        </p:nvSpPr>
        <p:spPr>
          <a:xfrm>
            <a:off x="7795942" y="718851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15</a:t>
            </a:r>
          </a:p>
        </p:txBody>
      </p:sp>
      <p:sp>
        <p:nvSpPr>
          <p:cNvPr id="532" name="Square">
            <a:extLst>
              <a:ext uri="{FF2B5EF4-FFF2-40B4-BE49-F238E27FC236}">
                <a16:creationId xmlns:a16="http://schemas.microsoft.com/office/drawing/2014/main" id="{5763FF85-F013-469A-9213-6E7DBD43D36F}"/>
              </a:ext>
            </a:extLst>
          </p:cNvPr>
          <p:cNvSpPr>
            <a:spLocks noGrp="1"/>
          </p:cNvSpPr>
          <p:nvPr/>
        </p:nvSpPr>
        <p:spPr>
          <a:xfrm>
            <a:off x="15542731" y="4018352"/>
            <a:ext cx="4178301" cy="4178301"/>
          </a:xfrm>
          <a:prstGeom prst="rect">
            <a:avLst/>
          </a:prstGeom>
          <a:gradFill rotWithShape="1">
            <a:gsLst>
              <a:gs pos="0">
                <a:srgbClr val="694F31"/>
              </a:gs>
              <a:gs pos="100000">
                <a:srgbClr val="675A39"/>
              </a:gs>
            </a:gsLst>
            <a:lin ang="3066645" scaled="0"/>
          </a:gradFill>
          <a:ln w="12700">
            <a:noFill/>
          </a:ln>
          <a:effectLst>
            <a:outerShdw blurRad="63500" dist="25400" dir="178423" rotWithShape="0">
              <a:srgbClr val="FFFFFF">
                <a:alpha val="50000"/>
              </a:srgbClr>
            </a:outerShdw>
          </a:effectLst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533" name="2">
            <a:extLst>
              <a:ext uri="{FF2B5EF4-FFF2-40B4-BE49-F238E27FC236}">
                <a16:creationId xmlns:a16="http://schemas.microsoft.com/office/drawing/2014/main" id="{EB3692CD-E458-4991-AC56-2BEF2CAAC506}"/>
              </a:ext>
            </a:extLst>
          </p:cNvPr>
          <p:cNvSpPr>
            <a:spLocks noGrp="1"/>
          </p:cNvSpPr>
          <p:nvPr/>
        </p:nvSpPr>
        <p:spPr>
          <a:xfrm>
            <a:off x="15686355" y="413403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534" name="4">
            <a:extLst>
              <a:ext uri="{FF2B5EF4-FFF2-40B4-BE49-F238E27FC236}">
                <a16:creationId xmlns:a16="http://schemas.microsoft.com/office/drawing/2014/main" id="{49CD777C-3B47-47C4-9686-B86507A78BE6}"/>
              </a:ext>
            </a:extLst>
          </p:cNvPr>
          <p:cNvSpPr>
            <a:spLocks noGrp="1"/>
          </p:cNvSpPr>
          <p:nvPr/>
        </p:nvSpPr>
        <p:spPr>
          <a:xfrm>
            <a:off x="16682805" y="413403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535" name="5">
            <a:extLst>
              <a:ext uri="{FF2B5EF4-FFF2-40B4-BE49-F238E27FC236}">
                <a16:creationId xmlns:a16="http://schemas.microsoft.com/office/drawing/2014/main" id="{6F061C48-6759-4FBE-88BB-E23F60BF008A}"/>
              </a:ext>
            </a:extLst>
          </p:cNvPr>
          <p:cNvSpPr>
            <a:spLocks noGrp="1"/>
          </p:cNvSpPr>
          <p:nvPr/>
        </p:nvSpPr>
        <p:spPr>
          <a:xfrm>
            <a:off x="17679256" y="413403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536" name="7">
            <a:extLst>
              <a:ext uri="{FF2B5EF4-FFF2-40B4-BE49-F238E27FC236}">
                <a16:creationId xmlns:a16="http://schemas.microsoft.com/office/drawing/2014/main" id="{B1C2BDA1-078F-4AF9-B68B-C769DA8620A3}"/>
              </a:ext>
            </a:extLst>
          </p:cNvPr>
          <p:cNvSpPr>
            <a:spLocks noGrp="1"/>
          </p:cNvSpPr>
          <p:nvPr/>
        </p:nvSpPr>
        <p:spPr>
          <a:xfrm>
            <a:off x="18675706" y="413403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537" name="8">
            <a:extLst>
              <a:ext uri="{FF2B5EF4-FFF2-40B4-BE49-F238E27FC236}">
                <a16:creationId xmlns:a16="http://schemas.microsoft.com/office/drawing/2014/main" id="{2381D236-7904-4520-99C0-B420E064C867}"/>
              </a:ext>
            </a:extLst>
          </p:cNvPr>
          <p:cNvSpPr>
            <a:spLocks noGrp="1"/>
          </p:cNvSpPr>
          <p:nvPr/>
        </p:nvSpPr>
        <p:spPr>
          <a:xfrm>
            <a:off x="15678975" y="515219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538" name="3">
            <a:extLst>
              <a:ext uri="{FF2B5EF4-FFF2-40B4-BE49-F238E27FC236}">
                <a16:creationId xmlns:a16="http://schemas.microsoft.com/office/drawing/2014/main" id="{0F52D3CD-89EA-40D4-BBF3-481C97FE27D3}"/>
              </a:ext>
            </a:extLst>
          </p:cNvPr>
          <p:cNvSpPr>
            <a:spLocks noGrp="1"/>
          </p:cNvSpPr>
          <p:nvPr/>
        </p:nvSpPr>
        <p:spPr>
          <a:xfrm>
            <a:off x="16675425" y="515219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539" name="1">
            <a:extLst>
              <a:ext uri="{FF2B5EF4-FFF2-40B4-BE49-F238E27FC236}">
                <a16:creationId xmlns:a16="http://schemas.microsoft.com/office/drawing/2014/main" id="{93A9FF5A-A591-4CA0-A276-CF2F8D10D178}"/>
              </a:ext>
            </a:extLst>
          </p:cNvPr>
          <p:cNvSpPr>
            <a:spLocks noGrp="1"/>
          </p:cNvSpPr>
          <p:nvPr/>
        </p:nvSpPr>
        <p:spPr>
          <a:xfrm>
            <a:off x="17671875" y="515219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540" name="11">
            <a:extLst>
              <a:ext uri="{FF2B5EF4-FFF2-40B4-BE49-F238E27FC236}">
                <a16:creationId xmlns:a16="http://schemas.microsoft.com/office/drawing/2014/main" id="{3AC1125F-73DD-4EE5-ADAD-44CDB26F3F1A}"/>
              </a:ext>
            </a:extLst>
          </p:cNvPr>
          <p:cNvSpPr>
            <a:spLocks noGrp="1"/>
          </p:cNvSpPr>
          <p:nvPr/>
        </p:nvSpPr>
        <p:spPr>
          <a:xfrm>
            <a:off x="18668325" y="515219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541" name="14">
            <a:extLst>
              <a:ext uri="{FF2B5EF4-FFF2-40B4-BE49-F238E27FC236}">
                <a16:creationId xmlns:a16="http://schemas.microsoft.com/office/drawing/2014/main" id="{E7922D9C-EB11-48D9-9E0D-C65ABD66BB9C}"/>
              </a:ext>
            </a:extLst>
          </p:cNvPr>
          <p:cNvSpPr>
            <a:spLocks noGrp="1"/>
          </p:cNvSpPr>
          <p:nvPr/>
        </p:nvSpPr>
        <p:spPr>
          <a:xfrm>
            <a:off x="15678975" y="617035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14</a:t>
            </a:r>
          </a:p>
        </p:txBody>
      </p:sp>
      <p:sp>
        <p:nvSpPr>
          <p:cNvPr id="542" name="6">
            <a:extLst>
              <a:ext uri="{FF2B5EF4-FFF2-40B4-BE49-F238E27FC236}">
                <a16:creationId xmlns:a16="http://schemas.microsoft.com/office/drawing/2014/main" id="{7A4E5724-40E5-4F01-90A3-E847B1324DF4}"/>
              </a:ext>
            </a:extLst>
          </p:cNvPr>
          <p:cNvSpPr>
            <a:spLocks noGrp="1"/>
          </p:cNvSpPr>
          <p:nvPr/>
        </p:nvSpPr>
        <p:spPr>
          <a:xfrm>
            <a:off x="16675425" y="617035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543" name="10">
            <a:extLst>
              <a:ext uri="{FF2B5EF4-FFF2-40B4-BE49-F238E27FC236}">
                <a16:creationId xmlns:a16="http://schemas.microsoft.com/office/drawing/2014/main" id="{A5402688-F057-410F-B2B2-22A805A74266}"/>
              </a:ext>
            </a:extLst>
          </p:cNvPr>
          <p:cNvSpPr>
            <a:spLocks noGrp="1"/>
          </p:cNvSpPr>
          <p:nvPr/>
        </p:nvSpPr>
        <p:spPr>
          <a:xfrm>
            <a:off x="17671875" y="617035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544" name="12">
            <a:extLst>
              <a:ext uri="{FF2B5EF4-FFF2-40B4-BE49-F238E27FC236}">
                <a16:creationId xmlns:a16="http://schemas.microsoft.com/office/drawing/2014/main" id="{CDD3B9EE-C245-47E9-9C13-55768F88594B}"/>
              </a:ext>
            </a:extLst>
          </p:cNvPr>
          <p:cNvSpPr>
            <a:spLocks noGrp="1"/>
          </p:cNvSpPr>
          <p:nvPr/>
        </p:nvSpPr>
        <p:spPr>
          <a:xfrm>
            <a:off x="18675706" y="718851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12</a:t>
            </a:r>
          </a:p>
        </p:txBody>
      </p:sp>
      <p:sp>
        <p:nvSpPr>
          <p:cNvPr id="545" name="9">
            <a:extLst>
              <a:ext uri="{FF2B5EF4-FFF2-40B4-BE49-F238E27FC236}">
                <a16:creationId xmlns:a16="http://schemas.microsoft.com/office/drawing/2014/main" id="{BA5DE1A6-F318-4D5B-A0F4-426D52A0E63D}"/>
              </a:ext>
            </a:extLst>
          </p:cNvPr>
          <p:cNvSpPr>
            <a:spLocks noGrp="1"/>
          </p:cNvSpPr>
          <p:nvPr/>
        </p:nvSpPr>
        <p:spPr>
          <a:xfrm>
            <a:off x="15686355" y="718851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546" name="13">
            <a:extLst>
              <a:ext uri="{FF2B5EF4-FFF2-40B4-BE49-F238E27FC236}">
                <a16:creationId xmlns:a16="http://schemas.microsoft.com/office/drawing/2014/main" id="{10DCE7D6-FA0B-4E0A-BE2A-B799CCA6FA2F}"/>
              </a:ext>
            </a:extLst>
          </p:cNvPr>
          <p:cNvSpPr>
            <a:spLocks noGrp="1"/>
          </p:cNvSpPr>
          <p:nvPr/>
        </p:nvSpPr>
        <p:spPr>
          <a:xfrm>
            <a:off x="16682805" y="7188514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13</a:t>
            </a:r>
          </a:p>
        </p:txBody>
      </p:sp>
      <p:sp>
        <p:nvSpPr>
          <p:cNvPr id="547" name="15">
            <a:extLst>
              <a:ext uri="{FF2B5EF4-FFF2-40B4-BE49-F238E27FC236}">
                <a16:creationId xmlns:a16="http://schemas.microsoft.com/office/drawing/2014/main" id="{26E7CC23-09B7-46D6-8CAC-3C60F9AE2278}"/>
              </a:ext>
            </a:extLst>
          </p:cNvPr>
          <p:cNvSpPr>
            <a:spLocks noGrp="1"/>
          </p:cNvSpPr>
          <p:nvPr/>
        </p:nvSpPr>
        <p:spPr>
          <a:xfrm>
            <a:off x="17679256" y="718851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15</a:t>
            </a:r>
          </a:p>
        </p:txBody>
      </p:sp>
      <p:sp>
        <p:nvSpPr>
          <p:cNvPr id="645" name="Connection Line">
            <a:extLst>
              <a:ext uri="{FF2B5EF4-FFF2-40B4-BE49-F238E27FC236}">
                <a16:creationId xmlns:a16="http://schemas.microsoft.com/office/drawing/2014/main" id="{9AA597D3-4A88-4155-944D-72F236E86CD4}"/>
              </a:ext>
            </a:extLst>
          </p:cNvPr>
          <p:cNvSpPr>
            <a:spLocks noGrp="1"/>
          </p:cNvSpPr>
          <p:nvPr/>
        </p:nvSpPr>
        <p:spPr>
          <a:xfrm>
            <a:off x="6558763" y="1721116"/>
            <a:ext cx="3227913" cy="208271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21600"/>
                </a:moveTo>
                <a:cubicBezTo>
                  <a:pt x="4594" y="8139"/>
                  <a:pt x="11794" y="939"/>
                  <a:pt x="21600" y="0"/>
                </a:cubicBezTo>
              </a:path>
            </a:pathLst>
          </a:custGeom>
          <a:ln w="76200">
            <a:solidFill>
              <a:srgbClr val="FFFFFF"/>
            </a:solidFill>
            <a:head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46" name="Connection Line">
            <a:extLst>
              <a:ext uri="{FF2B5EF4-FFF2-40B4-BE49-F238E27FC236}">
                <a16:creationId xmlns:a16="http://schemas.microsoft.com/office/drawing/2014/main" id="{33FDC068-18C1-4FF9-9A2B-F9AE3CE890FF}"/>
              </a:ext>
            </a:extLst>
          </p:cNvPr>
          <p:cNvSpPr>
            <a:spLocks noGrp="1"/>
          </p:cNvSpPr>
          <p:nvPr/>
        </p:nvSpPr>
        <p:spPr>
          <a:xfrm>
            <a:off x="14597324" y="1721116"/>
            <a:ext cx="3227913" cy="2082710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21600" y="21600"/>
                </a:moveTo>
                <a:cubicBezTo>
                  <a:pt x="17006" y="8139"/>
                  <a:pt x="9806" y="939"/>
                  <a:pt x="0" y="0"/>
                </a:cubicBezTo>
              </a:path>
            </a:pathLst>
          </a:custGeom>
          <a:ln w="76200">
            <a:solidFill>
              <a:srgbClr val="FFFFFF"/>
            </a:solidFill>
            <a:head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47" name="Connection Line">
            <a:extLst>
              <a:ext uri="{FF2B5EF4-FFF2-40B4-BE49-F238E27FC236}">
                <a16:creationId xmlns:a16="http://schemas.microsoft.com/office/drawing/2014/main" id="{D18E9491-D5B3-43C7-8E23-0D3B1111B28F}"/>
              </a:ext>
            </a:extLst>
          </p:cNvPr>
          <p:cNvSpPr>
            <a:spLocks noGrp="1"/>
          </p:cNvSpPr>
          <p:nvPr/>
        </p:nvSpPr>
        <p:spPr>
          <a:xfrm>
            <a:off x="6148771" y="1225672"/>
            <a:ext cx="3594383" cy="241770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21600"/>
                </a:moveTo>
                <a:cubicBezTo>
                  <a:pt x="4171" y="7997"/>
                  <a:pt x="11371" y="797"/>
                  <a:pt x="21600" y="0"/>
                </a:cubicBezTo>
              </a:path>
            </a:pathLst>
          </a:custGeom>
          <a:ln w="76200">
            <a:solidFill>
              <a:srgbClr val="FFFFFF"/>
            </a:solidFill>
            <a:tail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48" name="Connection Line">
            <a:extLst>
              <a:ext uri="{FF2B5EF4-FFF2-40B4-BE49-F238E27FC236}">
                <a16:creationId xmlns:a16="http://schemas.microsoft.com/office/drawing/2014/main" id="{04480DF9-E567-4430-9A8A-5E85C6C672AB}"/>
              </a:ext>
            </a:extLst>
          </p:cNvPr>
          <p:cNvSpPr>
            <a:spLocks noGrp="1"/>
          </p:cNvSpPr>
          <p:nvPr/>
        </p:nvSpPr>
        <p:spPr>
          <a:xfrm>
            <a:off x="14640845" y="1225672"/>
            <a:ext cx="3594383" cy="241770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21600" y="21600"/>
                </a:moveTo>
                <a:cubicBezTo>
                  <a:pt x="17429" y="7997"/>
                  <a:pt x="10229" y="797"/>
                  <a:pt x="0" y="0"/>
                </a:cubicBezTo>
              </a:path>
            </a:pathLst>
          </a:custGeom>
          <a:ln w="76200">
            <a:solidFill>
              <a:srgbClr val="FFFFFF"/>
            </a:solidFill>
            <a:tail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553" name="Square">
            <a:extLst>
              <a:ext uri="{FF2B5EF4-FFF2-40B4-BE49-F238E27FC236}">
                <a16:creationId xmlns:a16="http://schemas.microsoft.com/office/drawing/2014/main" id="{974BA327-F302-4129-B167-80057DA0BDD8}"/>
              </a:ext>
            </a:extLst>
          </p:cNvPr>
          <p:cNvSpPr>
            <a:spLocks noGrp="1"/>
          </p:cNvSpPr>
          <p:nvPr/>
        </p:nvSpPr>
        <p:spPr>
          <a:xfrm>
            <a:off x="7135641" y="9021881"/>
            <a:ext cx="4178301" cy="4178301"/>
          </a:xfrm>
          <a:prstGeom prst="rect">
            <a:avLst/>
          </a:prstGeom>
          <a:gradFill rotWithShape="1">
            <a:gsLst>
              <a:gs pos="0">
                <a:srgbClr val="694F31"/>
              </a:gs>
              <a:gs pos="100000">
                <a:srgbClr val="675A39"/>
              </a:gs>
            </a:gsLst>
            <a:lin ang="3066645" scaled="0"/>
          </a:gradFill>
          <a:ln w="12700">
            <a:noFill/>
          </a:ln>
          <a:effectLst>
            <a:outerShdw blurRad="63500" dist="25400" dir="178423" rotWithShape="0">
              <a:srgbClr val="FFFFFF">
                <a:alpha val="50000"/>
              </a:srgbClr>
            </a:outerShdw>
          </a:effectLst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554" name="2">
            <a:extLst>
              <a:ext uri="{FF2B5EF4-FFF2-40B4-BE49-F238E27FC236}">
                <a16:creationId xmlns:a16="http://schemas.microsoft.com/office/drawing/2014/main" id="{0EB2CD42-A0EB-4A09-9B54-79DDE4DCF5CF}"/>
              </a:ext>
            </a:extLst>
          </p:cNvPr>
          <p:cNvSpPr>
            <a:spLocks noGrp="1"/>
          </p:cNvSpPr>
          <p:nvPr/>
        </p:nvSpPr>
        <p:spPr>
          <a:xfrm>
            <a:off x="7279265" y="913756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555" name="4">
            <a:extLst>
              <a:ext uri="{FF2B5EF4-FFF2-40B4-BE49-F238E27FC236}">
                <a16:creationId xmlns:a16="http://schemas.microsoft.com/office/drawing/2014/main" id="{B2B1572D-8FA4-4A2E-BF21-CD9873CCF627}"/>
              </a:ext>
            </a:extLst>
          </p:cNvPr>
          <p:cNvSpPr>
            <a:spLocks noGrp="1"/>
          </p:cNvSpPr>
          <p:nvPr/>
        </p:nvSpPr>
        <p:spPr>
          <a:xfrm>
            <a:off x="8275715" y="913756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556" name="5">
            <a:extLst>
              <a:ext uri="{FF2B5EF4-FFF2-40B4-BE49-F238E27FC236}">
                <a16:creationId xmlns:a16="http://schemas.microsoft.com/office/drawing/2014/main" id="{5B57D56E-4884-428B-9B05-77FB4A853124}"/>
              </a:ext>
            </a:extLst>
          </p:cNvPr>
          <p:cNvSpPr>
            <a:spLocks noGrp="1"/>
          </p:cNvSpPr>
          <p:nvPr/>
        </p:nvSpPr>
        <p:spPr>
          <a:xfrm>
            <a:off x="9272166" y="913756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557" name="7">
            <a:extLst>
              <a:ext uri="{FF2B5EF4-FFF2-40B4-BE49-F238E27FC236}">
                <a16:creationId xmlns:a16="http://schemas.microsoft.com/office/drawing/2014/main" id="{7C0D7B39-89C0-4C33-AA76-4E219765A901}"/>
              </a:ext>
            </a:extLst>
          </p:cNvPr>
          <p:cNvSpPr>
            <a:spLocks noGrp="1"/>
          </p:cNvSpPr>
          <p:nvPr/>
        </p:nvSpPr>
        <p:spPr>
          <a:xfrm>
            <a:off x="10268616" y="913756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558" name="8">
            <a:extLst>
              <a:ext uri="{FF2B5EF4-FFF2-40B4-BE49-F238E27FC236}">
                <a16:creationId xmlns:a16="http://schemas.microsoft.com/office/drawing/2014/main" id="{26CB4780-2BDE-4121-B5E5-02D626C489AF}"/>
              </a:ext>
            </a:extLst>
          </p:cNvPr>
          <p:cNvSpPr>
            <a:spLocks noGrp="1"/>
          </p:cNvSpPr>
          <p:nvPr/>
        </p:nvSpPr>
        <p:spPr>
          <a:xfrm>
            <a:off x="7271885" y="1015572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559" name="3">
            <a:extLst>
              <a:ext uri="{FF2B5EF4-FFF2-40B4-BE49-F238E27FC236}">
                <a16:creationId xmlns:a16="http://schemas.microsoft.com/office/drawing/2014/main" id="{9A13AED4-DE4E-46AB-9E5A-9F00BF31E3B2}"/>
              </a:ext>
            </a:extLst>
          </p:cNvPr>
          <p:cNvSpPr>
            <a:spLocks noGrp="1"/>
          </p:cNvSpPr>
          <p:nvPr/>
        </p:nvSpPr>
        <p:spPr>
          <a:xfrm>
            <a:off x="8268335" y="1015572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560" name="1">
            <a:extLst>
              <a:ext uri="{FF2B5EF4-FFF2-40B4-BE49-F238E27FC236}">
                <a16:creationId xmlns:a16="http://schemas.microsoft.com/office/drawing/2014/main" id="{84DA989B-78FE-4ED0-AF2E-0980FEB4EF16}"/>
              </a:ext>
            </a:extLst>
          </p:cNvPr>
          <p:cNvSpPr>
            <a:spLocks noGrp="1"/>
          </p:cNvSpPr>
          <p:nvPr/>
        </p:nvSpPr>
        <p:spPr>
          <a:xfrm>
            <a:off x="9264785" y="1015572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561" name="11">
            <a:extLst>
              <a:ext uri="{FF2B5EF4-FFF2-40B4-BE49-F238E27FC236}">
                <a16:creationId xmlns:a16="http://schemas.microsoft.com/office/drawing/2014/main" id="{C719F3F4-1CB1-4680-BD38-5F8997BC1F10}"/>
              </a:ext>
            </a:extLst>
          </p:cNvPr>
          <p:cNvSpPr>
            <a:spLocks noGrp="1"/>
          </p:cNvSpPr>
          <p:nvPr/>
        </p:nvSpPr>
        <p:spPr>
          <a:xfrm>
            <a:off x="10261235" y="1015572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562" name="14">
            <a:extLst>
              <a:ext uri="{FF2B5EF4-FFF2-40B4-BE49-F238E27FC236}">
                <a16:creationId xmlns:a16="http://schemas.microsoft.com/office/drawing/2014/main" id="{FE413F17-16D9-42FF-B266-B505F2DE233D}"/>
              </a:ext>
            </a:extLst>
          </p:cNvPr>
          <p:cNvSpPr>
            <a:spLocks noGrp="1"/>
          </p:cNvSpPr>
          <p:nvPr/>
        </p:nvSpPr>
        <p:spPr>
          <a:xfrm>
            <a:off x="7271885" y="1117388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14</a:t>
            </a:r>
          </a:p>
        </p:txBody>
      </p:sp>
      <p:sp>
        <p:nvSpPr>
          <p:cNvPr id="563" name="6">
            <a:extLst>
              <a:ext uri="{FF2B5EF4-FFF2-40B4-BE49-F238E27FC236}">
                <a16:creationId xmlns:a16="http://schemas.microsoft.com/office/drawing/2014/main" id="{9E2DF985-E15F-4AA5-A1E3-A8AE06ED2465}"/>
              </a:ext>
            </a:extLst>
          </p:cNvPr>
          <p:cNvSpPr>
            <a:spLocks noGrp="1"/>
          </p:cNvSpPr>
          <p:nvPr/>
        </p:nvSpPr>
        <p:spPr>
          <a:xfrm>
            <a:off x="8268335" y="1117388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564" name="10">
            <a:extLst>
              <a:ext uri="{FF2B5EF4-FFF2-40B4-BE49-F238E27FC236}">
                <a16:creationId xmlns:a16="http://schemas.microsoft.com/office/drawing/2014/main" id="{88FD738E-F6E6-4C1A-8B8A-0EDAF2A0D030}"/>
              </a:ext>
            </a:extLst>
          </p:cNvPr>
          <p:cNvSpPr>
            <a:spLocks noGrp="1"/>
          </p:cNvSpPr>
          <p:nvPr/>
        </p:nvSpPr>
        <p:spPr>
          <a:xfrm>
            <a:off x="9264785" y="1219204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565" name="12">
            <a:extLst>
              <a:ext uri="{FF2B5EF4-FFF2-40B4-BE49-F238E27FC236}">
                <a16:creationId xmlns:a16="http://schemas.microsoft.com/office/drawing/2014/main" id="{C26ADA32-3FFA-4939-A489-D4F6BDD443C9}"/>
              </a:ext>
            </a:extLst>
          </p:cNvPr>
          <p:cNvSpPr>
            <a:spLocks noGrp="1"/>
          </p:cNvSpPr>
          <p:nvPr/>
        </p:nvSpPr>
        <p:spPr>
          <a:xfrm>
            <a:off x="10261235" y="1117388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12</a:t>
            </a:r>
          </a:p>
        </p:txBody>
      </p:sp>
      <p:sp>
        <p:nvSpPr>
          <p:cNvPr id="566" name="9">
            <a:extLst>
              <a:ext uri="{FF2B5EF4-FFF2-40B4-BE49-F238E27FC236}">
                <a16:creationId xmlns:a16="http://schemas.microsoft.com/office/drawing/2014/main" id="{4B64C346-EFCA-4D6A-8250-0B2462F4682C}"/>
              </a:ext>
            </a:extLst>
          </p:cNvPr>
          <p:cNvSpPr>
            <a:spLocks noGrp="1"/>
          </p:cNvSpPr>
          <p:nvPr/>
        </p:nvSpPr>
        <p:spPr>
          <a:xfrm>
            <a:off x="7279265" y="1219204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567" name="13">
            <a:extLst>
              <a:ext uri="{FF2B5EF4-FFF2-40B4-BE49-F238E27FC236}">
                <a16:creationId xmlns:a16="http://schemas.microsoft.com/office/drawing/2014/main" id="{4CEF8C5E-7AFF-4014-85E8-80962CA8BF2F}"/>
              </a:ext>
            </a:extLst>
          </p:cNvPr>
          <p:cNvSpPr>
            <a:spLocks noGrp="1"/>
          </p:cNvSpPr>
          <p:nvPr/>
        </p:nvSpPr>
        <p:spPr>
          <a:xfrm>
            <a:off x="8275715" y="1219204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13</a:t>
            </a:r>
          </a:p>
        </p:txBody>
      </p:sp>
      <p:sp>
        <p:nvSpPr>
          <p:cNvPr id="568" name="15">
            <a:extLst>
              <a:ext uri="{FF2B5EF4-FFF2-40B4-BE49-F238E27FC236}">
                <a16:creationId xmlns:a16="http://schemas.microsoft.com/office/drawing/2014/main" id="{5755FD5C-A78A-46B4-9DC3-3C897B9B2D55}"/>
              </a:ext>
            </a:extLst>
          </p:cNvPr>
          <p:cNvSpPr>
            <a:spLocks noGrp="1"/>
          </p:cNvSpPr>
          <p:nvPr/>
        </p:nvSpPr>
        <p:spPr>
          <a:xfrm>
            <a:off x="10268616" y="1219204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15</a:t>
            </a:r>
          </a:p>
        </p:txBody>
      </p:sp>
      <p:sp>
        <p:nvSpPr>
          <p:cNvPr id="570" name="Square">
            <a:extLst>
              <a:ext uri="{FF2B5EF4-FFF2-40B4-BE49-F238E27FC236}">
                <a16:creationId xmlns:a16="http://schemas.microsoft.com/office/drawing/2014/main" id="{090F92B1-6213-40CF-98B1-6D72CFB486AE}"/>
              </a:ext>
            </a:extLst>
          </p:cNvPr>
          <p:cNvSpPr>
            <a:spLocks noGrp="1"/>
          </p:cNvSpPr>
          <p:nvPr/>
        </p:nvSpPr>
        <p:spPr>
          <a:xfrm>
            <a:off x="1317584" y="9021881"/>
            <a:ext cx="4178301" cy="4178301"/>
          </a:xfrm>
          <a:prstGeom prst="rect">
            <a:avLst/>
          </a:prstGeom>
          <a:gradFill rotWithShape="1">
            <a:gsLst>
              <a:gs pos="0">
                <a:srgbClr val="694F31"/>
              </a:gs>
              <a:gs pos="100000">
                <a:srgbClr val="675A39"/>
              </a:gs>
            </a:gsLst>
            <a:lin ang="3066645" scaled="0"/>
          </a:gradFill>
          <a:ln w="12700">
            <a:noFill/>
          </a:ln>
          <a:effectLst>
            <a:outerShdw blurRad="63500" dist="25400" dir="178423" rotWithShape="0">
              <a:srgbClr val="FFFFFF">
                <a:alpha val="50000"/>
              </a:srgbClr>
            </a:outerShdw>
          </a:effectLst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571" name="2">
            <a:extLst>
              <a:ext uri="{FF2B5EF4-FFF2-40B4-BE49-F238E27FC236}">
                <a16:creationId xmlns:a16="http://schemas.microsoft.com/office/drawing/2014/main" id="{24C4FEBC-ED23-4DBB-8713-459DFBF9A64C}"/>
              </a:ext>
            </a:extLst>
          </p:cNvPr>
          <p:cNvSpPr>
            <a:spLocks noGrp="1"/>
          </p:cNvSpPr>
          <p:nvPr/>
        </p:nvSpPr>
        <p:spPr>
          <a:xfrm>
            <a:off x="1461208" y="913756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572" name="4">
            <a:extLst>
              <a:ext uri="{FF2B5EF4-FFF2-40B4-BE49-F238E27FC236}">
                <a16:creationId xmlns:a16="http://schemas.microsoft.com/office/drawing/2014/main" id="{A2DD0AF3-A5E1-4917-9D39-C991A148F61C}"/>
              </a:ext>
            </a:extLst>
          </p:cNvPr>
          <p:cNvSpPr>
            <a:spLocks noGrp="1"/>
          </p:cNvSpPr>
          <p:nvPr/>
        </p:nvSpPr>
        <p:spPr>
          <a:xfrm>
            <a:off x="2457658" y="913756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573" name="5">
            <a:extLst>
              <a:ext uri="{FF2B5EF4-FFF2-40B4-BE49-F238E27FC236}">
                <a16:creationId xmlns:a16="http://schemas.microsoft.com/office/drawing/2014/main" id="{9A7FEE7A-3FFF-4F4B-B0B1-1D6EEE81D952}"/>
              </a:ext>
            </a:extLst>
          </p:cNvPr>
          <p:cNvSpPr>
            <a:spLocks noGrp="1"/>
          </p:cNvSpPr>
          <p:nvPr/>
        </p:nvSpPr>
        <p:spPr>
          <a:xfrm>
            <a:off x="3454109" y="913756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574" name="7">
            <a:extLst>
              <a:ext uri="{FF2B5EF4-FFF2-40B4-BE49-F238E27FC236}">
                <a16:creationId xmlns:a16="http://schemas.microsoft.com/office/drawing/2014/main" id="{E9B29890-EA4D-469C-9EA1-961473671E73}"/>
              </a:ext>
            </a:extLst>
          </p:cNvPr>
          <p:cNvSpPr>
            <a:spLocks noGrp="1"/>
          </p:cNvSpPr>
          <p:nvPr/>
        </p:nvSpPr>
        <p:spPr>
          <a:xfrm>
            <a:off x="4450559" y="913756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575" name="8">
            <a:extLst>
              <a:ext uri="{FF2B5EF4-FFF2-40B4-BE49-F238E27FC236}">
                <a16:creationId xmlns:a16="http://schemas.microsoft.com/office/drawing/2014/main" id="{50B8430B-7A1D-4CD8-8D8A-49232F3A03EE}"/>
              </a:ext>
            </a:extLst>
          </p:cNvPr>
          <p:cNvSpPr>
            <a:spLocks noGrp="1"/>
          </p:cNvSpPr>
          <p:nvPr/>
        </p:nvSpPr>
        <p:spPr>
          <a:xfrm>
            <a:off x="1453828" y="1015572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576" name="3">
            <a:extLst>
              <a:ext uri="{FF2B5EF4-FFF2-40B4-BE49-F238E27FC236}">
                <a16:creationId xmlns:a16="http://schemas.microsoft.com/office/drawing/2014/main" id="{5D3FD496-05F3-4137-BFD3-341F4C13EFCA}"/>
              </a:ext>
            </a:extLst>
          </p:cNvPr>
          <p:cNvSpPr>
            <a:spLocks noGrp="1"/>
          </p:cNvSpPr>
          <p:nvPr/>
        </p:nvSpPr>
        <p:spPr>
          <a:xfrm>
            <a:off x="2450278" y="1015572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577" name="1">
            <a:extLst>
              <a:ext uri="{FF2B5EF4-FFF2-40B4-BE49-F238E27FC236}">
                <a16:creationId xmlns:a16="http://schemas.microsoft.com/office/drawing/2014/main" id="{3FEDD69B-CBEE-4197-B4E4-1A2245BDB51A}"/>
              </a:ext>
            </a:extLst>
          </p:cNvPr>
          <p:cNvSpPr>
            <a:spLocks noGrp="1"/>
          </p:cNvSpPr>
          <p:nvPr/>
        </p:nvSpPr>
        <p:spPr>
          <a:xfrm>
            <a:off x="3446728" y="1015572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578" name="11">
            <a:extLst>
              <a:ext uri="{FF2B5EF4-FFF2-40B4-BE49-F238E27FC236}">
                <a16:creationId xmlns:a16="http://schemas.microsoft.com/office/drawing/2014/main" id="{BFB8505F-8A74-493A-8EED-4F683F893814}"/>
              </a:ext>
            </a:extLst>
          </p:cNvPr>
          <p:cNvSpPr>
            <a:spLocks noGrp="1"/>
          </p:cNvSpPr>
          <p:nvPr/>
        </p:nvSpPr>
        <p:spPr>
          <a:xfrm>
            <a:off x="4443178" y="1015572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579" name="14">
            <a:extLst>
              <a:ext uri="{FF2B5EF4-FFF2-40B4-BE49-F238E27FC236}">
                <a16:creationId xmlns:a16="http://schemas.microsoft.com/office/drawing/2014/main" id="{CDFB30C3-34F6-4E10-84E0-8708099AE328}"/>
              </a:ext>
            </a:extLst>
          </p:cNvPr>
          <p:cNvSpPr>
            <a:spLocks noGrp="1"/>
          </p:cNvSpPr>
          <p:nvPr/>
        </p:nvSpPr>
        <p:spPr>
          <a:xfrm>
            <a:off x="1453828" y="1117388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14</a:t>
            </a:r>
          </a:p>
        </p:txBody>
      </p:sp>
      <p:sp>
        <p:nvSpPr>
          <p:cNvPr id="580" name="6">
            <a:extLst>
              <a:ext uri="{FF2B5EF4-FFF2-40B4-BE49-F238E27FC236}">
                <a16:creationId xmlns:a16="http://schemas.microsoft.com/office/drawing/2014/main" id="{944F9904-CC00-4C87-9793-A47F56A30727}"/>
              </a:ext>
            </a:extLst>
          </p:cNvPr>
          <p:cNvSpPr>
            <a:spLocks noGrp="1"/>
          </p:cNvSpPr>
          <p:nvPr/>
        </p:nvSpPr>
        <p:spPr>
          <a:xfrm>
            <a:off x="2450278" y="1117388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581" name="10">
            <a:extLst>
              <a:ext uri="{FF2B5EF4-FFF2-40B4-BE49-F238E27FC236}">
                <a16:creationId xmlns:a16="http://schemas.microsoft.com/office/drawing/2014/main" id="{DF760FDB-7D6A-4046-93BB-2255AD58DDB9}"/>
              </a:ext>
            </a:extLst>
          </p:cNvPr>
          <p:cNvSpPr>
            <a:spLocks noGrp="1"/>
          </p:cNvSpPr>
          <p:nvPr/>
        </p:nvSpPr>
        <p:spPr>
          <a:xfrm>
            <a:off x="3446728" y="1117388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582" name="12">
            <a:extLst>
              <a:ext uri="{FF2B5EF4-FFF2-40B4-BE49-F238E27FC236}">
                <a16:creationId xmlns:a16="http://schemas.microsoft.com/office/drawing/2014/main" id="{61A437C3-89AC-4870-9387-8B7E41B15740}"/>
              </a:ext>
            </a:extLst>
          </p:cNvPr>
          <p:cNvSpPr>
            <a:spLocks noGrp="1"/>
          </p:cNvSpPr>
          <p:nvPr/>
        </p:nvSpPr>
        <p:spPr>
          <a:xfrm>
            <a:off x="4443178" y="1117388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12</a:t>
            </a:r>
          </a:p>
        </p:txBody>
      </p:sp>
      <p:sp>
        <p:nvSpPr>
          <p:cNvPr id="583" name="9">
            <a:extLst>
              <a:ext uri="{FF2B5EF4-FFF2-40B4-BE49-F238E27FC236}">
                <a16:creationId xmlns:a16="http://schemas.microsoft.com/office/drawing/2014/main" id="{2B54998E-4875-4BCF-8770-99D5EC97B96E}"/>
              </a:ext>
            </a:extLst>
          </p:cNvPr>
          <p:cNvSpPr>
            <a:spLocks noGrp="1"/>
          </p:cNvSpPr>
          <p:nvPr/>
        </p:nvSpPr>
        <p:spPr>
          <a:xfrm>
            <a:off x="1461208" y="1219204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584" name="13">
            <a:extLst>
              <a:ext uri="{FF2B5EF4-FFF2-40B4-BE49-F238E27FC236}">
                <a16:creationId xmlns:a16="http://schemas.microsoft.com/office/drawing/2014/main" id="{845BAB38-6DC3-4F04-8CBD-7D8B3FCD06E4}"/>
              </a:ext>
            </a:extLst>
          </p:cNvPr>
          <p:cNvSpPr>
            <a:spLocks noGrp="1"/>
          </p:cNvSpPr>
          <p:nvPr/>
        </p:nvSpPr>
        <p:spPr>
          <a:xfrm>
            <a:off x="3446728" y="12192042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13</a:t>
            </a:r>
          </a:p>
        </p:txBody>
      </p:sp>
      <p:sp>
        <p:nvSpPr>
          <p:cNvPr id="585" name="15">
            <a:extLst>
              <a:ext uri="{FF2B5EF4-FFF2-40B4-BE49-F238E27FC236}">
                <a16:creationId xmlns:a16="http://schemas.microsoft.com/office/drawing/2014/main" id="{970DCD77-9451-469C-AF7F-C8531A97DB9D}"/>
              </a:ext>
            </a:extLst>
          </p:cNvPr>
          <p:cNvSpPr>
            <a:spLocks noGrp="1"/>
          </p:cNvSpPr>
          <p:nvPr/>
        </p:nvSpPr>
        <p:spPr>
          <a:xfrm>
            <a:off x="4450559" y="1219204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15</a:t>
            </a:r>
          </a:p>
        </p:txBody>
      </p:sp>
      <p:sp>
        <p:nvSpPr>
          <p:cNvPr id="649" name="Connection Line">
            <a:extLst>
              <a:ext uri="{FF2B5EF4-FFF2-40B4-BE49-F238E27FC236}">
                <a16:creationId xmlns:a16="http://schemas.microsoft.com/office/drawing/2014/main" id="{08A5BAC6-3565-4F93-BF22-A07F7A6D1CFD}"/>
              </a:ext>
            </a:extLst>
          </p:cNvPr>
          <p:cNvSpPr>
            <a:spLocks noGrp="1"/>
          </p:cNvSpPr>
          <p:nvPr/>
        </p:nvSpPr>
        <p:spPr>
          <a:xfrm>
            <a:off x="2729484" y="6740169"/>
            <a:ext cx="1756923" cy="196146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21600"/>
                </a:moveTo>
                <a:cubicBezTo>
                  <a:pt x="621" y="9122"/>
                  <a:pt x="7821" y="1922"/>
                  <a:pt x="21600" y="0"/>
                </a:cubicBezTo>
              </a:path>
            </a:pathLst>
          </a:custGeom>
          <a:ln w="76200">
            <a:solidFill>
              <a:srgbClr val="FFFFFF"/>
            </a:solidFill>
            <a:head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50" name="Connection Line">
            <a:extLst>
              <a:ext uri="{FF2B5EF4-FFF2-40B4-BE49-F238E27FC236}">
                <a16:creationId xmlns:a16="http://schemas.microsoft.com/office/drawing/2014/main" id="{A0614597-FE05-4DC5-BE2B-642687C8F761}"/>
              </a:ext>
            </a:extLst>
          </p:cNvPr>
          <p:cNvSpPr>
            <a:spLocks noGrp="1"/>
          </p:cNvSpPr>
          <p:nvPr/>
        </p:nvSpPr>
        <p:spPr>
          <a:xfrm>
            <a:off x="2319493" y="6353132"/>
            <a:ext cx="2170664" cy="2188049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21600"/>
                </a:moveTo>
                <a:cubicBezTo>
                  <a:pt x="1779" y="8443"/>
                  <a:pt x="8979" y="1243"/>
                  <a:pt x="21600" y="0"/>
                </a:cubicBezTo>
              </a:path>
            </a:pathLst>
          </a:custGeom>
          <a:ln w="76200">
            <a:solidFill>
              <a:srgbClr val="FFFFFF"/>
            </a:solidFill>
            <a:tail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51" name="Connection Line">
            <a:extLst>
              <a:ext uri="{FF2B5EF4-FFF2-40B4-BE49-F238E27FC236}">
                <a16:creationId xmlns:a16="http://schemas.microsoft.com/office/drawing/2014/main" id="{8E324FBF-BF47-4E75-9AF7-FD36A9546C73}"/>
              </a:ext>
            </a:extLst>
          </p:cNvPr>
          <p:cNvSpPr>
            <a:spLocks noGrp="1"/>
          </p:cNvSpPr>
          <p:nvPr/>
        </p:nvSpPr>
        <p:spPr>
          <a:xfrm>
            <a:off x="9174984" y="7098288"/>
            <a:ext cx="1440111" cy="1697719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21600" y="21600"/>
                </a:moveTo>
                <a:cubicBezTo>
                  <a:pt x="19502" y="9829"/>
                  <a:pt x="12302" y="2629"/>
                  <a:pt x="0" y="0"/>
                </a:cubicBezTo>
              </a:path>
            </a:pathLst>
          </a:custGeom>
          <a:ln w="76200">
            <a:solidFill>
              <a:srgbClr val="FFFFFF"/>
            </a:solidFill>
            <a:head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52" name="Connection Line">
            <a:extLst>
              <a:ext uri="{FF2B5EF4-FFF2-40B4-BE49-F238E27FC236}">
                <a16:creationId xmlns:a16="http://schemas.microsoft.com/office/drawing/2014/main" id="{9C153475-C3FC-4E4D-8563-781204E64D08}"/>
              </a:ext>
            </a:extLst>
          </p:cNvPr>
          <p:cNvSpPr>
            <a:spLocks noGrp="1"/>
          </p:cNvSpPr>
          <p:nvPr/>
        </p:nvSpPr>
        <p:spPr>
          <a:xfrm>
            <a:off x="9230027" y="6680595"/>
            <a:ext cx="1783740" cy="209350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21600" y="21600"/>
                </a:moveTo>
                <a:cubicBezTo>
                  <a:pt x="19987" y="9725"/>
                  <a:pt x="12787" y="2525"/>
                  <a:pt x="0" y="0"/>
                </a:cubicBezTo>
              </a:path>
            </a:pathLst>
          </a:custGeom>
          <a:ln w="76200">
            <a:solidFill>
              <a:srgbClr val="FFFFFF"/>
            </a:solidFill>
            <a:tail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591" name="Square">
            <a:extLst>
              <a:ext uri="{FF2B5EF4-FFF2-40B4-BE49-F238E27FC236}">
                <a16:creationId xmlns:a16="http://schemas.microsoft.com/office/drawing/2014/main" id="{DCFB1EC0-E29D-4FED-A26D-A8BA073198CB}"/>
              </a:ext>
            </a:extLst>
          </p:cNvPr>
          <p:cNvSpPr>
            <a:spLocks noGrp="1"/>
          </p:cNvSpPr>
          <p:nvPr/>
        </p:nvSpPr>
        <p:spPr>
          <a:xfrm>
            <a:off x="12953697" y="9021881"/>
            <a:ext cx="4178301" cy="4178301"/>
          </a:xfrm>
          <a:prstGeom prst="rect">
            <a:avLst/>
          </a:prstGeom>
          <a:gradFill rotWithShape="1">
            <a:gsLst>
              <a:gs pos="0">
                <a:srgbClr val="694F31"/>
              </a:gs>
              <a:gs pos="100000">
                <a:srgbClr val="675A39"/>
              </a:gs>
            </a:gsLst>
            <a:lin ang="3066645" scaled="0"/>
          </a:gradFill>
          <a:ln w="12700">
            <a:noFill/>
          </a:ln>
          <a:effectLst>
            <a:outerShdw blurRad="63500" dist="25400" dir="178423" rotWithShape="0">
              <a:srgbClr val="FFFFFF">
                <a:alpha val="50000"/>
              </a:srgbClr>
            </a:outerShdw>
          </a:effectLst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592" name="2">
            <a:extLst>
              <a:ext uri="{FF2B5EF4-FFF2-40B4-BE49-F238E27FC236}">
                <a16:creationId xmlns:a16="http://schemas.microsoft.com/office/drawing/2014/main" id="{64F9361C-04B6-42FB-BEE8-AAFAFA955DBE}"/>
              </a:ext>
            </a:extLst>
          </p:cNvPr>
          <p:cNvSpPr>
            <a:spLocks noGrp="1"/>
          </p:cNvSpPr>
          <p:nvPr/>
        </p:nvSpPr>
        <p:spPr>
          <a:xfrm>
            <a:off x="13097321" y="913756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593" name="4">
            <a:extLst>
              <a:ext uri="{FF2B5EF4-FFF2-40B4-BE49-F238E27FC236}">
                <a16:creationId xmlns:a16="http://schemas.microsoft.com/office/drawing/2014/main" id="{F4EC0AD0-62DF-496E-8F0A-D74D8369CE47}"/>
              </a:ext>
            </a:extLst>
          </p:cNvPr>
          <p:cNvSpPr>
            <a:spLocks noGrp="1"/>
          </p:cNvSpPr>
          <p:nvPr/>
        </p:nvSpPr>
        <p:spPr>
          <a:xfrm>
            <a:off x="14093771" y="913756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594" name="5">
            <a:extLst>
              <a:ext uri="{FF2B5EF4-FFF2-40B4-BE49-F238E27FC236}">
                <a16:creationId xmlns:a16="http://schemas.microsoft.com/office/drawing/2014/main" id="{E5D358FA-BF22-4AA1-BB4A-08F872B3536C}"/>
              </a:ext>
            </a:extLst>
          </p:cNvPr>
          <p:cNvSpPr>
            <a:spLocks noGrp="1"/>
          </p:cNvSpPr>
          <p:nvPr/>
        </p:nvSpPr>
        <p:spPr>
          <a:xfrm>
            <a:off x="15090222" y="913756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595" name="7">
            <a:extLst>
              <a:ext uri="{FF2B5EF4-FFF2-40B4-BE49-F238E27FC236}">
                <a16:creationId xmlns:a16="http://schemas.microsoft.com/office/drawing/2014/main" id="{B5F7B3C0-65BE-4EA9-B2AE-547EB1C80E3E}"/>
              </a:ext>
            </a:extLst>
          </p:cNvPr>
          <p:cNvSpPr>
            <a:spLocks noGrp="1"/>
          </p:cNvSpPr>
          <p:nvPr/>
        </p:nvSpPr>
        <p:spPr>
          <a:xfrm>
            <a:off x="16086672" y="913756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596" name="8">
            <a:extLst>
              <a:ext uri="{FF2B5EF4-FFF2-40B4-BE49-F238E27FC236}">
                <a16:creationId xmlns:a16="http://schemas.microsoft.com/office/drawing/2014/main" id="{F636903C-FE37-45E3-B6E9-A894177762CB}"/>
              </a:ext>
            </a:extLst>
          </p:cNvPr>
          <p:cNvSpPr>
            <a:spLocks noGrp="1"/>
          </p:cNvSpPr>
          <p:nvPr/>
        </p:nvSpPr>
        <p:spPr>
          <a:xfrm>
            <a:off x="13089941" y="1015572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597" name="3">
            <a:extLst>
              <a:ext uri="{FF2B5EF4-FFF2-40B4-BE49-F238E27FC236}">
                <a16:creationId xmlns:a16="http://schemas.microsoft.com/office/drawing/2014/main" id="{20200BBF-3749-4731-8353-3390F0241D74}"/>
              </a:ext>
            </a:extLst>
          </p:cNvPr>
          <p:cNvSpPr>
            <a:spLocks noGrp="1"/>
          </p:cNvSpPr>
          <p:nvPr/>
        </p:nvSpPr>
        <p:spPr>
          <a:xfrm>
            <a:off x="14086391" y="1015572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598" name="1">
            <a:extLst>
              <a:ext uri="{FF2B5EF4-FFF2-40B4-BE49-F238E27FC236}">
                <a16:creationId xmlns:a16="http://schemas.microsoft.com/office/drawing/2014/main" id="{4040EC2A-4408-4A88-87CB-ACE755FF632D}"/>
              </a:ext>
            </a:extLst>
          </p:cNvPr>
          <p:cNvSpPr>
            <a:spLocks noGrp="1"/>
          </p:cNvSpPr>
          <p:nvPr/>
        </p:nvSpPr>
        <p:spPr>
          <a:xfrm>
            <a:off x="15082841" y="1015572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599" name="11">
            <a:extLst>
              <a:ext uri="{FF2B5EF4-FFF2-40B4-BE49-F238E27FC236}">
                <a16:creationId xmlns:a16="http://schemas.microsoft.com/office/drawing/2014/main" id="{708F0C4E-312C-4413-8A9D-AEE42071F5DC}"/>
              </a:ext>
            </a:extLst>
          </p:cNvPr>
          <p:cNvSpPr>
            <a:spLocks noGrp="1"/>
          </p:cNvSpPr>
          <p:nvPr/>
        </p:nvSpPr>
        <p:spPr>
          <a:xfrm>
            <a:off x="16079291" y="1015572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600" name="14">
            <a:extLst>
              <a:ext uri="{FF2B5EF4-FFF2-40B4-BE49-F238E27FC236}">
                <a16:creationId xmlns:a16="http://schemas.microsoft.com/office/drawing/2014/main" id="{59C5E482-884C-4D9B-BDB4-1B5B0A0F5E49}"/>
              </a:ext>
            </a:extLst>
          </p:cNvPr>
          <p:cNvSpPr>
            <a:spLocks noGrp="1"/>
          </p:cNvSpPr>
          <p:nvPr/>
        </p:nvSpPr>
        <p:spPr>
          <a:xfrm>
            <a:off x="13089941" y="1117388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14</a:t>
            </a:r>
          </a:p>
        </p:txBody>
      </p:sp>
      <p:sp>
        <p:nvSpPr>
          <p:cNvPr id="601" name="6">
            <a:extLst>
              <a:ext uri="{FF2B5EF4-FFF2-40B4-BE49-F238E27FC236}">
                <a16:creationId xmlns:a16="http://schemas.microsoft.com/office/drawing/2014/main" id="{BE29EA08-3FE2-4054-8B3C-FEC833025A16}"/>
              </a:ext>
            </a:extLst>
          </p:cNvPr>
          <p:cNvSpPr>
            <a:spLocks noGrp="1"/>
          </p:cNvSpPr>
          <p:nvPr/>
        </p:nvSpPr>
        <p:spPr>
          <a:xfrm>
            <a:off x="14086391" y="1117388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602" name="10">
            <a:extLst>
              <a:ext uri="{FF2B5EF4-FFF2-40B4-BE49-F238E27FC236}">
                <a16:creationId xmlns:a16="http://schemas.microsoft.com/office/drawing/2014/main" id="{1348E88B-04A0-4E95-BBBD-0ECB68DC0000}"/>
              </a:ext>
            </a:extLst>
          </p:cNvPr>
          <p:cNvSpPr>
            <a:spLocks noGrp="1"/>
          </p:cNvSpPr>
          <p:nvPr/>
        </p:nvSpPr>
        <p:spPr>
          <a:xfrm>
            <a:off x="16086672" y="1117388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603" name="12">
            <a:extLst>
              <a:ext uri="{FF2B5EF4-FFF2-40B4-BE49-F238E27FC236}">
                <a16:creationId xmlns:a16="http://schemas.microsoft.com/office/drawing/2014/main" id="{888F71C3-20B7-473F-93BA-4E4C7F515935}"/>
              </a:ext>
            </a:extLst>
          </p:cNvPr>
          <p:cNvSpPr>
            <a:spLocks noGrp="1"/>
          </p:cNvSpPr>
          <p:nvPr/>
        </p:nvSpPr>
        <p:spPr>
          <a:xfrm>
            <a:off x="16086672" y="1219204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12</a:t>
            </a:r>
          </a:p>
        </p:txBody>
      </p:sp>
      <p:sp>
        <p:nvSpPr>
          <p:cNvPr id="604" name="9">
            <a:extLst>
              <a:ext uri="{FF2B5EF4-FFF2-40B4-BE49-F238E27FC236}">
                <a16:creationId xmlns:a16="http://schemas.microsoft.com/office/drawing/2014/main" id="{EBF00D7F-2256-4463-AE1F-48491FA5DD91}"/>
              </a:ext>
            </a:extLst>
          </p:cNvPr>
          <p:cNvSpPr>
            <a:spLocks noGrp="1"/>
          </p:cNvSpPr>
          <p:nvPr/>
        </p:nvSpPr>
        <p:spPr>
          <a:xfrm>
            <a:off x="13097321" y="1219204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605" name="13">
            <a:extLst>
              <a:ext uri="{FF2B5EF4-FFF2-40B4-BE49-F238E27FC236}">
                <a16:creationId xmlns:a16="http://schemas.microsoft.com/office/drawing/2014/main" id="{53183392-4BD4-43CC-A346-B15918A705F9}"/>
              </a:ext>
            </a:extLst>
          </p:cNvPr>
          <p:cNvSpPr>
            <a:spLocks noGrp="1"/>
          </p:cNvSpPr>
          <p:nvPr/>
        </p:nvSpPr>
        <p:spPr>
          <a:xfrm>
            <a:off x="14093771" y="1219204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13</a:t>
            </a:r>
          </a:p>
        </p:txBody>
      </p:sp>
      <p:sp>
        <p:nvSpPr>
          <p:cNvPr id="606" name="15">
            <a:extLst>
              <a:ext uri="{FF2B5EF4-FFF2-40B4-BE49-F238E27FC236}">
                <a16:creationId xmlns:a16="http://schemas.microsoft.com/office/drawing/2014/main" id="{73B7EB98-8573-4A5D-92E2-AE888D684772}"/>
              </a:ext>
            </a:extLst>
          </p:cNvPr>
          <p:cNvSpPr>
            <a:spLocks noGrp="1"/>
          </p:cNvSpPr>
          <p:nvPr/>
        </p:nvSpPr>
        <p:spPr>
          <a:xfrm>
            <a:off x="15090222" y="12192042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15</a:t>
            </a:r>
          </a:p>
        </p:txBody>
      </p:sp>
      <p:sp>
        <p:nvSpPr>
          <p:cNvPr id="608" name="Square">
            <a:extLst>
              <a:ext uri="{FF2B5EF4-FFF2-40B4-BE49-F238E27FC236}">
                <a16:creationId xmlns:a16="http://schemas.microsoft.com/office/drawing/2014/main" id="{F72F3380-83B9-4888-A825-48A2CF5885D7}"/>
              </a:ext>
            </a:extLst>
          </p:cNvPr>
          <p:cNvSpPr>
            <a:spLocks noGrp="1"/>
          </p:cNvSpPr>
          <p:nvPr/>
        </p:nvSpPr>
        <p:spPr>
          <a:xfrm>
            <a:off x="18771753" y="9021881"/>
            <a:ext cx="4178301" cy="4178301"/>
          </a:xfrm>
          <a:prstGeom prst="rect">
            <a:avLst/>
          </a:prstGeom>
          <a:gradFill rotWithShape="1">
            <a:gsLst>
              <a:gs pos="0">
                <a:srgbClr val="694F31"/>
              </a:gs>
              <a:gs pos="100000">
                <a:srgbClr val="675A39"/>
              </a:gs>
            </a:gsLst>
            <a:lin ang="3066645" scaled="0"/>
          </a:gradFill>
          <a:ln w="12700">
            <a:noFill/>
          </a:ln>
          <a:effectLst>
            <a:outerShdw blurRad="63500" dist="25400" dir="178423" rotWithShape="0">
              <a:srgbClr val="FFFFFF">
                <a:alpha val="50000"/>
              </a:srgbClr>
            </a:outerShdw>
          </a:effectLst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09" name="2">
            <a:extLst>
              <a:ext uri="{FF2B5EF4-FFF2-40B4-BE49-F238E27FC236}">
                <a16:creationId xmlns:a16="http://schemas.microsoft.com/office/drawing/2014/main" id="{EAECF10E-67DC-4BD5-92DC-C18426D403DF}"/>
              </a:ext>
            </a:extLst>
          </p:cNvPr>
          <p:cNvSpPr>
            <a:spLocks noGrp="1"/>
          </p:cNvSpPr>
          <p:nvPr/>
        </p:nvSpPr>
        <p:spPr>
          <a:xfrm>
            <a:off x="18915377" y="913756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610" name="4">
            <a:extLst>
              <a:ext uri="{FF2B5EF4-FFF2-40B4-BE49-F238E27FC236}">
                <a16:creationId xmlns:a16="http://schemas.microsoft.com/office/drawing/2014/main" id="{A4CEF6DE-00CC-4C56-ABE0-07B7E966C17E}"/>
              </a:ext>
            </a:extLst>
          </p:cNvPr>
          <p:cNvSpPr>
            <a:spLocks noGrp="1"/>
          </p:cNvSpPr>
          <p:nvPr/>
        </p:nvSpPr>
        <p:spPr>
          <a:xfrm>
            <a:off x="19911827" y="913756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611" name="5">
            <a:extLst>
              <a:ext uri="{FF2B5EF4-FFF2-40B4-BE49-F238E27FC236}">
                <a16:creationId xmlns:a16="http://schemas.microsoft.com/office/drawing/2014/main" id="{38A091B7-6A67-4287-B86A-EFA50B3CDA19}"/>
              </a:ext>
            </a:extLst>
          </p:cNvPr>
          <p:cNvSpPr>
            <a:spLocks noGrp="1"/>
          </p:cNvSpPr>
          <p:nvPr/>
        </p:nvSpPr>
        <p:spPr>
          <a:xfrm>
            <a:off x="20908278" y="913756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612" name="7">
            <a:extLst>
              <a:ext uri="{FF2B5EF4-FFF2-40B4-BE49-F238E27FC236}">
                <a16:creationId xmlns:a16="http://schemas.microsoft.com/office/drawing/2014/main" id="{B0B047ED-10C3-483B-ABD2-F102B24F5BA0}"/>
              </a:ext>
            </a:extLst>
          </p:cNvPr>
          <p:cNvSpPr>
            <a:spLocks noGrp="1"/>
          </p:cNvSpPr>
          <p:nvPr/>
        </p:nvSpPr>
        <p:spPr>
          <a:xfrm>
            <a:off x="21904728" y="913756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613" name="8">
            <a:extLst>
              <a:ext uri="{FF2B5EF4-FFF2-40B4-BE49-F238E27FC236}">
                <a16:creationId xmlns:a16="http://schemas.microsoft.com/office/drawing/2014/main" id="{66C96C87-9815-4D4E-8E24-40F41767AC44}"/>
              </a:ext>
            </a:extLst>
          </p:cNvPr>
          <p:cNvSpPr>
            <a:spLocks noGrp="1"/>
          </p:cNvSpPr>
          <p:nvPr/>
        </p:nvSpPr>
        <p:spPr>
          <a:xfrm>
            <a:off x="18907997" y="1015572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614" name="3">
            <a:extLst>
              <a:ext uri="{FF2B5EF4-FFF2-40B4-BE49-F238E27FC236}">
                <a16:creationId xmlns:a16="http://schemas.microsoft.com/office/drawing/2014/main" id="{9D8E53E4-6E2F-4439-853A-EA7AD1659829}"/>
              </a:ext>
            </a:extLst>
          </p:cNvPr>
          <p:cNvSpPr>
            <a:spLocks noGrp="1"/>
          </p:cNvSpPr>
          <p:nvPr/>
        </p:nvSpPr>
        <p:spPr>
          <a:xfrm>
            <a:off x="19904447" y="1015572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615" name="1">
            <a:extLst>
              <a:ext uri="{FF2B5EF4-FFF2-40B4-BE49-F238E27FC236}">
                <a16:creationId xmlns:a16="http://schemas.microsoft.com/office/drawing/2014/main" id="{00A829D0-BBF3-4F31-8E3F-B88A57DFF12C}"/>
              </a:ext>
            </a:extLst>
          </p:cNvPr>
          <p:cNvSpPr>
            <a:spLocks noGrp="1"/>
          </p:cNvSpPr>
          <p:nvPr/>
        </p:nvSpPr>
        <p:spPr>
          <a:xfrm>
            <a:off x="20900897" y="1015572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616" name="11">
            <a:extLst>
              <a:ext uri="{FF2B5EF4-FFF2-40B4-BE49-F238E27FC236}">
                <a16:creationId xmlns:a16="http://schemas.microsoft.com/office/drawing/2014/main" id="{CCA1632F-2823-4C79-B5E5-05108F97917B}"/>
              </a:ext>
            </a:extLst>
          </p:cNvPr>
          <p:cNvSpPr>
            <a:spLocks noGrp="1"/>
          </p:cNvSpPr>
          <p:nvPr/>
        </p:nvSpPr>
        <p:spPr>
          <a:xfrm>
            <a:off x="21897347" y="11173882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11</a:t>
            </a:r>
          </a:p>
        </p:txBody>
      </p:sp>
      <p:sp>
        <p:nvSpPr>
          <p:cNvPr id="617" name="14">
            <a:extLst>
              <a:ext uri="{FF2B5EF4-FFF2-40B4-BE49-F238E27FC236}">
                <a16:creationId xmlns:a16="http://schemas.microsoft.com/office/drawing/2014/main" id="{43791FCB-E36B-4038-A513-9630F86A2588}"/>
              </a:ext>
            </a:extLst>
          </p:cNvPr>
          <p:cNvSpPr>
            <a:spLocks noGrp="1"/>
          </p:cNvSpPr>
          <p:nvPr/>
        </p:nvSpPr>
        <p:spPr>
          <a:xfrm>
            <a:off x="18907997" y="1117388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14</a:t>
            </a:r>
          </a:p>
        </p:txBody>
      </p:sp>
      <p:sp>
        <p:nvSpPr>
          <p:cNvPr id="618" name="6">
            <a:extLst>
              <a:ext uri="{FF2B5EF4-FFF2-40B4-BE49-F238E27FC236}">
                <a16:creationId xmlns:a16="http://schemas.microsoft.com/office/drawing/2014/main" id="{546A7702-8F09-48AB-91E1-DAD4FCFF799E}"/>
              </a:ext>
            </a:extLst>
          </p:cNvPr>
          <p:cNvSpPr>
            <a:spLocks noGrp="1"/>
          </p:cNvSpPr>
          <p:nvPr/>
        </p:nvSpPr>
        <p:spPr>
          <a:xfrm>
            <a:off x="19904447" y="1117388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619" name="10">
            <a:extLst>
              <a:ext uri="{FF2B5EF4-FFF2-40B4-BE49-F238E27FC236}">
                <a16:creationId xmlns:a16="http://schemas.microsoft.com/office/drawing/2014/main" id="{200A8D2F-188A-4B8B-97A3-D4CC3BFF8DBF}"/>
              </a:ext>
            </a:extLst>
          </p:cNvPr>
          <p:cNvSpPr>
            <a:spLocks noGrp="1"/>
          </p:cNvSpPr>
          <p:nvPr/>
        </p:nvSpPr>
        <p:spPr>
          <a:xfrm>
            <a:off x="20900897" y="1117388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  <p:sp>
        <p:nvSpPr>
          <p:cNvPr id="620" name="12">
            <a:extLst>
              <a:ext uri="{FF2B5EF4-FFF2-40B4-BE49-F238E27FC236}">
                <a16:creationId xmlns:a16="http://schemas.microsoft.com/office/drawing/2014/main" id="{E1AB324A-6161-452C-89BB-F535C7B32F78}"/>
              </a:ext>
            </a:extLst>
          </p:cNvPr>
          <p:cNvSpPr>
            <a:spLocks noGrp="1"/>
          </p:cNvSpPr>
          <p:nvPr/>
        </p:nvSpPr>
        <p:spPr>
          <a:xfrm>
            <a:off x="21904728" y="1219204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12</a:t>
            </a:r>
          </a:p>
        </p:txBody>
      </p:sp>
      <p:sp>
        <p:nvSpPr>
          <p:cNvPr id="621" name="9">
            <a:extLst>
              <a:ext uri="{FF2B5EF4-FFF2-40B4-BE49-F238E27FC236}">
                <a16:creationId xmlns:a16="http://schemas.microsoft.com/office/drawing/2014/main" id="{D0E8EF42-C803-4BE9-BFC7-0E63E9113837}"/>
              </a:ext>
            </a:extLst>
          </p:cNvPr>
          <p:cNvSpPr>
            <a:spLocks noGrp="1"/>
          </p:cNvSpPr>
          <p:nvPr/>
        </p:nvSpPr>
        <p:spPr>
          <a:xfrm>
            <a:off x="18915377" y="1219204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622" name="13">
            <a:extLst>
              <a:ext uri="{FF2B5EF4-FFF2-40B4-BE49-F238E27FC236}">
                <a16:creationId xmlns:a16="http://schemas.microsoft.com/office/drawing/2014/main" id="{39DEDA41-BE42-4E8F-8D78-9A006AE79074}"/>
              </a:ext>
            </a:extLst>
          </p:cNvPr>
          <p:cNvSpPr>
            <a:spLocks noGrp="1"/>
          </p:cNvSpPr>
          <p:nvPr/>
        </p:nvSpPr>
        <p:spPr>
          <a:xfrm>
            <a:off x="19911827" y="12192043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13</a:t>
            </a:r>
          </a:p>
        </p:txBody>
      </p:sp>
      <p:sp>
        <p:nvSpPr>
          <p:cNvPr id="623" name="15">
            <a:extLst>
              <a:ext uri="{FF2B5EF4-FFF2-40B4-BE49-F238E27FC236}">
                <a16:creationId xmlns:a16="http://schemas.microsoft.com/office/drawing/2014/main" id="{8CBB40FF-4027-41F4-8322-BC9430D562D9}"/>
              </a:ext>
            </a:extLst>
          </p:cNvPr>
          <p:cNvSpPr>
            <a:spLocks noGrp="1"/>
          </p:cNvSpPr>
          <p:nvPr/>
        </p:nvSpPr>
        <p:spPr>
          <a:xfrm>
            <a:off x="20908278" y="12192042"/>
            <a:ext cx="901701" cy="901701"/>
          </a:xfrm>
          <a:prstGeom prst="rect">
            <a:avLst/>
          </a:prstGeom>
          <a:solidFill>
            <a:srgbClr val="468ACC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>
            <a:lvl1pPr>
              <a:buNone/>
              <a:defRPr sz="40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15</a:t>
            </a:r>
          </a:p>
        </p:txBody>
      </p:sp>
      <p:sp>
        <p:nvSpPr>
          <p:cNvPr id="653" name="Connection Line">
            <a:extLst>
              <a:ext uri="{FF2B5EF4-FFF2-40B4-BE49-F238E27FC236}">
                <a16:creationId xmlns:a16="http://schemas.microsoft.com/office/drawing/2014/main" id="{279233B9-39A2-4EF1-8397-39B87D4960EC}"/>
              </a:ext>
            </a:extLst>
          </p:cNvPr>
          <p:cNvSpPr>
            <a:spLocks noGrp="1"/>
          </p:cNvSpPr>
          <p:nvPr/>
        </p:nvSpPr>
        <p:spPr>
          <a:xfrm>
            <a:off x="13561708" y="6838079"/>
            <a:ext cx="1756922" cy="196146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21600"/>
                </a:moveTo>
                <a:cubicBezTo>
                  <a:pt x="621" y="9122"/>
                  <a:pt x="7821" y="1922"/>
                  <a:pt x="21600" y="0"/>
                </a:cubicBezTo>
              </a:path>
            </a:pathLst>
          </a:custGeom>
          <a:ln w="76200">
            <a:solidFill>
              <a:srgbClr val="FFFFFF"/>
            </a:solidFill>
            <a:head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54" name="Connection Line">
            <a:extLst>
              <a:ext uri="{FF2B5EF4-FFF2-40B4-BE49-F238E27FC236}">
                <a16:creationId xmlns:a16="http://schemas.microsoft.com/office/drawing/2014/main" id="{1D84502B-B375-424A-AD67-B7DA57A4654B}"/>
              </a:ext>
            </a:extLst>
          </p:cNvPr>
          <p:cNvSpPr>
            <a:spLocks noGrp="1"/>
          </p:cNvSpPr>
          <p:nvPr/>
        </p:nvSpPr>
        <p:spPr>
          <a:xfrm>
            <a:off x="13151716" y="6451042"/>
            <a:ext cx="2170664" cy="2188049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21600"/>
                </a:moveTo>
                <a:cubicBezTo>
                  <a:pt x="1779" y="8443"/>
                  <a:pt x="8979" y="1243"/>
                  <a:pt x="21600" y="0"/>
                </a:cubicBezTo>
              </a:path>
            </a:pathLst>
          </a:custGeom>
          <a:ln w="76200">
            <a:solidFill>
              <a:srgbClr val="FFFFFF"/>
            </a:solidFill>
            <a:tail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55" name="Connection Line">
            <a:extLst>
              <a:ext uri="{FF2B5EF4-FFF2-40B4-BE49-F238E27FC236}">
                <a16:creationId xmlns:a16="http://schemas.microsoft.com/office/drawing/2014/main" id="{DF54C6C5-D25E-429F-B449-479F0E96F11A}"/>
              </a:ext>
            </a:extLst>
          </p:cNvPr>
          <p:cNvSpPr>
            <a:spLocks noGrp="1"/>
          </p:cNvSpPr>
          <p:nvPr/>
        </p:nvSpPr>
        <p:spPr>
          <a:xfrm>
            <a:off x="19948582" y="7093539"/>
            <a:ext cx="1440111" cy="1697719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21600" y="21600"/>
                </a:moveTo>
                <a:cubicBezTo>
                  <a:pt x="19502" y="9829"/>
                  <a:pt x="12302" y="2629"/>
                  <a:pt x="0" y="0"/>
                </a:cubicBezTo>
              </a:path>
            </a:pathLst>
          </a:custGeom>
          <a:ln w="76200">
            <a:solidFill>
              <a:srgbClr val="FFFFFF"/>
            </a:solidFill>
            <a:head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56" name="Connection Line">
            <a:extLst>
              <a:ext uri="{FF2B5EF4-FFF2-40B4-BE49-F238E27FC236}">
                <a16:creationId xmlns:a16="http://schemas.microsoft.com/office/drawing/2014/main" id="{75C2040F-E1E8-4945-B671-5541CB60D884}"/>
              </a:ext>
            </a:extLst>
          </p:cNvPr>
          <p:cNvSpPr>
            <a:spLocks noGrp="1"/>
          </p:cNvSpPr>
          <p:nvPr/>
        </p:nvSpPr>
        <p:spPr>
          <a:xfrm>
            <a:off x="20003625" y="6675846"/>
            <a:ext cx="1783740" cy="209350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21600" y="21600"/>
                </a:moveTo>
                <a:cubicBezTo>
                  <a:pt x="19987" y="9725"/>
                  <a:pt x="12787" y="2525"/>
                  <a:pt x="0" y="0"/>
                </a:cubicBezTo>
              </a:path>
            </a:pathLst>
          </a:custGeom>
          <a:ln w="76200">
            <a:solidFill>
              <a:srgbClr val="FFFFFF"/>
            </a:solidFill>
            <a:tail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57" name="Connection Line">
            <a:extLst>
              <a:ext uri="{FF2B5EF4-FFF2-40B4-BE49-F238E27FC236}">
                <a16:creationId xmlns:a16="http://schemas.microsoft.com/office/drawing/2014/main" id="{6EB6DD86-BF35-4502-98DB-B620D23C34B0}"/>
              </a:ext>
            </a:extLst>
          </p:cNvPr>
          <p:cNvSpPr>
            <a:spLocks noGrp="1"/>
          </p:cNvSpPr>
          <p:nvPr/>
        </p:nvSpPr>
        <p:spPr>
          <a:xfrm>
            <a:off x="-1409078" y="9706995"/>
            <a:ext cx="2430148" cy="884989"/>
          </a:xfrm>
          <a:custGeom>
            <a:avLst/>
            <a:gdLst/>
            <a:ahLst/>
            <a:cxnLst/>
            <a:rect l="0" t="0" r="r" b="b"/>
            <a:pathLst>
              <a:path w="21600" h="16769">
                <a:moveTo>
                  <a:pt x="21600" y="10082"/>
                </a:moveTo>
                <a:cubicBezTo>
                  <a:pt x="12544" y="21600"/>
                  <a:pt x="5344" y="18239"/>
                  <a:pt x="0" y="0"/>
                </a:cubicBezTo>
              </a:path>
            </a:pathLst>
          </a:custGeom>
          <a:ln w="76200">
            <a:solidFill>
              <a:srgbClr val="FFFFFF"/>
            </a:solidFill>
            <a:tail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58" name="Connection Line">
            <a:extLst>
              <a:ext uri="{FF2B5EF4-FFF2-40B4-BE49-F238E27FC236}">
                <a16:creationId xmlns:a16="http://schemas.microsoft.com/office/drawing/2014/main" id="{464CEB3C-4BC7-41CF-8152-E38995A94D8B}"/>
              </a:ext>
            </a:extLst>
          </p:cNvPr>
          <p:cNvSpPr>
            <a:spLocks noGrp="1"/>
          </p:cNvSpPr>
          <p:nvPr/>
        </p:nvSpPr>
        <p:spPr>
          <a:xfrm>
            <a:off x="-1660251" y="11986676"/>
            <a:ext cx="2430148" cy="884989"/>
          </a:xfrm>
          <a:custGeom>
            <a:avLst/>
            <a:gdLst/>
            <a:ahLst/>
            <a:cxnLst/>
            <a:rect l="0" t="0" r="r" b="b"/>
            <a:pathLst>
              <a:path w="21600" h="16769">
                <a:moveTo>
                  <a:pt x="21600" y="10082"/>
                </a:moveTo>
                <a:cubicBezTo>
                  <a:pt x="12544" y="21600"/>
                  <a:pt x="5344" y="18239"/>
                  <a:pt x="0" y="0"/>
                </a:cubicBezTo>
              </a:path>
            </a:pathLst>
          </a:custGeom>
          <a:ln w="76200">
            <a:solidFill>
              <a:srgbClr val="FFFFFF"/>
            </a:solidFill>
            <a:tail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59" name="Connection Line">
            <a:extLst>
              <a:ext uri="{FF2B5EF4-FFF2-40B4-BE49-F238E27FC236}">
                <a16:creationId xmlns:a16="http://schemas.microsoft.com/office/drawing/2014/main" id="{7BD65AA8-449A-44AF-8D88-763C7040A3CA}"/>
              </a:ext>
            </a:extLst>
          </p:cNvPr>
          <p:cNvSpPr>
            <a:spLocks noGrp="1"/>
          </p:cNvSpPr>
          <p:nvPr/>
        </p:nvSpPr>
        <p:spPr>
          <a:xfrm>
            <a:off x="6108853" y="11181320"/>
            <a:ext cx="867913" cy="3564215"/>
          </a:xfrm>
          <a:custGeom>
            <a:avLst/>
            <a:gdLst/>
            <a:ahLst/>
            <a:cxnLst/>
            <a:rect l="0" t="0" r="r" b="b"/>
            <a:pathLst>
              <a:path w="17663" h="21486">
                <a:moveTo>
                  <a:pt x="17663" y="1"/>
                </a:moveTo>
                <a:cubicBezTo>
                  <a:pt x="890" y="-114"/>
                  <a:pt x="-3937" y="7048"/>
                  <a:pt x="3182" y="21486"/>
                </a:cubicBezTo>
              </a:path>
            </a:pathLst>
          </a:custGeom>
          <a:ln w="76200">
            <a:solidFill>
              <a:srgbClr val="FFFFFF"/>
            </a:solidFill>
            <a:tail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60" name="Connection Line">
            <a:extLst>
              <a:ext uri="{FF2B5EF4-FFF2-40B4-BE49-F238E27FC236}">
                <a16:creationId xmlns:a16="http://schemas.microsoft.com/office/drawing/2014/main" id="{5BC2FC97-E4E3-423F-8FB7-9A265079FA7B}"/>
              </a:ext>
            </a:extLst>
          </p:cNvPr>
          <p:cNvSpPr>
            <a:spLocks noGrp="1"/>
          </p:cNvSpPr>
          <p:nvPr/>
        </p:nvSpPr>
        <p:spPr>
          <a:xfrm>
            <a:off x="10900732" y="11395819"/>
            <a:ext cx="960658" cy="3462853"/>
          </a:xfrm>
          <a:custGeom>
            <a:avLst/>
            <a:gdLst/>
            <a:ahLst/>
            <a:cxnLst/>
            <a:rect l="0" t="0" r="r" b="b"/>
            <a:pathLst>
              <a:path w="17421" h="21600">
                <a:moveTo>
                  <a:pt x="13564" y="0"/>
                </a:moveTo>
                <a:cubicBezTo>
                  <a:pt x="21600" y="1803"/>
                  <a:pt x="17079" y="9003"/>
                  <a:pt x="0" y="21600"/>
                </a:cubicBezTo>
              </a:path>
            </a:pathLst>
          </a:custGeom>
          <a:ln w="76200">
            <a:solidFill>
              <a:srgbClr val="FFFFFF"/>
            </a:solidFill>
            <a:tail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61" name="Connection Line">
            <a:extLst>
              <a:ext uri="{FF2B5EF4-FFF2-40B4-BE49-F238E27FC236}">
                <a16:creationId xmlns:a16="http://schemas.microsoft.com/office/drawing/2014/main" id="{3EF6A84B-AF62-4773-B26F-1E3065ED173C}"/>
              </a:ext>
            </a:extLst>
          </p:cNvPr>
          <p:cNvSpPr>
            <a:spLocks noGrp="1"/>
          </p:cNvSpPr>
          <p:nvPr/>
        </p:nvSpPr>
        <p:spPr>
          <a:xfrm>
            <a:off x="12558878" y="11522819"/>
            <a:ext cx="960658" cy="3462853"/>
          </a:xfrm>
          <a:custGeom>
            <a:avLst/>
            <a:gdLst/>
            <a:ahLst/>
            <a:cxnLst/>
            <a:rect l="0" t="0" r="r" b="b"/>
            <a:pathLst>
              <a:path w="17421" h="21600">
                <a:moveTo>
                  <a:pt x="3857" y="0"/>
                </a:moveTo>
                <a:cubicBezTo>
                  <a:pt x="-4179" y="1803"/>
                  <a:pt x="342" y="9003"/>
                  <a:pt x="17421" y="21600"/>
                </a:cubicBezTo>
              </a:path>
            </a:pathLst>
          </a:custGeom>
          <a:ln w="76200">
            <a:solidFill>
              <a:srgbClr val="FFFFFF"/>
            </a:solidFill>
            <a:tail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62" name="Connection Line">
            <a:extLst>
              <a:ext uri="{FF2B5EF4-FFF2-40B4-BE49-F238E27FC236}">
                <a16:creationId xmlns:a16="http://schemas.microsoft.com/office/drawing/2014/main" id="{2CE6C0D5-399A-4767-9964-82211B4BD9AD}"/>
              </a:ext>
            </a:extLst>
          </p:cNvPr>
          <p:cNvSpPr>
            <a:spLocks noGrp="1"/>
          </p:cNvSpPr>
          <p:nvPr/>
        </p:nvSpPr>
        <p:spPr>
          <a:xfrm>
            <a:off x="17448302" y="11522819"/>
            <a:ext cx="688635" cy="3399332"/>
          </a:xfrm>
          <a:custGeom>
            <a:avLst/>
            <a:gdLst/>
            <a:ahLst/>
            <a:cxnLst/>
            <a:rect l="0" t="0" r="r" b="b"/>
            <a:pathLst>
              <a:path w="16202" h="21600">
                <a:moveTo>
                  <a:pt x="0" y="0"/>
                </a:moveTo>
                <a:cubicBezTo>
                  <a:pt x="21360" y="484"/>
                  <a:pt x="21600" y="7684"/>
                  <a:pt x="719" y="21600"/>
                </a:cubicBezTo>
              </a:path>
            </a:pathLst>
          </a:custGeom>
          <a:ln w="76200">
            <a:solidFill>
              <a:srgbClr val="FFFFFF"/>
            </a:solidFill>
            <a:tail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63" name="Connection Line">
            <a:extLst>
              <a:ext uri="{FF2B5EF4-FFF2-40B4-BE49-F238E27FC236}">
                <a16:creationId xmlns:a16="http://schemas.microsoft.com/office/drawing/2014/main" id="{4CC8ED36-1206-475D-8131-E7EAF1FE45A4}"/>
              </a:ext>
            </a:extLst>
          </p:cNvPr>
          <p:cNvSpPr>
            <a:spLocks noGrp="1"/>
          </p:cNvSpPr>
          <p:nvPr/>
        </p:nvSpPr>
        <p:spPr>
          <a:xfrm>
            <a:off x="23561022" y="9688543"/>
            <a:ext cx="2430148" cy="884990"/>
          </a:xfrm>
          <a:custGeom>
            <a:avLst/>
            <a:gdLst/>
            <a:ahLst/>
            <a:cxnLst/>
            <a:rect l="0" t="0" r="r" b="b"/>
            <a:pathLst>
              <a:path w="21600" h="16769">
                <a:moveTo>
                  <a:pt x="0" y="10082"/>
                </a:moveTo>
                <a:cubicBezTo>
                  <a:pt x="9056" y="21600"/>
                  <a:pt x="16256" y="18239"/>
                  <a:pt x="21600" y="0"/>
                </a:cubicBezTo>
              </a:path>
            </a:pathLst>
          </a:custGeom>
          <a:ln w="76200">
            <a:solidFill>
              <a:srgbClr val="FFFFFF"/>
            </a:solidFill>
            <a:tail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64" name="Connection Line">
            <a:extLst>
              <a:ext uri="{FF2B5EF4-FFF2-40B4-BE49-F238E27FC236}">
                <a16:creationId xmlns:a16="http://schemas.microsoft.com/office/drawing/2014/main" id="{9CA6D61B-8638-45BD-A230-D2559C185681}"/>
              </a:ext>
            </a:extLst>
          </p:cNvPr>
          <p:cNvSpPr>
            <a:spLocks noGrp="1"/>
          </p:cNvSpPr>
          <p:nvPr/>
        </p:nvSpPr>
        <p:spPr>
          <a:xfrm>
            <a:off x="23309848" y="11968224"/>
            <a:ext cx="2430148" cy="884990"/>
          </a:xfrm>
          <a:custGeom>
            <a:avLst/>
            <a:gdLst/>
            <a:ahLst/>
            <a:cxnLst/>
            <a:rect l="0" t="0" r="r" b="b"/>
            <a:pathLst>
              <a:path w="21600" h="16769">
                <a:moveTo>
                  <a:pt x="0" y="10082"/>
                </a:moveTo>
                <a:cubicBezTo>
                  <a:pt x="9056" y="21600"/>
                  <a:pt x="16256" y="18239"/>
                  <a:pt x="21600" y="0"/>
                </a:cubicBezTo>
              </a:path>
            </a:pathLst>
          </a:custGeom>
          <a:ln w="76200">
            <a:solidFill>
              <a:srgbClr val="FFFFFF"/>
            </a:solidFill>
            <a:tail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65" name="Connection Line">
            <a:extLst>
              <a:ext uri="{FF2B5EF4-FFF2-40B4-BE49-F238E27FC236}">
                <a16:creationId xmlns:a16="http://schemas.microsoft.com/office/drawing/2014/main" id="{26C8816B-4578-46F6-8A39-AC60975C70E6}"/>
              </a:ext>
            </a:extLst>
          </p:cNvPr>
          <p:cNvSpPr>
            <a:spLocks noGrp="1"/>
          </p:cNvSpPr>
          <p:nvPr/>
        </p:nvSpPr>
        <p:spPr>
          <a:xfrm>
            <a:off x="-1409078" y="9328821"/>
            <a:ext cx="2430148" cy="884989"/>
          </a:xfrm>
          <a:custGeom>
            <a:avLst/>
            <a:gdLst/>
            <a:ahLst/>
            <a:cxnLst/>
            <a:rect l="0" t="0" r="r" b="b"/>
            <a:pathLst>
              <a:path w="21600" h="16769">
                <a:moveTo>
                  <a:pt x="21600" y="10082"/>
                </a:moveTo>
                <a:cubicBezTo>
                  <a:pt x="12544" y="21600"/>
                  <a:pt x="5344" y="18239"/>
                  <a:pt x="0" y="0"/>
                </a:cubicBezTo>
              </a:path>
            </a:pathLst>
          </a:custGeom>
          <a:ln w="76200">
            <a:solidFill>
              <a:srgbClr val="FFFFFF"/>
            </a:solidFill>
            <a:head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66" name="Connection Line">
            <a:extLst>
              <a:ext uri="{FF2B5EF4-FFF2-40B4-BE49-F238E27FC236}">
                <a16:creationId xmlns:a16="http://schemas.microsoft.com/office/drawing/2014/main" id="{E1EFF688-D83A-4E27-A2DA-A5AEC8F2CA03}"/>
              </a:ext>
            </a:extLst>
          </p:cNvPr>
          <p:cNvSpPr>
            <a:spLocks noGrp="1"/>
          </p:cNvSpPr>
          <p:nvPr/>
        </p:nvSpPr>
        <p:spPr>
          <a:xfrm>
            <a:off x="-1660251" y="11608502"/>
            <a:ext cx="2430148" cy="884989"/>
          </a:xfrm>
          <a:custGeom>
            <a:avLst/>
            <a:gdLst/>
            <a:ahLst/>
            <a:cxnLst/>
            <a:rect l="0" t="0" r="r" b="b"/>
            <a:pathLst>
              <a:path w="21600" h="16769">
                <a:moveTo>
                  <a:pt x="21600" y="10082"/>
                </a:moveTo>
                <a:cubicBezTo>
                  <a:pt x="12544" y="21600"/>
                  <a:pt x="5344" y="18239"/>
                  <a:pt x="0" y="0"/>
                </a:cubicBezTo>
              </a:path>
            </a:pathLst>
          </a:custGeom>
          <a:ln w="76200">
            <a:solidFill>
              <a:srgbClr val="FFFFFF"/>
            </a:solidFill>
            <a:head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67" name="Connection Line">
            <a:extLst>
              <a:ext uri="{FF2B5EF4-FFF2-40B4-BE49-F238E27FC236}">
                <a16:creationId xmlns:a16="http://schemas.microsoft.com/office/drawing/2014/main" id="{08C2E237-4991-43AD-97EA-DBFFAC1CF34F}"/>
              </a:ext>
            </a:extLst>
          </p:cNvPr>
          <p:cNvSpPr>
            <a:spLocks noGrp="1"/>
          </p:cNvSpPr>
          <p:nvPr/>
        </p:nvSpPr>
        <p:spPr>
          <a:xfrm>
            <a:off x="6459326" y="11662631"/>
            <a:ext cx="476412" cy="3560465"/>
          </a:xfrm>
          <a:custGeom>
            <a:avLst/>
            <a:gdLst/>
            <a:ahLst/>
            <a:cxnLst/>
            <a:rect l="0" t="0" r="r" b="b"/>
            <a:pathLst>
              <a:path w="16481" h="21600">
                <a:moveTo>
                  <a:pt x="16481" y="0"/>
                </a:moveTo>
                <a:cubicBezTo>
                  <a:pt x="-2626" y="788"/>
                  <a:pt x="-5119" y="7988"/>
                  <a:pt x="9001" y="21600"/>
                </a:cubicBezTo>
              </a:path>
            </a:pathLst>
          </a:custGeom>
          <a:ln w="76200">
            <a:solidFill>
              <a:srgbClr val="FFFFFF"/>
            </a:solidFill>
            <a:head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68" name="Connection Line">
            <a:extLst>
              <a:ext uri="{FF2B5EF4-FFF2-40B4-BE49-F238E27FC236}">
                <a16:creationId xmlns:a16="http://schemas.microsoft.com/office/drawing/2014/main" id="{5FFC7D48-1E8F-4309-9F08-2D6FC58DFBB4}"/>
              </a:ext>
            </a:extLst>
          </p:cNvPr>
          <p:cNvSpPr>
            <a:spLocks noGrp="1"/>
          </p:cNvSpPr>
          <p:nvPr/>
        </p:nvSpPr>
        <p:spPr>
          <a:xfrm>
            <a:off x="11207361" y="11087442"/>
            <a:ext cx="864662" cy="3565011"/>
          </a:xfrm>
          <a:custGeom>
            <a:avLst/>
            <a:gdLst/>
            <a:ahLst/>
            <a:cxnLst/>
            <a:rect l="0" t="0" r="r" b="b"/>
            <a:pathLst>
              <a:path w="16537" h="21600">
                <a:moveTo>
                  <a:pt x="8092" y="0"/>
                </a:moveTo>
                <a:cubicBezTo>
                  <a:pt x="21600" y="1192"/>
                  <a:pt x="18903" y="8392"/>
                  <a:pt x="0" y="21600"/>
                </a:cubicBezTo>
              </a:path>
            </a:pathLst>
          </a:custGeom>
          <a:ln w="76200">
            <a:solidFill>
              <a:srgbClr val="FFFFFF"/>
            </a:solidFill>
            <a:head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69" name="Connection Line">
            <a:extLst>
              <a:ext uri="{FF2B5EF4-FFF2-40B4-BE49-F238E27FC236}">
                <a16:creationId xmlns:a16="http://schemas.microsoft.com/office/drawing/2014/main" id="{043F334A-3B82-4CE3-B51F-BADC6FCA9B3D}"/>
              </a:ext>
            </a:extLst>
          </p:cNvPr>
          <p:cNvSpPr>
            <a:spLocks noGrp="1"/>
          </p:cNvSpPr>
          <p:nvPr/>
        </p:nvSpPr>
        <p:spPr>
          <a:xfrm>
            <a:off x="12297057" y="11183811"/>
            <a:ext cx="864663" cy="3565010"/>
          </a:xfrm>
          <a:custGeom>
            <a:avLst/>
            <a:gdLst/>
            <a:ahLst/>
            <a:cxnLst/>
            <a:rect l="0" t="0" r="r" b="b"/>
            <a:pathLst>
              <a:path w="16537" h="21600">
                <a:moveTo>
                  <a:pt x="8445" y="0"/>
                </a:moveTo>
                <a:cubicBezTo>
                  <a:pt x="-5063" y="1192"/>
                  <a:pt x="-2366" y="8392"/>
                  <a:pt x="16537" y="21600"/>
                </a:cubicBezTo>
              </a:path>
            </a:pathLst>
          </a:custGeom>
          <a:ln w="76200">
            <a:solidFill>
              <a:srgbClr val="FFFFFF"/>
            </a:solidFill>
            <a:head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70" name="Connection Line">
            <a:extLst>
              <a:ext uri="{FF2B5EF4-FFF2-40B4-BE49-F238E27FC236}">
                <a16:creationId xmlns:a16="http://schemas.microsoft.com/office/drawing/2014/main" id="{3E055249-1316-4D55-A9F7-65FF452F026E}"/>
              </a:ext>
            </a:extLst>
          </p:cNvPr>
          <p:cNvSpPr>
            <a:spLocks noGrp="1"/>
          </p:cNvSpPr>
          <p:nvPr/>
        </p:nvSpPr>
        <p:spPr>
          <a:xfrm>
            <a:off x="16868116" y="11912609"/>
            <a:ext cx="864662" cy="3565010"/>
          </a:xfrm>
          <a:custGeom>
            <a:avLst/>
            <a:gdLst/>
            <a:ahLst/>
            <a:cxnLst/>
            <a:rect l="0" t="0" r="r" b="b"/>
            <a:pathLst>
              <a:path w="16537" h="21600">
                <a:moveTo>
                  <a:pt x="8092" y="0"/>
                </a:moveTo>
                <a:cubicBezTo>
                  <a:pt x="21600" y="1192"/>
                  <a:pt x="18903" y="8392"/>
                  <a:pt x="0" y="21600"/>
                </a:cubicBezTo>
              </a:path>
            </a:pathLst>
          </a:custGeom>
          <a:ln w="76200">
            <a:solidFill>
              <a:srgbClr val="FFFFFF"/>
            </a:solidFill>
            <a:head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71" name="Connection Line">
            <a:extLst>
              <a:ext uri="{FF2B5EF4-FFF2-40B4-BE49-F238E27FC236}">
                <a16:creationId xmlns:a16="http://schemas.microsoft.com/office/drawing/2014/main" id="{0423F020-930C-4C0B-9D0C-424FAD84CAEC}"/>
              </a:ext>
            </a:extLst>
          </p:cNvPr>
          <p:cNvSpPr>
            <a:spLocks noGrp="1"/>
          </p:cNvSpPr>
          <p:nvPr/>
        </p:nvSpPr>
        <p:spPr>
          <a:xfrm>
            <a:off x="23561022" y="9321008"/>
            <a:ext cx="2430148" cy="884990"/>
          </a:xfrm>
          <a:custGeom>
            <a:avLst/>
            <a:gdLst/>
            <a:ahLst/>
            <a:cxnLst/>
            <a:rect l="0" t="0" r="r" b="b"/>
            <a:pathLst>
              <a:path w="21600" h="16769">
                <a:moveTo>
                  <a:pt x="0" y="10082"/>
                </a:moveTo>
                <a:cubicBezTo>
                  <a:pt x="9056" y="21600"/>
                  <a:pt x="16256" y="18239"/>
                  <a:pt x="21600" y="0"/>
                </a:cubicBezTo>
              </a:path>
            </a:pathLst>
          </a:custGeom>
          <a:ln w="76200">
            <a:solidFill>
              <a:srgbClr val="FFFFFF"/>
            </a:solidFill>
            <a:head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672" name="Connection Line">
            <a:extLst>
              <a:ext uri="{FF2B5EF4-FFF2-40B4-BE49-F238E27FC236}">
                <a16:creationId xmlns:a16="http://schemas.microsoft.com/office/drawing/2014/main" id="{6141884F-A7AB-4D48-8E3D-9A1E09DD1450}"/>
              </a:ext>
            </a:extLst>
          </p:cNvPr>
          <p:cNvSpPr>
            <a:spLocks noGrp="1"/>
          </p:cNvSpPr>
          <p:nvPr/>
        </p:nvSpPr>
        <p:spPr>
          <a:xfrm>
            <a:off x="23309848" y="11600689"/>
            <a:ext cx="2430148" cy="884990"/>
          </a:xfrm>
          <a:custGeom>
            <a:avLst/>
            <a:gdLst/>
            <a:ahLst/>
            <a:cxnLst/>
            <a:rect l="0" t="0" r="r" b="b"/>
            <a:pathLst>
              <a:path w="21600" h="16769">
                <a:moveTo>
                  <a:pt x="0" y="10082"/>
                </a:moveTo>
                <a:cubicBezTo>
                  <a:pt x="9056" y="21600"/>
                  <a:pt x="16256" y="18239"/>
                  <a:pt x="21600" y="0"/>
                </a:cubicBezTo>
              </a:path>
            </a:pathLst>
          </a:custGeom>
          <a:ln w="76200">
            <a:solidFill>
              <a:srgbClr val="FFFFFF"/>
            </a:solidFill>
            <a:headEnd type="triangle"/>
          </a:ln>
        </p:spPr>
        <p:txBody>
          <a:bodyPr/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9083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Line">
            <a:extLst>
              <a:ext uri="{FF2B5EF4-FFF2-40B4-BE49-F238E27FC236}">
                <a16:creationId xmlns:a16="http://schemas.microsoft.com/office/drawing/2014/main" id="{008DB1C7-D207-4D64-9E99-0CEC3B06DA1C}"/>
              </a:ext>
            </a:extLst>
          </p:cNvPr>
          <p:cNvSpPr>
            <a:spLocks noGrp="1"/>
          </p:cNvSpPr>
          <p:nvPr/>
        </p:nvSpPr>
        <p:spPr>
          <a:xfrm>
            <a:off x="3282090" y="5954187"/>
            <a:ext cx="479058" cy="2826459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75" name="Circle">
            <a:extLst>
              <a:ext uri="{FF2B5EF4-FFF2-40B4-BE49-F238E27FC236}">
                <a16:creationId xmlns:a16="http://schemas.microsoft.com/office/drawing/2014/main" id="{1C4DACE8-D377-4217-BD9B-2BA06F4FBFC7}"/>
              </a:ext>
            </a:extLst>
          </p:cNvPr>
          <p:cNvSpPr>
            <a:spLocks noGrp="1"/>
          </p:cNvSpPr>
          <p:nvPr/>
        </p:nvSpPr>
        <p:spPr>
          <a:xfrm>
            <a:off x="2508589" y="4536232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76" name="Circle">
            <a:extLst>
              <a:ext uri="{FF2B5EF4-FFF2-40B4-BE49-F238E27FC236}">
                <a16:creationId xmlns:a16="http://schemas.microsoft.com/office/drawing/2014/main" id="{D86253A0-4CB9-4B96-99E2-8C92652B0B28}"/>
              </a:ext>
            </a:extLst>
          </p:cNvPr>
          <p:cNvSpPr>
            <a:spLocks noGrp="1"/>
          </p:cNvSpPr>
          <p:nvPr/>
        </p:nvSpPr>
        <p:spPr>
          <a:xfrm>
            <a:off x="6988492" y="4536232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77" name="Circle">
            <a:extLst>
              <a:ext uri="{FF2B5EF4-FFF2-40B4-BE49-F238E27FC236}">
                <a16:creationId xmlns:a16="http://schemas.microsoft.com/office/drawing/2014/main" id="{6C011A0E-407F-435B-B007-B6F0508DAC56}"/>
              </a:ext>
            </a:extLst>
          </p:cNvPr>
          <p:cNvSpPr>
            <a:spLocks noGrp="1"/>
          </p:cNvSpPr>
          <p:nvPr/>
        </p:nvSpPr>
        <p:spPr>
          <a:xfrm>
            <a:off x="3381297" y="8928865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78" name="Circle">
            <a:extLst>
              <a:ext uri="{FF2B5EF4-FFF2-40B4-BE49-F238E27FC236}">
                <a16:creationId xmlns:a16="http://schemas.microsoft.com/office/drawing/2014/main" id="{DA36ED09-5C8A-41CA-AD56-21FAE39887BB}"/>
              </a:ext>
            </a:extLst>
          </p:cNvPr>
          <p:cNvSpPr>
            <a:spLocks noGrp="1"/>
          </p:cNvSpPr>
          <p:nvPr/>
        </p:nvSpPr>
        <p:spPr>
          <a:xfrm>
            <a:off x="7977562" y="1081973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79" name="Circle">
            <a:extLst>
              <a:ext uri="{FF2B5EF4-FFF2-40B4-BE49-F238E27FC236}">
                <a16:creationId xmlns:a16="http://schemas.microsoft.com/office/drawing/2014/main" id="{E396DF9A-F290-4F7E-9F53-541909D96BA8}"/>
              </a:ext>
            </a:extLst>
          </p:cNvPr>
          <p:cNvSpPr>
            <a:spLocks noGrp="1"/>
          </p:cNvSpPr>
          <p:nvPr/>
        </p:nvSpPr>
        <p:spPr>
          <a:xfrm>
            <a:off x="10421146" y="703799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80" name="Circle">
            <a:extLst>
              <a:ext uri="{FF2B5EF4-FFF2-40B4-BE49-F238E27FC236}">
                <a16:creationId xmlns:a16="http://schemas.microsoft.com/office/drawing/2014/main" id="{FAC5CCAC-F5F8-4D1B-A6D2-0DE931A65F2D}"/>
              </a:ext>
            </a:extLst>
          </p:cNvPr>
          <p:cNvSpPr>
            <a:spLocks noGrp="1"/>
          </p:cNvSpPr>
          <p:nvPr/>
        </p:nvSpPr>
        <p:spPr>
          <a:xfrm>
            <a:off x="14435604" y="2994447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81" name="Circle">
            <a:extLst>
              <a:ext uri="{FF2B5EF4-FFF2-40B4-BE49-F238E27FC236}">
                <a16:creationId xmlns:a16="http://schemas.microsoft.com/office/drawing/2014/main" id="{0301E789-AC26-4555-84DF-029914EA9A72}"/>
              </a:ext>
            </a:extLst>
          </p:cNvPr>
          <p:cNvSpPr>
            <a:spLocks noGrp="1"/>
          </p:cNvSpPr>
          <p:nvPr/>
        </p:nvSpPr>
        <p:spPr>
          <a:xfrm>
            <a:off x="12806549" y="10354288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82" name="Circle">
            <a:extLst>
              <a:ext uri="{FF2B5EF4-FFF2-40B4-BE49-F238E27FC236}">
                <a16:creationId xmlns:a16="http://schemas.microsoft.com/office/drawing/2014/main" id="{2CC5AFE9-638F-462B-A15E-DE049326E37F}"/>
              </a:ext>
            </a:extLst>
          </p:cNvPr>
          <p:cNvSpPr>
            <a:spLocks noGrp="1"/>
          </p:cNvSpPr>
          <p:nvPr/>
        </p:nvSpPr>
        <p:spPr>
          <a:xfrm>
            <a:off x="17175712" y="715229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83" name="Line">
            <a:extLst>
              <a:ext uri="{FF2B5EF4-FFF2-40B4-BE49-F238E27FC236}">
                <a16:creationId xmlns:a16="http://schemas.microsoft.com/office/drawing/2014/main" id="{5C9BB9C7-CF7F-4A14-A1C6-200E13929417}"/>
              </a:ext>
            </a:extLst>
          </p:cNvPr>
          <p:cNvSpPr>
            <a:spLocks noGrp="1"/>
          </p:cNvSpPr>
          <p:nvPr/>
        </p:nvSpPr>
        <p:spPr>
          <a:xfrm flipV="1">
            <a:off x="13312501" y="2254271"/>
            <a:ext cx="4226115" cy="699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84" name="Line">
            <a:extLst>
              <a:ext uri="{FF2B5EF4-FFF2-40B4-BE49-F238E27FC236}">
                <a16:creationId xmlns:a16="http://schemas.microsoft.com/office/drawing/2014/main" id="{035CD204-2CA5-4183-B51E-DF0CC9EFCCE0}"/>
              </a:ext>
            </a:extLst>
          </p:cNvPr>
          <p:cNvSpPr>
            <a:spLocks noGrp="1"/>
          </p:cNvSpPr>
          <p:nvPr/>
        </p:nvSpPr>
        <p:spPr>
          <a:xfrm flipV="1">
            <a:off x="4838724" y="4108024"/>
            <a:ext cx="9550761" cy="545584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85" name="Line">
            <a:extLst>
              <a:ext uri="{FF2B5EF4-FFF2-40B4-BE49-F238E27FC236}">
                <a16:creationId xmlns:a16="http://schemas.microsoft.com/office/drawing/2014/main" id="{151A38E4-1B89-453D-A6A9-65AC32AC5255}"/>
              </a:ext>
            </a:extLst>
          </p:cNvPr>
          <p:cNvSpPr>
            <a:spLocks noGrp="1"/>
          </p:cNvSpPr>
          <p:nvPr/>
        </p:nvSpPr>
        <p:spPr>
          <a:xfrm flipV="1">
            <a:off x="8420722" y="3792538"/>
            <a:ext cx="5820519" cy="1378695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86" name="Line">
            <a:extLst>
              <a:ext uri="{FF2B5EF4-FFF2-40B4-BE49-F238E27FC236}">
                <a16:creationId xmlns:a16="http://schemas.microsoft.com/office/drawing/2014/main" id="{FD0D3F40-A922-4567-866C-1F1500FA27C6}"/>
              </a:ext>
            </a:extLst>
          </p:cNvPr>
          <p:cNvSpPr>
            <a:spLocks noGrp="1"/>
          </p:cNvSpPr>
          <p:nvPr/>
        </p:nvSpPr>
        <p:spPr>
          <a:xfrm>
            <a:off x="4729890" y="10045748"/>
            <a:ext cx="3025904" cy="123474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87" name="Line">
            <a:extLst>
              <a:ext uri="{FF2B5EF4-FFF2-40B4-BE49-F238E27FC236}">
                <a16:creationId xmlns:a16="http://schemas.microsoft.com/office/drawing/2014/main" id="{5CD5F729-4EE5-4E61-B059-485329208506}"/>
              </a:ext>
            </a:extLst>
          </p:cNvPr>
          <p:cNvSpPr>
            <a:spLocks noGrp="1"/>
          </p:cNvSpPr>
          <p:nvPr/>
        </p:nvSpPr>
        <p:spPr>
          <a:xfrm flipH="1">
            <a:off x="13577397" y="4466630"/>
            <a:ext cx="1325663" cy="575459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88" name="Line">
            <a:extLst>
              <a:ext uri="{FF2B5EF4-FFF2-40B4-BE49-F238E27FC236}">
                <a16:creationId xmlns:a16="http://schemas.microsoft.com/office/drawing/2014/main" id="{741E16ED-B823-428C-BF0F-7CDBF8C1DB5C}"/>
              </a:ext>
            </a:extLst>
          </p:cNvPr>
          <p:cNvSpPr>
            <a:spLocks noGrp="1"/>
          </p:cNvSpPr>
          <p:nvPr/>
        </p:nvSpPr>
        <p:spPr>
          <a:xfrm flipV="1">
            <a:off x="9047889" y="8380220"/>
            <a:ext cx="1542683" cy="2338629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89" name="Line">
            <a:extLst>
              <a:ext uri="{FF2B5EF4-FFF2-40B4-BE49-F238E27FC236}">
                <a16:creationId xmlns:a16="http://schemas.microsoft.com/office/drawing/2014/main" id="{EEFBCEBA-3DE9-4F90-BF09-163B2276CB5C}"/>
              </a:ext>
            </a:extLst>
          </p:cNvPr>
          <p:cNvSpPr>
            <a:spLocks noGrp="1"/>
          </p:cNvSpPr>
          <p:nvPr/>
        </p:nvSpPr>
        <p:spPr>
          <a:xfrm flipV="1">
            <a:off x="14089789" y="8196715"/>
            <a:ext cx="3085584" cy="225543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90" name="Circle">
            <a:extLst>
              <a:ext uri="{FF2B5EF4-FFF2-40B4-BE49-F238E27FC236}">
                <a16:creationId xmlns:a16="http://schemas.microsoft.com/office/drawing/2014/main" id="{A8720775-4017-4544-B59B-73D28AC16272}"/>
              </a:ext>
            </a:extLst>
          </p:cNvPr>
          <p:cNvSpPr>
            <a:spLocks noGrp="1"/>
          </p:cNvSpPr>
          <p:nvPr/>
        </p:nvSpPr>
        <p:spPr>
          <a:xfrm>
            <a:off x="8537892" y="162626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91" name="Line">
            <a:extLst>
              <a:ext uri="{FF2B5EF4-FFF2-40B4-BE49-F238E27FC236}">
                <a16:creationId xmlns:a16="http://schemas.microsoft.com/office/drawing/2014/main" id="{2F6221CB-D9F5-47A2-96E0-2C65A0BC6E35}"/>
              </a:ext>
            </a:extLst>
          </p:cNvPr>
          <p:cNvSpPr>
            <a:spLocks noGrp="1"/>
          </p:cNvSpPr>
          <p:nvPr/>
        </p:nvSpPr>
        <p:spPr>
          <a:xfrm flipV="1">
            <a:off x="3781283" y="2381201"/>
            <a:ext cx="4509566" cy="221853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92" name="Circle">
            <a:extLst>
              <a:ext uri="{FF2B5EF4-FFF2-40B4-BE49-F238E27FC236}">
                <a16:creationId xmlns:a16="http://schemas.microsoft.com/office/drawing/2014/main" id="{83248771-12B8-4908-B741-816085F1EDE2}"/>
              </a:ext>
            </a:extLst>
          </p:cNvPr>
          <p:cNvSpPr>
            <a:spLocks noGrp="1"/>
          </p:cNvSpPr>
          <p:nvPr/>
        </p:nvSpPr>
        <p:spPr>
          <a:xfrm>
            <a:off x="11890692" y="162626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93" name="Line">
            <a:extLst>
              <a:ext uri="{FF2B5EF4-FFF2-40B4-BE49-F238E27FC236}">
                <a16:creationId xmlns:a16="http://schemas.microsoft.com/office/drawing/2014/main" id="{B614D0A3-ED30-402A-A34B-F55C674AAD9B}"/>
              </a:ext>
            </a:extLst>
          </p:cNvPr>
          <p:cNvSpPr>
            <a:spLocks noGrp="1"/>
          </p:cNvSpPr>
          <p:nvPr/>
        </p:nvSpPr>
        <p:spPr>
          <a:xfrm>
            <a:off x="3946382" y="5298232"/>
            <a:ext cx="2874318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94" name="Circle">
            <a:extLst>
              <a:ext uri="{FF2B5EF4-FFF2-40B4-BE49-F238E27FC236}">
                <a16:creationId xmlns:a16="http://schemas.microsoft.com/office/drawing/2014/main" id="{DDC73818-F5F1-44CA-A456-7FE451CB9232}"/>
              </a:ext>
            </a:extLst>
          </p:cNvPr>
          <p:cNvSpPr>
            <a:spLocks noGrp="1"/>
          </p:cNvSpPr>
          <p:nvPr/>
        </p:nvSpPr>
        <p:spPr>
          <a:xfrm>
            <a:off x="17694592" y="1626267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95" name="Line">
            <a:extLst>
              <a:ext uri="{FF2B5EF4-FFF2-40B4-BE49-F238E27FC236}">
                <a16:creationId xmlns:a16="http://schemas.microsoft.com/office/drawing/2014/main" id="{133DA4A0-130F-4F7A-94DD-F19EE49AC814}"/>
              </a:ext>
            </a:extLst>
          </p:cNvPr>
          <p:cNvSpPr>
            <a:spLocks noGrp="1"/>
          </p:cNvSpPr>
          <p:nvPr/>
        </p:nvSpPr>
        <p:spPr>
          <a:xfrm>
            <a:off x="9969723" y="2388267"/>
            <a:ext cx="1803192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96" name="Circle">
            <a:extLst>
              <a:ext uri="{FF2B5EF4-FFF2-40B4-BE49-F238E27FC236}">
                <a16:creationId xmlns:a16="http://schemas.microsoft.com/office/drawing/2014/main" id="{D4C7DE11-35DF-404E-B629-672DDDDC3833}"/>
              </a:ext>
            </a:extLst>
          </p:cNvPr>
          <p:cNvSpPr>
            <a:spLocks noGrp="1"/>
          </p:cNvSpPr>
          <p:nvPr/>
        </p:nvSpPr>
        <p:spPr>
          <a:xfrm>
            <a:off x="16500792" y="4902867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97" name="Circle">
            <a:extLst>
              <a:ext uri="{FF2B5EF4-FFF2-40B4-BE49-F238E27FC236}">
                <a16:creationId xmlns:a16="http://schemas.microsoft.com/office/drawing/2014/main" id="{E305C4FE-08F2-4677-AF49-A4930C16F428}"/>
              </a:ext>
            </a:extLst>
          </p:cNvPr>
          <p:cNvSpPr>
            <a:spLocks noGrp="1"/>
          </p:cNvSpPr>
          <p:nvPr/>
        </p:nvSpPr>
        <p:spPr>
          <a:xfrm>
            <a:off x="20323492" y="5614067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98" name="Circle">
            <a:extLst>
              <a:ext uri="{FF2B5EF4-FFF2-40B4-BE49-F238E27FC236}">
                <a16:creationId xmlns:a16="http://schemas.microsoft.com/office/drawing/2014/main" id="{5A22301D-9CB7-4FA4-A5F6-C72CCE1D4DE7}"/>
              </a:ext>
            </a:extLst>
          </p:cNvPr>
          <p:cNvSpPr>
            <a:spLocks noGrp="1"/>
          </p:cNvSpPr>
          <p:nvPr/>
        </p:nvSpPr>
        <p:spPr>
          <a:xfrm>
            <a:off x="19203503" y="9964759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699" name="Line">
            <a:extLst>
              <a:ext uri="{FF2B5EF4-FFF2-40B4-BE49-F238E27FC236}">
                <a16:creationId xmlns:a16="http://schemas.microsoft.com/office/drawing/2014/main" id="{271B59CA-D84D-45CF-9159-F35679877B27}"/>
              </a:ext>
            </a:extLst>
          </p:cNvPr>
          <p:cNvSpPr>
            <a:spLocks noGrp="1"/>
          </p:cNvSpPr>
          <p:nvPr/>
        </p:nvSpPr>
        <p:spPr>
          <a:xfrm flipH="1">
            <a:off x="17377305" y="3005567"/>
            <a:ext cx="641796" cy="176347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00" name="Line">
            <a:extLst>
              <a:ext uri="{FF2B5EF4-FFF2-40B4-BE49-F238E27FC236}">
                <a16:creationId xmlns:a16="http://schemas.microsoft.com/office/drawing/2014/main" id="{BE9C95E7-7F3E-43F1-8AC4-6870C38B4B21}"/>
              </a:ext>
            </a:extLst>
          </p:cNvPr>
          <p:cNvSpPr>
            <a:spLocks noGrp="1"/>
          </p:cNvSpPr>
          <p:nvPr/>
        </p:nvSpPr>
        <p:spPr>
          <a:xfrm>
            <a:off x="18709414" y="2980763"/>
            <a:ext cx="1802709" cy="257026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01" name="Line">
            <a:extLst>
              <a:ext uri="{FF2B5EF4-FFF2-40B4-BE49-F238E27FC236}">
                <a16:creationId xmlns:a16="http://schemas.microsoft.com/office/drawing/2014/main" id="{69B27A28-9C5B-4517-BAF0-B96D57763F7B}"/>
              </a:ext>
            </a:extLst>
          </p:cNvPr>
          <p:cNvSpPr>
            <a:spLocks noGrp="1"/>
          </p:cNvSpPr>
          <p:nvPr/>
        </p:nvSpPr>
        <p:spPr>
          <a:xfrm flipH="1">
            <a:off x="20042221" y="7038015"/>
            <a:ext cx="764182" cy="2792913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9690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al test">
            <a:extLst>
              <a:ext uri="{FF2B5EF4-FFF2-40B4-BE49-F238E27FC236}">
                <a16:creationId xmlns:a16="http://schemas.microsoft.com/office/drawing/2014/main" id="{EE88BA3B-154E-4FF3-9D84-A244117A5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teste de objetivo</a:t>
            </a:r>
          </a:p>
        </p:txBody>
      </p:sp>
      <p:sp>
        <p:nvSpPr>
          <p:cNvPr id="704" name="way to determine whether a given state…">
            <a:extLst>
              <a:ext uri="{FF2B5EF4-FFF2-40B4-BE49-F238E27FC236}">
                <a16:creationId xmlns:a16="http://schemas.microsoft.com/office/drawing/2014/main" id="{2D20B1EB-8A1F-4BC8-866C-B6386B02DE50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t>forma de determinar se um estado</a:t>
            </a:r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t>é um estado objetivo</a:t>
            </a:r>
          </a:p>
        </p:txBody>
      </p:sp>
    </p:spTree>
    <p:extLst>
      <p:ext uri="{BB962C8B-B14F-4D97-AF65-F5344CB8AC3E}">
        <p14:creationId xmlns:p14="http://schemas.microsoft.com/office/powerpoint/2010/main" val="13644059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ath cost">
            <a:extLst>
              <a:ext uri="{FF2B5EF4-FFF2-40B4-BE49-F238E27FC236}">
                <a16:creationId xmlns:a16="http://schemas.microsoft.com/office/drawing/2014/main" id="{1F77D9D5-DC66-48A4-8A33-FCD8C2EE8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custo do caminho</a:t>
            </a:r>
          </a:p>
        </p:txBody>
      </p:sp>
      <p:sp>
        <p:nvSpPr>
          <p:cNvPr id="707" name="numerical cost associated with a given path">
            <a:extLst>
              <a:ext uri="{FF2B5EF4-FFF2-40B4-BE49-F238E27FC236}">
                <a16:creationId xmlns:a16="http://schemas.microsoft.com/office/drawing/2014/main" id="{F444DE06-7490-41C1-B2A3-D750B136A1AE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custo numérico associado a um determinado caminho</a:t>
            </a:r>
          </a:p>
        </p:txBody>
      </p:sp>
    </p:spTree>
    <p:extLst>
      <p:ext uri="{BB962C8B-B14F-4D97-AF65-F5344CB8AC3E}">
        <p14:creationId xmlns:p14="http://schemas.microsoft.com/office/powerpoint/2010/main" val="342609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Line">
            <a:extLst>
              <a:ext uri="{FF2B5EF4-FFF2-40B4-BE49-F238E27FC236}">
                <a16:creationId xmlns:a16="http://schemas.microsoft.com/office/drawing/2014/main" id="{A7DF0BDB-3509-4048-8088-602240D0E126}"/>
              </a:ext>
            </a:extLst>
          </p:cNvPr>
          <p:cNvSpPr>
            <a:spLocks noGrp="1"/>
          </p:cNvSpPr>
          <p:nvPr/>
        </p:nvSpPr>
        <p:spPr>
          <a:xfrm>
            <a:off x="5315194" y="5667575"/>
            <a:ext cx="479059" cy="286247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10" name="C">
            <a:extLst>
              <a:ext uri="{FF2B5EF4-FFF2-40B4-BE49-F238E27FC236}">
                <a16:creationId xmlns:a16="http://schemas.microsoft.com/office/drawing/2014/main" id="{15DBC541-9B89-415A-BBA2-D3A1DAF7990A}"/>
              </a:ext>
            </a:extLst>
          </p:cNvPr>
          <p:cNvSpPr>
            <a:spLocks noGrp="1"/>
          </p:cNvSpPr>
          <p:nvPr/>
        </p:nvSpPr>
        <p:spPr>
          <a:xfrm>
            <a:off x="4541694" y="42496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711" name="D">
            <a:extLst>
              <a:ext uri="{FF2B5EF4-FFF2-40B4-BE49-F238E27FC236}">
                <a16:creationId xmlns:a16="http://schemas.microsoft.com/office/drawing/2014/main" id="{F7860A2C-B50B-4634-B1FD-A80E88E3C9D9}"/>
              </a:ext>
            </a:extLst>
          </p:cNvPr>
          <p:cNvSpPr>
            <a:spLocks noGrp="1"/>
          </p:cNvSpPr>
          <p:nvPr/>
        </p:nvSpPr>
        <p:spPr>
          <a:xfrm>
            <a:off x="9021598" y="42496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712" name="H">
            <a:extLst>
              <a:ext uri="{FF2B5EF4-FFF2-40B4-BE49-F238E27FC236}">
                <a16:creationId xmlns:a16="http://schemas.microsoft.com/office/drawing/2014/main" id="{17CD076D-71F5-43E8-890C-A1BB8DF7FB01}"/>
              </a:ext>
            </a:extLst>
          </p:cNvPr>
          <p:cNvSpPr>
            <a:spLocks noGrp="1"/>
          </p:cNvSpPr>
          <p:nvPr/>
        </p:nvSpPr>
        <p:spPr>
          <a:xfrm>
            <a:off x="5414402" y="86422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H</a:t>
            </a:r>
          </a:p>
        </p:txBody>
      </p:sp>
      <p:sp>
        <p:nvSpPr>
          <p:cNvPr id="713" name="M">
            <a:extLst>
              <a:ext uri="{FF2B5EF4-FFF2-40B4-BE49-F238E27FC236}">
                <a16:creationId xmlns:a16="http://schemas.microsoft.com/office/drawing/2014/main" id="{9751F8E4-B7A2-446A-BDFB-E9C829161CED}"/>
              </a:ext>
            </a:extLst>
          </p:cNvPr>
          <p:cNvSpPr>
            <a:spLocks noGrp="1"/>
          </p:cNvSpPr>
          <p:nvPr/>
        </p:nvSpPr>
        <p:spPr>
          <a:xfrm>
            <a:off x="9832868" y="1110634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M</a:t>
            </a:r>
          </a:p>
        </p:txBody>
      </p:sp>
      <p:sp>
        <p:nvSpPr>
          <p:cNvPr id="714" name="I">
            <a:extLst>
              <a:ext uri="{FF2B5EF4-FFF2-40B4-BE49-F238E27FC236}">
                <a16:creationId xmlns:a16="http://schemas.microsoft.com/office/drawing/2014/main" id="{FCF4EA8A-076C-4F85-B4C3-2E8105F528C9}"/>
              </a:ext>
            </a:extLst>
          </p:cNvPr>
          <p:cNvSpPr>
            <a:spLocks noGrp="1"/>
          </p:cNvSpPr>
          <p:nvPr/>
        </p:nvSpPr>
        <p:spPr>
          <a:xfrm>
            <a:off x="10466530" y="7693578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I</a:t>
            </a:r>
          </a:p>
        </p:txBody>
      </p:sp>
      <p:sp>
        <p:nvSpPr>
          <p:cNvPr id="715" name="E">
            <a:extLst>
              <a:ext uri="{FF2B5EF4-FFF2-40B4-BE49-F238E27FC236}">
                <a16:creationId xmlns:a16="http://schemas.microsoft.com/office/drawing/2014/main" id="{DA94F381-314E-41A3-A664-E78622C025BD}"/>
              </a:ext>
            </a:extLst>
          </p:cNvPr>
          <p:cNvSpPr>
            <a:spLocks noGrp="1"/>
          </p:cNvSpPr>
          <p:nvPr/>
        </p:nvSpPr>
        <p:spPr>
          <a:xfrm>
            <a:off x="12011878" y="5263955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716" name="J">
            <a:extLst>
              <a:ext uri="{FF2B5EF4-FFF2-40B4-BE49-F238E27FC236}">
                <a16:creationId xmlns:a16="http://schemas.microsoft.com/office/drawing/2014/main" id="{11201E2B-3090-47A3-8E26-18A52F5A5C73}"/>
              </a:ext>
            </a:extLst>
          </p:cNvPr>
          <p:cNvSpPr>
            <a:spLocks noGrp="1"/>
          </p:cNvSpPr>
          <p:nvPr/>
        </p:nvSpPr>
        <p:spPr>
          <a:xfrm>
            <a:off x="12369821" y="8810377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J</a:t>
            </a:r>
          </a:p>
        </p:txBody>
      </p:sp>
      <p:sp>
        <p:nvSpPr>
          <p:cNvPr id="717" name="K">
            <a:extLst>
              <a:ext uri="{FF2B5EF4-FFF2-40B4-BE49-F238E27FC236}">
                <a16:creationId xmlns:a16="http://schemas.microsoft.com/office/drawing/2014/main" id="{8E541025-9E0B-46FA-9E14-9F9EBF49768C}"/>
              </a:ext>
            </a:extLst>
          </p:cNvPr>
          <p:cNvSpPr>
            <a:spLocks noGrp="1"/>
          </p:cNvSpPr>
          <p:nvPr/>
        </p:nvSpPr>
        <p:spPr>
          <a:xfrm>
            <a:off x="15741718" y="774634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K</a:t>
            </a:r>
          </a:p>
        </p:txBody>
      </p:sp>
      <p:sp>
        <p:nvSpPr>
          <p:cNvPr id="718" name="Line">
            <a:extLst>
              <a:ext uri="{FF2B5EF4-FFF2-40B4-BE49-F238E27FC236}">
                <a16:creationId xmlns:a16="http://schemas.microsoft.com/office/drawing/2014/main" id="{AC8B43A6-CE6F-44D9-9946-11F9FE0B7FE5}"/>
              </a:ext>
            </a:extLst>
          </p:cNvPr>
          <p:cNvSpPr>
            <a:spLocks noGrp="1"/>
          </p:cNvSpPr>
          <p:nvPr/>
        </p:nvSpPr>
        <p:spPr>
          <a:xfrm>
            <a:off x="12030906" y="2012755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19" name="Line">
            <a:extLst>
              <a:ext uri="{FF2B5EF4-FFF2-40B4-BE49-F238E27FC236}">
                <a16:creationId xmlns:a16="http://schemas.microsoft.com/office/drawing/2014/main" id="{014E017A-116C-4E3F-8CBE-9E0A07C471B3}"/>
              </a:ext>
            </a:extLst>
          </p:cNvPr>
          <p:cNvSpPr>
            <a:spLocks noGrp="1"/>
          </p:cNvSpPr>
          <p:nvPr/>
        </p:nvSpPr>
        <p:spPr>
          <a:xfrm flipV="1">
            <a:off x="6716602" y="6143776"/>
            <a:ext cx="5202498" cy="266687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20" name="Line">
            <a:extLst>
              <a:ext uri="{FF2B5EF4-FFF2-40B4-BE49-F238E27FC236}">
                <a16:creationId xmlns:a16="http://schemas.microsoft.com/office/drawing/2014/main" id="{A45BAA5A-AF3F-4037-AE55-6E9072546710}"/>
              </a:ext>
            </a:extLst>
          </p:cNvPr>
          <p:cNvSpPr>
            <a:spLocks noGrp="1"/>
          </p:cNvSpPr>
          <p:nvPr/>
        </p:nvSpPr>
        <p:spPr>
          <a:xfrm>
            <a:off x="10416570" y="5144574"/>
            <a:ext cx="1508522" cy="38973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21" name="Line">
            <a:extLst>
              <a:ext uri="{FF2B5EF4-FFF2-40B4-BE49-F238E27FC236}">
                <a16:creationId xmlns:a16="http://schemas.microsoft.com/office/drawing/2014/main" id="{080DF567-6582-4B66-A4D6-137AA69A46BB}"/>
              </a:ext>
            </a:extLst>
          </p:cNvPr>
          <p:cNvSpPr>
            <a:spLocks noGrp="1"/>
          </p:cNvSpPr>
          <p:nvPr/>
        </p:nvSpPr>
        <p:spPr>
          <a:xfrm>
            <a:off x="6665762" y="9819018"/>
            <a:ext cx="3040936" cy="172602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22" name="Line">
            <a:extLst>
              <a:ext uri="{FF2B5EF4-FFF2-40B4-BE49-F238E27FC236}">
                <a16:creationId xmlns:a16="http://schemas.microsoft.com/office/drawing/2014/main" id="{9507605C-33ED-453F-9A71-233B5D72F1AD}"/>
              </a:ext>
            </a:extLst>
          </p:cNvPr>
          <p:cNvSpPr>
            <a:spLocks noGrp="1"/>
          </p:cNvSpPr>
          <p:nvPr/>
        </p:nvSpPr>
        <p:spPr>
          <a:xfrm>
            <a:off x="12766596" y="6697397"/>
            <a:ext cx="111522" cy="199400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23" name="Line">
            <a:extLst>
              <a:ext uri="{FF2B5EF4-FFF2-40B4-BE49-F238E27FC236}">
                <a16:creationId xmlns:a16="http://schemas.microsoft.com/office/drawing/2014/main" id="{8468232B-D40F-4D35-B73B-611C0191D947}"/>
              </a:ext>
            </a:extLst>
          </p:cNvPr>
          <p:cNvSpPr>
            <a:spLocks noGrp="1"/>
          </p:cNvSpPr>
          <p:nvPr/>
        </p:nvSpPr>
        <p:spPr>
          <a:xfrm flipV="1">
            <a:off x="10513662" y="9125136"/>
            <a:ext cx="395172" cy="180890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24" name="Line">
            <a:extLst>
              <a:ext uri="{FF2B5EF4-FFF2-40B4-BE49-F238E27FC236}">
                <a16:creationId xmlns:a16="http://schemas.microsoft.com/office/drawing/2014/main" id="{6CA03E5C-CD30-4146-B953-0E2041937D22}"/>
              </a:ext>
            </a:extLst>
          </p:cNvPr>
          <p:cNvSpPr>
            <a:spLocks noGrp="1"/>
          </p:cNvSpPr>
          <p:nvPr/>
        </p:nvSpPr>
        <p:spPr>
          <a:xfrm flipV="1">
            <a:off x="13811494" y="8675432"/>
            <a:ext cx="1754796" cy="65190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25" name="A">
            <a:extLst>
              <a:ext uri="{FF2B5EF4-FFF2-40B4-BE49-F238E27FC236}">
                <a16:creationId xmlns:a16="http://schemas.microsoft.com/office/drawing/2014/main" id="{62B43039-B036-4D63-A185-043808D2E15E}"/>
              </a:ext>
            </a:extLst>
          </p:cNvPr>
          <p:cNvSpPr>
            <a:spLocks noGrp="1"/>
          </p:cNvSpPr>
          <p:nvPr/>
        </p:nvSpPr>
        <p:spPr>
          <a:xfrm>
            <a:off x="10570998" y="1339655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726" name="Line">
            <a:extLst>
              <a:ext uri="{FF2B5EF4-FFF2-40B4-BE49-F238E27FC236}">
                <a16:creationId xmlns:a16="http://schemas.microsoft.com/office/drawing/2014/main" id="{6BC0DFAF-ABBB-4DF0-AC60-DF11B80B44D2}"/>
              </a:ext>
            </a:extLst>
          </p:cNvPr>
          <p:cNvSpPr>
            <a:spLocks noGrp="1"/>
          </p:cNvSpPr>
          <p:nvPr/>
        </p:nvSpPr>
        <p:spPr>
          <a:xfrm flipV="1">
            <a:off x="5814388" y="2094589"/>
            <a:ext cx="4509566" cy="2218533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27" name="Line">
            <a:extLst>
              <a:ext uri="{FF2B5EF4-FFF2-40B4-BE49-F238E27FC236}">
                <a16:creationId xmlns:a16="http://schemas.microsoft.com/office/drawing/2014/main" id="{30FC6658-5133-4BC5-93F3-5D489542DA9D}"/>
              </a:ext>
            </a:extLst>
          </p:cNvPr>
          <p:cNvSpPr>
            <a:spLocks noGrp="1"/>
          </p:cNvSpPr>
          <p:nvPr/>
        </p:nvSpPr>
        <p:spPr>
          <a:xfrm>
            <a:off x="5979487" y="5011621"/>
            <a:ext cx="2874318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28" name="B">
            <a:extLst>
              <a:ext uri="{FF2B5EF4-FFF2-40B4-BE49-F238E27FC236}">
                <a16:creationId xmlns:a16="http://schemas.microsoft.com/office/drawing/2014/main" id="{3E2FED33-1227-46E6-A968-50E577295B19}"/>
              </a:ext>
            </a:extLst>
          </p:cNvPr>
          <p:cNvSpPr>
            <a:spLocks noGrp="1"/>
          </p:cNvSpPr>
          <p:nvPr/>
        </p:nvSpPr>
        <p:spPr>
          <a:xfrm>
            <a:off x="15157518" y="2059825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729" name="F">
            <a:extLst>
              <a:ext uri="{FF2B5EF4-FFF2-40B4-BE49-F238E27FC236}">
                <a16:creationId xmlns:a16="http://schemas.microsoft.com/office/drawing/2014/main" id="{642F77AC-321D-46C5-9AC7-D1215A63D09E}"/>
              </a:ext>
            </a:extLst>
          </p:cNvPr>
          <p:cNvSpPr>
            <a:spLocks noGrp="1"/>
          </p:cNvSpPr>
          <p:nvPr/>
        </p:nvSpPr>
        <p:spPr>
          <a:xfrm>
            <a:off x="14575598" y="5530655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730" name="G">
            <a:extLst>
              <a:ext uri="{FF2B5EF4-FFF2-40B4-BE49-F238E27FC236}">
                <a16:creationId xmlns:a16="http://schemas.microsoft.com/office/drawing/2014/main" id="{801D7E9E-40B3-40E6-B712-A75F99485449}"/>
              </a:ext>
            </a:extLst>
          </p:cNvPr>
          <p:cNvSpPr>
            <a:spLocks noGrp="1"/>
          </p:cNvSpPr>
          <p:nvPr/>
        </p:nvSpPr>
        <p:spPr>
          <a:xfrm>
            <a:off x="18572305" y="5657655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G</a:t>
            </a:r>
          </a:p>
        </p:txBody>
      </p:sp>
      <p:sp>
        <p:nvSpPr>
          <p:cNvPr id="731" name="L">
            <a:extLst>
              <a:ext uri="{FF2B5EF4-FFF2-40B4-BE49-F238E27FC236}">
                <a16:creationId xmlns:a16="http://schemas.microsoft.com/office/drawing/2014/main" id="{31D4E545-B968-4431-A84A-75B0059140B2}"/>
              </a:ext>
            </a:extLst>
          </p:cNvPr>
          <p:cNvSpPr>
            <a:spLocks noGrp="1"/>
          </p:cNvSpPr>
          <p:nvPr/>
        </p:nvSpPr>
        <p:spPr>
          <a:xfrm>
            <a:off x="17782209" y="10236948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L</a:t>
            </a:r>
          </a:p>
        </p:txBody>
      </p:sp>
      <p:sp>
        <p:nvSpPr>
          <p:cNvPr id="732" name="Line">
            <a:extLst>
              <a:ext uri="{FF2B5EF4-FFF2-40B4-BE49-F238E27FC236}">
                <a16:creationId xmlns:a16="http://schemas.microsoft.com/office/drawing/2014/main" id="{3A05AACF-7F74-4682-A8BA-C09839DEBFB9}"/>
              </a:ext>
            </a:extLst>
          </p:cNvPr>
          <p:cNvSpPr>
            <a:spLocks noGrp="1"/>
          </p:cNvSpPr>
          <p:nvPr/>
        </p:nvSpPr>
        <p:spPr>
          <a:xfrm flipH="1">
            <a:off x="15390811" y="3497873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33" name="Line">
            <a:extLst>
              <a:ext uri="{FF2B5EF4-FFF2-40B4-BE49-F238E27FC236}">
                <a16:creationId xmlns:a16="http://schemas.microsoft.com/office/drawing/2014/main" id="{62D470D7-D274-487C-B5D6-7E79B0BA6659}"/>
              </a:ext>
            </a:extLst>
          </p:cNvPr>
          <p:cNvSpPr>
            <a:spLocks noGrp="1"/>
          </p:cNvSpPr>
          <p:nvPr/>
        </p:nvSpPr>
        <p:spPr>
          <a:xfrm>
            <a:off x="16532867" y="3047469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34" name="Line">
            <a:extLst>
              <a:ext uri="{FF2B5EF4-FFF2-40B4-BE49-F238E27FC236}">
                <a16:creationId xmlns:a16="http://schemas.microsoft.com/office/drawing/2014/main" id="{609C176B-A1D6-4C18-BEFA-F44BF3194BB4}"/>
              </a:ext>
            </a:extLst>
          </p:cNvPr>
          <p:cNvSpPr>
            <a:spLocks noGrp="1"/>
          </p:cNvSpPr>
          <p:nvPr/>
        </p:nvSpPr>
        <p:spPr>
          <a:xfrm flipH="1">
            <a:off x="18552168" y="7087657"/>
            <a:ext cx="588465" cy="3015063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35" name="Line">
            <a:extLst>
              <a:ext uri="{FF2B5EF4-FFF2-40B4-BE49-F238E27FC236}">
                <a16:creationId xmlns:a16="http://schemas.microsoft.com/office/drawing/2014/main" id="{4FD5DB72-81E2-4BC1-9BB7-1D4959024FC7}"/>
              </a:ext>
            </a:extLst>
          </p:cNvPr>
          <p:cNvSpPr>
            <a:spLocks noGrp="1"/>
          </p:cNvSpPr>
          <p:nvPr/>
        </p:nvSpPr>
        <p:spPr>
          <a:xfrm>
            <a:off x="16910295" y="9020375"/>
            <a:ext cx="860654" cy="139516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36" name="Line">
            <a:extLst>
              <a:ext uri="{FF2B5EF4-FFF2-40B4-BE49-F238E27FC236}">
                <a16:creationId xmlns:a16="http://schemas.microsoft.com/office/drawing/2014/main" id="{C0C1F4C0-F263-488A-9528-9A417642A570}"/>
              </a:ext>
            </a:extLst>
          </p:cNvPr>
          <p:cNvSpPr>
            <a:spLocks noGrp="1"/>
          </p:cNvSpPr>
          <p:nvPr/>
        </p:nvSpPr>
        <p:spPr>
          <a:xfrm flipV="1">
            <a:off x="6821881" y="8422965"/>
            <a:ext cx="3475368" cy="84171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6861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Line">
            <a:extLst>
              <a:ext uri="{FF2B5EF4-FFF2-40B4-BE49-F238E27FC236}">
                <a16:creationId xmlns:a16="http://schemas.microsoft.com/office/drawing/2014/main" id="{8E00A094-5564-4079-A9E8-954BF83815B3}"/>
              </a:ext>
            </a:extLst>
          </p:cNvPr>
          <p:cNvSpPr>
            <a:spLocks noGrp="1"/>
          </p:cNvSpPr>
          <p:nvPr/>
        </p:nvSpPr>
        <p:spPr>
          <a:xfrm>
            <a:off x="5315194" y="5667575"/>
            <a:ext cx="479059" cy="286247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39" name="C">
            <a:extLst>
              <a:ext uri="{FF2B5EF4-FFF2-40B4-BE49-F238E27FC236}">
                <a16:creationId xmlns:a16="http://schemas.microsoft.com/office/drawing/2014/main" id="{2611B6E4-4C73-42E3-A2B6-19C3EA7EC427}"/>
              </a:ext>
            </a:extLst>
          </p:cNvPr>
          <p:cNvSpPr>
            <a:spLocks noGrp="1"/>
          </p:cNvSpPr>
          <p:nvPr/>
        </p:nvSpPr>
        <p:spPr>
          <a:xfrm>
            <a:off x="4541694" y="42496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740" name="D">
            <a:extLst>
              <a:ext uri="{FF2B5EF4-FFF2-40B4-BE49-F238E27FC236}">
                <a16:creationId xmlns:a16="http://schemas.microsoft.com/office/drawing/2014/main" id="{06AB83F9-288D-4EFC-BD4F-FB14900398AF}"/>
              </a:ext>
            </a:extLst>
          </p:cNvPr>
          <p:cNvSpPr>
            <a:spLocks noGrp="1"/>
          </p:cNvSpPr>
          <p:nvPr/>
        </p:nvSpPr>
        <p:spPr>
          <a:xfrm>
            <a:off x="9021598" y="42496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741" name="H">
            <a:extLst>
              <a:ext uri="{FF2B5EF4-FFF2-40B4-BE49-F238E27FC236}">
                <a16:creationId xmlns:a16="http://schemas.microsoft.com/office/drawing/2014/main" id="{6CC19113-6EF0-4511-92AA-F0EF3FED03E4}"/>
              </a:ext>
            </a:extLst>
          </p:cNvPr>
          <p:cNvSpPr>
            <a:spLocks noGrp="1"/>
          </p:cNvSpPr>
          <p:nvPr/>
        </p:nvSpPr>
        <p:spPr>
          <a:xfrm>
            <a:off x="5414402" y="86422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H</a:t>
            </a:r>
          </a:p>
        </p:txBody>
      </p:sp>
      <p:sp>
        <p:nvSpPr>
          <p:cNvPr id="742" name="M">
            <a:extLst>
              <a:ext uri="{FF2B5EF4-FFF2-40B4-BE49-F238E27FC236}">
                <a16:creationId xmlns:a16="http://schemas.microsoft.com/office/drawing/2014/main" id="{45DFE648-B4D3-4B7C-B745-62DF6AEAACF6}"/>
              </a:ext>
            </a:extLst>
          </p:cNvPr>
          <p:cNvSpPr>
            <a:spLocks noGrp="1"/>
          </p:cNvSpPr>
          <p:nvPr/>
        </p:nvSpPr>
        <p:spPr>
          <a:xfrm>
            <a:off x="9832868" y="1110634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M</a:t>
            </a:r>
          </a:p>
        </p:txBody>
      </p:sp>
      <p:sp>
        <p:nvSpPr>
          <p:cNvPr id="743" name="I">
            <a:extLst>
              <a:ext uri="{FF2B5EF4-FFF2-40B4-BE49-F238E27FC236}">
                <a16:creationId xmlns:a16="http://schemas.microsoft.com/office/drawing/2014/main" id="{1EA60FA5-558F-44A2-A260-19A9017EE31C}"/>
              </a:ext>
            </a:extLst>
          </p:cNvPr>
          <p:cNvSpPr>
            <a:spLocks noGrp="1"/>
          </p:cNvSpPr>
          <p:nvPr/>
        </p:nvSpPr>
        <p:spPr>
          <a:xfrm>
            <a:off x="10466530" y="7693578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I</a:t>
            </a:r>
          </a:p>
        </p:txBody>
      </p:sp>
      <p:sp>
        <p:nvSpPr>
          <p:cNvPr id="744" name="E">
            <a:extLst>
              <a:ext uri="{FF2B5EF4-FFF2-40B4-BE49-F238E27FC236}">
                <a16:creationId xmlns:a16="http://schemas.microsoft.com/office/drawing/2014/main" id="{FCE05CBE-EDC4-42F5-9EB5-718BE5832549}"/>
              </a:ext>
            </a:extLst>
          </p:cNvPr>
          <p:cNvSpPr>
            <a:spLocks noGrp="1"/>
          </p:cNvSpPr>
          <p:nvPr/>
        </p:nvSpPr>
        <p:spPr>
          <a:xfrm>
            <a:off x="12011878" y="5263955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745" name="J">
            <a:extLst>
              <a:ext uri="{FF2B5EF4-FFF2-40B4-BE49-F238E27FC236}">
                <a16:creationId xmlns:a16="http://schemas.microsoft.com/office/drawing/2014/main" id="{A82AB8E8-49A8-4025-825E-65F499B6F595}"/>
              </a:ext>
            </a:extLst>
          </p:cNvPr>
          <p:cNvSpPr>
            <a:spLocks noGrp="1"/>
          </p:cNvSpPr>
          <p:nvPr/>
        </p:nvSpPr>
        <p:spPr>
          <a:xfrm>
            <a:off x="12369821" y="8810377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J</a:t>
            </a:r>
          </a:p>
        </p:txBody>
      </p:sp>
      <p:sp>
        <p:nvSpPr>
          <p:cNvPr id="746" name="K">
            <a:extLst>
              <a:ext uri="{FF2B5EF4-FFF2-40B4-BE49-F238E27FC236}">
                <a16:creationId xmlns:a16="http://schemas.microsoft.com/office/drawing/2014/main" id="{54566AFD-BF7A-41D2-A8CC-DACF2922267B}"/>
              </a:ext>
            </a:extLst>
          </p:cNvPr>
          <p:cNvSpPr>
            <a:spLocks noGrp="1"/>
          </p:cNvSpPr>
          <p:nvPr/>
        </p:nvSpPr>
        <p:spPr>
          <a:xfrm>
            <a:off x="15741718" y="774634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K</a:t>
            </a:r>
          </a:p>
        </p:txBody>
      </p:sp>
      <p:sp>
        <p:nvSpPr>
          <p:cNvPr id="747" name="Line">
            <a:extLst>
              <a:ext uri="{FF2B5EF4-FFF2-40B4-BE49-F238E27FC236}">
                <a16:creationId xmlns:a16="http://schemas.microsoft.com/office/drawing/2014/main" id="{07EEA518-C05C-4FD0-9E0A-ED01606BC2C2}"/>
              </a:ext>
            </a:extLst>
          </p:cNvPr>
          <p:cNvSpPr>
            <a:spLocks noGrp="1"/>
          </p:cNvSpPr>
          <p:nvPr/>
        </p:nvSpPr>
        <p:spPr>
          <a:xfrm>
            <a:off x="12030906" y="2012755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48" name="Line">
            <a:extLst>
              <a:ext uri="{FF2B5EF4-FFF2-40B4-BE49-F238E27FC236}">
                <a16:creationId xmlns:a16="http://schemas.microsoft.com/office/drawing/2014/main" id="{A8211589-15D6-4494-AD4D-65CE36284477}"/>
              </a:ext>
            </a:extLst>
          </p:cNvPr>
          <p:cNvSpPr>
            <a:spLocks noGrp="1"/>
          </p:cNvSpPr>
          <p:nvPr/>
        </p:nvSpPr>
        <p:spPr>
          <a:xfrm flipV="1">
            <a:off x="6716602" y="6143776"/>
            <a:ext cx="5202498" cy="266687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49" name="Line">
            <a:extLst>
              <a:ext uri="{FF2B5EF4-FFF2-40B4-BE49-F238E27FC236}">
                <a16:creationId xmlns:a16="http://schemas.microsoft.com/office/drawing/2014/main" id="{0D17CA63-E4B4-4C11-BD59-F99710FC13BF}"/>
              </a:ext>
            </a:extLst>
          </p:cNvPr>
          <p:cNvSpPr>
            <a:spLocks noGrp="1"/>
          </p:cNvSpPr>
          <p:nvPr/>
        </p:nvSpPr>
        <p:spPr>
          <a:xfrm>
            <a:off x="10416570" y="5144574"/>
            <a:ext cx="1508522" cy="38973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50" name="Line">
            <a:extLst>
              <a:ext uri="{FF2B5EF4-FFF2-40B4-BE49-F238E27FC236}">
                <a16:creationId xmlns:a16="http://schemas.microsoft.com/office/drawing/2014/main" id="{751C2E7C-B6B2-4798-99AE-20BA024E6A49}"/>
              </a:ext>
            </a:extLst>
          </p:cNvPr>
          <p:cNvSpPr>
            <a:spLocks noGrp="1"/>
          </p:cNvSpPr>
          <p:nvPr/>
        </p:nvSpPr>
        <p:spPr>
          <a:xfrm>
            <a:off x="6665762" y="9819018"/>
            <a:ext cx="3040936" cy="172602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51" name="Line">
            <a:extLst>
              <a:ext uri="{FF2B5EF4-FFF2-40B4-BE49-F238E27FC236}">
                <a16:creationId xmlns:a16="http://schemas.microsoft.com/office/drawing/2014/main" id="{BB62D758-9154-4406-9A46-85555E326C92}"/>
              </a:ext>
            </a:extLst>
          </p:cNvPr>
          <p:cNvSpPr>
            <a:spLocks noGrp="1"/>
          </p:cNvSpPr>
          <p:nvPr/>
        </p:nvSpPr>
        <p:spPr>
          <a:xfrm>
            <a:off x="12766596" y="6697397"/>
            <a:ext cx="111522" cy="199400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52" name="Line">
            <a:extLst>
              <a:ext uri="{FF2B5EF4-FFF2-40B4-BE49-F238E27FC236}">
                <a16:creationId xmlns:a16="http://schemas.microsoft.com/office/drawing/2014/main" id="{1C38DD56-37DC-4C61-9CE9-0A2C124FD68B}"/>
              </a:ext>
            </a:extLst>
          </p:cNvPr>
          <p:cNvSpPr>
            <a:spLocks noGrp="1"/>
          </p:cNvSpPr>
          <p:nvPr/>
        </p:nvSpPr>
        <p:spPr>
          <a:xfrm flipV="1">
            <a:off x="10513662" y="9125136"/>
            <a:ext cx="395172" cy="180890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53" name="Line">
            <a:extLst>
              <a:ext uri="{FF2B5EF4-FFF2-40B4-BE49-F238E27FC236}">
                <a16:creationId xmlns:a16="http://schemas.microsoft.com/office/drawing/2014/main" id="{4586196A-CDA7-4345-B543-215E1B12FDA0}"/>
              </a:ext>
            </a:extLst>
          </p:cNvPr>
          <p:cNvSpPr>
            <a:spLocks noGrp="1"/>
          </p:cNvSpPr>
          <p:nvPr/>
        </p:nvSpPr>
        <p:spPr>
          <a:xfrm flipV="1">
            <a:off x="13811494" y="8675432"/>
            <a:ext cx="1754796" cy="65190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54" name="A">
            <a:extLst>
              <a:ext uri="{FF2B5EF4-FFF2-40B4-BE49-F238E27FC236}">
                <a16:creationId xmlns:a16="http://schemas.microsoft.com/office/drawing/2014/main" id="{DA0574B2-46C9-4953-8E92-1BD8CA72343D}"/>
              </a:ext>
            </a:extLst>
          </p:cNvPr>
          <p:cNvSpPr>
            <a:spLocks noGrp="1"/>
          </p:cNvSpPr>
          <p:nvPr/>
        </p:nvSpPr>
        <p:spPr>
          <a:xfrm>
            <a:off x="10570998" y="1339655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755" name="Line">
            <a:extLst>
              <a:ext uri="{FF2B5EF4-FFF2-40B4-BE49-F238E27FC236}">
                <a16:creationId xmlns:a16="http://schemas.microsoft.com/office/drawing/2014/main" id="{08252A24-6F78-49F0-97C5-2DBBE2D81725}"/>
              </a:ext>
            </a:extLst>
          </p:cNvPr>
          <p:cNvSpPr>
            <a:spLocks noGrp="1"/>
          </p:cNvSpPr>
          <p:nvPr/>
        </p:nvSpPr>
        <p:spPr>
          <a:xfrm flipV="1">
            <a:off x="5814388" y="2094589"/>
            <a:ext cx="4509566" cy="2218533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56" name="Line">
            <a:extLst>
              <a:ext uri="{FF2B5EF4-FFF2-40B4-BE49-F238E27FC236}">
                <a16:creationId xmlns:a16="http://schemas.microsoft.com/office/drawing/2014/main" id="{749D22BB-5D46-4B98-875B-6F78CB0E76F4}"/>
              </a:ext>
            </a:extLst>
          </p:cNvPr>
          <p:cNvSpPr>
            <a:spLocks noGrp="1"/>
          </p:cNvSpPr>
          <p:nvPr/>
        </p:nvSpPr>
        <p:spPr>
          <a:xfrm>
            <a:off x="5979487" y="5011621"/>
            <a:ext cx="2874318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57" name="B">
            <a:extLst>
              <a:ext uri="{FF2B5EF4-FFF2-40B4-BE49-F238E27FC236}">
                <a16:creationId xmlns:a16="http://schemas.microsoft.com/office/drawing/2014/main" id="{0D5F855F-0445-47AD-AEB7-A19759052139}"/>
              </a:ext>
            </a:extLst>
          </p:cNvPr>
          <p:cNvSpPr>
            <a:spLocks noGrp="1"/>
          </p:cNvSpPr>
          <p:nvPr/>
        </p:nvSpPr>
        <p:spPr>
          <a:xfrm>
            <a:off x="15157518" y="2059825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758" name="F">
            <a:extLst>
              <a:ext uri="{FF2B5EF4-FFF2-40B4-BE49-F238E27FC236}">
                <a16:creationId xmlns:a16="http://schemas.microsoft.com/office/drawing/2014/main" id="{ECDB0C17-15A1-4BD0-A190-0E0AE0D6F646}"/>
              </a:ext>
            </a:extLst>
          </p:cNvPr>
          <p:cNvSpPr>
            <a:spLocks noGrp="1"/>
          </p:cNvSpPr>
          <p:nvPr/>
        </p:nvSpPr>
        <p:spPr>
          <a:xfrm>
            <a:off x="14575598" y="5530655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759" name="G">
            <a:extLst>
              <a:ext uri="{FF2B5EF4-FFF2-40B4-BE49-F238E27FC236}">
                <a16:creationId xmlns:a16="http://schemas.microsoft.com/office/drawing/2014/main" id="{C75A8BBC-9A46-411B-91AE-1495625B28F7}"/>
              </a:ext>
            </a:extLst>
          </p:cNvPr>
          <p:cNvSpPr>
            <a:spLocks noGrp="1"/>
          </p:cNvSpPr>
          <p:nvPr/>
        </p:nvSpPr>
        <p:spPr>
          <a:xfrm>
            <a:off x="18572305" y="5657655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G</a:t>
            </a:r>
          </a:p>
        </p:txBody>
      </p:sp>
      <p:sp>
        <p:nvSpPr>
          <p:cNvPr id="760" name="L">
            <a:extLst>
              <a:ext uri="{FF2B5EF4-FFF2-40B4-BE49-F238E27FC236}">
                <a16:creationId xmlns:a16="http://schemas.microsoft.com/office/drawing/2014/main" id="{99CF04D4-DD4A-4662-BC43-544D2C0D87DC}"/>
              </a:ext>
            </a:extLst>
          </p:cNvPr>
          <p:cNvSpPr>
            <a:spLocks noGrp="1"/>
          </p:cNvSpPr>
          <p:nvPr/>
        </p:nvSpPr>
        <p:spPr>
          <a:xfrm>
            <a:off x="17782209" y="10236948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L</a:t>
            </a:r>
          </a:p>
        </p:txBody>
      </p:sp>
      <p:sp>
        <p:nvSpPr>
          <p:cNvPr id="761" name="Line">
            <a:extLst>
              <a:ext uri="{FF2B5EF4-FFF2-40B4-BE49-F238E27FC236}">
                <a16:creationId xmlns:a16="http://schemas.microsoft.com/office/drawing/2014/main" id="{B75CB301-8DFA-4792-9D61-0B3F1B6954A2}"/>
              </a:ext>
            </a:extLst>
          </p:cNvPr>
          <p:cNvSpPr>
            <a:spLocks noGrp="1"/>
          </p:cNvSpPr>
          <p:nvPr/>
        </p:nvSpPr>
        <p:spPr>
          <a:xfrm flipH="1">
            <a:off x="15390811" y="3497873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62" name="Line">
            <a:extLst>
              <a:ext uri="{FF2B5EF4-FFF2-40B4-BE49-F238E27FC236}">
                <a16:creationId xmlns:a16="http://schemas.microsoft.com/office/drawing/2014/main" id="{14F424C2-93CE-4B9F-ADCB-8FAE21CC285F}"/>
              </a:ext>
            </a:extLst>
          </p:cNvPr>
          <p:cNvSpPr>
            <a:spLocks noGrp="1"/>
          </p:cNvSpPr>
          <p:nvPr/>
        </p:nvSpPr>
        <p:spPr>
          <a:xfrm>
            <a:off x="16532867" y="3047469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63" name="Line">
            <a:extLst>
              <a:ext uri="{FF2B5EF4-FFF2-40B4-BE49-F238E27FC236}">
                <a16:creationId xmlns:a16="http://schemas.microsoft.com/office/drawing/2014/main" id="{F25C15D5-FB00-40FB-B6DC-A2AF6D8CB09C}"/>
              </a:ext>
            </a:extLst>
          </p:cNvPr>
          <p:cNvSpPr>
            <a:spLocks noGrp="1"/>
          </p:cNvSpPr>
          <p:nvPr/>
        </p:nvSpPr>
        <p:spPr>
          <a:xfrm flipH="1">
            <a:off x="18552168" y="7087657"/>
            <a:ext cx="588465" cy="3015063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64" name="2">
            <a:extLst>
              <a:ext uri="{FF2B5EF4-FFF2-40B4-BE49-F238E27FC236}">
                <a16:creationId xmlns:a16="http://schemas.microsoft.com/office/drawing/2014/main" id="{528B517C-9AD0-4D77-B862-A9240FDE155F}"/>
              </a:ext>
            </a:extLst>
          </p:cNvPr>
          <p:cNvSpPr>
            <a:spLocks noGrp="1"/>
          </p:cNvSpPr>
          <p:nvPr/>
        </p:nvSpPr>
        <p:spPr>
          <a:xfrm>
            <a:off x="7263161" y="2481988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765" name="1">
            <a:extLst>
              <a:ext uri="{FF2B5EF4-FFF2-40B4-BE49-F238E27FC236}">
                <a16:creationId xmlns:a16="http://schemas.microsoft.com/office/drawing/2014/main" id="{1E9B0816-9996-4D97-835E-B98BBEA95E4F}"/>
              </a:ext>
            </a:extLst>
          </p:cNvPr>
          <p:cNvSpPr>
            <a:spLocks noGrp="1"/>
          </p:cNvSpPr>
          <p:nvPr/>
        </p:nvSpPr>
        <p:spPr>
          <a:xfrm>
            <a:off x="7096802" y="4031388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766" name="3">
            <a:extLst>
              <a:ext uri="{FF2B5EF4-FFF2-40B4-BE49-F238E27FC236}">
                <a16:creationId xmlns:a16="http://schemas.microsoft.com/office/drawing/2014/main" id="{DE34A7DD-EB57-4700-9D0F-7B723DFA5538}"/>
              </a:ext>
            </a:extLst>
          </p:cNvPr>
          <p:cNvSpPr>
            <a:spLocks noGrp="1"/>
          </p:cNvSpPr>
          <p:nvPr/>
        </p:nvSpPr>
        <p:spPr>
          <a:xfrm>
            <a:off x="4971150" y="6645211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767" name="2">
            <a:extLst>
              <a:ext uri="{FF2B5EF4-FFF2-40B4-BE49-F238E27FC236}">
                <a16:creationId xmlns:a16="http://schemas.microsoft.com/office/drawing/2014/main" id="{0C18992B-432F-44A2-8F1E-4C665E17ADE7}"/>
              </a:ext>
            </a:extLst>
          </p:cNvPr>
          <p:cNvSpPr>
            <a:spLocks noGrp="1"/>
          </p:cNvSpPr>
          <p:nvPr/>
        </p:nvSpPr>
        <p:spPr>
          <a:xfrm>
            <a:off x="8475267" y="6741153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768" name="2">
            <a:extLst>
              <a:ext uri="{FF2B5EF4-FFF2-40B4-BE49-F238E27FC236}">
                <a16:creationId xmlns:a16="http://schemas.microsoft.com/office/drawing/2014/main" id="{F6773DC9-C72A-4C50-BEC2-357FDA1E3AC8}"/>
              </a:ext>
            </a:extLst>
          </p:cNvPr>
          <p:cNvSpPr>
            <a:spLocks noGrp="1"/>
          </p:cNvSpPr>
          <p:nvPr/>
        </p:nvSpPr>
        <p:spPr>
          <a:xfrm>
            <a:off x="7422047" y="10452848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769" name="1">
            <a:extLst>
              <a:ext uri="{FF2B5EF4-FFF2-40B4-BE49-F238E27FC236}">
                <a16:creationId xmlns:a16="http://schemas.microsoft.com/office/drawing/2014/main" id="{D746CC75-C4F0-4241-9023-040A10DA8A91}"/>
              </a:ext>
            </a:extLst>
          </p:cNvPr>
          <p:cNvSpPr>
            <a:spLocks noGrp="1"/>
          </p:cNvSpPr>
          <p:nvPr/>
        </p:nvSpPr>
        <p:spPr>
          <a:xfrm>
            <a:off x="10756515" y="9855548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770" name="4">
            <a:extLst>
              <a:ext uri="{FF2B5EF4-FFF2-40B4-BE49-F238E27FC236}">
                <a16:creationId xmlns:a16="http://schemas.microsoft.com/office/drawing/2014/main" id="{BBBC643B-3D5B-4A21-9BE0-EB16FEAD5EC3}"/>
              </a:ext>
            </a:extLst>
          </p:cNvPr>
          <p:cNvSpPr>
            <a:spLocks noGrp="1"/>
          </p:cNvSpPr>
          <p:nvPr/>
        </p:nvSpPr>
        <p:spPr>
          <a:xfrm>
            <a:off x="13049377" y="1324026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771" name="2">
            <a:extLst>
              <a:ext uri="{FF2B5EF4-FFF2-40B4-BE49-F238E27FC236}">
                <a16:creationId xmlns:a16="http://schemas.microsoft.com/office/drawing/2014/main" id="{E9FA1429-C9E2-4B13-8AA1-E7DF17C2BAE1}"/>
              </a:ext>
            </a:extLst>
          </p:cNvPr>
          <p:cNvSpPr>
            <a:spLocks noGrp="1"/>
          </p:cNvSpPr>
          <p:nvPr/>
        </p:nvSpPr>
        <p:spPr>
          <a:xfrm>
            <a:off x="17545259" y="3386021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772" name="3">
            <a:extLst>
              <a:ext uri="{FF2B5EF4-FFF2-40B4-BE49-F238E27FC236}">
                <a16:creationId xmlns:a16="http://schemas.microsoft.com/office/drawing/2014/main" id="{A3A471DC-B556-40C8-B556-335498DF2EE7}"/>
              </a:ext>
            </a:extLst>
          </p:cNvPr>
          <p:cNvSpPr>
            <a:spLocks noGrp="1"/>
          </p:cNvSpPr>
          <p:nvPr/>
        </p:nvSpPr>
        <p:spPr>
          <a:xfrm>
            <a:off x="19018073" y="8119925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773" name="4">
            <a:extLst>
              <a:ext uri="{FF2B5EF4-FFF2-40B4-BE49-F238E27FC236}">
                <a16:creationId xmlns:a16="http://schemas.microsoft.com/office/drawing/2014/main" id="{29169137-C37A-4C31-9E2A-D6545E3E6DFF}"/>
              </a:ext>
            </a:extLst>
          </p:cNvPr>
          <p:cNvSpPr>
            <a:spLocks noGrp="1"/>
          </p:cNvSpPr>
          <p:nvPr/>
        </p:nvSpPr>
        <p:spPr>
          <a:xfrm>
            <a:off x="14228643" y="8031025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774" name="3">
            <a:extLst>
              <a:ext uri="{FF2B5EF4-FFF2-40B4-BE49-F238E27FC236}">
                <a16:creationId xmlns:a16="http://schemas.microsoft.com/office/drawing/2014/main" id="{75735567-4B0D-43E0-BE7A-567980809402}"/>
              </a:ext>
            </a:extLst>
          </p:cNvPr>
          <p:cNvSpPr>
            <a:spLocks noGrp="1"/>
          </p:cNvSpPr>
          <p:nvPr/>
        </p:nvSpPr>
        <p:spPr>
          <a:xfrm>
            <a:off x="12888334" y="6859366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775" name="5">
            <a:extLst>
              <a:ext uri="{FF2B5EF4-FFF2-40B4-BE49-F238E27FC236}">
                <a16:creationId xmlns:a16="http://schemas.microsoft.com/office/drawing/2014/main" id="{C203205C-8FBA-45CF-A735-2264D3075B08}"/>
              </a:ext>
            </a:extLst>
          </p:cNvPr>
          <p:cNvSpPr>
            <a:spLocks noGrp="1"/>
          </p:cNvSpPr>
          <p:nvPr/>
        </p:nvSpPr>
        <p:spPr>
          <a:xfrm>
            <a:off x="14955859" y="3689238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776" name="6">
            <a:extLst>
              <a:ext uri="{FF2B5EF4-FFF2-40B4-BE49-F238E27FC236}">
                <a16:creationId xmlns:a16="http://schemas.microsoft.com/office/drawing/2014/main" id="{EB278326-7B12-4110-9A1C-17C4095982F1}"/>
              </a:ext>
            </a:extLst>
          </p:cNvPr>
          <p:cNvSpPr>
            <a:spLocks noGrp="1"/>
          </p:cNvSpPr>
          <p:nvPr/>
        </p:nvSpPr>
        <p:spPr>
          <a:xfrm>
            <a:off x="10832486" y="4427421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777" name="Line">
            <a:extLst>
              <a:ext uri="{FF2B5EF4-FFF2-40B4-BE49-F238E27FC236}">
                <a16:creationId xmlns:a16="http://schemas.microsoft.com/office/drawing/2014/main" id="{2B6457FB-53CB-4246-B6B4-51A78FD7716B}"/>
              </a:ext>
            </a:extLst>
          </p:cNvPr>
          <p:cNvSpPr>
            <a:spLocks noGrp="1"/>
          </p:cNvSpPr>
          <p:nvPr/>
        </p:nvSpPr>
        <p:spPr>
          <a:xfrm>
            <a:off x="16910295" y="9020375"/>
            <a:ext cx="860654" cy="139516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78" name="2">
            <a:extLst>
              <a:ext uri="{FF2B5EF4-FFF2-40B4-BE49-F238E27FC236}">
                <a16:creationId xmlns:a16="http://schemas.microsoft.com/office/drawing/2014/main" id="{752407DD-27F5-4D0D-8439-5737FE9778CD}"/>
              </a:ext>
            </a:extLst>
          </p:cNvPr>
          <p:cNvSpPr>
            <a:spLocks noGrp="1"/>
          </p:cNvSpPr>
          <p:nvPr/>
        </p:nvSpPr>
        <p:spPr>
          <a:xfrm>
            <a:off x="17303754" y="8826957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779" name="Line">
            <a:extLst>
              <a:ext uri="{FF2B5EF4-FFF2-40B4-BE49-F238E27FC236}">
                <a16:creationId xmlns:a16="http://schemas.microsoft.com/office/drawing/2014/main" id="{4C034974-10DF-4CFB-B05A-B82D3FB201BB}"/>
              </a:ext>
            </a:extLst>
          </p:cNvPr>
          <p:cNvSpPr>
            <a:spLocks noGrp="1"/>
          </p:cNvSpPr>
          <p:nvPr/>
        </p:nvSpPr>
        <p:spPr>
          <a:xfrm flipV="1">
            <a:off x="6821881" y="8422965"/>
            <a:ext cx="3475368" cy="84171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80" name="4">
            <a:extLst>
              <a:ext uri="{FF2B5EF4-FFF2-40B4-BE49-F238E27FC236}">
                <a16:creationId xmlns:a16="http://schemas.microsoft.com/office/drawing/2014/main" id="{8D0E1CAD-3086-4EA8-89B4-19A980EA4098}"/>
              </a:ext>
            </a:extLst>
          </p:cNvPr>
          <p:cNvSpPr>
            <a:spLocks noGrp="1"/>
          </p:cNvSpPr>
          <p:nvPr/>
        </p:nvSpPr>
        <p:spPr>
          <a:xfrm>
            <a:off x="8895247" y="8658778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95522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Line">
            <a:extLst>
              <a:ext uri="{FF2B5EF4-FFF2-40B4-BE49-F238E27FC236}">
                <a16:creationId xmlns:a16="http://schemas.microsoft.com/office/drawing/2014/main" id="{2DC308D6-0FC8-40FF-819B-10727A7ECE0C}"/>
              </a:ext>
            </a:extLst>
          </p:cNvPr>
          <p:cNvSpPr>
            <a:spLocks noGrp="1"/>
          </p:cNvSpPr>
          <p:nvPr/>
        </p:nvSpPr>
        <p:spPr>
          <a:xfrm>
            <a:off x="5315194" y="5667575"/>
            <a:ext cx="479059" cy="286247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83" name="C">
            <a:extLst>
              <a:ext uri="{FF2B5EF4-FFF2-40B4-BE49-F238E27FC236}">
                <a16:creationId xmlns:a16="http://schemas.microsoft.com/office/drawing/2014/main" id="{90B22240-FE77-4CB5-8C56-51B55EF559EB}"/>
              </a:ext>
            </a:extLst>
          </p:cNvPr>
          <p:cNvSpPr>
            <a:spLocks noGrp="1"/>
          </p:cNvSpPr>
          <p:nvPr/>
        </p:nvSpPr>
        <p:spPr>
          <a:xfrm>
            <a:off x="4541694" y="42496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784" name="D">
            <a:extLst>
              <a:ext uri="{FF2B5EF4-FFF2-40B4-BE49-F238E27FC236}">
                <a16:creationId xmlns:a16="http://schemas.microsoft.com/office/drawing/2014/main" id="{72BCAEC9-373D-48F3-BAAA-7375B3E9E9E8}"/>
              </a:ext>
            </a:extLst>
          </p:cNvPr>
          <p:cNvSpPr>
            <a:spLocks noGrp="1"/>
          </p:cNvSpPr>
          <p:nvPr/>
        </p:nvSpPr>
        <p:spPr>
          <a:xfrm>
            <a:off x="9021598" y="42496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785" name="H">
            <a:extLst>
              <a:ext uri="{FF2B5EF4-FFF2-40B4-BE49-F238E27FC236}">
                <a16:creationId xmlns:a16="http://schemas.microsoft.com/office/drawing/2014/main" id="{253D323F-9AFA-4320-8D87-C9D78A711626}"/>
              </a:ext>
            </a:extLst>
          </p:cNvPr>
          <p:cNvSpPr>
            <a:spLocks noGrp="1"/>
          </p:cNvSpPr>
          <p:nvPr/>
        </p:nvSpPr>
        <p:spPr>
          <a:xfrm>
            <a:off x="5414402" y="86422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H</a:t>
            </a:r>
          </a:p>
        </p:txBody>
      </p:sp>
      <p:sp>
        <p:nvSpPr>
          <p:cNvPr id="786" name="M">
            <a:extLst>
              <a:ext uri="{FF2B5EF4-FFF2-40B4-BE49-F238E27FC236}">
                <a16:creationId xmlns:a16="http://schemas.microsoft.com/office/drawing/2014/main" id="{972CDDDC-18F7-46CD-9BFF-B701D361BDC1}"/>
              </a:ext>
            </a:extLst>
          </p:cNvPr>
          <p:cNvSpPr>
            <a:spLocks noGrp="1"/>
          </p:cNvSpPr>
          <p:nvPr/>
        </p:nvSpPr>
        <p:spPr>
          <a:xfrm>
            <a:off x="9832868" y="1110634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M</a:t>
            </a:r>
          </a:p>
        </p:txBody>
      </p:sp>
      <p:sp>
        <p:nvSpPr>
          <p:cNvPr id="787" name="I">
            <a:extLst>
              <a:ext uri="{FF2B5EF4-FFF2-40B4-BE49-F238E27FC236}">
                <a16:creationId xmlns:a16="http://schemas.microsoft.com/office/drawing/2014/main" id="{5D189674-A2A5-4659-B478-2524F20AC1AB}"/>
              </a:ext>
            </a:extLst>
          </p:cNvPr>
          <p:cNvSpPr>
            <a:spLocks noGrp="1"/>
          </p:cNvSpPr>
          <p:nvPr/>
        </p:nvSpPr>
        <p:spPr>
          <a:xfrm>
            <a:off x="10466530" y="7693578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I</a:t>
            </a:r>
          </a:p>
        </p:txBody>
      </p:sp>
      <p:sp>
        <p:nvSpPr>
          <p:cNvPr id="788" name="E">
            <a:extLst>
              <a:ext uri="{FF2B5EF4-FFF2-40B4-BE49-F238E27FC236}">
                <a16:creationId xmlns:a16="http://schemas.microsoft.com/office/drawing/2014/main" id="{C9B6369F-FE24-4384-A4CD-ED80D1DEDBEF}"/>
              </a:ext>
            </a:extLst>
          </p:cNvPr>
          <p:cNvSpPr>
            <a:spLocks noGrp="1"/>
          </p:cNvSpPr>
          <p:nvPr/>
        </p:nvSpPr>
        <p:spPr>
          <a:xfrm>
            <a:off x="12011878" y="5263955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789" name="J">
            <a:extLst>
              <a:ext uri="{FF2B5EF4-FFF2-40B4-BE49-F238E27FC236}">
                <a16:creationId xmlns:a16="http://schemas.microsoft.com/office/drawing/2014/main" id="{987BA3F7-BEED-46C7-BAAD-912EF9B83645}"/>
              </a:ext>
            </a:extLst>
          </p:cNvPr>
          <p:cNvSpPr>
            <a:spLocks noGrp="1"/>
          </p:cNvSpPr>
          <p:nvPr/>
        </p:nvSpPr>
        <p:spPr>
          <a:xfrm>
            <a:off x="12369821" y="8810377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J</a:t>
            </a:r>
          </a:p>
        </p:txBody>
      </p:sp>
      <p:sp>
        <p:nvSpPr>
          <p:cNvPr id="790" name="K">
            <a:extLst>
              <a:ext uri="{FF2B5EF4-FFF2-40B4-BE49-F238E27FC236}">
                <a16:creationId xmlns:a16="http://schemas.microsoft.com/office/drawing/2014/main" id="{144E68B2-7B90-4164-84B7-FDA0FCAB015E}"/>
              </a:ext>
            </a:extLst>
          </p:cNvPr>
          <p:cNvSpPr>
            <a:spLocks noGrp="1"/>
          </p:cNvSpPr>
          <p:nvPr/>
        </p:nvSpPr>
        <p:spPr>
          <a:xfrm>
            <a:off x="15741718" y="774634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K</a:t>
            </a:r>
          </a:p>
        </p:txBody>
      </p:sp>
      <p:sp>
        <p:nvSpPr>
          <p:cNvPr id="791" name="Line">
            <a:extLst>
              <a:ext uri="{FF2B5EF4-FFF2-40B4-BE49-F238E27FC236}">
                <a16:creationId xmlns:a16="http://schemas.microsoft.com/office/drawing/2014/main" id="{6FE803D8-BC33-4EF2-8304-C5E9DAD5F7AE}"/>
              </a:ext>
            </a:extLst>
          </p:cNvPr>
          <p:cNvSpPr>
            <a:spLocks noGrp="1"/>
          </p:cNvSpPr>
          <p:nvPr/>
        </p:nvSpPr>
        <p:spPr>
          <a:xfrm>
            <a:off x="12030906" y="2012755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92" name="Line">
            <a:extLst>
              <a:ext uri="{FF2B5EF4-FFF2-40B4-BE49-F238E27FC236}">
                <a16:creationId xmlns:a16="http://schemas.microsoft.com/office/drawing/2014/main" id="{2DC91262-66AC-42EB-AC14-DCA2C49796A1}"/>
              </a:ext>
            </a:extLst>
          </p:cNvPr>
          <p:cNvSpPr>
            <a:spLocks noGrp="1"/>
          </p:cNvSpPr>
          <p:nvPr/>
        </p:nvSpPr>
        <p:spPr>
          <a:xfrm flipV="1">
            <a:off x="6716602" y="6143776"/>
            <a:ext cx="5202498" cy="266687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93" name="Line">
            <a:extLst>
              <a:ext uri="{FF2B5EF4-FFF2-40B4-BE49-F238E27FC236}">
                <a16:creationId xmlns:a16="http://schemas.microsoft.com/office/drawing/2014/main" id="{CF99DCAF-28D1-4849-8FE4-2932F1E09A1E}"/>
              </a:ext>
            </a:extLst>
          </p:cNvPr>
          <p:cNvSpPr>
            <a:spLocks noGrp="1"/>
          </p:cNvSpPr>
          <p:nvPr/>
        </p:nvSpPr>
        <p:spPr>
          <a:xfrm>
            <a:off x="10416570" y="5144574"/>
            <a:ext cx="1508522" cy="38973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94" name="Line">
            <a:extLst>
              <a:ext uri="{FF2B5EF4-FFF2-40B4-BE49-F238E27FC236}">
                <a16:creationId xmlns:a16="http://schemas.microsoft.com/office/drawing/2014/main" id="{055E8DFE-C20D-4552-AE59-F162E2627471}"/>
              </a:ext>
            </a:extLst>
          </p:cNvPr>
          <p:cNvSpPr>
            <a:spLocks noGrp="1"/>
          </p:cNvSpPr>
          <p:nvPr/>
        </p:nvSpPr>
        <p:spPr>
          <a:xfrm>
            <a:off x="6665762" y="9819018"/>
            <a:ext cx="3040936" cy="172602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95" name="Line">
            <a:extLst>
              <a:ext uri="{FF2B5EF4-FFF2-40B4-BE49-F238E27FC236}">
                <a16:creationId xmlns:a16="http://schemas.microsoft.com/office/drawing/2014/main" id="{2D484C16-B5EB-486D-8CFE-320A07884C85}"/>
              </a:ext>
            </a:extLst>
          </p:cNvPr>
          <p:cNvSpPr>
            <a:spLocks noGrp="1"/>
          </p:cNvSpPr>
          <p:nvPr/>
        </p:nvSpPr>
        <p:spPr>
          <a:xfrm>
            <a:off x="12766596" y="6697397"/>
            <a:ext cx="111522" cy="199400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96" name="Line">
            <a:extLst>
              <a:ext uri="{FF2B5EF4-FFF2-40B4-BE49-F238E27FC236}">
                <a16:creationId xmlns:a16="http://schemas.microsoft.com/office/drawing/2014/main" id="{5DAA60F4-2C6A-4E22-B8D2-0B2655BC6C10}"/>
              </a:ext>
            </a:extLst>
          </p:cNvPr>
          <p:cNvSpPr>
            <a:spLocks noGrp="1"/>
          </p:cNvSpPr>
          <p:nvPr/>
        </p:nvSpPr>
        <p:spPr>
          <a:xfrm flipV="1">
            <a:off x="10513662" y="9125136"/>
            <a:ext cx="395172" cy="180890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97" name="Line">
            <a:extLst>
              <a:ext uri="{FF2B5EF4-FFF2-40B4-BE49-F238E27FC236}">
                <a16:creationId xmlns:a16="http://schemas.microsoft.com/office/drawing/2014/main" id="{28E47AE7-1175-43D2-90AC-850A05B16292}"/>
              </a:ext>
            </a:extLst>
          </p:cNvPr>
          <p:cNvSpPr>
            <a:spLocks noGrp="1"/>
          </p:cNvSpPr>
          <p:nvPr/>
        </p:nvSpPr>
        <p:spPr>
          <a:xfrm flipV="1">
            <a:off x="13811494" y="8675432"/>
            <a:ext cx="1754796" cy="65190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98" name="A">
            <a:extLst>
              <a:ext uri="{FF2B5EF4-FFF2-40B4-BE49-F238E27FC236}">
                <a16:creationId xmlns:a16="http://schemas.microsoft.com/office/drawing/2014/main" id="{3834EE9B-6CF4-451C-AC1A-27107DBFAEEC}"/>
              </a:ext>
            </a:extLst>
          </p:cNvPr>
          <p:cNvSpPr>
            <a:spLocks noGrp="1"/>
          </p:cNvSpPr>
          <p:nvPr/>
        </p:nvSpPr>
        <p:spPr>
          <a:xfrm>
            <a:off x="10570998" y="1339655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799" name="Line">
            <a:extLst>
              <a:ext uri="{FF2B5EF4-FFF2-40B4-BE49-F238E27FC236}">
                <a16:creationId xmlns:a16="http://schemas.microsoft.com/office/drawing/2014/main" id="{EAA9F1A1-7E37-437A-B7F0-9FC152E2C2BB}"/>
              </a:ext>
            </a:extLst>
          </p:cNvPr>
          <p:cNvSpPr>
            <a:spLocks noGrp="1"/>
          </p:cNvSpPr>
          <p:nvPr/>
        </p:nvSpPr>
        <p:spPr>
          <a:xfrm flipV="1">
            <a:off x="5814388" y="2094589"/>
            <a:ext cx="4509566" cy="2218533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00" name="Line">
            <a:extLst>
              <a:ext uri="{FF2B5EF4-FFF2-40B4-BE49-F238E27FC236}">
                <a16:creationId xmlns:a16="http://schemas.microsoft.com/office/drawing/2014/main" id="{9647C2F2-474F-4F3C-AE3C-5F1F11F30D76}"/>
              </a:ext>
            </a:extLst>
          </p:cNvPr>
          <p:cNvSpPr>
            <a:spLocks noGrp="1"/>
          </p:cNvSpPr>
          <p:nvPr/>
        </p:nvSpPr>
        <p:spPr>
          <a:xfrm>
            <a:off x="5979487" y="5011621"/>
            <a:ext cx="2874318" cy="1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01" name="B">
            <a:extLst>
              <a:ext uri="{FF2B5EF4-FFF2-40B4-BE49-F238E27FC236}">
                <a16:creationId xmlns:a16="http://schemas.microsoft.com/office/drawing/2014/main" id="{F917AC1D-DB03-47F1-A552-744151560256}"/>
              </a:ext>
            </a:extLst>
          </p:cNvPr>
          <p:cNvSpPr>
            <a:spLocks noGrp="1"/>
          </p:cNvSpPr>
          <p:nvPr/>
        </p:nvSpPr>
        <p:spPr>
          <a:xfrm>
            <a:off x="15157518" y="2059825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802" name="F">
            <a:extLst>
              <a:ext uri="{FF2B5EF4-FFF2-40B4-BE49-F238E27FC236}">
                <a16:creationId xmlns:a16="http://schemas.microsoft.com/office/drawing/2014/main" id="{A26B0838-6BD3-4B9A-8E02-0D161965D637}"/>
              </a:ext>
            </a:extLst>
          </p:cNvPr>
          <p:cNvSpPr>
            <a:spLocks noGrp="1"/>
          </p:cNvSpPr>
          <p:nvPr/>
        </p:nvSpPr>
        <p:spPr>
          <a:xfrm>
            <a:off x="14575598" y="5530655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803" name="G">
            <a:extLst>
              <a:ext uri="{FF2B5EF4-FFF2-40B4-BE49-F238E27FC236}">
                <a16:creationId xmlns:a16="http://schemas.microsoft.com/office/drawing/2014/main" id="{91D088A5-FBF5-484A-A813-B46C654AC27C}"/>
              </a:ext>
            </a:extLst>
          </p:cNvPr>
          <p:cNvSpPr>
            <a:spLocks noGrp="1"/>
          </p:cNvSpPr>
          <p:nvPr/>
        </p:nvSpPr>
        <p:spPr>
          <a:xfrm>
            <a:off x="18572305" y="5657655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G</a:t>
            </a:r>
          </a:p>
        </p:txBody>
      </p:sp>
      <p:sp>
        <p:nvSpPr>
          <p:cNvPr id="804" name="L">
            <a:extLst>
              <a:ext uri="{FF2B5EF4-FFF2-40B4-BE49-F238E27FC236}">
                <a16:creationId xmlns:a16="http://schemas.microsoft.com/office/drawing/2014/main" id="{C7C21BDE-99D4-40D1-97F2-45EBA54196D7}"/>
              </a:ext>
            </a:extLst>
          </p:cNvPr>
          <p:cNvSpPr>
            <a:spLocks noGrp="1"/>
          </p:cNvSpPr>
          <p:nvPr/>
        </p:nvSpPr>
        <p:spPr>
          <a:xfrm>
            <a:off x="17782209" y="10236948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L</a:t>
            </a:r>
          </a:p>
        </p:txBody>
      </p:sp>
      <p:sp>
        <p:nvSpPr>
          <p:cNvPr id="805" name="Line">
            <a:extLst>
              <a:ext uri="{FF2B5EF4-FFF2-40B4-BE49-F238E27FC236}">
                <a16:creationId xmlns:a16="http://schemas.microsoft.com/office/drawing/2014/main" id="{67880ABE-B66E-4A82-8A36-FA57463C9B54}"/>
              </a:ext>
            </a:extLst>
          </p:cNvPr>
          <p:cNvSpPr>
            <a:spLocks noGrp="1"/>
          </p:cNvSpPr>
          <p:nvPr/>
        </p:nvSpPr>
        <p:spPr>
          <a:xfrm flipH="1">
            <a:off x="15390811" y="3497873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06" name="Line">
            <a:extLst>
              <a:ext uri="{FF2B5EF4-FFF2-40B4-BE49-F238E27FC236}">
                <a16:creationId xmlns:a16="http://schemas.microsoft.com/office/drawing/2014/main" id="{A9DF63C1-1390-4492-A2A8-C76BC45C62C6}"/>
              </a:ext>
            </a:extLst>
          </p:cNvPr>
          <p:cNvSpPr>
            <a:spLocks noGrp="1"/>
          </p:cNvSpPr>
          <p:nvPr/>
        </p:nvSpPr>
        <p:spPr>
          <a:xfrm>
            <a:off x="16532867" y="3047469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07" name="Line">
            <a:extLst>
              <a:ext uri="{FF2B5EF4-FFF2-40B4-BE49-F238E27FC236}">
                <a16:creationId xmlns:a16="http://schemas.microsoft.com/office/drawing/2014/main" id="{67E5EB0D-3FA2-4629-AC14-869C3ED2F270}"/>
              </a:ext>
            </a:extLst>
          </p:cNvPr>
          <p:cNvSpPr>
            <a:spLocks noGrp="1"/>
          </p:cNvSpPr>
          <p:nvPr/>
        </p:nvSpPr>
        <p:spPr>
          <a:xfrm flipH="1">
            <a:off x="18552168" y="7087657"/>
            <a:ext cx="588465" cy="3015063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08" name="1">
            <a:extLst>
              <a:ext uri="{FF2B5EF4-FFF2-40B4-BE49-F238E27FC236}">
                <a16:creationId xmlns:a16="http://schemas.microsoft.com/office/drawing/2014/main" id="{FD36A7FA-0CDD-456C-BAE8-1078EBE425C8}"/>
              </a:ext>
            </a:extLst>
          </p:cNvPr>
          <p:cNvSpPr>
            <a:spLocks noGrp="1"/>
          </p:cNvSpPr>
          <p:nvPr/>
        </p:nvSpPr>
        <p:spPr>
          <a:xfrm>
            <a:off x="7263161" y="2481988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809" name="1">
            <a:extLst>
              <a:ext uri="{FF2B5EF4-FFF2-40B4-BE49-F238E27FC236}">
                <a16:creationId xmlns:a16="http://schemas.microsoft.com/office/drawing/2014/main" id="{BE1222FA-055B-4D66-B777-89A1433F0E1C}"/>
              </a:ext>
            </a:extLst>
          </p:cNvPr>
          <p:cNvSpPr>
            <a:spLocks noGrp="1"/>
          </p:cNvSpPr>
          <p:nvPr/>
        </p:nvSpPr>
        <p:spPr>
          <a:xfrm>
            <a:off x="7096802" y="4031388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810" name="1">
            <a:extLst>
              <a:ext uri="{FF2B5EF4-FFF2-40B4-BE49-F238E27FC236}">
                <a16:creationId xmlns:a16="http://schemas.microsoft.com/office/drawing/2014/main" id="{CC12F331-C407-4581-B0BA-73ACFDD27ABB}"/>
              </a:ext>
            </a:extLst>
          </p:cNvPr>
          <p:cNvSpPr>
            <a:spLocks noGrp="1"/>
          </p:cNvSpPr>
          <p:nvPr/>
        </p:nvSpPr>
        <p:spPr>
          <a:xfrm>
            <a:off x="4971150" y="6645211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811" name="1">
            <a:extLst>
              <a:ext uri="{FF2B5EF4-FFF2-40B4-BE49-F238E27FC236}">
                <a16:creationId xmlns:a16="http://schemas.microsoft.com/office/drawing/2014/main" id="{FEE96BBC-8E25-47E1-A6A8-9287F68EF3C8}"/>
              </a:ext>
            </a:extLst>
          </p:cNvPr>
          <p:cNvSpPr>
            <a:spLocks noGrp="1"/>
          </p:cNvSpPr>
          <p:nvPr/>
        </p:nvSpPr>
        <p:spPr>
          <a:xfrm>
            <a:off x="8475267" y="6741153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812" name="1">
            <a:extLst>
              <a:ext uri="{FF2B5EF4-FFF2-40B4-BE49-F238E27FC236}">
                <a16:creationId xmlns:a16="http://schemas.microsoft.com/office/drawing/2014/main" id="{55EF14BC-DF9A-473A-B32F-8F6B290273A2}"/>
              </a:ext>
            </a:extLst>
          </p:cNvPr>
          <p:cNvSpPr>
            <a:spLocks noGrp="1"/>
          </p:cNvSpPr>
          <p:nvPr/>
        </p:nvSpPr>
        <p:spPr>
          <a:xfrm>
            <a:off x="7422047" y="10452848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813" name="1">
            <a:extLst>
              <a:ext uri="{FF2B5EF4-FFF2-40B4-BE49-F238E27FC236}">
                <a16:creationId xmlns:a16="http://schemas.microsoft.com/office/drawing/2014/main" id="{2F16CF3B-2857-4BCD-A41D-23DA460477AD}"/>
              </a:ext>
            </a:extLst>
          </p:cNvPr>
          <p:cNvSpPr>
            <a:spLocks noGrp="1"/>
          </p:cNvSpPr>
          <p:nvPr/>
        </p:nvSpPr>
        <p:spPr>
          <a:xfrm>
            <a:off x="10756515" y="9855548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814" name="1">
            <a:extLst>
              <a:ext uri="{FF2B5EF4-FFF2-40B4-BE49-F238E27FC236}">
                <a16:creationId xmlns:a16="http://schemas.microsoft.com/office/drawing/2014/main" id="{91F546AC-2E45-402B-8194-161020C0CC6C}"/>
              </a:ext>
            </a:extLst>
          </p:cNvPr>
          <p:cNvSpPr>
            <a:spLocks noGrp="1"/>
          </p:cNvSpPr>
          <p:nvPr/>
        </p:nvSpPr>
        <p:spPr>
          <a:xfrm>
            <a:off x="13049377" y="1324026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815" name="1">
            <a:extLst>
              <a:ext uri="{FF2B5EF4-FFF2-40B4-BE49-F238E27FC236}">
                <a16:creationId xmlns:a16="http://schemas.microsoft.com/office/drawing/2014/main" id="{AE3155E4-F679-4103-9DDC-2792B8146DAF}"/>
              </a:ext>
            </a:extLst>
          </p:cNvPr>
          <p:cNvSpPr>
            <a:spLocks noGrp="1"/>
          </p:cNvSpPr>
          <p:nvPr/>
        </p:nvSpPr>
        <p:spPr>
          <a:xfrm>
            <a:off x="17545259" y="3386021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816" name="1">
            <a:extLst>
              <a:ext uri="{FF2B5EF4-FFF2-40B4-BE49-F238E27FC236}">
                <a16:creationId xmlns:a16="http://schemas.microsoft.com/office/drawing/2014/main" id="{3AF02F1A-7AF5-47C9-9039-3F8525125971}"/>
              </a:ext>
            </a:extLst>
          </p:cNvPr>
          <p:cNvSpPr>
            <a:spLocks noGrp="1"/>
          </p:cNvSpPr>
          <p:nvPr/>
        </p:nvSpPr>
        <p:spPr>
          <a:xfrm>
            <a:off x="19018073" y="8119925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817" name="1">
            <a:extLst>
              <a:ext uri="{FF2B5EF4-FFF2-40B4-BE49-F238E27FC236}">
                <a16:creationId xmlns:a16="http://schemas.microsoft.com/office/drawing/2014/main" id="{B3907783-EF8B-4F30-AFF9-10A8CF35C6FE}"/>
              </a:ext>
            </a:extLst>
          </p:cNvPr>
          <p:cNvSpPr>
            <a:spLocks noGrp="1"/>
          </p:cNvSpPr>
          <p:nvPr/>
        </p:nvSpPr>
        <p:spPr>
          <a:xfrm>
            <a:off x="14228643" y="8031025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818" name="1">
            <a:extLst>
              <a:ext uri="{FF2B5EF4-FFF2-40B4-BE49-F238E27FC236}">
                <a16:creationId xmlns:a16="http://schemas.microsoft.com/office/drawing/2014/main" id="{0373B264-0C14-4F86-8F14-0A04B9C58856}"/>
              </a:ext>
            </a:extLst>
          </p:cNvPr>
          <p:cNvSpPr>
            <a:spLocks noGrp="1"/>
          </p:cNvSpPr>
          <p:nvPr/>
        </p:nvSpPr>
        <p:spPr>
          <a:xfrm>
            <a:off x="12888334" y="6859366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819" name="1">
            <a:extLst>
              <a:ext uri="{FF2B5EF4-FFF2-40B4-BE49-F238E27FC236}">
                <a16:creationId xmlns:a16="http://schemas.microsoft.com/office/drawing/2014/main" id="{B02A5E06-8F42-45BA-963C-59185F1C4E91}"/>
              </a:ext>
            </a:extLst>
          </p:cNvPr>
          <p:cNvSpPr>
            <a:spLocks noGrp="1"/>
          </p:cNvSpPr>
          <p:nvPr/>
        </p:nvSpPr>
        <p:spPr>
          <a:xfrm>
            <a:off x="14955859" y="3689238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820" name="1">
            <a:extLst>
              <a:ext uri="{FF2B5EF4-FFF2-40B4-BE49-F238E27FC236}">
                <a16:creationId xmlns:a16="http://schemas.microsoft.com/office/drawing/2014/main" id="{D2D2F1E3-948A-4D1F-B3B4-0B2319BD7796}"/>
              </a:ext>
            </a:extLst>
          </p:cNvPr>
          <p:cNvSpPr>
            <a:spLocks noGrp="1"/>
          </p:cNvSpPr>
          <p:nvPr/>
        </p:nvSpPr>
        <p:spPr>
          <a:xfrm>
            <a:off x="10832486" y="4427421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821" name="Line">
            <a:extLst>
              <a:ext uri="{FF2B5EF4-FFF2-40B4-BE49-F238E27FC236}">
                <a16:creationId xmlns:a16="http://schemas.microsoft.com/office/drawing/2014/main" id="{8EAC0431-1B07-41F7-9A93-96E276F41A2E}"/>
              </a:ext>
            </a:extLst>
          </p:cNvPr>
          <p:cNvSpPr>
            <a:spLocks noGrp="1"/>
          </p:cNvSpPr>
          <p:nvPr/>
        </p:nvSpPr>
        <p:spPr>
          <a:xfrm>
            <a:off x="16910295" y="9020375"/>
            <a:ext cx="860654" cy="139516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22" name="1">
            <a:extLst>
              <a:ext uri="{FF2B5EF4-FFF2-40B4-BE49-F238E27FC236}">
                <a16:creationId xmlns:a16="http://schemas.microsoft.com/office/drawing/2014/main" id="{4C4979E9-3251-4453-9570-1F88DB830904}"/>
              </a:ext>
            </a:extLst>
          </p:cNvPr>
          <p:cNvSpPr>
            <a:spLocks noGrp="1"/>
          </p:cNvSpPr>
          <p:nvPr/>
        </p:nvSpPr>
        <p:spPr>
          <a:xfrm>
            <a:off x="17303754" y="8826957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823" name="Line">
            <a:extLst>
              <a:ext uri="{FF2B5EF4-FFF2-40B4-BE49-F238E27FC236}">
                <a16:creationId xmlns:a16="http://schemas.microsoft.com/office/drawing/2014/main" id="{0BD29011-C7D6-4CE4-8CBF-283183680C78}"/>
              </a:ext>
            </a:extLst>
          </p:cNvPr>
          <p:cNvSpPr>
            <a:spLocks noGrp="1"/>
          </p:cNvSpPr>
          <p:nvPr/>
        </p:nvSpPr>
        <p:spPr>
          <a:xfrm flipV="1">
            <a:off x="6821881" y="8422965"/>
            <a:ext cx="3475368" cy="84171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24" name="1">
            <a:extLst>
              <a:ext uri="{FF2B5EF4-FFF2-40B4-BE49-F238E27FC236}">
                <a16:creationId xmlns:a16="http://schemas.microsoft.com/office/drawing/2014/main" id="{737649BF-1313-40C7-8AB1-B5C12579D543}"/>
              </a:ext>
            </a:extLst>
          </p:cNvPr>
          <p:cNvSpPr>
            <a:spLocks noGrp="1"/>
          </p:cNvSpPr>
          <p:nvPr/>
        </p:nvSpPr>
        <p:spPr>
          <a:xfrm>
            <a:off x="8895247" y="8658778"/>
            <a:ext cx="538089" cy="1016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6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08648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Search Problems">
            <a:extLst>
              <a:ext uri="{FF2B5EF4-FFF2-40B4-BE49-F238E27FC236}">
                <a16:creationId xmlns:a16="http://schemas.microsoft.com/office/drawing/2014/main" id="{69AD0557-CFD6-4DA9-B933-038C7DFCF94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Problemas de Busca</a:t>
            </a:r>
          </a:p>
        </p:txBody>
      </p:sp>
      <p:sp>
        <p:nvSpPr>
          <p:cNvPr id="827" name="initial state…">
            <a:extLst>
              <a:ext uri="{FF2B5EF4-FFF2-40B4-BE49-F238E27FC236}">
                <a16:creationId xmlns:a16="http://schemas.microsoft.com/office/drawing/2014/main" id="{ACF2C66F-9DD4-4B14-8211-5262F8A51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estado inicial</a:t>
            </a:r>
          </a:p>
          <a:p>
            <a:pPr>
              <a:buNone/>
            </a:pPr>
            <a:r>
              <a:t>ações</a:t>
            </a:r>
          </a:p>
          <a:p>
            <a:pPr>
              <a:buNone/>
            </a:pPr>
            <a:r>
              <a:t>modelo de transição</a:t>
            </a:r>
          </a:p>
          <a:p>
            <a:pPr>
              <a:buNone/>
            </a:pPr>
            <a:r>
              <a:t>teste de objetivo</a:t>
            </a:r>
          </a:p>
          <a:p>
            <a:pPr>
              <a:buNone/>
            </a:pPr>
            <a:r>
              <a:t>função de custo do caminho</a:t>
            </a:r>
          </a:p>
        </p:txBody>
      </p:sp>
    </p:spTree>
    <p:extLst>
      <p:ext uri="{BB962C8B-B14F-4D97-AF65-F5344CB8AC3E}">
        <p14:creationId xmlns:p14="http://schemas.microsoft.com/office/powerpoint/2010/main" val="554848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solution">
            <a:extLst>
              <a:ext uri="{FF2B5EF4-FFF2-40B4-BE49-F238E27FC236}">
                <a16:creationId xmlns:a16="http://schemas.microsoft.com/office/drawing/2014/main" id="{69D452D2-0620-4A7E-8431-91605E17E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solução</a:t>
            </a:r>
          </a:p>
        </p:txBody>
      </p:sp>
      <p:sp>
        <p:nvSpPr>
          <p:cNvPr id="830" name="a sequence of actions that leads from the initial state to a goal state">
            <a:extLst>
              <a:ext uri="{FF2B5EF4-FFF2-40B4-BE49-F238E27FC236}">
                <a16:creationId xmlns:a16="http://schemas.microsoft.com/office/drawing/2014/main" id="{2C65C4EB-CAA0-4228-BB30-923892B56742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uma sequência de ações que leva do estado inicial a um estado objetivo</a:t>
            </a:r>
          </a:p>
        </p:txBody>
      </p:sp>
    </p:spTree>
    <p:extLst>
      <p:ext uri="{BB962C8B-B14F-4D97-AF65-F5344CB8AC3E}">
        <p14:creationId xmlns:p14="http://schemas.microsoft.com/office/powerpoint/2010/main" val="9867040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optimal solution">
            <a:extLst>
              <a:ext uri="{FF2B5EF4-FFF2-40B4-BE49-F238E27FC236}">
                <a16:creationId xmlns:a16="http://schemas.microsoft.com/office/drawing/2014/main" id="{B3633F4F-F14F-49F4-A875-123481879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solução ótima</a:t>
            </a:r>
          </a:p>
        </p:txBody>
      </p:sp>
      <p:sp>
        <p:nvSpPr>
          <p:cNvPr id="833" name="a solution that has the lowest path cost among all solutions">
            <a:extLst>
              <a:ext uri="{FF2B5EF4-FFF2-40B4-BE49-F238E27FC236}">
                <a16:creationId xmlns:a16="http://schemas.microsoft.com/office/drawing/2014/main" id="{FF44C580-E27E-49C9-AC4B-AEC832A7A6AB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uma solução que possui o menor custo de caminho entre todas as soluções</a:t>
            </a:r>
          </a:p>
        </p:txBody>
      </p:sp>
    </p:spTree>
    <p:extLst>
      <p:ext uri="{BB962C8B-B14F-4D97-AF65-F5344CB8AC3E}">
        <p14:creationId xmlns:p14="http://schemas.microsoft.com/office/powerpoint/2010/main" val="19228548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node">
            <a:extLst>
              <a:ext uri="{FF2B5EF4-FFF2-40B4-BE49-F238E27FC236}">
                <a16:creationId xmlns:a16="http://schemas.microsoft.com/office/drawing/2014/main" id="{C07CAE96-D0EC-470B-89FF-06817CA48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nó</a:t>
            </a:r>
          </a:p>
        </p:txBody>
      </p:sp>
      <p:sp>
        <p:nvSpPr>
          <p:cNvPr id="836" name="a data structure that keeps track of…">
            <a:extLst>
              <a:ext uri="{FF2B5EF4-FFF2-40B4-BE49-F238E27FC236}">
                <a16:creationId xmlns:a16="http://schemas.microsoft.com/office/drawing/2014/main" id="{C1FDA32E-8271-4F9E-8B2C-6710F3DA97D6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5969018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 defTabSz="808990">
              <a:buNone/>
              <a:defRPr sz="7350" b="0">
                <a:latin typeface="Helvetica"/>
                <a:ea typeface="Helvetica"/>
                <a:cs typeface="Helvetica"/>
              </a:defRPr>
            </a:pPr>
            <a:r>
              <a:t>uma estrutura de dados que registra</a:t>
            </a:r>
          </a:p>
          <a:p>
            <a:pPr marL="972343" indent="-972343" algn="l" defTabSz="808990">
              <a:buSzPct val="125000"/>
              <a:buChar char="-"/>
              <a:defRPr sz="7350" b="0">
                <a:latin typeface="Helvetica"/>
                <a:ea typeface="Helvetica"/>
                <a:cs typeface="Helvetica"/>
              </a:defRPr>
            </a:pPr>
            <a:r>
              <a:t>um estado</a:t>
            </a:r>
          </a:p>
          <a:p>
            <a:pPr marL="972343" indent="-972343" algn="l" defTabSz="808990">
              <a:buSzPct val="125000"/>
              <a:buChar char="-"/>
              <a:defRPr sz="7350" b="0">
                <a:latin typeface="Helvetica"/>
                <a:ea typeface="Helvetica"/>
                <a:cs typeface="Helvetica"/>
              </a:defRPr>
            </a:pPr>
            <a:r>
              <a:t>um pai (nó que gerou este nó)</a:t>
            </a:r>
          </a:p>
          <a:p>
            <a:pPr marL="972343" indent="-972343" algn="l" defTabSz="808990">
              <a:buSzPct val="125000"/>
              <a:buChar char="-"/>
              <a:defRPr sz="7350" b="0">
                <a:latin typeface="Helvetica"/>
                <a:ea typeface="Helvetica"/>
                <a:cs typeface="Helvetica"/>
              </a:defRPr>
            </a:pPr>
            <a:r>
              <a:t>uma ação (aplicada ao pai para chegar ao nó)</a:t>
            </a:r>
          </a:p>
          <a:p>
            <a:pPr marL="972343" indent="-972343" algn="l" defTabSz="808990">
              <a:buSzPct val="125000"/>
              <a:buChar char="-"/>
              <a:defRPr sz="7350" b="0">
                <a:latin typeface="Helvetica"/>
                <a:ea typeface="Helvetica"/>
                <a:cs typeface="Helvetica"/>
              </a:defRPr>
            </a:pPr>
            <a:r>
              <a:t>um custo de caminho (do estado inicial ao nó)</a:t>
            </a:r>
          </a:p>
        </p:txBody>
      </p:sp>
    </p:spTree>
    <p:extLst>
      <p:ext uri="{BB962C8B-B14F-4D97-AF65-F5344CB8AC3E}">
        <p14:creationId xmlns:p14="http://schemas.microsoft.com/office/powerpoint/2010/main" val="19929096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Approach">
            <a:extLst>
              <a:ext uri="{FF2B5EF4-FFF2-40B4-BE49-F238E27FC236}">
                <a16:creationId xmlns:a16="http://schemas.microsoft.com/office/drawing/2014/main" id="{CD0D1E24-36EC-413D-8A2A-F93D9B2E55B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Abordagem</a:t>
            </a:r>
          </a:p>
        </p:txBody>
      </p:sp>
      <p:sp>
        <p:nvSpPr>
          <p:cNvPr id="839" name="Start with a frontier that contains the initial state.…">
            <a:extLst>
              <a:ext uri="{FF2B5EF4-FFF2-40B4-BE49-F238E27FC236}">
                <a16:creationId xmlns:a16="http://schemas.microsoft.com/office/drawing/2014/main" id="{30D0A524-87F0-4EE1-A57B-C5F3ECAE1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Comece com uma fronteira que contenha o estado inicial.</a:t>
            </a:r>
          </a:p>
          <a:p>
            <a:pPr>
              <a:buNone/>
            </a:pPr>
            <a:r>
              <a:t>Repita:</a:t>
            </a:r>
          </a:p>
          <a:p>
            <a:pPr lvl="2">
              <a:buNone/>
            </a:pPr>
            <a:r>
              <a:t>Se a fronteira estiver vazia, não há solução.</a:t>
            </a:r>
          </a:p>
          <a:p>
            <a:pPr lvl="2">
              <a:buNone/>
            </a:pPr>
            <a:r>
              <a:t>Remova um nó da fronteira.</a:t>
            </a:r>
          </a:p>
          <a:p>
            <a:pPr lvl="2">
              <a:buNone/>
            </a:pPr>
            <a:r>
              <a:t>Se o nó contiver o estado objetivo, retorne a solução.</a:t>
            </a:r>
          </a:p>
          <a:p>
            <a:pPr lvl="2">
              <a:buNone/>
              <a:defRPr b="1"/>
            </a:pPr>
            <a:r>
              <a:t>Expanda o nó e adicione os nós resultantes à fronteira.</a:t>
            </a:r>
          </a:p>
        </p:txBody>
      </p:sp>
    </p:spTree>
    <p:extLst>
      <p:ext uri="{BB962C8B-B14F-4D97-AF65-F5344CB8AC3E}">
        <p14:creationId xmlns:p14="http://schemas.microsoft.com/office/powerpoint/2010/main" val="6437763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E">
            <a:extLst>
              <a:ext uri="{FF2B5EF4-FFF2-40B4-BE49-F238E27FC236}">
                <a16:creationId xmlns:a16="http://schemas.microsoft.com/office/drawing/2014/main" id="{80131C2B-D8A9-4209-B463-9D71C846FA5B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842" name="Line">
            <a:extLst>
              <a:ext uri="{FF2B5EF4-FFF2-40B4-BE49-F238E27FC236}">
                <a16:creationId xmlns:a16="http://schemas.microsoft.com/office/drawing/2014/main" id="{72B586CD-E6CA-4599-A788-4911F0747946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43" name="A">
            <a:extLst>
              <a:ext uri="{FF2B5EF4-FFF2-40B4-BE49-F238E27FC236}">
                <a16:creationId xmlns:a16="http://schemas.microsoft.com/office/drawing/2014/main" id="{BE6BB2C9-3E05-4B16-A013-76F705E23B95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844" name="B">
            <a:extLst>
              <a:ext uri="{FF2B5EF4-FFF2-40B4-BE49-F238E27FC236}">
                <a16:creationId xmlns:a16="http://schemas.microsoft.com/office/drawing/2014/main" id="{FA798499-78DB-48E0-AFA2-611E46D9E3FA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845" name="C">
            <a:extLst>
              <a:ext uri="{FF2B5EF4-FFF2-40B4-BE49-F238E27FC236}">
                <a16:creationId xmlns:a16="http://schemas.microsoft.com/office/drawing/2014/main" id="{B29EFA25-F2CC-4185-B343-716AA10D1FD5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846" name="D">
            <a:extLst>
              <a:ext uri="{FF2B5EF4-FFF2-40B4-BE49-F238E27FC236}">
                <a16:creationId xmlns:a16="http://schemas.microsoft.com/office/drawing/2014/main" id="{17A39147-2E15-4016-9FA5-F1B1121B47F2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847" name="F">
            <a:extLst>
              <a:ext uri="{FF2B5EF4-FFF2-40B4-BE49-F238E27FC236}">
                <a16:creationId xmlns:a16="http://schemas.microsoft.com/office/drawing/2014/main" id="{F309A9F8-4B9C-4527-9D99-481A48EE427D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848" name="Line">
            <a:extLst>
              <a:ext uri="{FF2B5EF4-FFF2-40B4-BE49-F238E27FC236}">
                <a16:creationId xmlns:a16="http://schemas.microsoft.com/office/drawing/2014/main" id="{FC4BFE5F-3FF9-4919-888A-DA86E5B4E4C3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49" name="Line">
            <a:extLst>
              <a:ext uri="{FF2B5EF4-FFF2-40B4-BE49-F238E27FC236}">
                <a16:creationId xmlns:a16="http://schemas.microsoft.com/office/drawing/2014/main" id="{A1C8416E-4C90-4D29-8B86-B66C0FAFC71B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50" name="Line">
            <a:extLst>
              <a:ext uri="{FF2B5EF4-FFF2-40B4-BE49-F238E27FC236}">
                <a16:creationId xmlns:a16="http://schemas.microsoft.com/office/drawing/2014/main" id="{FE6615E0-139D-4B9D-B979-9CBB1520D8A9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51" name="Line">
            <a:extLst>
              <a:ext uri="{FF2B5EF4-FFF2-40B4-BE49-F238E27FC236}">
                <a16:creationId xmlns:a16="http://schemas.microsoft.com/office/drawing/2014/main" id="{6E08C422-853B-48D4-A275-BBB14E9DEC5F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52" name="Rectangle">
            <a:extLst>
              <a:ext uri="{FF2B5EF4-FFF2-40B4-BE49-F238E27FC236}">
                <a16:creationId xmlns:a16="http://schemas.microsoft.com/office/drawing/2014/main" id="{04F6D0C2-91A2-411C-AC12-6261389410E7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53" name="Frontier">
            <a:extLst>
              <a:ext uri="{FF2B5EF4-FFF2-40B4-BE49-F238E27FC236}">
                <a16:creationId xmlns:a16="http://schemas.microsoft.com/office/drawing/2014/main" id="{FA6E6255-6335-4D1A-9FFC-2A63E3F5363B}"/>
              </a:ext>
            </a:extLst>
          </p:cNvPr>
          <p:cNvSpPr>
            <a:spLocks noGrp="1"/>
          </p:cNvSpPr>
          <p:nvPr/>
        </p:nvSpPr>
        <p:spPr>
          <a:xfrm>
            <a:off x="1260812" y="3282201"/>
            <a:ext cx="2177376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854" name="Find a path from A to E.">
            <a:extLst>
              <a:ext uri="{FF2B5EF4-FFF2-40B4-BE49-F238E27FC236}">
                <a16:creationId xmlns:a16="http://schemas.microsoft.com/office/drawing/2014/main" id="{33AE87C1-B120-478B-9362-F18463ED771C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855" name="Start with a frontier that contains the initial state.…">
            <a:extLst>
              <a:ext uri="{FF2B5EF4-FFF2-40B4-BE49-F238E27FC236}">
                <a16:creationId xmlns:a16="http://schemas.microsoft.com/office/drawing/2014/main" id="{981D2BBA-3396-4437-987B-6146BDA7DC03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206500" y="7064672"/>
            <a:ext cx="15894547" cy="5779989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482600" indent="-482600" defTabSz="627379">
              <a:spcBef>
                <a:spcPts val="2200"/>
              </a:spcBef>
              <a:buNone/>
              <a:defRPr sz="4560"/>
            </a:pPr>
            <a:r>
              <a:t>Comece com uma fronteira que contenha o estado inicial.</a:t>
            </a:r>
          </a:p>
          <a:p>
            <a:pPr marL="482600" indent="-482600" defTabSz="627379">
              <a:spcBef>
                <a:spcPts val="2200"/>
              </a:spcBef>
              <a:buNone/>
              <a:defRPr sz="4560"/>
            </a:pPr>
            <a:r>
              <a:t>Repita: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Se a fronteira estiver vazia, não há solução.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Remova um nó da fronteira.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Se o nó contiver o estado objetivo, retorne a solução.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 b="1"/>
            </a:pPr>
            <a:r>
              <a:t>Expanda o nó e adicione os nós resultantes à fronteira.</a:t>
            </a:r>
          </a:p>
        </p:txBody>
      </p:sp>
      <p:sp>
        <p:nvSpPr>
          <p:cNvPr id="856" name="A">
            <a:extLst>
              <a:ext uri="{FF2B5EF4-FFF2-40B4-BE49-F238E27FC236}">
                <a16:creationId xmlns:a16="http://schemas.microsoft.com/office/drawing/2014/main" id="{E3D50C5A-6C9C-4398-98C4-7F57114097C2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5645836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E">
            <a:extLst>
              <a:ext uri="{FF2B5EF4-FFF2-40B4-BE49-F238E27FC236}">
                <a16:creationId xmlns:a16="http://schemas.microsoft.com/office/drawing/2014/main" id="{A5ABAB0B-AC75-41F0-880E-942F8E0674BA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859" name="Line">
            <a:extLst>
              <a:ext uri="{FF2B5EF4-FFF2-40B4-BE49-F238E27FC236}">
                <a16:creationId xmlns:a16="http://schemas.microsoft.com/office/drawing/2014/main" id="{51EB1C4E-8923-457C-91C7-D1F38551E882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60" name="A">
            <a:extLst>
              <a:ext uri="{FF2B5EF4-FFF2-40B4-BE49-F238E27FC236}">
                <a16:creationId xmlns:a16="http://schemas.microsoft.com/office/drawing/2014/main" id="{0215BC44-E23E-48F7-8573-907622D86FA6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861" name="B">
            <a:extLst>
              <a:ext uri="{FF2B5EF4-FFF2-40B4-BE49-F238E27FC236}">
                <a16:creationId xmlns:a16="http://schemas.microsoft.com/office/drawing/2014/main" id="{22203D2F-C1A8-4146-BFBA-F9380261199B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862" name="C">
            <a:extLst>
              <a:ext uri="{FF2B5EF4-FFF2-40B4-BE49-F238E27FC236}">
                <a16:creationId xmlns:a16="http://schemas.microsoft.com/office/drawing/2014/main" id="{23E28423-D7E7-4668-B1EA-E2B453E1502D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863" name="D">
            <a:extLst>
              <a:ext uri="{FF2B5EF4-FFF2-40B4-BE49-F238E27FC236}">
                <a16:creationId xmlns:a16="http://schemas.microsoft.com/office/drawing/2014/main" id="{DB45EBC7-4A14-468A-82B9-213BAC54CD5B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864" name="F">
            <a:extLst>
              <a:ext uri="{FF2B5EF4-FFF2-40B4-BE49-F238E27FC236}">
                <a16:creationId xmlns:a16="http://schemas.microsoft.com/office/drawing/2014/main" id="{18700C04-7721-4811-910C-A5E0E29F5B3D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865" name="Line">
            <a:extLst>
              <a:ext uri="{FF2B5EF4-FFF2-40B4-BE49-F238E27FC236}">
                <a16:creationId xmlns:a16="http://schemas.microsoft.com/office/drawing/2014/main" id="{0F41BB43-E884-4C4B-A3CE-07458361F13F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66" name="Line">
            <a:extLst>
              <a:ext uri="{FF2B5EF4-FFF2-40B4-BE49-F238E27FC236}">
                <a16:creationId xmlns:a16="http://schemas.microsoft.com/office/drawing/2014/main" id="{A15AB845-AB8C-4DBF-8DD4-8E20AC1ACA77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67" name="Line">
            <a:extLst>
              <a:ext uri="{FF2B5EF4-FFF2-40B4-BE49-F238E27FC236}">
                <a16:creationId xmlns:a16="http://schemas.microsoft.com/office/drawing/2014/main" id="{486B7BD6-2996-4CDA-9FF5-21A635552EF8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68" name="Line">
            <a:extLst>
              <a:ext uri="{FF2B5EF4-FFF2-40B4-BE49-F238E27FC236}">
                <a16:creationId xmlns:a16="http://schemas.microsoft.com/office/drawing/2014/main" id="{B985E142-01CB-4CD4-BD63-4BFEC51B5151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69" name="Rectangle">
            <a:extLst>
              <a:ext uri="{FF2B5EF4-FFF2-40B4-BE49-F238E27FC236}">
                <a16:creationId xmlns:a16="http://schemas.microsoft.com/office/drawing/2014/main" id="{54B8E904-5E42-426D-B9A4-5F788A99B741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70" name="Frontier">
            <a:extLst>
              <a:ext uri="{FF2B5EF4-FFF2-40B4-BE49-F238E27FC236}">
                <a16:creationId xmlns:a16="http://schemas.microsoft.com/office/drawing/2014/main" id="{410AA729-D78D-47CD-9EBF-EC52AB725C96}"/>
              </a:ext>
            </a:extLst>
          </p:cNvPr>
          <p:cNvSpPr>
            <a:spLocks noGrp="1"/>
          </p:cNvSpPr>
          <p:nvPr/>
        </p:nvSpPr>
        <p:spPr>
          <a:xfrm>
            <a:off x="1260812" y="3282201"/>
            <a:ext cx="2177376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871" name="Find a path from A to E.">
            <a:extLst>
              <a:ext uri="{FF2B5EF4-FFF2-40B4-BE49-F238E27FC236}">
                <a16:creationId xmlns:a16="http://schemas.microsoft.com/office/drawing/2014/main" id="{C7974C59-1446-4A33-A0BD-0735027A2886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872" name="Start with a frontier that contains the initial state.…">
            <a:extLst>
              <a:ext uri="{FF2B5EF4-FFF2-40B4-BE49-F238E27FC236}">
                <a16:creationId xmlns:a16="http://schemas.microsoft.com/office/drawing/2014/main" id="{273C1DE6-DE84-4E06-97C3-ECA65CB42ABB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206500" y="7064672"/>
            <a:ext cx="15894547" cy="5779989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482600" indent="-482600" defTabSz="627379">
              <a:spcBef>
                <a:spcPts val="2200"/>
              </a:spcBef>
              <a:buNone/>
              <a:defRPr sz="4560">
                <a:solidFill>
                  <a:schemeClr val="accent4">
                    <a:lumOff val="10196"/>
                  </a:schemeClr>
                </a:solidFill>
              </a:defRPr>
            </a:pPr>
            <a:r>
              <a:t>Comece com uma fronteira que contenha o estado inicial.</a:t>
            </a:r>
          </a:p>
          <a:p>
            <a:pPr marL="482600" indent="-482600" defTabSz="627379">
              <a:spcBef>
                <a:spcPts val="2200"/>
              </a:spcBef>
              <a:buNone/>
              <a:defRPr sz="4560"/>
            </a:pPr>
            <a:r>
              <a:t>Repita: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Se a fronteira estiver vazia, não há solução.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Remova um nó da fronteira.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Se o nó contiver o estado objetivo, retorne a solução.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 b="1"/>
            </a:pPr>
            <a:r>
              <a:t>Expanda o nó e adicione os nós resultantes à fronteira.</a:t>
            </a:r>
          </a:p>
        </p:txBody>
      </p:sp>
      <p:sp>
        <p:nvSpPr>
          <p:cNvPr id="873" name="A">
            <a:extLst>
              <a:ext uri="{FF2B5EF4-FFF2-40B4-BE49-F238E27FC236}">
                <a16:creationId xmlns:a16="http://schemas.microsoft.com/office/drawing/2014/main" id="{DCAD3096-CBDA-4726-A09B-55E420B0573E}"/>
              </a:ext>
            </a:extLst>
          </p:cNvPr>
          <p:cNvSpPr>
            <a:spLocks noGrp="1"/>
          </p:cNvSpPr>
          <p:nvPr/>
        </p:nvSpPr>
        <p:spPr>
          <a:xfrm>
            <a:off x="1807998" y="425483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5285617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E">
            <a:extLst>
              <a:ext uri="{FF2B5EF4-FFF2-40B4-BE49-F238E27FC236}">
                <a16:creationId xmlns:a16="http://schemas.microsoft.com/office/drawing/2014/main" id="{729D00DA-8DCF-41D8-AAC3-27E7819C50AD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876" name="Line">
            <a:extLst>
              <a:ext uri="{FF2B5EF4-FFF2-40B4-BE49-F238E27FC236}">
                <a16:creationId xmlns:a16="http://schemas.microsoft.com/office/drawing/2014/main" id="{3B3E4DE0-914F-416A-9872-B87EFCFA5698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77" name="A">
            <a:extLst>
              <a:ext uri="{FF2B5EF4-FFF2-40B4-BE49-F238E27FC236}">
                <a16:creationId xmlns:a16="http://schemas.microsoft.com/office/drawing/2014/main" id="{E074C0D6-97F2-44CE-A55C-19F725CBC1D4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878" name="B">
            <a:extLst>
              <a:ext uri="{FF2B5EF4-FFF2-40B4-BE49-F238E27FC236}">
                <a16:creationId xmlns:a16="http://schemas.microsoft.com/office/drawing/2014/main" id="{10D1C844-4370-46E9-83BC-9B8EE10268C1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879" name="C">
            <a:extLst>
              <a:ext uri="{FF2B5EF4-FFF2-40B4-BE49-F238E27FC236}">
                <a16:creationId xmlns:a16="http://schemas.microsoft.com/office/drawing/2014/main" id="{E27CE03A-D6D1-4040-B19D-E620F875C0A3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880" name="D">
            <a:extLst>
              <a:ext uri="{FF2B5EF4-FFF2-40B4-BE49-F238E27FC236}">
                <a16:creationId xmlns:a16="http://schemas.microsoft.com/office/drawing/2014/main" id="{647B2D25-47CA-416E-9C74-0D2FCCB8574B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881" name="F">
            <a:extLst>
              <a:ext uri="{FF2B5EF4-FFF2-40B4-BE49-F238E27FC236}">
                <a16:creationId xmlns:a16="http://schemas.microsoft.com/office/drawing/2014/main" id="{B987C558-FCA4-4072-83FA-7550C70B18E5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882" name="Line">
            <a:extLst>
              <a:ext uri="{FF2B5EF4-FFF2-40B4-BE49-F238E27FC236}">
                <a16:creationId xmlns:a16="http://schemas.microsoft.com/office/drawing/2014/main" id="{CA4F622D-F42D-4508-A59F-ABEC04BAF2A6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83" name="Line">
            <a:extLst>
              <a:ext uri="{FF2B5EF4-FFF2-40B4-BE49-F238E27FC236}">
                <a16:creationId xmlns:a16="http://schemas.microsoft.com/office/drawing/2014/main" id="{AF95B432-9BBD-47A2-B1BE-5C5C1A15F5C4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84" name="Line">
            <a:extLst>
              <a:ext uri="{FF2B5EF4-FFF2-40B4-BE49-F238E27FC236}">
                <a16:creationId xmlns:a16="http://schemas.microsoft.com/office/drawing/2014/main" id="{767E8108-C20B-4264-BDCB-F23DD0523D63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85" name="Line">
            <a:extLst>
              <a:ext uri="{FF2B5EF4-FFF2-40B4-BE49-F238E27FC236}">
                <a16:creationId xmlns:a16="http://schemas.microsoft.com/office/drawing/2014/main" id="{4F4781AC-2B7B-4A0B-A13C-4B839CF67FF5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86" name="Rectangle">
            <a:extLst>
              <a:ext uri="{FF2B5EF4-FFF2-40B4-BE49-F238E27FC236}">
                <a16:creationId xmlns:a16="http://schemas.microsoft.com/office/drawing/2014/main" id="{7A195134-198A-4A30-B08F-619D179CBEEE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87" name="Frontier">
            <a:extLst>
              <a:ext uri="{FF2B5EF4-FFF2-40B4-BE49-F238E27FC236}">
                <a16:creationId xmlns:a16="http://schemas.microsoft.com/office/drawing/2014/main" id="{E36DB019-FBAF-4D5B-8081-FDC147CAB7AE}"/>
              </a:ext>
            </a:extLst>
          </p:cNvPr>
          <p:cNvSpPr>
            <a:spLocks noGrp="1"/>
          </p:cNvSpPr>
          <p:nvPr/>
        </p:nvSpPr>
        <p:spPr>
          <a:xfrm>
            <a:off x="1260812" y="3282201"/>
            <a:ext cx="2177376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888" name="Find a path from A to E.">
            <a:extLst>
              <a:ext uri="{FF2B5EF4-FFF2-40B4-BE49-F238E27FC236}">
                <a16:creationId xmlns:a16="http://schemas.microsoft.com/office/drawing/2014/main" id="{1169EDC0-70F9-4C2C-8421-E5234D4D4484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889" name="Start with a frontier that contains the initial state.…">
            <a:extLst>
              <a:ext uri="{FF2B5EF4-FFF2-40B4-BE49-F238E27FC236}">
                <a16:creationId xmlns:a16="http://schemas.microsoft.com/office/drawing/2014/main" id="{BC00B8A6-E494-4F1B-B539-93B0A57D4492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206500" y="7064672"/>
            <a:ext cx="15894547" cy="5779989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482600" indent="-482600" defTabSz="627379">
              <a:spcBef>
                <a:spcPts val="2200"/>
              </a:spcBef>
              <a:buNone/>
              <a:defRPr sz="4560"/>
            </a:pPr>
            <a:r>
              <a:t>Comece com uma fronteira que contenha o estado inicial.</a:t>
            </a:r>
          </a:p>
          <a:p>
            <a:pPr marL="482600" indent="-482600" defTabSz="627379">
              <a:spcBef>
                <a:spcPts val="2200"/>
              </a:spcBef>
              <a:buNone/>
              <a:defRPr sz="4560"/>
            </a:pPr>
            <a:r>
              <a:t>Repita: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Se a fronteira estiver vazia, não há solução.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>
                <a:solidFill>
                  <a:schemeClr val="accent4">
                    <a:lumOff val="10196"/>
                  </a:schemeClr>
                </a:solidFill>
              </a:defRPr>
            </a:pPr>
            <a:r>
              <a:t>Remova um nó da fronteira.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Se o nó contiver o estado objetivo, retorne a solução.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 b="1"/>
            </a:pPr>
            <a:r>
              <a:t>Expanda o nó e adicione os nós resultantes à fronteira.</a:t>
            </a:r>
          </a:p>
        </p:txBody>
      </p:sp>
      <p:sp>
        <p:nvSpPr>
          <p:cNvPr id="890" name="Circle">
            <a:extLst>
              <a:ext uri="{FF2B5EF4-FFF2-40B4-BE49-F238E27FC236}">
                <a16:creationId xmlns:a16="http://schemas.microsoft.com/office/drawing/2014/main" id="{46A7977E-7740-447E-BC6E-1D3920B2EC55}"/>
              </a:ext>
            </a:extLst>
          </p:cNvPr>
          <p:cNvSpPr>
            <a:spLocks noGrp="1"/>
          </p:cNvSpPr>
          <p:nvPr/>
        </p:nvSpPr>
        <p:spPr>
          <a:xfrm>
            <a:off x="13533942" y="1422598"/>
            <a:ext cx="1973512" cy="1973511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91" name="B">
            <a:extLst>
              <a:ext uri="{FF2B5EF4-FFF2-40B4-BE49-F238E27FC236}">
                <a16:creationId xmlns:a16="http://schemas.microsoft.com/office/drawing/2014/main" id="{294E37BA-AC7F-40FC-8DC6-BA5E7B21B4AF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16644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E">
            <a:extLst>
              <a:ext uri="{FF2B5EF4-FFF2-40B4-BE49-F238E27FC236}">
                <a16:creationId xmlns:a16="http://schemas.microsoft.com/office/drawing/2014/main" id="{8FDA776F-47E4-4A5A-BC84-08FABBFAAAE6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894" name="Line">
            <a:extLst>
              <a:ext uri="{FF2B5EF4-FFF2-40B4-BE49-F238E27FC236}">
                <a16:creationId xmlns:a16="http://schemas.microsoft.com/office/drawing/2014/main" id="{41147C22-7217-4906-AC71-814A01971DB9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895" name="A">
            <a:extLst>
              <a:ext uri="{FF2B5EF4-FFF2-40B4-BE49-F238E27FC236}">
                <a16:creationId xmlns:a16="http://schemas.microsoft.com/office/drawing/2014/main" id="{C20368A6-33F9-42C6-A372-0B2ADD951E67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896" name="B">
            <a:extLst>
              <a:ext uri="{FF2B5EF4-FFF2-40B4-BE49-F238E27FC236}">
                <a16:creationId xmlns:a16="http://schemas.microsoft.com/office/drawing/2014/main" id="{B3D5D61C-015A-4656-BBFE-CBC82D81A45A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897" name="C">
            <a:extLst>
              <a:ext uri="{FF2B5EF4-FFF2-40B4-BE49-F238E27FC236}">
                <a16:creationId xmlns:a16="http://schemas.microsoft.com/office/drawing/2014/main" id="{609D8DE9-B6A2-4758-9B57-BFCAB596B202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898" name="D">
            <a:extLst>
              <a:ext uri="{FF2B5EF4-FFF2-40B4-BE49-F238E27FC236}">
                <a16:creationId xmlns:a16="http://schemas.microsoft.com/office/drawing/2014/main" id="{212C5C98-2DAF-4C7D-A009-C2240EDBE66F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899" name="F">
            <a:extLst>
              <a:ext uri="{FF2B5EF4-FFF2-40B4-BE49-F238E27FC236}">
                <a16:creationId xmlns:a16="http://schemas.microsoft.com/office/drawing/2014/main" id="{4917ABDA-57DB-4336-B053-0641DD95297D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900" name="Line">
            <a:extLst>
              <a:ext uri="{FF2B5EF4-FFF2-40B4-BE49-F238E27FC236}">
                <a16:creationId xmlns:a16="http://schemas.microsoft.com/office/drawing/2014/main" id="{301CEBD2-8C7C-493F-A26B-79E3317D2847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01" name="Line">
            <a:extLst>
              <a:ext uri="{FF2B5EF4-FFF2-40B4-BE49-F238E27FC236}">
                <a16:creationId xmlns:a16="http://schemas.microsoft.com/office/drawing/2014/main" id="{E5E36CC8-F582-4D4B-B91B-6CC4A45E8CBB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02" name="Line">
            <a:extLst>
              <a:ext uri="{FF2B5EF4-FFF2-40B4-BE49-F238E27FC236}">
                <a16:creationId xmlns:a16="http://schemas.microsoft.com/office/drawing/2014/main" id="{0EEC969B-8B74-42B9-8B9B-051A570EB591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03" name="Line">
            <a:extLst>
              <a:ext uri="{FF2B5EF4-FFF2-40B4-BE49-F238E27FC236}">
                <a16:creationId xmlns:a16="http://schemas.microsoft.com/office/drawing/2014/main" id="{8B0C991F-FBB2-4294-9911-1364F8CC1CE5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04" name="Rectangle">
            <a:extLst>
              <a:ext uri="{FF2B5EF4-FFF2-40B4-BE49-F238E27FC236}">
                <a16:creationId xmlns:a16="http://schemas.microsoft.com/office/drawing/2014/main" id="{2D0A4D05-B0E4-4F94-BF6A-D9DAEFF6FD5C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05" name="Frontier">
            <a:extLst>
              <a:ext uri="{FF2B5EF4-FFF2-40B4-BE49-F238E27FC236}">
                <a16:creationId xmlns:a16="http://schemas.microsoft.com/office/drawing/2014/main" id="{B81F4F0A-7E8D-4073-A069-431576D1BA9C}"/>
              </a:ext>
            </a:extLst>
          </p:cNvPr>
          <p:cNvSpPr>
            <a:spLocks noGrp="1"/>
          </p:cNvSpPr>
          <p:nvPr/>
        </p:nvSpPr>
        <p:spPr>
          <a:xfrm>
            <a:off x="1260812" y="3282201"/>
            <a:ext cx="2177376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906" name="Find a path from A to E.">
            <a:extLst>
              <a:ext uri="{FF2B5EF4-FFF2-40B4-BE49-F238E27FC236}">
                <a16:creationId xmlns:a16="http://schemas.microsoft.com/office/drawing/2014/main" id="{53A069A1-EA61-4877-BC28-C1EDFC9E42E2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907" name="Start with a frontier that contains the initial state.…">
            <a:extLst>
              <a:ext uri="{FF2B5EF4-FFF2-40B4-BE49-F238E27FC236}">
                <a16:creationId xmlns:a16="http://schemas.microsoft.com/office/drawing/2014/main" id="{3FFD6109-C8D9-4226-986D-333EB005372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206500" y="7064672"/>
            <a:ext cx="15894547" cy="5779989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482600" indent="-482600" defTabSz="627379">
              <a:spcBef>
                <a:spcPts val="2200"/>
              </a:spcBef>
              <a:buNone/>
              <a:defRPr sz="4560"/>
            </a:pPr>
            <a:r>
              <a:t>Comece com uma fronteira que contenha o estado inicial.</a:t>
            </a:r>
          </a:p>
          <a:p>
            <a:pPr marL="482600" indent="-482600" defTabSz="627379">
              <a:spcBef>
                <a:spcPts val="2200"/>
              </a:spcBef>
              <a:buNone/>
              <a:defRPr sz="4560"/>
            </a:pPr>
            <a:r>
              <a:t>Repita: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Se a fronteira estiver vazia, não há solução.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Remova um nó da fronteira.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Se o nó contiver o estado objetivo, retorne a solução.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 b="1">
                <a:solidFill>
                  <a:schemeClr val="accent4">
                    <a:lumOff val="10196"/>
                  </a:schemeClr>
                </a:solidFill>
              </a:defRPr>
            </a:pPr>
            <a:r>
              <a:t>Expanda o nó e adicione os nós resultantes à fronteira.</a:t>
            </a:r>
          </a:p>
        </p:txBody>
      </p:sp>
      <p:sp>
        <p:nvSpPr>
          <p:cNvPr id="908" name="Circle">
            <a:extLst>
              <a:ext uri="{FF2B5EF4-FFF2-40B4-BE49-F238E27FC236}">
                <a16:creationId xmlns:a16="http://schemas.microsoft.com/office/drawing/2014/main" id="{0714268F-27AC-4BB0-B93E-D6CD51474F60}"/>
              </a:ext>
            </a:extLst>
          </p:cNvPr>
          <p:cNvSpPr>
            <a:spLocks noGrp="1"/>
          </p:cNvSpPr>
          <p:nvPr/>
        </p:nvSpPr>
        <p:spPr>
          <a:xfrm>
            <a:off x="13533942" y="1422598"/>
            <a:ext cx="1973512" cy="1973511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09" name="B">
            <a:extLst>
              <a:ext uri="{FF2B5EF4-FFF2-40B4-BE49-F238E27FC236}">
                <a16:creationId xmlns:a16="http://schemas.microsoft.com/office/drawing/2014/main" id="{C13BE0AB-2FF5-436D-9554-3807E1742508}"/>
              </a:ext>
            </a:extLst>
          </p:cNvPr>
          <p:cNvSpPr>
            <a:spLocks noGrp="1"/>
          </p:cNvSpPr>
          <p:nvPr/>
        </p:nvSpPr>
        <p:spPr>
          <a:xfrm>
            <a:off x="1714500" y="4254834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864622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E">
            <a:extLst>
              <a:ext uri="{FF2B5EF4-FFF2-40B4-BE49-F238E27FC236}">
                <a16:creationId xmlns:a16="http://schemas.microsoft.com/office/drawing/2014/main" id="{07291960-56AD-4BA2-97A1-975AE3586D4B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912" name="Line">
            <a:extLst>
              <a:ext uri="{FF2B5EF4-FFF2-40B4-BE49-F238E27FC236}">
                <a16:creationId xmlns:a16="http://schemas.microsoft.com/office/drawing/2014/main" id="{231EF144-056A-4822-9620-231D777B111F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13" name="A">
            <a:extLst>
              <a:ext uri="{FF2B5EF4-FFF2-40B4-BE49-F238E27FC236}">
                <a16:creationId xmlns:a16="http://schemas.microsoft.com/office/drawing/2014/main" id="{8FC6AABB-D86F-4236-9D31-1782F88BA6DB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914" name="B">
            <a:extLst>
              <a:ext uri="{FF2B5EF4-FFF2-40B4-BE49-F238E27FC236}">
                <a16:creationId xmlns:a16="http://schemas.microsoft.com/office/drawing/2014/main" id="{FA0DF139-DC91-463B-9625-FDE05EF5E46C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915" name="C">
            <a:extLst>
              <a:ext uri="{FF2B5EF4-FFF2-40B4-BE49-F238E27FC236}">
                <a16:creationId xmlns:a16="http://schemas.microsoft.com/office/drawing/2014/main" id="{57B08FFE-02FD-4ADE-92BA-312BF0082157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916" name="D">
            <a:extLst>
              <a:ext uri="{FF2B5EF4-FFF2-40B4-BE49-F238E27FC236}">
                <a16:creationId xmlns:a16="http://schemas.microsoft.com/office/drawing/2014/main" id="{E4C356A2-13A2-4018-BD68-C4B988EF6A0F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917" name="F">
            <a:extLst>
              <a:ext uri="{FF2B5EF4-FFF2-40B4-BE49-F238E27FC236}">
                <a16:creationId xmlns:a16="http://schemas.microsoft.com/office/drawing/2014/main" id="{D315AAAB-1F44-4E1E-83C8-0E6D4033327A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918" name="Line">
            <a:extLst>
              <a:ext uri="{FF2B5EF4-FFF2-40B4-BE49-F238E27FC236}">
                <a16:creationId xmlns:a16="http://schemas.microsoft.com/office/drawing/2014/main" id="{999AF7D5-E990-49B1-A6DE-D110B30007C8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19" name="Line">
            <a:extLst>
              <a:ext uri="{FF2B5EF4-FFF2-40B4-BE49-F238E27FC236}">
                <a16:creationId xmlns:a16="http://schemas.microsoft.com/office/drawing/2014/main" id="{AB29EC5D-9821-48C6-AA24-7F363E05D47D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20" name="Line">
            <a:extLst>
              <a:ext uri="{FF2B5EF4-FFF2-40B4-BE49-F238E27FC236}">
                <a16:creationId xmlns:a16="http://schemas.microsoft.com/office/drawing/2014/main" id="{ACF850A3-D6E3-41BA-930B-2AAEAFE009E1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21" name="Line">
            <a:extLst>
              <a:ext uri="{FF2B5EF4-FFF2-40B4-BE49-F238E27FC236}">
                <a16:creationId xmlns:a16="http://schemas.microsoft.com/office/drawing/2014/main" id="{9D86CF8A-650C-4036-AF67-D6DE37236C62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22" name="Rectangle">
            <a:extLst>
              <a:ext uri="{FF2B5EF4-FFF2-40B4-BE49-F238E27FC236}">
                <a16:creationId xmlns:a16="http://schemas.microsoft.com/office/drawing/2014/main" id="{60AD8BEA-501B-4426-AE20-EF679699DBFF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23" name="Frontier">
            <a:extLst>
              <a:ext uri="{FF2B5EF4-FFF2-40B4-BE49-F238E27FC236}">
                <a16:creationId xmlns:a16="http://schemas.microsoft.com/office/drawing/2014/main" id="{84F1FA19-86AF-446D-AE75-1B35178838BE}"/>
              </a:ext>
            </a:extLst>
          </p:cNvPr>
          <p:cNvSpPr>
            <a:spLocks noGrp="1"/>
          </p:cNvSpPr>
          <p:nvPr/>
        </p:nvSpPr>
        <p:spPr>
          <a:xfrm>
            <a:off x="1260812" y="3282201"/>
            <a:ext cx="2177376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924" name="Find a path from A to E.">
            <a:extLst>
              <a:ext uri="{FF2B5EF4-FFF2-40B4-BE49-F238E27FC236}">
                <a16:creationId xmlns:a16="http://schemas.microsoft.com/office/drawing/2014/main" id="{9B50AC9F-EDDE-4FBB-BCC0-3E9006A99165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925" name="Start with a frontier that contains the initial state.…">
            <a:extLst>
              <a:ext uri="{FF2B5EF4-FFF2-40B4-BE49-F238E27FC236}">
                <a16:creationId xmlns:a16="http://schemas.microsoft.com/office/drawing/2014/main" id="{4D7AC9C8-CC4B-4873-995F-3CB90B05D1A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206500" y="7064672"/>
            <a:ext cx="15894547" cy="5779989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482600" indent="-482600" defTabSz="627379">
              <a:spcBef>
                <a:spcPts val="2200"/>
              </a:spcBef>
              <a:buNone/>
              <a:defRPr sz="4560"/>
            </a:pPr>
            <a:r>
              <a:t>Comece com uma fronteira que contenha o estado inicial.</a:t>
            </a:r>
          </a:p>
          <a:p>
            <a:pPr marL="482600" indent="-482600" defTabSz="627379">
              <a:spcBef>
                <a:spcPts val="2200"/>
              </a:spcBef>
              <a:buNone/>
              <a:defRPr sz="4560"/>
            </a:pPr>
            <a:r>
              <a:t>Repita: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Se a fronteira estiver vazia, não há solução.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>
                <a:solidFill>
                  <a:schemeClr val="accent4">
                    <a:lumOff val="10196"/>
                  </a:schemeClr>
                </a:solidFill>
              </a:defRPr>
            </a:pPr>
            <a:r>
              <a:t>Remova um nó da fronteira.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Se o nó contiver o estado objetivo, retorne a solução.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 b="1"/>
            </a:pPr>
            <a:r>
              <a:t>Expanda o nó e adicione os nós resultantes à fronteira.</a:t>
            </a:r>
          </a:p>
        </p:txBody>
      </p:sp>
      <p:sp>
        <p:nvSpPr>
          <p:cNvPr id="926" name="Circle">
            <a:extLst>
              <a:ext uri="{FF2B5EF4-FFF2-40B4-BE49-F238E27FC236}">
                <a16:creationId xmlns:a16="http://schemas.microsoft.com/office/drawing/2014/main" id="{B527B516-2F5B-4A51-85E4-2FF4AEC49042}"/>
              </a:ext>
            </a:extLst>
          </p:cNvPr>
          <p:cNvSpPr>
            <a:spLocks noGrp="1"/>
          </p:cNvSpPr>
          <p:nvPr/>
        </p:nvSpPr>
        <p:spPr>
          <a:xfrm>
            <a:off x="18120462" y="2142768"/>
            <a:ext cx="1973512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27" name="C">
            <a:extLst>
              <a:ext uri="{FF2B5EF4-FFF2-40B4-BE49-F238E27FC236}">
                <a16:creationId xmlns:a16="http://schemas.microsoft.com/office/drawing/2014/main" id="{A6A955BD-3352-40C8-9938-406D44413188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928" name="D">
            <a:extLst>
              <a:ext uri="{FF2B5EF4-FFF2-40B4-BE49-F238E27FC236}">
                <a16:creationId xmlns:a16="http://schemas.microsoft.com/office/drawing/2014/main" id="{48D4F3EC-7759-447D-9F00-EE683F3410E1}"/>
              </a:ext>
            </a:extLst>
          </p:cNvPr>
          <p:cNvSpPr>
            <a:spLocks noGrp="1"/>
          </p:cNvSpPr>
          <p:nvPr/>
        </p:nvSpPr>
        <p:spPr>
          <a:xfrm>
            <a:off x="21887005" y="610839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9214193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E">
            <a:extLst>
              <a:ext uri="{FF2B5EF4-FFF2-40B4-BE49-F238E27FC236}">
                <a16:creationId xmlns:a16="http://schemas.microsoft.com/office/drawing/2014/main" id="{53B133E8-1E38-4808-B2C4-FB229EEB186F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931" name="Line">
            <a:extLst>
              <a:ext uri="{FF2B5EF4-FFF2-40B4-BE49-F238E27FC236}">
                <a16:creationId xmlns:a16="http://schemas.microsoft.com/office/drawing/2014/main" id="{B1C0EE4D-0701-4906-8E13-8EE3E21ACB5F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32" name="A">
            <a:extLst>
              <a:ext uri="{FF2B5EF4-FFF2-40B4-BE49-F238E27FC236}">
                <a16:creationId xmlns:a16="http://schemas.microsoft.com/office/drawing/2014/main" id="{A76A7F5C-FB52-40BA-9D44-468423F411AF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933" name="B">
            <a:extLst>
              <a:ext uri="{FF2B5EF4-FFF2-40B4-BE49-F238E27FC236}">
                <a16:creationId xmlns:a16="http://schemas.microsoft.com/office/drawing/2014/main" id="{2A46F3D1-2BD4-4792-803E-EE3FF7B1CFDD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934" name="C">
            <a:extLst>
              <a:ext uri="{FF2B5EF4-FFF2-40B4-BE49-F238E27FC236}">
                <a16:creationId xmlns:a16="http://schemas.microsoft.com/office/drawing/2014/main" id="{CA177FCD-C376-4F5D-B53F-4B4349D24851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935" name="D">
            <a:extLst>
              <a:ext uri="{FF2B5EF4-FFF2-40B4-BE49-F238E27FC236}">
                <a16:creationId xmlns:a16="http://schemas.microsoft.com/office/drawing/2014/main" id="{A17444AA-9CFA-4B20-92AF-D142D858355B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936" name="F">
            <a:extLst>
              <a:ext uri="{FF2B5EF4-FFF2-40B4-BE49-F238E27FC236}">
                <a16:creationId xmlns:a16="http://schemas.microsoft.com/office/drawing/2014/main" id="{1DFDA6C1-97A0-4CDE-8D3F-180A95BE83AA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937" name="Line">
            <a:extLst>
              <a:ext uri="{FF2B5EF4-FFF2-40B4-BE49-F238E27FC236}">
                <a16:creationId xmlns:a16="http://schemas.microsoft.com/office/drawing/2014/main" id="{4B2CAA4B-A389-4310-8393-8C3D8543E6ED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38" name="Line">
            <a:extLst>
              <a:ext uri="{FF2B5EF4-FFF2-40B4-BE49-F238E27FC236}">
                <a16:creationId xmlns:a16="http://schemas.microsoft.com/office/drawing/2014/main" id="{1C64F217-C1DE-401C-8A23-3E03E9FC91B7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39" name="Line">
            <a:extLst>
              <a:ext uri="{FF2B5EF4-FFF2-40B4-BE49-F238E27FC236}">
                <a16:creationId xmlns:a16="http://schemas.microsoft.com/office/drawing/2014/main" id="{458335FA-17DD-478D-ADF1-3E0D215E1247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40" name="Line">
            <a:extLst>
              <a:ext uri="{FF2B5EF4-FFF2-40B4-BE49-F238E27FC236}">
                <a16:creationId xmlns:a16="http://schemas.microsoft.com/office/drawing/2014/main" id="{79070FEE-2835-4E70-AD84-69C60061C0DF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41" name="Rectangle">
            <a:extLst>
              <a:ext uri="{FF2B5EF4-FFF2-40B4-BE49-F238E27FC236}">
                <a16:creationId xmlns:a16="http://schemas.microsoft.com/office/drawing/2014/main" id="{7AAB5D9B-1C63-432E-8E0F-5CE9FE751112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42" name="Frontier">
            <a:extLst>
              <a:ext uri="{FF2B5EF4-FFF2-40B4-BE49-F238E27FC236}">
                <a16:creationId xmlns:a16="http://schemas.microsoft.com/office/drawing/2014/main" id="{E6DC8F47-F265-4760-BD68-1AC01EAFB4B9}"/>
              </a:ext>
            </a:extLst>
          </p:cNvPr>
          <p:cNvSpPr>
            <a:spLocks noGrp="1"/>
          </p:cNvSpPr>
          <p:nvPr/>
        </p:nvSpPr>
        <p:spPr>
          <a:xfrm>
            <a:off x="1260812" y="3282201"/>
            <a:ext cx="2177376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943" name="Find a path from A to E.">
            <a:extLst>
              <a:ext uri="{FF2B5EF4-FFF2-40B4-BE49-F238E27FC236}">
                <a16:creationId xmlns:a16="http://schemas.microsoft.com/office/drawing/2014/main" id="{D3F5572A-C013-4302-AF1C-4F0B8EB649C5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944" name="Start with a frontier that contains the initial state.…">
            <a:extLst>
              <a:ext uri="{FF2B5EF4-FFF2-40B4-BE49-F238E27FC236}">
                <a16:creationId xmlns:a16="http://schemas.microsoft.com/office/drawing/2014/main" id="{B9822A40-964F-491C-8D01-6E203CB6848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206500" y="7064672"/>
            <a:ext cx="15894547" cy="5779989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482600" indent="-482600" defTabSz="627379">
              <a:spcBef>
                <a:spcPts val="2200"/>
              </a:spcBef>
              <a:buNone/>
              <a:defRPr sz="4560"/>
            </a:pPr>
            <a:r>
              <a:t>Comece com uma fronteira que contenha o estado inicial.</a:t>
            </a:r>
          </a:p>
          <a:p>
            <a:pPr marL="482600" indent="-482600" defTabSz="627379">
              <a:spcBef>
                <a:spcPts val="2200"/>
              </a:spcBef>
              <a:buNone/>
              <a:defRPr sz="4560"/>
            </a:pPr>
            <a:r>
              <a:t>Repita: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Se a fronteira estiver vazia, não há solução.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Remova um nó da fronteira.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Se o nó contiver o estado objetivo, retorne a solução.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 b="1">
                <a:solidFill>
                  <a:schemeClr val="accent4">
                    <a:lumOff val="10196"/>
                  </a:schemeClr>
                </a:solidFill>
              </a:defRPr>
            </a:pPr>
            <a:r>
              <a:t>Expanda o nó e adicione os nós resultantes à fronteira.</a:t>
            </a:r>
          </a:p>
        </p:txBody>
      </p:sp>
      <p:sp>
        <p:nvSpPr>
          <p:cNvPr id="945" name="Circle">
            <a:extLst>
              <a:ext uri="{FF2B5EF4-FFF2-40B4-BE49-F238E27FC236}">
                <a16:creationId xmlns:a16="http://schemas.microsoft.com/office/drawing/2014/main" id="{318FF82C-CFC5-49B4-BFC3-12B4D83C8801}"/>
              </a:ext>
            </a:extLst>
          </p:cNvPr>
          <p:cNvSpPr>
            <a:spLocks noGrp="1"/>
          </p:cNvSpPr>
          <p:nvPr/>
        </p:nvSpPr>
        <p:spPr>
          <a:xfrm>
            <a:off x="18120462" y="2142768"/>
            <a:ext cx="1973512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46" name="C">
            <a:extLst>
              <a:ext uri="{FF2B5EF4-FFF2-40B4-BE49-F238E27FC236}">
                <a16:creationId xmlns:a16="http://schemas.microsoft.com/office/drawing/2014/main" id="{5307401C-A974-4A25-802E-70C597D1375B}"/>
              </a:ext>
            </a:extLst>
          </p:cNvPr>
          <p:cNvSpPr>
            <a:spLocks noGrp="1"/>
          </p:cNvSpPr>
          <p:nvPr/>
        </p:nvSpPr>
        <p:spPr>
          <a:xfrm>
            <a:off x="1714500" y="4254834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947" name="D">
            <a:extLst>
              <a:ext uri="{FF2B5EF4-FFF2-40B4-BE49-F238E27FC236}">
                <a16:creationId xmlns:a16="http://schemas.microsoft.com/office/drawing/2014/main" id="{BE982AD6-94F8-40D2-85F8-17F14F3D01F9}"/>
              </a:ext>
            </a:extLst>
          </p:cNvPr>
          <p:cNvSpPr>
            <a:spLocks noGrp="1"/>
          </p:cNvSpPr>
          <p:nvPr/>
        </p:nvSpPr>
        <p:spPr>
          <a:xfrm>
            <a:off x="3586305" y="425483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968807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E">
            <a:extLst>
              <a:ext uri="{FF2B5EF4-FFF2-40B4-BE49-F238E27FC236}">
                <a16:creationId xmlns:a16="http://schemas.microsoft.com/office/drawing/2014/main" id="{7E74F3EA-8160-4292-88FA-F4E93C9ADBEA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950" name="Line">
            <a:extLst>
              <a:ext uri="{FF2B5EF4-FFF2-40B4-BE49-F238E27FC236}">
                <a16:creationId xmlns:a16="http://schemas.microsoft.com/office/drawing/2014/main" id="{EA5F238D-8C85-4F5D-A119-188CF3E3E11B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51" name="A">
            <a:extLst>
              <a:ext uri="{FF2B5EF4-FFF2-40B4-BE49-F238E27FC236}">
                <a16:creationId xmlns:a16="http://schemas.microsoft.com/office/drawing/2014/main" id="{39954C02-04D1-40CF-A18E-3354B16C5398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952" name="B">
            <a:extLst>
              <a:ext uri="{FF2B5EF4-FFF2-40B4-BE49-F238E27FC236}">
                <a16:creationId xmlns:a16="http://schemas.microsoft.com/office/drawing/2014/main" id="{F871E103-A2DF-4B50-9CD5-D888398FFA85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953" name="C">
            <a:extLst>
              <a:ext uri="{FF2B5EF4-FFF2-40B4-BE49-F238E27FC236}">
                <a16:creationId xmlns:a16="http://schemas.microsoft.com/office/drawing/2014/main" id="{F8A28E1F-DFA7-457F-B10A-E05DDB476D47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954" name="D">
            <a:extLst>
              <a:ext uri="{FF2B5EF4-FFF2-40B4-BE49-F238E27FC236}">
                <a16:creationId xmlns:a16="http://schemas.microsoft.com/office/drawing/2014/main" id="{12B812BE-0830-4AC0-8083-85D16858E6B8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955" name="F">
            <a:extLst>
              <a:ext uri="{FF2B5EF4-FFF2-40B4-BE49-F238E27FC236}">
                <a16:creationId xmlns:a16="http://schemas.microsoft.com/office/drawing/2014/main" id="{E59D8B65-E0EA-4FB3-A5FF-BC3B0820EAB3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956" name="Line">
            <a:extLst>
              <a:ext uri="{FF2B5EF4-FFF2-40B4-BE49-F238E27FC236}">
                <a16:creationId xmlns:a16="http://schemas.microsoft.com/office/drawing/2014/main" id="{4402B8C1-2580-47DC-BB5B-8B1247F8BBAA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57" name="Line">
            <a:extLst>
              <a:ext uri="{FF2B5EF4-FFF2-40B4-BE49-F238E27FC236}">
                <a16:creationId xmlns:a16="http://schemas.microsoft.com/office/drawing/2014/main" id="{6135B4E8-9FFF-4FC8-878E-9D759944B782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58" name="Line">
            <a:extLst>
              <a:ext uri="{FF2B5EF4-FFF2-40B4-BE49-F238E27FC236}">
                <a16:creationId xmlns:a16="http://schemas.microsoft.com/office/drawing/2014/main" id="{3F72995A-8FB8-4C4A-B8F0-57C2240CB9B7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59" name="Line">
            <a:extLst>
              <a:ext uri="{FF2B5EF4-FFF2-40B4-BE49-F238E27FC236}">
                <a16:creationId xmlns:a16="http://schemas.microsoft.com/office/drawing/2014/main" id="{5072E954-AEE4-413D-9C8F-D8B4A95675F2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60" name="Rectangle">
            <a:extLst>
              <a:ext uri="{FF2B5EF4-FFF2-40B4-BE49-F238E27FC236}">
                <a16:creationId xmlns:a16="http://schemas.microsoft.com/office/drawing/2014/main" id="{AA92EA6C-FB9B-454F-A2E2-7BF49C32056E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61" name="Frontier">
            <a:extLst>
              <a:ext uri="{FF2B5EF4-FFF2-40B4-BE49-F238E27FC236}">
                <a16:creationId xmlns:a16="http://schemas.microsoft.com/office/drawing/2014/main" id="{6F13C131-8103-493E-94F1-A3B0EFC5AAF3}"/>
              </a:ext>
            </a:extLst>
          </p:cNvPr>
          <p:cNvSpPr>
            <a:spLocks noGrp="1"/>
          </p:cNvSpPr>
          <p:nvPr/>
        </p:nvSpPr>
        <p:spPr>
          <a:xfrm>
            <a:off x="1260812" y="3282201"/>
            <a:ext cx="2177376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962" name="Find a path from A to E.">
            <a:extLst>
              <a:ext uri="{FF2B5EF4-FFF2-40B4-BE49-F238E27FC236}">
                <a16:creationId xmlns:a16="http://schemas.microsoft.com/office/drawing/2014/main" id="{3565784D-603A-4415-A961-AFD429A65038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963" name="Start with a frontier that contains the initial state.…">
            <a:extLst>
              <a:ext uri="{FF2B5EF4-FFF2-40B4-BE49-F238E27FC236}">
                <a16:creationId xmlns:a16="http://schemas.microsoft.com/office/drawing/2014/main" id="{65D16711-A50E-4F3D-AFDC-4BF9804B96C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206500" y="7064672"/>
            <a:ext cx="15894547" cy="5779989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482600" indent="-482600" defTabSz="627379">
              <a:spcBef>
                <a:spcPts val="2200"/>
              </a:spcBef>
              <a:buNone/>
              <a:defRPr sz="4560"/>
            </a:pPr>
            <a:r>
              <a:t>Comece com uma fronteira que contenha o estado inicial.</a:t>
            </a:r>
          </a:p>
          <a:p>
            <a:pPr marL="482600" indent="-482600" defTabSz="627379">
              <a:spcBef>
                <a:spcPts val="2200"/>
              </a:spcBef>
              <a:buNone/>
              <a:defRPr sz="4560"/>
            </a:pPr>
            <a:r>
              <a:t>Repita: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Se a fronteira estiver vazia, não há solução.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>
                <a:solidFill>
                  <a:schemeClr val="accent4">
                    <a:lumOff val="10196"/>
                  </a:schemeClr>
                </a:solidFill>
              </a:defRPr>
            </a:pPr>
            <a:r>
              <a:t>Remova um nó da fronteira.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Se o nó contiver o estado objetivo, retorne a solução.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 b="1"/>
            </a:pPr>
            <a:r>
              <a:t>Expanda o nó e adicione os nós resultantes à fronteira.</a:t>
            </a:r>
          </a:p>
        </p:txBody>
      </p:sp>
      <p:sp>
        <p:nvSpPr>
          <p:cNvPr id="964" name="Circle">
            <a:extLst>
              <a:ext uri="{FF2B5EF4-FFF2-40B4-BE49-F238E27FC236}">
                <a16:creationId xmlns:a16="http://schemas.microsoft.com/office/drawing/2014/main" id="{2830A075-571F-4756-BFCE-A16E0D1559A1}"/>
              </a:ext>
            </a:extLst>
          </p:cNvPr>
          <p:cNvSpPr>
            <a:spLocks noGrp="1"/>
          </p:cNvSpPr>
          <p:nvPr/>
        </p:nvSpPr>
        <p:spPr>
          <a:xfrm>
            <a:off x="17538543" y="5613598"/>
            <a:ext cx="1973511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65" name="D">
            <a:extLst>
              <a:ext uri="{FF2B5EF4-FFF2-40B4-BE49-F238E27FC236}">
                <a16:creationId xmlns:a16="http://schemas.microsoft.com/office/drawing/2014/main" id="{B24DEA15-6B55-4A3D-BDB2-6969BA3C4707}"/>
              </a:ext>
            </a:extLst>
          </p:cNvPr>
          <p:cNvSpPr>
            <a:spLocks noGrp="1"/>
          </p:cNvSpPr>
          <p:nvPr/>
        </p:nvSpPr>
        <p:spPr>
          <a:xfrm>
            <a:off x="3586305" y="425483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966" name="E">
            <a:extLst>
              <a:ext uri="{FF2B5EF4-FFF2-40B4-BE49-F238E27FC236}">
                <a16:creationId xmlns:a16="http://schemas.microsoft.com/office/drawing/2014/main" id="{E24854DF-E92A-4094-BDC3-B524EFA1AABB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6477195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E">
            <a:extLst>
              <a:ext uri="{FF2B5EF4-FFF2-40B4-BE49-F238E27FC236}">
                <a16:creationId xmlns:a16="http://schemas.microsoft.com/office/drawing/2014/main" id="{86D03740-910E-4CB3-8198-BB20CD83B88A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969" name="Line">
            <a:extLst>
              <a:ext uri="{FF2B5EF4-FFF2-40B4-BE49-F238E27FC236}">
                <a16:creationId xmlns:a16="http://schemas.microsoft.com/office/drawing/2014/main" id="{8EEADFC6-E67D-4EBB-9218-30BC9FA01FA5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70" name="A">
            <a:extLst>
              <a:ext uri="{FF2B5EF4-FFF2-40B4-BE49-F238E27FC236}">
                <a16:creationId xmlns:a16="http://schemas.microsoft.com/office/drawing/2014/main" id="{1691341D-AB23-494B-8AC8-13855F5842B4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971" name="B">
            <a:extLst>
              <a:ext uri="{FF2B5EF4-FFF2-40B4-BE49-F238E27FC236}">
                <a16:creationId xmlns:a16="http://schemas.microsoft.com/office/drawing/2014/main" id="{68CBDEE5-1A78-49D6-846B-7E8EF0D00A55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972" name="C">
            <a:extLst>
              <a:ext uri="{FF2B5EF4-FFF2-40B4-BE49-F238E27FC236}">
                <a16:creationId xmlns:a16="http://schemas.microsoft.com/office/drawing/2014/main" id="{AECB2E64-EE14-4D1E-AB09-C8648F666609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973" name="D">
            <a:extLst>
              <a:ext uri="{FF2B5EF4-FFF2-40B4-BE49-F238E27FC236}">
                <a16:creationId xmlns:a16="http://schemas.microsoft.com/office/drawing/2014/main" id="{89D34C63-5BD7-4C3A-B2D7-2434AF3D5BCC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974" name="F">
            <a:extLst>
              <a:ext uri="{FF2B5EF4-FFF2-40B4-BE49-F238E27FC236}">
                <a16:creationId xmlns:a16="http://schemas.microsoft.com/office/drawing/2014/main" id="{582318C3-A29B-4EAD-998E-E27DA9F802DE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975" name="Line">
            <a:extLst>
              <a:ext uri="{FF2B5EF4-FFF2-40B4-BE49-F238E27FC236}">
                <a16:creationId xmlns:a16="http://schemas.microsoft.com/office/drawing/2014/main" id="{030F23F1-F16A-4EA3-965B-E7724AEF5127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76" name="Line">
            <a:extLst>
              <a:ext uri="{FF2B5EF4-FFF2-40B4-BE49-F238E27FC236}">
                <a16:creationId xmlns:a16="http://schemas.microsoft.com/office/drawing/2014/main" id="{522F20DF-F47A-44CD-B4C6-41E07AA73E70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77" name="Line">
            <a:extLst>
              <a:ext uri="{FF2B5EF4-FFF2-40B4-BE49-F238E27FC236}">
                <a16:creationId xmlns:a16="http://schemas.microsoft.com/office/drawing/2014/main" id="{C3E7282F-A84D-48CE-A0B4-2FF38221A91A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78" name="Line">
            <a:extLst>
              <a:ext uri="{FF2B5EF4-FFF2-40B4-BE49-F238E27FC236}">
                <a16:creationId xmlns:a16="http://schemas.microsoft.com/office/drawing/2014/main" id="{A79A70C5-01DD-445E-88C1-E6D619B5609C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79" name="Rectangle">
            <a:extLst>
              <a:ext uri="{FF2B5EF4-FFF2-40B4-BE49-F238E27FC236}">
                <a16:creationId xmlns:a16="http://schemas.microsoft.com/office/drawing/2014/main" id="{970CF5E6-B6E3-4148-B02B-3E35A7A3B0FD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80" name="Frontier">
            <a:extLst>
              <a:ext uri="{FF2B5EF4-FFF2-40B4-BE49-F238E27FC236}">
                <a16:creationId xmlns:a16="http://schemas.microsoft.com/office/drawing/2014/main" id="{0964AC74-2175-499C-A0AA-D7E43EB609A4}"/>
              </a:ext>
            </a:extLst>
          </p:cNvPr>
          <p:cNvSpPr>
            <a:spLocks noGrp="1"/>
          </p:cNvSpPr>
          <p:nvPr/>
        </p:nvSpPr>
        <p:spPr>
          <a:xfrm>
            <a:off x="1260812" y="3282201"/>
            <a:ext cx="2177376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981" name="Find a path from A to E.">
            <a:extLst>
              <a:ext uri="{FF2B5EF4-FFF2-40B4-BE49-F238E27FC236}">
                <a16:creationId xmlns:a16="http://schemas.microsoft.com/office/drawing/2014/main" id="{304C862E-532D-42F7-9B15-605D1387AF43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982" name="Start with a frontier that contains the initial state.…">
            <a:extLst>
              <a:ext uri="{FF2B5EF4-FFF2-40B4-BE49-F238E27FC236}">
                <a16:creationId xmlns:a16="http://schemas.microsoft.com/office/drawing/2014/main" id="{1E731978-5751-4445-BF75-F32794EA9B32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206500" y="7064672"/>
            <a:ext cx="15894547" cy="5779989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482600" indent="-482600" defTabSz="627379">
              <a:spcBef>
                <a:spcPts val="2200"/>
              </a:spcBef>
              <a:buNone/>
              <a:defRPr sz="4560"/>
            </a:pPr>
            <a:r>
              <a:t>Comece com uma fronteira que contenha o estado inicial.</a:t>
            </a:r>
          </a:p>
          <a:p>
            <a:pPr marL="482600" indent="-482600" defTabSz="627379">
              <a:spcBef>
                <a:spcPts val="2200"/>
              </a:spcBef>
              <a:buNone/>
              <a:defRPr sz="4560"/>
            </a:pPr>
            <a:r>
              <a:t>Repita: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Se a fronteira estiver vazia, não há solução.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Remova um nó da fronteira.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Se o nó contiver o estado objetivo, retorne a solução.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 b="1">
                <a:solidFill>
                  <a:schemeClr val="accent4">
                    <a:lumOff val="10196"/>
                  </a:schemeClr>
                </a:solidFill>
              </a:defRPr>
            </a:pPr>
            <a:r>
              <a:t>Expanda o nó e adicione os nós resultantes à fronteira.</a:t>
            </a:r>
          </a:p>
        </p:txBody>
      </p:sp>
      <p:sp>
        <p:nvSpPr>
          <p:cNvPr id="983" name="Circle">
            <a:extLst>
              <a:ext uri="{FF2B5EF4-FFF2-40B4-BE49-F238E27FC236}">
                <a16:creationId xmlns:a16="http://schemas.microsoft.com/office/drawing/2014/main" id="{3550B768-2469-4730-9EB3-F4551C79094B}"/>
              </a:ext>
            </a:extLst>
          </p:cNvPr>
          <p:cNvSpPr>
            <a:spLocks noGrp="1"/>
          </p:cNvSpPr>
          <p:nvPr/>
        </p:nvSpPr>
        <p:spPr>
          <a:xfrm>
            <a:off x="17538543" y="5613598"/>
            <a:ext cx="1973511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84" name="D">
            <a:extLst>
              <a:ext uri="{FF2B5EF4-FFF2-40B4-BE49-F238E27FC236}">
                <a16:creationId xmlns:a16="http://schemas.microsoft.com/office/drawing/2014/main" id="{A2FBFEC5-E401-4EF9-A205-BB766D5BC132}"/>
              </a:ext>
            </a:extLst>
          </p:cNvPr>
          <p:cNvSpPr>
            <a:spLocks noGrp="1"/>
          </p:cNvSpPr>
          <p:nvPr/>
        </p:nvSpPr>
        <p:spPr>
          <a:xfrm>
            <a:off x="3586305" y="425483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985" name="E">
            <a:extLst>
              <a:ext uri="{FF2B5EF4-FFF2-40B4-BE49-F238E27FC236}">
                <a16:creationId xmlns:a16="http://schemas.microsoft.com/office/drawing/2014/main" id="{87ABA656-62BE-4B6B-ABA1-4FF1D2633AC4}"/>
              </a:ext>
            </a:extLst>
          </p:cNvPr>
          <p:cNvSpPr>
            <a:spLocks noGrp="1"/>
          </p:cNvSpPr>
          <p:nvPr/>
        </p:nvSpPr>
        <p:spPr>
          <a:xfrm>
            <a:off x="1714500" y="4254834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8774393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E">
            <a:extLst>
              <a:ext uri="{FF2B5EF4-FFF2-40B4-BE49-F238E27FC236}">
                <a16:creationId xmlns:a16="http://schemas.microsoft.com/office/drawing/2014/main" id="{149BDC45-BC01-4E4D-B790-249E4B1A74D1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988" name="Line">
            <a:extLst>
              <a:ext uri="{FF2B5EF4-FFF2-40B4-BE49-F238E27FC236}">
                <a16:creationId xmlns:a16="http://schemas.microsoft.com/office/drawing/2014/main" id="{544F9FC4-1943-4F4B-85AD-E6AF1A443DF1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89" name="A">
            <a:extLst>
              <a:ext uri="{FF2B5EF4-FFF2-40B4-BE49-F238E27FC236}">
                <a16:creationId xmlns:a16="http://schemas.microsoft.com/office/drawing/2014/main" id="{8A8D2110-201D-4708-B8BA-53C15E656E25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990" name="B">
            <a:extLst>
              <a:ext uri="{FF2B5EF4-FFF2-40B4-BE49-F238E27FC236}">
                <a16:creationId xmlns:a16="http://schemas.microsoft.com/office/drawing/2014/main" id="{9987E18F-3C8C-44AD-8E1A-81345032D42D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991" name="C">
            <a:extLst>
              <a:ext uri="{FF2B5EF4-FFF2-40B4-BE49-F238E27FC236}">
                <a16:creationId xmlns:a16="http://schemas.microsoft.com/office/drawing/2014/main" id="{203A203D-2876-47CC-973D-305F488D55E1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992" name="D">
            <a:extLst>
              <a:ext uri="{FF2B5EF4-FFF2-40B4-BE49-F238E27FC236}">
                <a16:creationId xmlns:a16="http://schemas.microsoft.com/office/drawing/2014/main" id="{AE0A9BD0-C5E8-4247-A72F-7FD7B8C358BB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993" name="F">
            <a:extLst>
              <a:ext uri="{FF2B5EF4-FFF2-40B4-BE49-F238E27FC236}">
                <a16:creationId xmlns:a16="http://schemas.microsoft.com/office/drawing/2014/main" id="{EB04D97F-36D2-4D6B-A76B-4E42385F29E5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994" name="Line">
            <a:extLst>
              <a:ext uri="{FF2B5EF4-FFF2-40B4-BE49-F238E27FC236}">
                <a16:creationId xmlns:a16="http://schemas.microsoft.com/office/drawing/2014/main" id="{BE7769D5-1072-4EA9-B56E-E2276332C300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95" name="Line">
            <a:extLst>
              <a:ext uri="{FF2B5EF4-FFF2-40B4-BE49-F238E27FC236}">
                <a16:creationId xmlns:a16="http://schemas.microsoft.com/office/drawing/2014/main" id="{E53B98FD-6A06-4CAC-BBBA-AA745CCEA859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96" name="Line">
            <a:extLst>
              <a:ext uri="{FF2B5EF4-FFF2-40B4-BE49-F238E27FC236}">
                <a16:creationId xmlns:a16="http://schemas.microsoft.com/office/drawing/2014/main" id="{2F4D7C9B-B8AE-41AD-9E70-6A984C5758C2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97" name="Line">
            <a:extLst>
              <a:ext uri="{FF2B5EF4-FFF2-40B4-BE49-F238E27FC236}">
                <a16:creationId xmlns:a16="http://schemas.microsoft.com/office/drawing/2014/main" id="{F1D54AC4-56B2-475B-A0C2-E8D856213616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98" name="Rectangle">
            <a:extLst>
              <a:ext uri="{FF2B5EF4-FFF2-40B4-BE49-F238E27FC236}">
                <a16:creationId xmlns:a16="http://schemas.microsoft.com/office/drawing/2014/main" id="{989DBE3F-CCA8-4851-8178-E89B0DD2260E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99" name="Frontier">
            <a:extLst>
              <a:ext uri="{FF2B5EF4-FFF2-40B4-BE49-F238E27FC236}">
                <a16:creationId xmlns:a16="http://schemas.microsoft.com/office/drawing/2014/main" id="{7DC141D3-4F15-4233-AD26-6AAD3E50505C}"/>
              </a:ext>
            </a:extLst>
          </p:cNvPr>
          <p:cNvSpPr>
            <a:spLocks noGrp="1"/>
          </p:cNvSpPr>
          <p:nvPr/>
        </p:nvSpPr>
        <p:spPr>
          <a:xfrm>
            <a:off x="1260812" y="3282201"/>
            <a:ext cx="2177376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000" name="Find a path from A to E.">
            <a:extLst>
              <a:ext uri="{FF2B5EF4-FFF2-40B4-BE49-F238E27FC236}">
                <a16:creationId xmlns:a16="http://schemas.microsoft.com/office/drawing/2014/main" id="{77996827-F3F8-4FDD-8324-A31A4A4D8767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001" name="Start with a frontier that contains the initial state.…">
            <a:extLst>
              <a:ext uri="{FF2B5EF4-FFF2-40B4-BE49-F238E27FC236}">
                <a16:creationId xmlns:a16="http://schemas.microsoft.com/office/drawing/2014/main" id="{3715165A-FF57-41CC-A54C-6BD5C4601A41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206500" y="7064672"/>
            <a:ext cx="15894547" cy="5779989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482600" indent="-482600" defTabSz="627379">
              <a:spcBef>
                <a:spcPts val="2200"/>
              </a:spcBef>
              <a:buNone/>
              <a:defRPr sz="4560"/>
            </a:pPr>
            <a:r>
              <a:t>Comece com uma fronteira que contenha o estado inicial.</a:t>
            </a:r>
          </a:p>
          <a:p>
            <a:pPr marL="482600" indent="-482600" defTabSz="627379">
              <a:spcBef>
                <a:spcPts val="2200"/>
              </a:spcBef>
              <a:buNone/>
              <a:defRPr sz="4560"/>
            </a:pPr>
            <a:r>
              <a:t>Repita: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Se a fronteira estiver vazia, não há solução.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>
                <a:solidFill>
                  <a:schemeClr val="accent4">
                    <a:lumOff val="10196"/>
                  </a:schemeClr>
                </a:solidFill>
              </a:defRPr>
            </a:pPr>
            <a:r>
              <a:t>Remova um nó da fronteira.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Se o nó contiver o estado objetivo, retorne a solução.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 b="1"/>
            </a:pPr>
            <a:r>
              <a:t>Expanda o nó e adicione os nós resultantes à fronteira.</a:t>
            </a:r>
          </a:p>
        </p:txBody>
      </p:sp>
      <p:sp>
        <p:nvSpPr>
          <p:cNvPr id="1002" name="Circle">
            <a:extLst>
              <a:ext uri="{FF2B5EF4-FFF2-40B4-BE49-F238E27FC236}">
                <a16:creationId xmlns:a16="http://schemas.microsoft.com/office/drawing/2014/main" id="{9E8F1567-096D-48C9-9940-EFA9C36CA19B}"/>
              </a:ext>
            </a:extLst>
          </p:cNvPr>
          <p:cNvSpPr>
            <a:spLocks noGrp="1"/>
          </p:cNvSpPr>
          <p:nvPr/>
        </p:nvSpPr>
        <p:spPr>
          <a:xfrm>
            <a:off x="17823815" y="9590666"/>
            <a:ext cx="1973512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03" name="D">
            <a:extLst>
              <a:ext uri="{FF2B5EF4-FFF2-40B4-BE49-F238E27FC236}">
                <a16:creationId xmlns:a16="http://schemas.microsoft.com/office/drawing/2014/main" id="{DF9E8993-1AFE-4654-82E7-C409D2FCC6A9}"/>
              </a:ext>
            </a:extLst>
          </p:cNvPr>
          <p:cNvSpPr>
            <a:spLocks noGrp="1"/>
          </p:cNvSpPr>
          <p:nvPr/>
        </p:nvSpPr>
        <p:spPr>
          <a:xfrm>
            <a:off x="3586305" y="425483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6899107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E">
            <a:extLst>
              <a:ext uri="{FF2B5EF4-FFF2-40B4-BE49-F238E27FC236}">
                <a16:creationId xmlns:a16="http://schemas.microsoft.com/office/drawing/2014/main" id="{7206BDF8-9442-4AD3-89D9-FE40072D9ADB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006" name="Line">
            <a:extLst>
              <a:ext uri="{FF2B5EF4-FFF2-40B4-BE49-F238E27FC236}">
                <a16:creationId xmlns:a16="http://schemas.microsoft.com/office/drawing/2014/main" id="{584B9152-7B84-4D2F-92C0-7C9E7431EF0B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07" name="A">
            <a:extLst>
              <a:ext uri="{FF2B5EF4-FFF2-40B4-BE49-F238E27FC236}">
                <a16:creationId xmlns:a16="http://schemas.microsoft.com/office/drawing/2014/main" id="{68013D0E-6A5C-487D-BD56-E399635D7A5C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008" name="B">
            <a:extLst>
              <a:ext uri="{FF2B5EF4-FFF2-40B4-BE49-F238E27FC236}">
                <a16:creationId xmlns:a16="http://schemas.microsoft.com/office/drawing/2014/main" id="{D0D1E3DB-F2AE-4219-B31A-B813991FC080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009" name="C">
            <a:extLst>
              <a:ext uri="{FF2B5EF4-FFF2-40B4-BE49-F238E27FC236}">
                <a16:creationId xmlns:a16="http://schemas.microsoft.com/office/drawing/2014/main" id="{AAABD666-399F-49A7-8F88-9AE532626C17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010" name="D">
            <a:extLst>
              <a:ext uri="{FF2B5EF4-FFF2-40B4-BE49-F238E27FC236}">
                <a16:creationId xmlns:a16="http://schemas.microsoft.com/office/drawing/2014/main" id="{F83B7C90-622E-46B0-9340-224D9BC0B0DB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011" name="F">
            <a:extLst>
              <a:ext uri="{FF2B5EF4-FFF2-40B4-BE49-F238E27FC236}">
                <a16:creationId xmlns:a16="http://schemas.microsoft.com/office/drawing/2014/main" id="{6D12AB8A-2C84-4AA0-85FC-06291A7F48C0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012" name="Line">
            <a:extLst>
              <a:ext uri="{FF2B5EF4-FFF2-40B4-BE49-F238E27FC236}">
                <a16:creationId xmlns:a16="http://schemas.microsoft.com/office/drawing/2014/main" id="{118A80FE-C3EC-4096-9931-AB24093B5603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13" name="Line">
            <a:extLst>
              <a:ext uri="{FF2B5EF4-FFF2-40B4-BE49-F238E27FC236}">
                <a16:creationId xmlns:a16="http://schemas.microsoft.com/office/drawing/2014/main" id="{277C4D5E-138C-44F5-9249-09CCF21A7DBB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14" name="Line">
            <a:extLst>
              <a:ext uri="{FF2B5EF4-FFF2-40B4-BE49-F238E27FC236}">
                <a16:creationId xmlns:a16="http://schemas.microsoft.com/office/drawing/2014/main" id="{F8F61C1E-00AE-4712-BB8F-AF8F02860176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15" name="Line">
            <a:extLst>
              <a:ext uri="{FF2B5EF4-FFF2-40B4-BE49-F238E27FC236}">
                <a16:creationId xmlns:a16="http://schemas.microsoft.com/office/drawing/2014/main" id="{C2802481-64B1-4B27-ADC6-0B5CF5FE8F89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16" name="Rectangle">
            <a:extLst>
              <a:ext uri="{FF2B5EF4-FFF2-40B4-BE49-F238E27FC236}">
                <a16:creationId xmlns:a16="http://schemas.microsoft.com/office/drawing/2014/main" id="{9895EE41-6F75-4B30-9CE7-2449A6BEE444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17" name="Frontier">
            <a:extLst>
              <a:ext uri="{FF2B5EF4-FFF2-40B4-BE49-F238E27FC236}">
                <a16:creationId xmlns:a16="http://schemas.microsoft.com/office/drawing/2014/main" id="{44653B7D-018E-40A9-A1FD-FC4C8284BF78}"/>
              </a:ext>
            </a:extLst>
          </p:cNvPr>
          <p:cNvSpPr>
            <a:spLocks noGrp="1"/>
          </p:cNvSpPr>
          <p:nvPr/>
        </p:nvSpPr>
        <p:spPr>
          <a:xfrm>
            <a:off x="1260812" y="3282201"/>
            <a:ext cx="2177376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018" name="Find a path from A to E.">
            <a:extLst>
              <a:ext uri="{FF2B5EF4-FFF2-40B4-BE49-F238E27FC236}">
                <a16:creationId xmlns:a16="http://schemas.microsoft.com/office/drawing/2014/main" id="{A308CDFD-FD18-4818-A1AA-1D08D6759B76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019" name="Start with a frontier that contains the initial state.…">
            <a:extLst>
              <a:ext uri="{FF2B5EF4-FFF2-40B4-BE49-F238E27FC236}">
                <a16:creationId xmlns:a16="http://schemas.microsoft.com/office/drawing/2014/main" id="{2714727A-878E-4647-807C-4B42B241FA30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206500" y="7064672"/>
            <a:ext cx="15894547" cy="5779989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482600" indent="-482600" defTabSz="627379">
              <a:spcBef>
                <a:spcPts val="2200"/>
              </a:spcBef>
              <a:buNone/>
              <a:defRPr sz="4560"/>
            </a:pPr>
            <a:r>
              <a:t>Comece com uma fronteira que contenha o estado inicial.</a:t>
            </a:r>
          </a:p>
          <a:p>
            <a:pPr marL="482600" indent="-482600" defTabSz="627379">
              <a:spcBef>
                <a:spcPts val="2200"/>
              </a:spcBef>
              <a:buNone/>
              <a:defRPr sz="4560"/>
            </a:pPr>
            <a:r>
              <a:t>Repita: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Se a fronteira estiver vazia, não há solução.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/>
            </a:pPr>
            <a:r>
              <a:t>Remova um nó da fronteira.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>
                <a:solidFill>
                  <a:schemeClr val="accent4">
                    <a:lumOff val="10196"/>
                  </a:schemeClr>
                </a:solidFill>
              </a:defRPr>
            </a:pPr>
            <a:r>
              <a:t>Se o nó contiver o estado objetivo, retorne a solução.</a:t>
            </a:r>
          </a:p>
          <a:p>
            <a:pPr marL="1447800" lvl="2" indent="-482600" defTabSz="627379">
              <a:spcBef>
                <a:spcPts val="2200"/>
              </a:spcBef>
              <a:buNone/>
              <a:defRPr sz="4560" b="1"/>
            </a:pPr>
            <a:r>
              <a:t>Expanda o nó e adicione os nós resultantes à fronteira.</a:t>
            </a:r>
          </a:p>
        </p:txBody>
      </p:sp>
      <p:sp>
        <p:nvSpPr>
          <p:cNvPr id="1020" name="Circle">
            <a:extLst>
              <a:ext uri="{FF2B5EF4-FFF2-40B4-BE49-F238E27FC236}">
                <a16:creationId xmlns:a16="http://schemas.microsoft.com/office/drawing/2014/main" id="{639633B7-9095-44F2-9DCE-615FD5A66A2D}"/>
              </a:ext>
            </a:extLst>
          </p:cNvPr>
          <p:cNvSpPr>
            <a:spLocks noGrp="1"/>
          </p:cNvSpPr>
          <p:nvPr/>
        </p:nvSpPr>
        <p:spPr>
          <a:xfrm>
            <a:off x="17823815" y="9590666"/>
            <a:ext cx="1973512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21" name="D">
            <a:extLst>
              <a:ext uri="{FF2B5EF4-FFF2-40B4-BE49-F238E27FC236}">
                <a16:creationId xmlns:a16="http://schemas.microsoft.com/office/drawing/2014/main" id="{84674787-4F69-4D26-8172-CC6219FC36F1}"/>
              </a:ext>
            </a:extLst>
          </p:cNvPr>
          <p:cNvSpPr>
            <a:spLocks noGrp="1"/>
          </p:cNvSpPr>
          <p:nvPr/>
        </p:nvSpPr>
        <p:spPr>
          <a:xfrm>
            <a:off x="3586305" y="425483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9296392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What could go wrong?">
            <a:extLst>
              <a:ext uri="{FF2B5EF4-FFF2-40B4-BE49-F238E27FC236}">
                <a16:creationId xmlns:a16="http://schemas.microsoft.com/office/drawing/2014/main" id="{F7AC4E6E-72D1-472A-BA7D-EF44836497B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O que pode dar errado?</a:t>
            </a:r>
          </a:p>
        </p:txBody>
      </p:sp>
    </p:spTree>
    <p:extLst>
      <p:ext uri="{BB962C8B-B14F-4D97-AF65-F5344CB8AC3E}">
        <p14:creationId xmlns:p14="http://schemas.microsoft.com/office/powerpoint/2010/main" val="11136245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E">
            <a:extLst>
              <a:ext uri="{FF2B5EF4-FFF2-40B4-BE49-F238E27FC236}">
                <a16:creationId xmlns:a16="http://schemas.microsoft.com/office/drawing/2014/main" id="{E228FC13-B97E-4D4D-91CA-90991F9D17DF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026" name="Line">
            <a:extLst>
              <a:ext uri="{FF2B5EF4-FFF2-40B4-BE49-F238E27FC236}">
                <a16:creationId xmlns:a16="http://schemas.microsoft.com/office/drawing/2014/main" id="{372B758C-4D2F-4708-A4F1-0419EECCB2EF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27" name="A">
            <a:extLst>
              <a:ext uri="{FF2B5EF4-FFF2-40B4-BE49-F238E27FC236}">
                <a16:creationId xmlns:a16="http://schemas.microsoft.com/office/drawing/2014/main" id="{AB83E856-5527-4FAF-AE6B-8E6F69417858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028" name="B">
            <a:extLst>
              <a:ext uri="{FF2B5EF4-FFF2-40B4-BE49-F238E27FC236}">
                <a16:creationId xmlns:a16="http://schemas.microsoft.com/office/drawing/2014/main" id="{13A08020-AF43-4915-ABEB-F1079182C466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029" name="C">
            <a:extLst>
              <a:ext uri="{FF2B5EF4-FFF2-40B4-BE49-F238E27FC236}">
                <a16:creationId xmlns:a16="http://schemas.microsoft.com/office/drawing/2014/main" id="{0ED19F95-F6D3-431C-BE73-F5629EFEE354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030" name="D">
            <a:extLst>
              <a:ext uri="{FF2B5EF4-FFF2-40B4-BE49-F238E27FC236}">
                <a16:creationId xmlns:a16="http://schemas.microsoft.com/office/drawing/2014/main" id="{536E6217-E982-4817-BEE3-6CC8CD75A5BE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031" name="F">
            <a:extLst>
              <a:ext uri="{FF2B5EF4-FFF2-40B4-BE49-F238E27FC236}">
                <a16:creationId xmlns:a16="http://schemas.microsoft.com/office/drawing/2014/main" id="{F0C54FC2-817B-4C63-AD2E-0A7B8A8CBF61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032" name="Line">
            <a:extLst>
              <a:ext uri="{FF2B5EF4-FFF2-40B4-BE49-F238E27FC236}">
                <a16:creationId xmlns:a16="http://schemas.microsoft.com/office/drawing/2014/main" id="{2BB0BB04-34CB-4406-81CE-4B85BF95FD7B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33" name="Line">
            <a:extLst>
              <a:ext uri="{FF2B5EF4-FFF2-40B4-BE49-F238E27FC236}">
                <a16:creationId xmlns:a16="http://schemas.microsoft.com/office/drawing/2014/main" id="{05DC95EC-1447-4541-8D66-FC381A2CB008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34" name="Line">
            <a:extLst>
              <a:ext uri="{FF2B5EF4-FFF2-40B4-BE49-F238E27FC236}">
                <a16:creationId xmlns:a16="http://schemas.microsoft.com/office/drawing/2014/main" id="{E1ECBC13-C659-4344-A769-8F549579DE0A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35" name="Line">
            <a:extLst>
              <a:ext uri="{FF2B5EF4-FFF2-40B4-BE49-F238E27FC236}">
                <a16:creationId xmlns:a16="http://schemas.microsoft.com/office/drawing/2014/main" id="{1ACC7DA0-3F3B-4046-B4DE-B91EB95E75B5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36" name="Rectangle">
            <a:extLst>
              <a:ext uri="{FF2B5EF4-FFF2-40B4-BE49-F238E27FC236}">
                <a16:creationId xmlns:a16="http://schemas.microsoft.com/office/drawing/2014/main" id="{D7BBFDB4-D0D6-4C8C-9BC7-45FB9DF607C8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37" name="Frontier">
            <a:extLst>
              <a:ext uri="{FF2B5EF4-FFF2-40B4-BE49-F238E27FC236}">
                <a16:creationId xmlns:a16="http://schemas.microsoft.com/office/drawing/2014/main" id="{015D9798-11F4-4046-A2AC-C359427F0CDF}"/>
              </a:ext>
            </a:extLst>
          </p:cNvPr>
          <p:cNvSpPr>
            <a:spLocks noGrp="1"/>
          </p:cNvSpPr>
          <p:nvPr/>
        </p:nvSpPr>
        <p:spPr>
          <a:xfrm>
            <a:off x="1260812" y="3282201"/>
            <a:ext cx="2177376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038" name="Find a path from A to E.">
            <a:extLst>
              <a:ext uri="{FF2B5EF4-FFF2-40B4-BE49-F238E27FC236}">
                <a16:creationId xmlns:a16="http://schemas.microsoft.com/office/drawing/2014/main" id="{7057E0F9-90AC-412C-B033-5BC67FBEF2C7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039" name="A">
            <a:extLst>
              <a:ext uri="{FF2B5EF4-FFF2-40B4-BE49-F238E27FC236}">
                <a16:creationId xmlns:a16="http://schemas.microsoft.com/office/drawing/2014/main" id="{8E3B9006-FBAF-4FB8-86E1-58B735063969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040" name="Line">
            <a:extLst>
              <a:ext uri="{FF2B5EF4-FFF2-40B4-BE49-F238E27FC236}">
                <a16:creationId xmlns:a16="http://schemas.microsoft.com/office/drawing/2014/main" id="{F3659363-BDAE-4A6C-B14D-D8684D55380D}"/>
              </a:ext>
            </a:extLst>
          </p:cNvPr>
          <p:cNvSpPr>
            <a:spLocks noGrp="1"/>
          </p:cNvSpPr>
          <p:nvPr/>
        </p:nvSpPr>
        <p:spPr>
          <a:xfrm flipH="1" flipV="1">
            <a:off x="15247021" y="2864213"/>
            <a:ext cx="2912637" cy="41999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92349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E">
            <a:extLst>
              <a:ext uri="{FF2B5EF4-FFF2-40B4-BE49-F238E27FC236}">
                <a16:creationId xmlns:a16="http://schemas.microsoft.com/office/drawing/2014/main" id="{BA9E09D3-BF37-4018-A942-5472A6D60717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043" name="Line">
            <a:extLst>
              <a:ext uri="{FF2B5EF4-FFF2-40B4-BE49-F238E27FC236}">
                <a16:creationId xmlns:a16="http://schemas.microsoft.com/office/drawing/2014/main" id="{A54511A9-CF30-4F49-8272-68156A44F64E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44" name="A">
            <a:extLst>
              <a:ext uri="{FF2B5EF4-FFF2-40B4-BE49-F238E27FC236}">
                <a16:creationId xmlns:a16="http://schemas.microsoft.com/office/drawing/2014/main" id="{E7BE9037-3BDD-458D-B51B-777ADAD0724A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045" name="B">
            <a:extLst>
              <a:ext uri="{FF2B5EF4-FFF2-40B4-BE49-F238E27FC236}">
                <a16:creationId xmlns:a16="http://schemas.microsoft.com/office/drawing/2014/main" id="{46AB4874-107A-41F2-B768-BCAF06EA07E4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046" name="C">
            <a:extLst>
              <a:ext uri="{FF2B5EF4-FFF2-40B4-BE49-F238E27FC236}">
                <a16:creationId xmlns:a16="http://schemas.microsoft.com/office/drawing/2014/main" id="{4F6FC519-2DB0-400B-AA92-E68D1E1312C5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047" name="D">
            <a:extLst>
              <a:ext uri="{FF2B5EF4-FFF2-40B4-BE49-F238E27FC236}">
                <a16:creationId xmlns:a16="http://schemas.microsoft.com/office/drawing/2014/main" id="{5BCEAC65-B9C3-4D88-940A-A5CCC4EA6C34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048" name="F">
            <a:extLst>
              <a:ext uri="{FF2B5EF4-FFF2-40B4-BE49-F238E27FC236}">
                <a16:creationId xmlns:a16="http://schemas.microsoft.com/office/drawing/2014/main" id="{D71C0BC2-5FE9-4372-A822-D4FB2FB81253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049" name="Line">
            <a:extLst>
              <a:ext uri="{FF2B5EF4-FFF2-40B4-BE49-F238E27FC236}">
                <a16:creationId xmlns:a16="http://schemas.microsoft.com/office/drawing/2014/main" id="{7DCB9C9D-D9A2-4704-81D8-A21D7582D3AA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50" name="Line">
            <a:extLst>
              <a:ext uri="{FF2B5EF4-FFF2-40B4-BE49-F238E27FC236}">
                <a16:creationId xmlns:a16="http://schemas.microsoft.com/office/drawing/2014/main" id="{AC63B918-B28C-4EF5-9BBA-2E626187DD1A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51" name="Line">
            <a:extLst>
              <a:ext uri="{FF2B5EF4-FFF2-40B4-BE49-F238E27FC236}">
                <a16:creationId xmlns:a16="http://schemas.microsoft.com/office/drawing/2014/main" id="{C64E34A6-EE9A-40AC-A76F-D7DEF75F080A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52" name="Line">
            <a:extLst>
              <a:ext uri="{FF2B5EF4-FFF2-40B4-BE49-F238E27FC236}">
                <a16:creationId xmlns:a16="http://schemas.microsoft.com/office/drawing/2014/main" id="{DA84CC80-C722-44DC-8C0E-94E6A46BA6E7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53" name="Rectangle">
            <a:extLst>
              <a:ext uri="{FF2B5EF4-FFF2-40B4-BE49-F238E27FC236}">
                <a16:creationId xmlns:a16="http://schemas.microsoft.com/office/drawing/2014/main" id="{30456814-B88C-4758-BF5C-3BC0CCCDA419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54" name="Frontier">
            <a:extLst>
              <a:ext uri="{FF2B5EF4-FFF2-40B4-BE49-F238E27FC236}">
                <a16:creationId xmlns:a16="http://schemas.microsoft.com/office/drawing/2014/main" id="{43D7870B-3D1C-4B6B-9CFD-003F75530A8E}"/>
              </a:ext>
            </a:extLst>
          </p:cNvPr>
          <p:cNvSpPr>
            <a:spLocks noGrp="1"/>
          </p:cNvSpPr>
          <p:nvPr/>
        </p:nvSpPr>
        <p:spPr>
          <a:xfrm>
            <a:off x="1260812" y="3282201"/>
            <a:ext cx="2177376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055" name="Find a path from A to E.">
            <a:extLst>
              <a:ext uri="{FF2B5EF4-FFF2-40B4-BE49-F238E27FC236}">
                <a16:creationId xmlns:a16="http://schemas.microsoft.com/office/drawing/2014/main" id="{C58C86B4-582E-44D1-ADA4-4571D3E5B1E8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056" name="A">
            <a:extLst>
              <a:ext uri="{FF2B5EF4-FFF2-40B4-BE49-F238E27FC236}">
                <a16:creationId xmlns:a16="http://schemas.microsoft.com/office/drawing/2014/main" id="{A35B63A2-C39E-443F-BC3E-ED708F299B45}"/>
              </a:ext>
            </a:extLst>
          </p:cNvPr>
          <p:cNvSpPr>
            <a:spLocks noGrp="1"/>
          </p:cNvSpPr>
          <p:nvPr/>
        </p:nvSpPr>
        <p:spPr>
          <a:xfrm>
            <a:off x="1714500" y="4254834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057" name="Line">
            <a:extLst>
              <a:ext uri="{FF2B5EF4-FFF2-40B4-BE49-F238E27FC236}">
                <a16:creationId xmlns:a16="http://schemas.microsoft.com/office/drawing/2014/main" id="{AC4B2450-03DB-4AF0-A1AA-EB04AD858486}"/>
              </a:ext>
            </a:extLst>
          </p:cNvPr>
          <p:cNvSpPr>
            <a:spLocks noGrp="1"/>
          </p:cNvSpPr>
          <p:nvPr/>
        </p:nvSpPr>
        <p:spPr>
          <a:xfrm flipH="1" flipV="1">
            <a:off x="15247021" y="2864213"/>
            <a:ext cx="2912637" cy="41999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114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E">
            <a:extLst>
              <a:ext uri="{FF2B5EF4-FFF2-40B4-BE49-F238E27FC236}">
                <a16:creationId xmlns:a16="http://schemas.microsoft.com/office/drawing/2014/main" id="{811E2680-2F55-4C84-A510-C00AD1D3E96B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060" name="Line">
            <a:extLst>
              <a:ext uri="{FF2B5EF4-FFF2-40B4-BE49-F238E27FC236}">
                <a16:creationId xmlns:a16="http://schemas.microsoft.com/office/drawing/2014/main" id="{322FDB35-5CD4-4D03-B3BB-6AE97A6447AB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61" name="A">
            <a:extLst>
              <a:ext uri="{FF2B5EF4-FFF2-40B4-BE49-F238E27FC236}">
                <a16:creationId xmlns:a16="http://schemas.microsoft.com/office/drawing/2014/main" id="{CE179AE6-36CD-408D-9C98-B860535A3F15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062" name="B">
            <a:extLst>
              <a:ext uri="{FF2B5EF4-FFF2-40B4-BE49-F238E27FC236}">
                <a16:creationId xmlns:a16="http://schemas.microsoft.com/office/drawing/2014/main" id="{1C1A8E7B-C6D0-46A1-B814-A14226AEE0BD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063" name="C">
            <a:extLst>
              <a:ext uri="{FF2B5EF4-FFF2-40B4-BE49-F238E27FC236}">
                <a16:creationId xmlns:a16="http://schemas.microsoft.com/office/drawing/2014/main" id="{A5267A61-33E8-4D94-9F70-BE988A0DF305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064" name="D">
            <a:extLst>
              <a:ext uri="{FF2B5EF4-FFF2-40B4-BE49-F238E27FC236}">
                <a16:creationId xmlns:a16="http://schemas.microsoft.com/office/drawing/2014/main" id="{3BA8331F-A280-4960-948F-C6970C2A0A72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065" name="F">
            <a:extLst>
              <a:ext uri="{FF2B5EF4-FFF2-40B4-BE49-F238E27FC236}">
                <a16:creationId xmlns:a16="http://schemas.microsoft.com/office/drawing/2014/main" id="{EF13F3A6-A465-4339-A82A-748985C39F17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066" name="Line">
            <a:extLst>
              <a:ext uri="{FF2B5EF4-FFF2-40B4-BE49-F238E27FC236}">
                <a16:creationId xmlns:a16="http://schemas.microsoft.com/office/drawing/2014/main" id="{8544E5FF-3DA5-4470-9FE2-ECC8702AD4AB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67" name="Line">
            <a:extLst>
              <a:ext uri="{FF2B5EF4-FFF2-40B4-BE49-F238E27FC236}">
                <a16:creationId xmlns:a16="http://schemas.microsoft.com/office/drawing/2014/main" id="{15D629FE-1B03-42A6-8D6E-1D85CA0F149E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68" name="Line">
            <a:extLst>
              <a:ext uri="{FF2B5EF4-FFF2-40B4-BE49-F238E27FC236}">
                <a16:creationId xmlns:a16="http://schemas.microsoft.com/office/drawing/2014/main" id="{7C12AA2C-ABAE-49C3-A5C1-FFAED4B7EB9B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69" name="Line">
            <a:extLst>
              <a:ext uri="{FF2B5EF4-FFF2-40B4-BE49-F238E27FC236}">
                <a16:creationId xmlns:a16="http://schemas.microsoft.com/office/drawing/2014/main" id="{89D46D60-3AB6-4444-9D5C-2A745F9FA254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70" name="Rectangle">
            <a:extLst>
              <a:ext uri="{FF2B5EF4-FFF2-40B4-BE49-F238E27FC236}">
                <a16:creationId xmlns:a16="http://schemas.microsoft.com/office/drawing/2014/main" id="{101D6DD0-4863-44D5-83F0-6CBFEC754FDC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71" name="Frontier">
            <a:extLst>
              <a:ext uri="{FF2B5EF4-FFF2-40B4-BE49-F238E27FC236}">
                <a16:creationId xmlns:a16="http://schemas.microsoft.com/office/drawing/2014/main" id="{27D20099-75C2-47E1-B6EC-1AE1368FC076}"/>
              </a:ext>
            </a:extLst>
          </p:cNvPr>
          <p:cNvSpPr>
            <a:spLocks noGrp="1"/>
          </p:cNvSpPr>
          <p:nvPr/>
        </p:nvSpPr>
        <p:spPr>
          <a:xfrm>
            <a:off x="1260812" y="3282201"/>
            <a:ext cx="2177376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072" name="Find a path from A to E.">
            <a:extLst>
              <a:ext uri="{FF2B5EF4-FFF2-40B4-BE49-F238E27FC236}">
                <a16:creationId xmlns:a16="http://schemas.microsoft.com/office/drawing/2014/main" id="{61F7A4AD-5589-4124-B741-0BD4B164E053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073" name="Line">
            <a:extLst>
              <a:ext uri="{FF2B5EF4-FFF2-40B4-BE49-F238E27FC236}">
                <a16:creationId xmlns:a16="http://schemas.microsoft.com/office/drawing/2014/main" id="{8E89615E-D234-4181-8E35-34F874A3392B}"/>
              </a:ext>
            </a:extLst>
          </p:cNvPr>
          <p:cNvSpPr>
            <a:spLocks noGrp="1"/>
          </p:cNvSpPr>
          <p:nvPr/>
        </p:nvSpPr>
        <p:spPr>
          <a:xfrm flipH="1" flipV="1">
            <a:off x="15247021" y="2864213"/>
            <a:ext cx="2912637" cy="41999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74" name="Circle">
            <a:extLst>
              <a:ext uri="{FF2B5EF4-FFF2-40B4-BE49-F238E27FC236}">
                <a16:creationId xmlns:a16="http://schemas.microsoft.com/office/drawing/2014/main" id="{603B9363-201C-4061-B574-4CDB06B8A347}"/>
              </a:ext>
            </a:extLst>
          </p:cNvPr>
          <p:cNvSpPr>
            <a:spLocks noGrp="1"/>
          </p:cNvSpPr>
          <p:nvPr/>
        </p:nvSpPr>
        <p:spPr>
          <a:xfrm>
            <a:off x="13533942" y="1422598"/>
            <a:ext cx="1973512" cy="1973511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75" name="B">
            <a:extLst>
              <a:ext uri="{FF2B5EF4-FFF2-40B4-BE49-F238E27FC236}">
                <a16:creationId xmlns:a16="http://schemas.microsoft.com/office/drawing/2014/main" id="{79DE1323-010D-4F1A-96EE-9C5B0BED4DEF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481604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E">
            <a:extLst>
              <a:ext uri="{FF2B5EF4-FFF2-40B4-BE49-F238E27FC236}">
                <a16:creationId xmlns:a16="http://schemas.microsoft.com/office/drawing/2014/main" id="{AC19BF2D-427E-4F01-9C1E-20132D386456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078" name="Line">
            <a:extLst>
              <a:ext uri="{FF2B5EF4-FFF2-40B4-BE49-F238E27FC236}">
                <a16:creationId xmlns:a16="http://schemas.microsoft.com/office/drawing/2014/main" id="{73A66B76-61CE-4E75-A8E3-2096F1EF93C7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79" name="A">
            <a:extLst>
              <a:ext uri="{FF2B5EF4-FFF2-40B4-BE49-F238E27FC236}">
                <a16:creationId xmlns:a16="http://schemas.microsoft.com/office/drawing/2014/main" id="{61C4AE7C-AB42-4469-BC5F-7E910EC2FA81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080" name="B">
            <a:extLst>
              <a:ext uri="{FF2B5EF4-FFF2-40B4-BE49-F238E27FC236}">
                <a16:creationId xmlns:a16="http://schemas.microsoft.com/office/drawing/2014/main" id="{2A90A721-69FD-4AA8-88BD-DDFDB6C54DD3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081" name="C">
            <a:extLst>
              <a:ext uri="{FF2B5EF4-FFF2-40B4-BE49-F238E27FC236}">
                <a16:creationId xmlns:a16="http://schemas.microsoft.com/office/drawing/2014/main" id="{30EFE93A-5212-44DD-BFD3-5F770661B2ED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082" name="D">
            <a:extLst>
              <a:ext uri="{FF2B5EF4-FFF2-40B4-BE49-F238E27FC236}">
                <a16:creationId xmlns:a16="http://schemas.microsoft.com/office/drawing/2014/main" id="{62AF6889-9731-4584-9F0A-21B4B79C923E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083" name="F">
            <a:extLst>
              <a:ext uri="{FF2B5EF4-FFF2-40B4-BE49-F238E27FC236}">
                <a16:creationId xmlns:a16="http://schemas.microsoft.com/office/drawing/2014/main" id="{46F23077-39B4-4A6D-9ECE-3A6A9D2C17FB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084" name="Line">
            <a:extLst>
              <a:ext uri="{FF2B5EF4-FFF2-40B4-BE49-F238E27FC236}">
                <a16:creationId xmlns:a16="http://schemas.microsoft.com/office/drawing/2014/main" id="{68BBDE35-9CC8-4D31-B8F1-6BBC8C276EAA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85" name="Line">
            <a:extLst>
              <a:ext uri="{FF2B5EF4-FFF2-40B4-BE49-F238E27FC236}">
                <a16:creationId xmlns:a16="http://schemas.microsoft.com/office/drawing/2014/main" id="{C1AC0205-CF07-4E99-B147-05CA91205EA4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86" name="Line">
            <a:extLst>
              <a:ext uri="{FF2B5EF4-FFF2-40B4-BE49-F238E27FC236}">
                <a16:creationId xmlns:a16="http://schemas.microsoft.com/office/drawing/2014/main" id="{E224E253-E8DA-4348-B8B3-FD1F54C1987B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87" name="Line">
            <a:extLst>
              <a:ext uri="{FF2B5EF4-FFF2-40B4-BE49-F238E27FC236}">
                <a16:creationId xmlns:a16="http://schemas.microsoft.com/office/drawing/2014/main" id="{81A0B6C4-8B59-44BB-AB2D-3F449115782E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88" name="Rectangle">
            <a:extLst>
              <a:ext uri="{FF2B5EF4-FFF2-40B4-BE49-F238E27FC236}">
                <a16:creationId xmlns:a16="http://schemas.microsoft.com/office/drawing/2014/main" id="{2135F3F7-9EBB-428A-B68E-8156229F8E4F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89" name="Frontier">
            <a:extLst>
              <a:ext uri="{FF2B5EF4-FFF2-40B4-BE49-F238E27FC236}">
                <a16:creationId xmlns:a16="http://schemas.microsoft.com/office/drawing/2014/main" id="{8F2452D6-BB9E-4CAE-A340-81504BCC7746}"/>
              </a:ext>
            </a:extLst>
          </p:cNvPr>
          <p:cNvSpPr>
            <a:spLocks noGrp="1"/>
          </p:cNvSpPr>
          <p:nvPr/>
        </p:nvSpPr>
        <p:spPr>
          <a:xfrm>
            <a:off x="1260812" y="3282201"/>
            <a:ext cx="2177376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090" name="Find a path from A to E.">
            <a:extLst>
              <a:ext uri="{FF2B5EF4-FFF2-40B4-BE49-F238E27FC236}">
                <a16:creationId xmlns:a16="http://schemas.microsoft.com/office/drawing/2014/main" id="{CF683EE5-6255-4048-9148-74CC1EB5B161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091" name="Line">
            <a:extLst>
              <a:ext uri="{FF2B5EF4-FFF2-40B4-BE49-F238E27FC236}">
                <a16:creationId xmlns:a16="http://schemas.microsoft.com/office/drawing/2014/main" id="{D3F8CEDE-55C7-4A55-9ACE-2CA152F5A28D}"/>
              </a:ext>
            </a:extLst>
          </p:cNvPr>
          <p:cNvSpPr>
            <a:spLocks noGrp="1"/>
          </p:cNvSpPr>
          <p:nvPr/>
        </p:nvSpPr>
        <p:spPr>
          <a:xfrm flipH="1" flipV="1">
            <a:off x="15247021" y="2864213"/>
            <a:ext cx="2912637" cy="41999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92" name="Circle">
            <a:extLst>
              <a:ext uri="{FF2B5EF4-FFF2-40B4-BE49-F238E27FC236}">
                <a16:creationId xmlns:a16="http://schemas.microsoft.com/office/drawing/2014/main" id="{F6A3B753-5F5D-4E80-8573-2A32AAD5B5C0}"/>
              </a:ext>
            </a:extLst>
          </p:cNvPr>
          <p:cNvSpPr>
            <a:spLocks noGrp="1"/>
          </p:cNvSpPr>
          <p:nvPr/>
        </p:nvSpPr>
        <p:spPr>
          <a:xfrm>
            <a:off x="13533942" y="1422598"/>
            <a:ext cx="1973512" cy="1973511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93" name="B">
            <a:extLst>
              <a:ext uri="{FF2B5EF4-FFF2-40B4-BE49-F238E27FC236}">
                <a16:creationId xmlns:a16="http://schemas.microsoft.com/office/drawing/2014/main" id="{7E95517A-91AC-4130-AC21-61ED5FB9DF16}"/>
              </a:ext>
            </a:extLst>
          </p:cNvPr>
          <p:cNvSpPr>
            <a:spLocks noGrp="1"/>
          </p:cNvSpPr>
          <p:nvPr/>
        </p:nvSpPr>
        <p:spPr>
          <a:xfrm>
            <a:off x="1714500" y="438682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1828394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E">
            <a:extLst>
              <a:ext uri="{FF2B5EF4-FFF2-40B4-BE49-F238E27FC236}">
                <a16:creationId xmlns:a16="http://schemas.microsoft.com/office/drawing/2014/main" id="{9FAE4433-CE5F-494A-9CAA-5966BA1EFAD0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096" name="Line">
            <a:extLst>
              <a:ext uri="{FF2B5EF4-FFF2-40B4-BE49-F238E27FC236}">
                <a16:creationId xmlns:a16="http://schemas.microsoft.com/office/drawing/2014/main" id="{A493856D-BF61-4B8C-8809-9C41EF383FC7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097" name="A">
            <a:extLst>
              <a:ext uri="{FF2B5EF4-FFF2-40B4-BE49-F238E27FC236}">
                <a16:creationId xmlns:a16="http://schemas.microsoft.com/office/drawing/2014/main" id="{7F44CCC6-34FE-4A1A-99F1-D1E805269284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098" name="B">
            <a:extLst>
              <a:ext uri="{FF2B5EF4-FFF2-40B4-BE49-F238E27FC236}">
                <a16:creationId xmlns:a16="http://schemas.microsoft.com/office/drawing/2014/main" id="{6EC2913E-7379-4469-B6D6-E8EE46144484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099" name="C">
            <a:extLst>
              <a:ext uri="{FF2B5EF4-FFF2-40B4-BE49-F238E27FC236}">
                <a16:creationId xmlns:a16="http://schemas.microsoft.com/office/drawing/2014/main" id="{C5E00CC9-62DE-45A6-9FE9-2811D32DA233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100" name="D">
            <a:extLst>
              <a:ext uri="{FF2B5EF4-FFF2-40B4-BE49-F238E27FC236}">
                <a16:creationId xmlns:a16="http://schemas.microsoft.com/office/drawing/2014/main" id="{6F562D11-E0DE-499C-8220-579906FF6ACD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101" name="F">
            <a:extLst>
              <a:ext uri="{FF2B5EF4-FFF2-40B4-BE49-F238E27FC236}">
                <a16:creationId xmlns:a16="http://schemas.microsoft.com/office/drawing/2014/main" id="{3370BE1D-1735-40F8-B555-1E28DD2FFF82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102" name="Line">
            <a:extLst>
              <a:ext uri="{FF2B5EF4-FFF2-40B4-BE49-F238E27FC236}">
                <a16:creationId xmlns:a16="http://schemas.microsoft.com/office/drawing/2014/main" id="{4F5493DB-BC5B-428E-908E-9A8CCF83B36E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03" name="Line">
            <a:extLst>
              <a:ext uri="{FF2B5EF4-FFF2-40B4-BE49-F238E27FC236}">
                <a16:creationId xmlns:a16="http://schemas.microsoft.com/office/drawing/2014/main" id="{3CB3A350-404F-42BD-BD2C-5ECF7A0E44DD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04" name="Line">
            <a:extLst>
              <a:ext uri="{FF2B5EF4-FFF2-40B4-BE49-F238E27FC236}">
                <a16:creationId xmlns:a16="http://schemas.microsoft.com/office/drawing/2014/main" id="{DF6AA337-FD90-46A8-9B3D-9DB0A3B31CAA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05" name="Line">
            <a:extLst>
              <a:ext uri="{FF2B5EF4-FFF2-40B4-BE49-F238E27FC236}">
                <a16:creationId xmlns:a16="http://schemas.microsoft.com/office/drawing/2014/main" id="{BE691B5D-02FE-424E-9DC8-D1DE7ED09CCE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06" name="Rectangle">
            <a:extLst>
              <a:ext uri="{FF2B5EF4-FFF2-40B4-BE49-F238E27FC236}">
                <a16:creationId xmlns:a16="http://schemas.microsoft.com/office/drawing/2014/main" id="{B02B6D22-941B-4690-8B76-49FBF1AC99F2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07" name="Frontier">
            <a:extLst>
              <a:ext uri="{FF2B5EF4-FFF2-40B4-BE49-F238E27FC236}">
                <a16:creationId xmlns:a16="http://schemas.microsoft.com/office/drawing/2014/main" id="{6E0B9BBC-660A-432C-9FC1-B4F9A7A3FA6C}"/>
              </a:ext>
            </a:extLst>
          </p:cNvPr>
          <p:cNvSpPr>
            <a:spLocks noGrp="1"/>
          </p:cNvSpPr>
          <p:nvPr/>
        </p:nvSpPr>
        <p:spPr>
          <a:xfrm>
            <a:off x="1260812" y="3282201"/>
            <a:ext cx="2177376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108" name="Find a path from A to E.">
            <a:extLst>
              <a:ext uri="{FF2B5EF4-FFF2-40B4-BE49-F238E27FC236}">
                <a16:creationId xmlns:a16="http://schemas.microsoft.com/office/drawing/2014/main" id="{2AAD7896-4871-4532-8D7D-CF2F2A2C0C57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109" name="Line">
            <a:extLst>
              <a:ext uri="{FF2B5EF4-FFF2-40B4-BE49-F238E27FC236}">
                <a16:creationId xmlns:a16="http://schemas.microsoft.com/office/drawing/2014/main" id="{0F5AF42F-EEA6-42B9-B9CF-670F2B1945C8}"/>
              </a:ext>
            </a:extLst>
          </p:cNvPr>
          <p:cNvSpPr>
            <a:spLocks noGrp="1"/>
          </p:cNvSpPr>
          <p:nvPr/>
        </p:nvSpPr>
        <p:spPr>
          <a:xfrm flipH="1" flipV="1">
            <a:off x="15247021" y="2864213"/>
            <a:ext cx="2912637" cy="41999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10" name="Circle">
            <a:extLst>
              <a:ext uri="{FF2B5EF4-FFF2-40B4-BE49-F238E27FC236}">
                <a16:creationId xmlns:a16="http://schemas.microsoft.com/office/drawing/2014/main" id="{25A9FCF5-6C69-486B-A6A9-5792FBD33680}"/>
              </a:ext>
            </a:extLst>
          </p:cNvPr>
          <p:cNvSpPr>
            <a:spLocks noGrp="1"/>
          </p:cNvSpPr>
          <p:nvPr/>
        </p:nvSpPr>
        <p:spPr>
          <a:xfrm>
            <a:off x="18120462" y="2142768"/>
            <a:ext cx="1973512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11" name="A">
            <a:extLst>
              <a:ext uri="{FF2B5EF4-FFF2-40B4-BE49-F238E27FC236}">
                <a16:creationId xmlns:a16="http://schemas.microsoft.com/office/drawing/2014/main" id="{1CA0EF0F-869B-4C9C-8491-B491B00327B4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112" name="C">
            <a:extLst>
              <a:ext uri="{FF2B5EF4-FFF2-40B4-BE49-F238E27FC236}">
                <a16:creationId xmlns:a16="http://schemas.microsoft.com/office/drawing/2014/main" id="{6637B50A-B3BD-4088-8906-8A0232318AE8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113" name="D">
            <a:extLst>
              <a:ext uri="{FF2B5EF4-FFF2-40B4-BE49-F238E27FC236}">
                <a16:creationId xmlns:a16="http://schemas.microsoft.com/office/drawing/2014/main" id="{FAE7929A-DE05-4D6E-A71F-EAE5B2C4AA19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6651349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E">
            <a:extLst>
              <a:ext uri="{FF2B5EF4-FFF2-40B4-BE49-F238E27FC236}">
                <a16:creationId xmlns:a16="http://schemas.microsoft.com/office/drawing/2014/main" id="{2A67807A-D1F6-47AD-AC37-2A4F78F7FCD8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116" name="Line">
            <a:extLst>
              <a:ext uri="{FF2B5EF4-FFF2-40B4-BE49-F238E27FC236}">
                <a16:creationId xmlns:a16="http://schemas.microsoft.com/office/drawing/2014/main" id="{7FE80F20-169C-43A1-BAE7-381D13BFE635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17" name="A">
            <a:extLst>
              <a:ext uri="{FF2B5EF4-FFF2-40B4-BE49-F238E27FC236}">
                <a16:creationId xmlns:a16="http://schemas.microsoft.com/office/drawing/2014/main" id="{C25D4BF7-538F-4F74-8C9B-C15EE1B3E342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118" name="B">
            <a:extLst>
              <a:ext uri="{FF2B5EF4-FFF2-40B4-BE49-F238E27FC236}">
                <a16:creationId xmlns:a16="http://schemas.microsoft.com/office/drawing/2014/main" id="{EFC225BB-1CEF-47D6-9C99-00789CC758B3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119" name="C">
            <a:extLst>
              <a:ext uri="{FF2B5EF4-FFF2-40B4-BE49-F238E27FC236}">
                <a16:creationId xmlns:a16="http://schemas.microsoft.com/office/drawing/2014/main" id="{DB7567D7-D999-453D-93D4-CBDA6060AC33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120" name="D">
            <a:extLst>
              <a:ext uri="{FF2B5EF4-FFF2-40B4-BE49-F238E27FC236}">
                <a16:creationId xmlns:a16="http://schemas.microsoft.com/office/drawing/2014/main" id="{290EB5CA-488B-40B9-AF59-6F58B28E78B6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121" name="F">
            <a:extLst>
              <a:ext uri="{FF2B5EF4-FFF2-40B4-BE49-F238E27FC236}">
                <a16:creationId xmlns:a16="http://schemas.microsoft.com/office/drawing/2014/main" id="{DAE82924-37DD-437D-A3ED-C84A9DF1B189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122" name="Line">
            <a:extLst>
              <a:ext uri="{FF2B5EF4-FFF2-40B4-BE49-F238E27FC236}">
                <a16:creationId xmlns:a16="http://schemas.microsoft.com/office/drawing/2014/main" id="{CFE2746F-E3A4-4C70-B34D-7F6C36442310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23" name="Line">
            <a:extLst>
              <a:ext uri="{FF2B5EF4-FFF2-40B4-BE49-F238E27FC236}">
                <a16:creationId xmlns:a16="http://schemas.microsoft.com/office/drawing/2014/main" id="{359E0A11-45D8-4110-B463-CD7B7BACB647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24" name="Line">
            <a:extLst>
              <a:ext uri="{FF2B5EF4-FFF2-40B4-BE49-F238E27FC236}">
                <a16:creationId xmlns:a16="http://schemas.microsoft.com/office/drawing/2014/main" id="{BEABB7E7-87E7-4EFB-BFF8-BC476388D497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25" name="Line">
            <a:extLst>
              <a:ext uri="{FF2B5EF4-FFF2-40B4-BE49-F238E27FC236}">
                <a16:creationId xmlns:a16="http://schemas.microsoft.com/office/drawing/2014/main" id="{A0307A9B-92E3-4A8D-B402-518C64816FB1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26" name="Rectangle">
            <a:extLst>
              <a:ext uri="{FF2B5EF4-FFF2-40B4-BE49-F238E27FC236}">
                <a16:creationId xmlns:a16="http://schemas.microsoft.com/office/drawing/2014/main" id="{118A2864-6C79-4513-A519-743E661884D3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27" name="Frontier">
            <a:extLst>
              <a:ext uri="{FF2B5EF4-FFF2-40B4-BE49-F238E27FC236}">
                <a16:creationId xmlns:a16="http://schemas.microsoft.com/office/drawing/2014/main" id="{B83042FE-E7C3-4945-9CE5-A92EFB60B6A8}"/>
              </a:ext>
            </a:extLst>
          </p:cNvPr>
          <p:cNvSpPr>
            <a:spLocks noGrp="1"/>
          </p:cNvSpPr>
          <p:nvPr/>
        </p:nvSpPr>
        <p:spPr>
          <a:xfrm>
            <a:off x="1260812" y="3282201"/>
            <a:ext cx="2177376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128" name="Find a path from A to E.">
            <a:extLst>
              <a:ext uri="{FF2B5EF4-FFF2-40B4-BE49-F238E27FC236}">
                <a16:creationId xmlns:a16="http://schemas.microsoft.com/office/drawing/2014/main" id="{27DA20CC-33A3-4949-B3F5-54B9AD0D575D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129" name="Line">
            <a:extLst>
              <a:ext uri="{FF2B5EF4-FFF2-40B4-BE49-F238E27FC236}">
                <a16:creationId xmlns:a16="http://schemas.microsoft.com/office/drawing/2014/main" id="{72FC31FE-3C1B-45D2-B7E2-32EEAD93D739}"/>
              </a:ext>
            </a:extLst>
          </p:cNvPr>
          <p:cNvSpPr>
            <a:spLocks noGrp="1"/>
          </p:cNvSpPr>
          <p:nvPr/>
        </p:nvSpPr>
        <p:spPr>
          <a:xfrm flipH="1" flipV="1">
            <a:off x="15247021" y="2864213"/>
            <a:ext cx="2912637" cy="41999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30" name="Circle">
            <a:extLst>
              <a:ext uri="{FF2B5EF4-FFF2-40B4-BE49-F238E27FC236}">
                <a16:creationId xmlns:a16="http://schemas.microsoft.com/office/drawing/2014/main" id="{CC9CE0AD-88A5-41E1-90B8-C1FA3ED0173B}"/>
              </a:ext>
            </a:extLst>
          </p:cNvPr>
          <p:cNvSpPr>
            <a:spLocks noGrp="1"/>
          </p:cNvSpPr>
          <p:nvPr/>
        </p:nvSpPr>
        <p:spPr>
          <a:xfrm>
            <a:off x="18120462" y="2142768"/>
            <a:ext cx="1973512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31" name="A">
            <a:extLst>
              <a:ext uri="{FF2B5EF4-FFF2-40B4-BE49-F238E27FC236}">
                <a16:creationId xmlns:a16="http://schemas.microsoft.com/office/drawing/2014/main" id="{D1DD0A02-EF05-4496-ACD5-3B67B91B82F9}"/>
              </a:ext>
            </a:extLst>
          </p:cNvPr>
          <p:cNvSpPr>
            <a:spLocks noGrp="1"/>
          </p:cNvSpPr>
          <p:nvPr/>
        </p:nvSpPr>
        <p:spPr>
          <a:xfrm>
            <a:off x="1714500" y="4254834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132" name="C">
            <a:extLst>
              <a:ext uri="{FF2B5EF4-FFF2-40B4-BE49-F238E27FC236}">
                <a16:creationId xmlns:a16="http://schemas.microsoft.com/office/drawing/2014/main" id="{FFB18719-2544-4909-902F-CCBFE27E3C8D}"/>
              </a:ext>
            </a:extLst>
          </p:cNvPr>
          <p:cNvSpPr>
            <a:spLocks noGrp="1"/>
          </p:cNvSpPr>
          <p:nvPr/>
        </p:nvSpPr>
        <p:spPr>
          <a:xfrm>
            <a:off x="3551998" y="425483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133" name="D">
            <a:extLst>
              <a:ext uri="{FF2B5EF4-FFF2-40B4-BE49-F238E27FC236}">
                <a16:creationId xmlns:a16="http://schemas.microsoft.com/office/drawing/2014/main" id="{1CD04EE4-7240-45A3-9B7D-4ED014DC718A}"/>
              </a:ext>
            </a:extLst>
          </p:cNvPr>
          <p:cNvSpPr>
            <a:spLocks noGrp="1"/>
          </p:cNvSpPr>
          <p:nvPr/>
        </p:nvSpPr>
        <p:spPr>
          <a:xfrm>
            <a:off x="5389497" y="425483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9957002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E">
            <a:extLst>
              <a:ext uri="{FF2B5EF4-FFF2-40B4-BE49-F238E27FC236}">
                <a16:creationId xmlns:a16="http://schemas.microsoft.com/office/drawing/2014/main" id="{A230BA74-0DF7-43CC-951B-9943D9C62B65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136" name="Line">
            <a:extLst>
              <a:ext uri="{FF2B5EF4-FFF2-40B4-BE49-F238E27FC236}">
                <a16:creationId xmlns:a16="http://schemas.microsoft.com/office/drawing/2014/main" id="{C2EA5321-9184-4CFE-B58F-8CCB14AD89EE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37" name="A">
            <a:extLst>
              <a:ext uri="{FF2B5EF4-FFF2-40B4-BE49-F238E27FC236}">
                <a16:creationId xmlns:a16="http://schemas.microsoft.com/office/drawing/2014/main" id="{4FAF7F09-105E-4747-9B82-DD3CEDC79008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138" name="B">
            <a:extLst>
              <a:ext uri="{FF2B5EF4-FFF2-40B4-BE49-F238E27FC236}">
                <a16:creationId xmlns:a16="http://schemas.microsoft.com/office/drawing/2014/main" id="{3667D384-441B-43A3-BE94-E1F9A6DDF219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139" name="C">
            <a:extLst>
              <a:ext uri="{FF2B5EF4-FFF2-40B4-BE49-F238E27FC236}">
                <a16:creationId xmlns:a16="http://schemas.microsoft.com/office/drawing/2014/main" id="{4A64F704-4C96-4649-8C06-F2AD33D12BFB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140" name="D">
            <a:extLst>
              <a:ext uri="{FF2B5EF4-FFF2-40B4-BE49-F238E27FC236}">
                <a16:creationId xmlns:a16="http://schemas.microsoft.com/office/drawing/2014/main" id="{0E8816D4-5B33-4444-ABFF-2A9DC9DEB6D7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141" name="F">
            <a:extLst>
              <a:ext uri="{FF2B5EF4-FFF2-40B4-BE49-F238E27FC236}">
                <a16:creationId xmlns:a16="http://schemas.microsoft.com/office/drawing/2014/main" id="{3585AFB5-236E-4CA2-BBCC-F63CCF2D08B8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142" name="Line">
            <a:extLst>
              <a:ext uri="{FF2B5EF4-FFF2-40B4-BE49-F238E27FC236}">
                <a16:creationId xmlns:a16="http://schemas.microsoft.com/office/drawing/2014/main" id="{63D7A4B6-D548-43D9-80D0-937866211EF1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43" name="Line">
            <a:extLst>
              <a:ext uri="{FF2B5EF4-FFF2-40B4-BE49-F238E27FC236}">
                <a16:creationId xmlns:a16="http://schemas.microsoft.com/office/drawing/2014/main" id="{CD007885-062B-4DB8-9D54-301A11FDB108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44" name="Line">
            <a:extLst>
              <a:ext uri="{FF2B5EF4-FFF2-40B4-BE49-F238E27FC236}">
                <a16:creationId xmlns:a16="http://schemas.microsoft.com/office/drawing/2014/main" id="{66FAE4F8-898A-4877-804B-E3E1F092BCB5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45" name="Line">
            <a:extLst>
              <a:ext uri="{FF2B5EF4-FFF2-40B4-BE49-F238E27FC236}">
                <a16:creationId xmlns:a16="http://schemas.microsoft.com/office/drawing/2014/main" id="{855FE502-99EB-49D8-9210-178A9DF4A610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46" name="Rectangle">
            <a:extLst>
              <a:ext uri="{FF2B5EF4-FFF2-40B4-BE49-F238E27FC236}">
                <a16:creationId xmlns:a16="http://schemas.microsoft.com/office/drawing/2014/main" id="{96D50CE8-6E07-4492-AF43-313672C889C4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47" name="Frontier">
            <a:extLst>
              <a:ext uri="{FF2B5EF4-FFF2-40B4-BE49-F238E27FC236}">
                <a16:creationId xmlns:a16="http://schemas.microsoft.com/office/drawing/2014/main" id="{FC56793E-83E9-42BB-A69E-7438F8917E22}"/>
              </a:ext>
            </a:extLst>
          </p:cNvPr>
          <p:cNvSpPr>
            <a:spLocks noGrp="1"/>
          </p:cNvSpPr>
          <p:nvPr/>
        </p:nvSpPr>
        <p:spPr>
          <a:xfrm>
            <a:off x="1260812" y="3282201"/>
            <a:ext cx="2177376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148" name="Find a path from A to E.">
            <a:extLst>
              <a:ext uri="{FF2B5EF4-FFF2-40B4-BE49-F238E27FC236}">
                <a16:creationId xmlns:a16="http://schemas.microsoft.com/office/drawing/2014/main" id="{A09156C7-D229-4DAB-A46C-147AC9F9F7E5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149" name="Line">
            <a:extLst>
              <a:ext uri="{FF2B5EF4-FFF2-40B4-BE49-F238E27FC236}">
                <a16:creationId xmlns:a16="http://schemas.microsoft.com/office/drawing/2014/main" id="{1AD57B44-EC1E-4C6F-93D6-5F67FCFA16CA}"/>
              </a:ext>
            </a:extLst>
          </p:cNvPr>
          <p:cNvSpPr>
            <a:spLocks noGrp="1"/>
          </p:cNvSpPr>
          <p:nvPr/>
        </p:nvSpPr>
        <p:spPr>
          <a:xfrm flipH="1" flipV="1">
            <a:off x="15247021" y="2864213"/>
            <a:ext cx="2912637" cy="41999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50" name="Circle">
            <a:extLst>
              <a:ext uri="{FF2B5EF4-FFF2-40B4-BE49-F238E27FC236}">
                <a16:creationId xmlns:a16="http://schemas.microsoft.com/office/drawing/2014/main" id="{E0D292D9-1692-4355-9719-99A4F258EDFB}"/>
              </a:ext>
            </a:extLst>
          </p:cNvPr>
          <p:cNvSpPr>
            <a:spLocks noGrp="1"/>
          </p:cNvSpPr>
          <p:nvPr/>
        </p:nvSpPr>
        <p:spPr>
          <a:xfrm>
            <a:off x="13533942" y="1422598"/>
            <a:ext cx="1973512" cy="1973511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51" name="C">
            <a:extLst>
              <a:ext uri="{FF2B5EF4-FFF2-40B4-BE49-F238E27FC236}">
                <a16:creationId xmlns:a16="http://schemas.microsoft.com/office/drawing/2014/main" id="{FA6BBBFB-7201-4EF4-BE83-B3ED8513653D}"/>
              </a:ext>
            </a:extLst>
          </p:cNvPr>
          <p:cNvSpPr>
            <a:spLocks noGrp="1"/>
          </p:cNvSpPr>
          <p:nvPr/>
        </p:nvSpPr>
        <p:spPr>
          <a:xfrm>
            <a:off x="3551998" y="425483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152" name="D">
            <a:extLst>
              <a:ext uri="{FF2B5EF4-FFF2-40B4-BE49-F238E27FC236}">
                <a16:creationId xmlns:a16="http://schemas.microsoft.com/office/drawing/2014/main" id="{B5893384-7DE1-4F32-AEC1-37BAE52E9B18}"/>
              </a:ext>
            </a:extLst>
          </p:cNvPr>
          <p:cNvSpPr>
            <a:spLocks noGrp="1"/>
          </p:cNvSpPr>
          <p:nvPr/>
        </p:nvSpPr>
        <p:spPr>
          <a:xfrm>
            <a:off x="5389497" y="425483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0744801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Revised Approach">
            <a:extLst>
              <a:ext uri="{FF2B5EF4-FFF2-40B4-BE49-F238E27FC236}">
                <a16:creationId xmlns:a16="http://schemas.microsoft.com/office/drawing/2014/main" id="{268AFD51-BE83-46F0-A025-86150E5582E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Abordagem Revisada</a:t>
            </a:r>
          </a:p>
        </p:txBody>
      </p:sp>
      <p:sp>
        <p:nvSpPr>
          <p:cNvPr id="1155" name="Start with a frontier that contains the initial state.…">
            <a:extLst>
              <a:ext uri="{FF2B5EF4-FFF2-40B4-BE49-F238E27FC236}">
                <a16:creationId xmlns:a16="http://schemas.microsoft.com/office/drawing/2014/main" id="{ADE0045E-435C-4306-A8AB-55AC9E2BF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27050" indent="-527050" defTabSz="685165">
              <a:spcBef>
                <a:spcPts val="2400"/>
              </a:spcBef>
              <a:buNone/>
              <a:defRPr sz="4980"/>
            </a:pPr>
            <a:r>
              <a:t>Comece com uma fronteira que contenha o estado inicial.</a:t>
            </a:r>
          </a:p>
          <a:p>
            <a:pPr marL="527050" indent="-527050" defTabSz="685165">
              <a:spcBef>
                <a:spcPts val="2400"/>
              </a:spcBef>
              <a:buNone/>
              <a:defRPr sz="4980"/>
            </a:pPr>
            <a:r>
              <a:t>Comece com um conjunto explorado vazio.</a:t>
            </a:r>
          </a:p>
          <a:p>
            <a:pPr marL="527050" indent="-527050" defTabSz="685165">
              <a:spcBef>
                <a:spcPts val="2400"/>
              </a:spcBef>
              <a:buNone/>
              <a:defRPr sz="4980"/>
            </a:pPr>
            <a:r>
              <a:t>Repita:</a:t>
            </a:r>
          </a:p>
          <a:p>
            <a:pPr marL="1581150" lvl="2" indent="-527050" defTabSz="685165">
              <a:spcBef>
                <a:spcPts val="2400"/>
              </a:spcBef>
              <a:buNone/>
              <a:defRPr sz="4980"/>
            </a:pPr>
            <a:r>
              <a:t>Se a fronteira estiver vazia, não há solução.</a:t>
            </a:r>
          </a:p>
          <a:p>
            <a:pPr marL="1581150" lvl="2" indent="-527050" defTabSz="685165">
              <a:spcBef>
                <a:spcPts val="2400"/>
              </a:spcBef>
              <a:buNone/>
              <a:defRPr sz="4980"/>
            </a:pPr>
            <a:r>
              <a:t>Remova um nó da fronteira.</a:t>
            </a:r>
          </a:p>
          <a:p>
            <a:pPr marL="1581150" lvl="2" indent="-527050" defTabSz="685165">
              <a:spcBef>
                <a:spcPts val="2400"/>
              </a:spcBef>
              <a:buNone/>
              <a:defRPr sz="4980"/>
            </a:pPr>
            <a:r>
              <a:t>Se o nó contiver o estado objetivo, retorne a solução.</a:t>
            </a:r>
          </a:p>
          <a:p>
            <a:pPr marL="1581150" lvl="2" indent="-527050" defTabSz="685165">
              <a:spcBef>
                <a:spcPts val="2400"/>
              </a:spcBef>
              <a:buNone/>
              <a:defRPr sz="4980"/>
            </a:pPr>
            <a:r>
              <a:t>Adicione o nó ao conjunto explorado.</a:t>
            </a:r>
          </a:p>
          <a:p>
            <a:pPr marL="1581150" lvl="2" indent="-527050" defTabSz="685165">
              <a:spcBef>
                <a:spcPts val="2400"/>
              </a:spcBef>
              <a:buNone/>
              <a:defRPr sz="4980" b="1"/>
            </a:pPr>
            <a:r>
              <a:t>Expanda o nó e adicione os nós resultantes à fronteira se ainda não estiverem na fronteira nem no conjunto explorado.</a:t>
            </a:r>
          </a:p>
        </p:txBody>
      </p:sp>
    </p:spTree>
    <p:extLst>
      <p:ext uri="{BB962C8B-B14F-4D97-AF65-F5344CB8AC3E}">
        <p14:creationId xmlns:p14="http://schemas.microsoft.com/office/powerpoint/2010/main" val="12217288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Revised Approach">
            <a:extLst>
              <a:ext uri="{FF2B5EF4-FFF2-40B4-BE49-F238E27FC236}">
                <a16:creationId xmlns:a16="http://schemas.microsoft.com/office/drawing/2014/main" id="{FFCCD36D-3FAB-4C43-B91F-E6C7BDEF483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Abordagem Revisada</a:t>
            </a:r>
          </a:p>
        </p:txBody>
      </p:sp>
      <p:sp>
        <p:nvSpPr>
          <p:cNvPr id="1158" name="Start with a frontier that contains the initial state.…">
            <a:extLst>
              <a:ext uri="{FF2B5EF4-FFF2-40B4-BE49-F238E27FC236}">
                <a16:creationId xmlns:a16="http://schemas.microsoft.com/office/drawing/2014/main" id="{E5E31329-C930-4F62-9577-E7CDF5B9C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27050" indent="-527050" defTabSz="685165">
              <a:spcBef>
                <a:spcPts val="2400"/>
              </a:spcBef>
              <a:buNone/>
              <a:defRPr sz="4980"/>
            </a:pPr>
            <a:r>
              <a:t>Comece com uma fronteira que contenha o estado inicial.</a:t>
            </a:r>
          </a:p>
          <a:p>
            <a:pPr marL="527050" indent="-527050" defTabSz="685165">
              <a:spcBef>
                <a:spcPts val="2400"/>
              </a:spcBef>
              <a:buNone/>
              <a:defRPr sz="4980"/>
            </a:pPr>
            <a:r>
              <a:t>Comece com um conjunto explorado vazio.</a:t>
            </a:r>
          </a:p>
          <a:p>
            <a:pPr marL="527050" indent="-527050" defTabSz="685165">
              <a:spcBef>
                <a:spcPts val="2400"/>
              </a:spcBef>
              <a:buNone/>
              <a:defRPr sz="4980"/>
            </a:pPr>
            <a:r>
              <a:t>Repita:</a:t>
            </a:r>
          </a:p>
          <a:p>
            <a:pPr marL="1581150" lvl="2" indent="-527050" defTabSz="685165">
              <a:spcBef>
                <a:spcPts val="2400"/>
              </a:spcBef>
              <a:buNone/>
              <a:defRPr sz="4980"/>
            </a:pPr>
            <a:r>
              <a:t>Se a fronteira estiver vazia, não há solução.</a:t>
            </a:r>
          </a:p>
          <a:p>
            <a:pPr marL="1581150" lvl="2" indent="-527050" defTabSz="685165">
              <a:spcBef>
                <a:spcPts val="2400"/>
              </a:spcBef>
              <a:buNone/>
              <a:defRPr sz="4980">
                <a:solidFill>
                  <a:schemeClr val="accent4">
                    <a:lumOff val="10196"/>
                  </a:schemeClr>
                </a:solidFill>
              </a:defRPr>
            </a:pPr>
            <a:r>
              <a:t>Remova um nó da fronteira.</a:t>
            </a:r>
          </a:p>
          <a:p>
            <a:pPr marL="1581150" lvl="2" indent="-527050" defTabSz="685165">
              <a:spcBef>
                <a:spcPts val="2400"/>
              </a:spcBef>
              <a:buNone/>
              <a:defRPr sz="4980"/>
            </a:pPr>
            <a:r>
              <a:t>Se o nó contiver o estado objetivo, retorne a solução.</a:t>
            </a:r>
          </a:p>
          <a:p>
            <a:pPr marL="1581150" lvl="2" indent="-527050" defTabSz="685165">
              <a:spcBef>
                <a:spcPts val="2400"/>
              </a:spcBef>
              <a:buNone/>
              <a:defRPr sz="4980"/>
            </a:pPr>
            <a:r>
              <a:t>Adicione o nó ao conjunto explorado.</a:t>
            </a:r>
          </a:p>
          <a:p>
            <a:pPr marL="1581150" lvl="2" indent="-527050" defTabSz="685165">
              <a:spcBef>
                <a:spcPts val="2400"/>
              </a:spcBef>
              <a:buNone/>
              <a:defRPr sz="4980" b="1"/>
            </a:pPr>
            <a:r>
              <a:t>Expanda o nó e adicione os nós resultantes à fronteira se ainda não estiverem na fronteira nem no conjunto explorado.</a:t>
            </a:r>
          </a:p>
        </p:txBody>
      </p:sp>
    </p:spTree>
    <p:extLst>
      <p:ext uri="{BB962C8B-B14F-4D97-AF65-F5344CB8AC3E}">
        <p14:creationId xmlns:p14="http://schemas.microsoft.com/office/powerpoint/2010/main" val="13241163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stack">
            <a:extLst>
              <a:ext uri="{FF2B5EF4-FFF2-40B4-BE49-F238E27FC236}">
                <a16:creationId xmlns:a16="http://schemas.microsoft.com/office/drawing/2014/main" id="{56B09585-5BBC-4664-B818-F2DFC59DA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pilha</a:t>
            </a:r>
          </a:p>
        </p:txBody>
      </p:sp>
      <p:sp>
        <p:nvSpPr>
          <p:cNvPr id="1161" name="last-in first-out data type">
            <a:extLst>
              <a:ext uri="{FF2B5EF4-FFF2-40B4-BE49-F238E27FC236}">
                <a16:creationId xmlns:a16="http://schemas.microsoft.com/office/drawing/2014/main" id="{E27E4898-2C60-473C-9103-AA8E429163B5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estrutura de dados do tipo último a entrar, primeiro a sair</a:t>
            </a:r>
          </a:p>
        </p:txBody>
      </p:sp>
    </p:spTree>
    <p:extLst>
      <p:ext uri="{BB962C8B-B14F-4D97-AF65-F5344CB8AC3E}">
        <p14:creationId xmlns:p14="http://schemas.microsoft.com/office/powerpoint/2010/main" val="7249414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E">
            <a:extLst>
              <a:ext uri="{FF2B5EF4-FFF2-40B4-BE49-F238E27FC236}">
                <a16:creationId xmlns:a16="http://schemas.microsoft.com/office/drawing/2014/main" id="{F99428D5-43EF-4791-82F1-EB1A71BA43E4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164" name="Line">
            <a:extLst>
              <a:ext uri="{FF2B5EF4-FFF2-40B4-BE49-F238E27FC236}">
                <a16:creationId xmlns:a16="http://schemas.microsoft.com/office/drawing/2014/main" id="{E5505ED8-BB62-4BF7-99EA-1A425AECCC0C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65" name="A">
            <a:extLst>
              <a:ext uri="{FF2B5EF4-FFF2-40B4-BE49-F238E27FC236}">
                <a16:creationId xmlns:a16="http://schemas.microsoft.com/office/drawing/2014/main" id="{FFBFD5DD-6225-4484-A676-647723E64262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166" name="B">
            <a:extLst>
              <a:ext uri="{FF2B5EF4-FFF2-40B4-BE49-F238E27FC236}">
                <a16:creationId xmlns:a16="http://schemas.microsoft.com/office/drawing/2014/main" id="{BAFC368B-E12B-4AB1-8446-EF53D990B8A9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167" name="C">
            <a:extLst>
              <a:ext uri="{FF2B5EF4-FFF2-40B4-BE49-F238E27FC236}">
                <a16:creationId xmlns:a16="http://schemas.microsoft.com/office/drawing/2014/main" id="{76F6048A-2567-4EF7-A722-BC6F83DB1993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168" name="D">
            <a:extLst>
              <a:ext uri="{FF2B5EF4-FFF2-40B4-BE49-F238E27FC236}">
                <a16:creationId xmlns:a16="http://schemas.microsoft.com/office/drawing/2014/main" id="{C8371045-D0A6-4217-A4EF-9B6B94B62DE5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169" name="F">
            <a:extLst>
              <a:ext uri="{FF2B5EF4-FFF2-40B4-BE49-F238E27FC236}">
                <a16:creationId xmlns:a16="http://schemas.microsoft.com/office/drawing/2014/main" id="{C4BBEFB2-A9D1-4804-B269-E6A65410AD58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170" name="Line">
            <a:extLst>
              <a:ext uri="{FF2B5EF4-FFF2-40B4-BE49-F238E27FC236}">
                <a16:creationId xmlns:a16="http://schemas.microsoft.com/office/drawing/2014/main" id="{937CB90A-50D1-4DC5-8792-E42C4DD0CE99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71" name="Line">
            <a:extLst>
              <a:ext uri="{FF2B5EF4-FFF2-40B4-BE49-F238E27FC236}">
                <a16:creationId xmlns:a16="http://schemas.microsoft.com/office/drawing/2014/main" id="{AE22A72B-BAED-4E20-9383-787279D39DED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72" name="Line">
            <a:extLst>
              <a:ext uri="{FF2B5EF4-FFF2-40B4-BE49-F238E27FC236}">
                <a16:creationId xmlns:a16="http://schemas.microsoft.com/office/drawing/2014/main" id="{DBDB967D-B88B-4B19-8415-567193168C33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73" name="Line">
            <a:extLst>
              <a:ext uri="{FF2B5EF4-FFF2-40B4-BE49-F238E27FC236}">
                <a16:creationId xmlns:a16="http://schemas.microsoft.com/office/drawing/2014/main" id="{D1F0F38B-C313-4CD1-B2AA-6C3753F745FE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74" name="Rectangle">
            <a:extLst>
              <a:ext uri="{FF2B5EF4-FFF2-40B4-BE49-F238E27FC236}">
                <a16:creationId xmlns:a16="http://schemas.microsoft.com/office/drawing/2014/main" id="{53CA3C09-B288-4D87-BC46-9E087C7C8D17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75" name="Frontier">
            <a:extLst>
              <a:ext uri="{FF2B5EF4-FFF2-40B4-BE49-F238E27FC236}">
                <a16:creationId xmlns:a16="http://schemas.microsoft.com/office/drawing/2014/main" id="{AABF33AB-D1F3-471A-B7AB-7EFF4C4AA4D4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176" name="Find a path from A to E.">
            <a:extLst>
              <a:ext uri="{FF2B5EF4-FFF2-40B4-BE49-F238E27FC236}">
                <a16:creationId xmlns:a16="http://schemas.microsoft.com/office/drawing/2014/main" id="{C8F9BADC-1946-42D3-ADF3-17641D68B42C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177" name="A">
            <a:extLst>
              <a:ext uri="{FF2B5EF4-FFF2-40B4-BE49-F238E27FC236}">
                <a16:creationId xmlns:a16="http://schemas.microsoft.com/office/drawing/2014/main" id="{FEC99220-7FF2-422B-A16C-E568537C3A85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178" name="Rectangle">
            <a:extLst>
              <a:ext uri="{FF2B5EF4-FFF2-40B4-BE49-F238E27FC236}">
                <a16:creationId xmlns:a16="http://schemas.microsoft.com/office/drawing/2014/main" id="{A132C8CB-7C2D-4B03-9E35-D0310F22E9D5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79" name="Explored Set">
            <a:extLst>
              <a:ext uri="{FF2B5EF4-FFF2-40B4-BE49-F238E27FC236}">
                <a16:creationId xmlns:a16="http://schemas.microsoft.com/office/drawing/2014/main" id="{EDF02C3B-E21D-4718-8640-E12C939FCC70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</p:spTree>
    <p:extLst>
      <p:ext uri="{BB962C8B-B14F-4D97-AF65-F5344CB8AC3E}">
        <p14:creationId xmlns:p14="http://schemas.microsoft.com/office/powerpoint/2010/main" val="15468470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E">
            <a:extLst>
              <a:ext uri="{FF2B5EF4-FFF2-40B4-BE49-F238E27FC236}">
                <a16:creationId xmlns:a16="http://schemas.microsoft.com/office/drawing/2014/main" id="{C62208D3-F6B1-4ABC-BE9B-F5501184CC84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182" name="Line">
            <a:extLst>
              <a:ext uri="{FF2B5EF4-FFF2-40B4-BE49-F238E27FC236}">
                <a16:creationId xmlns:a16="http://schemas.microsoft.com/office/drawing/2014/main" id="{78F74E1A-19D8-44B2-9A3C-607F4C0BB6D5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83" name="A">
            <a:extLst>
              <a:ext uri="{FF2B5EF4-FFF2-40B4-BE49-F238E27FC236}">
                <a16:creationId xmlns:a16="http://schemas.microsoft.com/office/drawing/2014/main" id="{81DE7472-BD7B-462A-978F-DEF273010F0C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184" name="B">
            <a:extLst>
              <a:ext uri="{FF2B5EF4-FFF2-40B4-BE49-F238E27FC236}">
                <a16:creationId xmlns:a16="http://schemas.microsoft.com/office/drawing/2014/main" id="{6487F6CC-780D-4FA5-9EF6-85C720249453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185" name="C">
            <a:extLst>
              <a:ext uri="{FF2B5EF4-FFF2-40B4-BE49-F238E27FC236}">
                <a16:creationId xmlns:a16="http://schemas.microsoft.com/office/drawing/2014/main" id="{A29A95CF-D400-41F5-A64D-8268532E390C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186" name="D">
            <a:extLst>
              <a:ext uri="{FF2B5EF4-FFF2-40B4-BE49-F238E27FC236}">
                <a16:creationId xmlns:a16="http://schemas.microsoft.com/office/drawing/2014/main" id="{5E6027F7-BE71-428A-BC6B-ED5920B5B456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187" name="F">
            <a:extLst>
              <a:ext uri="{FF2B5EF4-FFF2-40B4-BE49-F238E27FC236}">
                <a16:creationId xmlns:a16="http://schemas.microsoft.com/office/drawing/2014/main" id="{17C8B83B-32E4-4CFE-AA7E-10BC52DCD76C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188" name="Line">
            <a:extLst>
              <a:ext uri="{FF2B5EF4-FFF2-40B4-BE49-F238E27FC236}">
                <a16:creationId xmlns:a16="http://schemas.microsoft.com/office/drawing/2014/main" id="{57C409FA-085E-41D0-8150-EB067EA7751B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89" name="Line">
            <a:extLst>
              <a:ext uri="{FF2B5EF4-FFF2-40B4-BE49-F238E27FC236}">
                <a16:creationId xmlns:a16="http://schemas.microsoft.com/office/drawing/2014/main" id="{656F1918-5F69-429E-A643-DD6BC236983B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90" name="Line">
            <a:extLst>
              <a:ext uri="{FF2B5EF4-FFF2-40B4-BE49-F238E27FC236}">
                <a16:creationId xmlns:a16="http://schemas.microsoft.com/office/drawing/2014/main" id="{CA16CE39-72F0-41A9-B73D-E254931A9B3F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91" name="Line">
            <a:extLst>
              <a:ext uri="{FF2B5EF4-FFF2-40B4-BE49-F238E27FC236}">
                <a16:creationId xmlns:a16="http://schemas.microsoft.com/office/drawing/2014/main" id="{D2D2F7E0-F8A6-4050-BC1C-66FFD5A79F57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92" name="Rectangle">
            <a:extLst>
              <a:ext uri="{FF2B5EF4-FFF2-40B4-BE49-F238E27FC236}">
                <a16:creationId xmlns:a16="http://schemas.microsoft.com/office/drawing/2014/main" id="{29EEC8FA-F770-48CE-871E-849EB56ACD9F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93" name="Frontier">
            <a:extLst>
              <a:ext uri="{FF2B5EF4-FFF2-40B4-BE49-F238E27FC236}">
                <a16:creationId xmlns:a16="http://schemas.microsoft.com/office/drawing/2014/main" id="{EE877BFA-11D2-42E9-8349-CD3C4C475879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194" name="Find a path from A to E.">
            <a:extLst>
              <a:ext uri="{FF2B5EF4-FFF2-40B4-BE49-F238E27FC236}">
                <a16:creationId xmlns:a16="http://schemas.microsoft.com/office/drawing/2014/main" id="{18C71582-51F9-4A7F-A1B4-AB39A01C91AD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195" name="A">
            <a:extLst>
              <a:ext uri="{FF2B5EF4-FFF2-40B4-BE49-F238E27FC236}">
                <a16:creationId xmlns:a16="http://schemas.microsoft.com/office/drawing/2014/main" id="{94C710B6-16EE-4B10-A1F0-E09038377738}"/>
              </a:ext>
            </a:extLst>
          </p:cNvPr>
          <p:cNvSpPr>
            <a:spLocks noGrp="1"/>
          </p:cNvSpPr>
          <p:nvPr/>
        </p:nvSpPr>
        <p:spPr>
          <a:xfrm>
            <a:off x="1714500" y="4254834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196" name="Rectangle">
            <a:extLst>
              <a:ext uri="{FF2B5EF4-FFF2-40B4-BE49-F238E27FC236}">
                <a16:creationId xmlns:a16="http://schemas.microsoft.com/office/drawing/2014/main" id="{C86CEEAF-A9DA-42E6-B196-1AFD307BA958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97" name="Explored Set">
            <a:extLst>
              <a:ext uri="{FF2B5EF4-FFF2-40B4-BE49-F238E27FC236}">
                <a16:creationId xmlns:a16="http://schemas.microsoft.com/office/drawing/2014/main" id="{FF60FBCB-5ED6-4B17-A440-69D2CA989248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</p:spTree>
    <p:extLst>
      <p:ext uri="{BB962C8B-B14F-4D97-AF65-F5344CB8AC3E}">
        <p14:creationId xmlns:p14="http://schemas.microsoft.com/office/powerpoint/2010/main" val="13453325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E">
            <a:extLst>
              <a:ext uri="{FF2B5EF4-FFF2-40B4-BE49-F238E27FC236}">
                <a16:creationId xmlns:a16="http://schemas.microsoft.com/office/drawing/2014/main" id="{FB5E340C-7C9D-430B-863B-B1833F3C44A7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200" name="Line">
            <a:extLst>
              <a:ext uri="{FF2B5EF4-FFF2-40B4-BE49-F238E27FC236}">
                <a16:creationId xmlns:a16="http://schemas.microsoft.com/office/drawing/2014/main" id="{379CF7A3-5AEF-483C-BF06-786C6D79F685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01" name="A">
            <a:extLst>
              <a:ext uri="{FF2B5EF4-FFF2-40B4-BE49-F238E27FC236}">
                <a16:creationId xmlns:a16="http://schemas.microsoft.com/office/drawing/2014/main" id="{DAAF0413-ACF2-43E0-8F26-4D619D1AB81A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202" name="B">
            <a:extLst>
              <a:ext uri="{FF2B5EF4-FFF2-40B4-BE49-F238E27FC236}">
                <a16:creationId xmlns:a16="http://schemas.microsoft.com/office/drawing/2014/main" id="{6BDE266E-4699-40C8-B304-ED8B42B22F4E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203" name="C">
            <a:extLst>
              <a:ext uri="{FF2B5EF4-FFF2-40B4-BE49-F238E27FC236}">
                <a16:creationId xmlns:a16="http://schemas.microsoft.com/office/drawing/2014/main" id="{8FDAEE78-0F79-47E0-B1D9-425FF0903487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204" name="D">
            <a:extLst>
              <a:ext uri="{FF2B5EF4-FFF2-40B4-BE49-F238E27FC236}">
                <a16:creationId xmlns:a16="http://schemas.microsoft.com/office/drawing/2014/main" id="{CF4EF74D-9158-48EE-9458-4DCFA6AAAED1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205" name="F">
            <a:extLst>
              <a:ext uri="{FF2B5EF4-FFF2-40B4-BE49-F238E27FC236}">
                <a16:creationId xmlns:a16="http://schemas.microsoft.com/office/drawing/2014/main" id="{18FE9784-4B43-4062-802E-4A77C1CDFC60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206" name="Line">
            <a:extLst>
              <a:ext uri="{FF2B5EF4-FFF2-40B4-BE49-F238E27FC236}">
                <a16:creationId xmlns:a16="http://schemas.microsoft.com/office/drawing/2014/main" id="{9E841616-67DF-4C61-961A-6A2A1BCFA9AC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07" name="Line">
            <a:extLst>
              <a:ext uri="{FF2B5EF4-FFF2-40B4-BE49-F238E27FC236}">
                <a16:creationId xmlns:a16="http://schemas.microsoft.com/office/drawing/2014/main" id="{76FBEF7C-48A8-424C-9881-EE8BF84ABC26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08" name="Line">
            <a:extLst>
              <a:ext uri="{FF2B5EF4-FFF2-40B4-BE49-F238E27FC236}">
                <a16:creationId xmlns:a16="http://schemas.microsoft.com/office/drawing/2014/main" id="{4A1F2B9E-DCA3-4041-8EF8-65F44A38E47B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09" name="Line">
            <a:extLst>
              <a:ext uri="{FF2B5EF4-FFF2-40B4-BE49-F238E27FC236}">
                <a16:creationId xmlns:a16="http://schemas.microsoft.com/office/drawing/2014/main" id="{E4066808-A7BE-49C1-85E8-6CAEF9460801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10" name="Rectangle">
            <a:extLst>
              <a:ext uri="{FF2B5EF4-FFF2-40B4-BE49-F238E27FC236}">
                <a16:creationId xmlns:a16="http://schemas.microsoft.com/office/drawing/2014/main" id="{70073271-C03A-408A-AACF-7378807BF9A1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11" name="Frontier">
            <a:extLst>
              <a:ext uri="{FF2B5EF4-FFF2-40B4-BE49-F238E27FC236}">
                <a16:creationId xmlns:a16="http://schemas.microsoft.com/office/drawing/2014/main" id="{EDCAE5C1-05AC-47DF-B720-5BC88AA1A470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212" name="Find a path from A to E.">
            <a:extLst>
              <a:ext uri="{FF2B5EF4-FFF2-40B4-BE49-F238E27FC236}">
                <a16:creationId xmlns:a16="http://schemas.microsoft.com/office/drawing/2014/main" id="{7E884C4E-227D-4C36-A706-BD3EA897D25A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213" name="Rectangle">
            <a:extLst>
              <a:ext uri="{FF2B5EF4-FFF2-40B4-BE49-F238E27FC236}">
                <a16:creationId xmlns:a16="http://schemas.microsoft.com/office/drawing/2014/main" id="{36B854F3-59B0-42A4-A6F2-14E79B73212C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14" name="Explored Set">
            <a:extLst>
              <a:ext uri="{FF2B5EF4-FFF2-40B4-BE49-F238E27FC236}">
                <a16:creationId xmlns:a16="http://schemas.microsoft.com/office/drawing/2014/main" id="{09C3BF88-0B65-4162-B420-4BE4C105D89B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  <p:sp>
        <p:nvSpPr>
          <p:cNvPr id="1215" name="Circle">
            <a:extLst>
              <a:ext uri="{FF2B5EF4-FFF2-40B4-BE49-F238E27FC236}">
                <a16:creationId xmlns:a16="http://schemas.microsoft.com/office/drawing/2014/main" id="{13D4FF51-40FE-466F-B2EC-B11575231F92}"/>
              </a:ext>
            </a:extLst>
          </p:cNvPr>
          <p:cNvSpPr>
            <a:spLocks noGrp="1"/>
          </p:cNvSpPr>
          <p:nvPr/>
        </p:nvSpPr>
        <p:spPr>
          <a:xfrm>
            <a:off x="13533942" y="1422598"/>
            <a:ext cx="1973512" cy="1973511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16" name="B">
            <a:extLst>
              <a:ext uri="{FF2B5EF4-FFF2-40B4-BE49-F238E27FC236}">
                <a16:creationId xmlns:a16="http://schemas.microsoft.com/office/drawing/2014/main" id="{F3411376-BBA2-42A3-8252-088FDB01232E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217" name="A">
            <a:extLst>
              <a:ext uri="{FF2B5EF4-FFF2-40B4-BE49-F238E27FC236}">
                <a16:creationId xmlns:a16="http://schemas.microsoft.com/office/drawing/2014/main" id="{88CC9BBA-5C5D-44AD-B892-F0BDBD0D0413}"/>
              </a:ext>
            </a:extLst>
          </p:cNvPr>
          <p:cNvSpPr>
            <a:spLocks noGrp="1"/>
          </p:cNvSpPr>
          <p:nvPr/>
        </p:nvSpPr>
        <p:spPr>
          <a:xfrm>
            <a:off x="17145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746478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E">
            <a:extLst>
              <a:ext uri="{FF2B5EF4-FFF2-40B4-BE49-F238E27FC236}">
                <a16:creationId xmlns:a16="http://schemas.microsoft.com/office/drawing/2014/main" id="{672DF6E6-DCED-453B-98BE-124FE8652003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220" name="Line">
            <a:extLst>
              <a:ext uri="{FF2B5EF4-FFF2-40B4-BE49-F238E27FC236}">
                <a16:creationId xmlns:a16="http://schemas.microsoft.com/office/drawing/2014/main" id="{12E41CA1-D648-4EB7-A81D-F8DFA3E74839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21" name="A">
            <a:extLst>
              <a:ext uri="{FF2B5EF4-FFF2-40B4-BE49-F238E27FC236}">
                <a16:creationId xmlns:a16="http://schemas.microsoft.com/office/drawing/2014/main" id="{CE0BBE13-D109-4280-8834-7F4D861FD89E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222" name="B">
            <a:extLst>
              <a:ext uri="{FF2B5EF4-FFF2-40B4-BE49-F238E27FC236}">
                <a16:creationId xmlns:a16="http://schemas.microsoft.com/office/drawing/2014/main" id="{DCBC08CF-9956-4E49-8AB5-BBE29204E784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223" name="C">
            <a:extLst>
              <a:ext uri="{FF2B5EF4-FFF2-40B4-BE49-F238E27FC236}">
                <a16:creationId xmlns:a16="http://schemas.microsoft.com/office/drawing/2014/main" id="{35345188-EB21-4767-87CF-CD53EE12EDC9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224" name="D">
            <a:extLst>
              <a:ext uri="{FF2B5EF4-FFF2-40B4-BE49-F238E27FC236}">
                <a16:creationId xmlns:a16="http://schemas.microsoft.com/office/drawing/2014/main" id="{42DEE44F-037D-4796-82F7-09E0DFF7B74A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225" name="F">
            <a:extLst>
              <a:ext uri="{FF2B5EF4-FFF2-40B4-BE49-F238E27FC236}">
                <a16:creationId xmlns:a16="http://schemas.microsoft.com/office/drawing/2014/main" id="{CBFE1FC1-FCB7-4CD0-9537-3073881B9DBF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226" name="Line">
            <a:extLst>
              <a:ext uri="{FF2B5EF4-FFF2-40B4-BE49-F238E27FC236}">
                <a16:creationId xmlns:a16="http://schemas.microsoft.com/office/drawing/2014/main" id="{D0420972-A08F-4259-9084-CEB2F73372B9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27" name="Line">
            <a:extLst>
              <a:ext uri="{FF2B5EF4-FFF2-40B4-BE49-F238E27FC236}">
                <a16:creationId xmlns:a16="http://schemas.microsoft.com/office/drawing/2014/main" id="{BB393763-4047-4774-9306-D3A81453D355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28" name="Line">
            <a:extLst>
              <a:ext uri="{FF2B5EF4-FFF2-40B4-BE49-F238E27FC236}">
                <a16:creationId xmlns:a16="http://schemas.microsoft.com/office/drawing/2014/main" id="{2BCC56CC-BD9A-4395-A32F-E92370B8A804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29" name="Line">
            <a:extLst>
              <a:ext uri="{FF2B5EF4-FFF2-40B4-BE49-F238E27FC236}">
                <a16:creationId xmlns:a16="http://schemas.microsoft.com/office/drawing/2014/main" id="{86E725AE-724C-4050-BE87-1C5404F1B514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30" name="Rectangle">
            <a:extLst>
              <a:ext uri="{FF2B5EF4-FFF2-40B4-BE49-F238E27FC236}">
                <a16:creationId xmlns:a16="http://schemas.microsoft.com/office/drawing/2014/main" id="{B44E696A-053E-4349-8BBD-9288F53F4F76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31" name="Frontier">
            <a:extLst>
              <a:ext uri="{FF2B5EF4-FFF2-40B4-BE49-F238E27FC236}">
                <a16:creationId xmlns:a16="http://schemas.microsoft.com/office/drawing/2014/main" id="{37E49FC2-0BC2-49F5-A416-AFDEE7E9E7C3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232" name="Find a path from A to E.">
            <a:extLst>
              <a:ext uri="{FF2B5EF4-FFF2-40B4-BE49-F238E27FC236}">
                <a16:creationId xmlns:a16="http://schemas.microsoft.com/office/drawing/2014/main" id="{E263986D-7051-4AC7-8DCB-A0899AF2310A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233" name="Rectangle">
            <a:extLst>
              <a:ext uri="{FF2B5EF4-FFF2-40B4-BE49-F238E27FC236}">
                <a16:creationId xmlns:a16="http://schemas.microsoft.com/office/drawing/2014/main" id="{38D7D6E5-9350-4528-A3A3-7C2666D64272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34" name="Explored Set">
            <a:extLst>
              <a:ext uri="{FF2B5EF4-FFF2-40B4-BE49-F238E27FC236}">
                <a16:creationId xmlns:a16="http://schemas.microsoft.com/office/drawing/2014/main" id="{D54244CD-AED8-4760-8C85-7D272B6CA06B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  <p:sp>
        <p:nvSpPr>
          <p:cNvPr id="1235" name="Circle">
            <a:extLst>
              <a:ext uri="{FF2B5EF4-FFF2-40B4-BE49-F238E27FC236}">
                <a16:creationId xmlns:a16="http://schemas.microsoft.com/office/drawing/2014/main" id="{786F4C36-67CF-47BA-925B-886EE15F7E37}"/>
              </a:ext>
            </a:extLst>
          </p:cNvPr>
          <p:cNvSpPr>
            <a:spLocks noGrp="1"/>
          </p:cNvSpPr>
          <p:nvPr/>
        </p:nvSpPr>
        <p:spPr>
          <a:xfrm>
            <a:off x="13533942" y="1422598"/>
            <a:ext cx="1973512" cy="1973511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36" name="B">
            <a:extLst>
              <a:ext uri="{FF2B5EF4-FFF2-40B4-BE49-F238E27FC236}">
                <a16:creationId xmlns:a16="http://schemas.microsoft.com/office/drawing/2014/main" id="{E7F16043-25A6-4DD8-B936-4B480BF2F2B2}"/>
              </a:ext>
            </a:extLst>
          </p:cNvPr>
          <p:cNvSpPr>
            <a:spLocks noGrp="1"/>
          </p:cNvSpPr>
          <p:nvPr/>
        </p:nvSpPr>
        <p:spPr>
          <a:xfrm>
            <a:off x="1714500" y="434872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237" name="A">
            <a:extLst>
              <a:ext uri="{FF2B5EF4-FFF2-40B4-BE49-F238E27FC236}">
                <a16:creationId xmlns:a16="http://schemas.microsoft.com/office/drawing/2014/main" id="{816AB73F-89FC-48D5-8378-FB80C0B6D5BF}"/>
              </a:ext>
            </a:extLst>
          </p:cNvPr>
          <p:cNvSpPr>
            <a:spLocks noGrp="1"/>
          </p:cNvSpPr>
          <p:nvPr/>
        </p:nvSpPr>
        <p:spPr>
          <a:xfrm>
            <a:off x="17145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403721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E">
            <a:extLst>
              <a:ext uri="{FF2B5EF4-FFF2-40B4-BE49-F238E27FC236}">
                <a16:creationId xmlns:a16="http://schemas.microsoft.com/office/drawing/2014/main" id="{0D51FE39-DFA2-4307-80A7-35B6E24630A6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240" name="Line">
            <a:extLst>
              <a:ext uri="{FF2B5EF4-FFF2-40B4-BE49-F238E27FC236}">
                <a16:creationId xmlns:a16="http://schemas.microsoft.com/office/drawing/2014/main" id="{70E8B29E-840C-43F9-85F5-433FC1841773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41" name="A">
            <a:extLst>
              <a:ext uri="{FF2B5EF4-FFF2-40B4-BE49-F238E27FC236}">
                <a16:creationId xmlns:a16="http://schemas.microsoft.com/office/drawing/2014/main" id="{BD1AF6C4-0CA4-4C80-BBBB-AB6AB0AED1DE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242" name="B">
            <a:extLst>
              <a:ext uri="{FF2B5EF4-FFF2-40B4-BE49-F238E27FC236}">
                <a16:creationId xmlns:a16="http://schemas.microsoft.com/office/drawing/2014/main" id="{84A78754-CD6F-491C-89FA-F9D474F1215E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243" name="C">
            <a:extLst>
              <a:ext uri="{FF2B5EF4-FFF2-40B4-BE49-F238E27FC236}">
                <a16:creationId xmlns:a16="http://schemas.microsoft.com/office/drawing/2014/main" id="{1E5ED195-751E-4063-A919-D2BB902FCEDE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244" name="D">
            <a:extLst>
              <a:ext uri="{FF2B5EF4-FFF2-40B4-BE49-F238E27FC236}">
                <a16:creationId xmlns:a16="http://schemas.microsoft.com/office/drawing/2014/main" id="{41384A1D-EB95-49E9-95ED-E27460DCD27A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245" name="F">
            <a:extLst>
              <a:ext uri="{FF2B5EF4-FFF2-40B4-BE49-F238E27FC236}">
                <a16:creationId xmlns:a16="http://schemas.microsoft.com/office/drawing/2014/main" id="{CD4D008F-2D8B-4FEA-B0B0-29EC508E98D4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246" name="Line">
            <a:extLst>
              <a:ext uri="{FF2B5EF4-FFF2-40B4-BE49-F238E27FC236}">
                <a16:creationId xmlns:a16="http://schemas.microsoft.com/office/drawing/2014/main" id="{8A2703F0-77FA-4036-9913-A2BD403E0BF6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47" name="Line">
            <a:extLst>
              <a:ext uri="{FF2B5EF4-FFF2-40B4-BE49-F238E27FC236}">
                <a16:creationId xmlns:a16="http://schemas.microsoft.com/office/drawing/2014/main" id="{3141351B-42BB-49C6-BE84-F17148D6DD9C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48" name="Line">
            <a:extLst>
              <a:ext uri="{FF2B5EF4-FFF2-40B4-BE49-F238E27FC236}">
                <a16:creationId xmlns:a16="http://schemas.microsoft.com/office/drawing/2014/main" id="{82DB49FC-3D7F-4F25-942A-6A67CAB323D8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49" name="Line">
            <a:extLst>
              <a:ext uri="{FF2B5EF4-FFF2-40B4-BE49-F238E27FC236}">
                <a16:creationId xmlns:a16="http://schemas.microsoft.com/office/drawing/2014/main" id="{F14CFBB2-566F-40B5-A8E7-ADD3B199E1A6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50" name="Rectangle">
            <a:extLst>
              <a:ext uri="{FF2B5EF4-FFF2-40B4-BE49-F238E27FC236}">
                <a16:creationId xmlns:a16="http://schemas.microsoft.com/office/drawing/2014/main" id="{70F84F4C-1E0B-4F7E-9BC7-E14C5325D280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51" name="Frontier">
            <a:extLst>
              <a:ext uri="{FF2B5EF4-FFF2-40B4-BE49-F238E27FC236}">
                <a16:creationId xmlns:a16="http://schemas.microsoft.com/office/drawing/2014/main" id="{03FE253D-47A4-40C4-BC26-07EA570F8C54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252" name="Find a path from A to E.">
            <a:extLst>
              <a:ext uri="{FF2B5EF4-FFF2-40B4-BE49-F238E27FC236}">
                <a16:creationId xmlns:a16="http://schemas.microsoft.com/office/drawing/2014/main" id="{5C603E82-044D-47B7-9BAF-4AA9088FF2D4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253" name="Rectangle">
            <a:extLst>
              <a:ext uri="{FF2B5EF4-FFF2-40B4-BE49-F238E27FC236}">
                <a16:creationId xmlns:a16="http://schemas.microsoft.com/office/drawing/2014/main" id="{E19D440B-013C-4373-BC00-0E308FD137C8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54" name="Explored Set">
            <a:extLst>
              <a:ext uri="{FF2B5EF4-FFF2-40B4-BE49-F238E27FC236}">
                <a16:creationId xmlns:a16="http://schemas.microsoft.com/office/drawing/2014/main" id="{59423F47-2B58-45A3-B4BC-48C964A3FFDF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  <p:sp>
        <p:nvSpPr>
          <p:cNvPr id="1255" name="Circle">
            <a:extLst>
              <a:ext uri="{FF2B5EF4-FFF2-40B4-BE49-F238E27FC236}">
                <a16:creationId xmlns:a16="http://schemas.microsoft.com/office/drawing/2014/main" id="{C301E014-3EBB-46FD-8A59-0DB36C5B3C8A}"/>
              </a:ext>
            </a:extLst>
          </p:cNvPr>
          <p:cNvSpPr>
            <a:spLocks noGrp="1"/>
          </p:cNvSpPr>
          <p:nvPr/>
        </p:nvSpPr>
        <p:spPr>
          <a:xfrm>
            <a:off x="18120462" y="2142768"/>
            <a:ext cx="1973512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56" name="C">
            <a:extLst>
              <a:ext uri="{FF2B5EF4-FFF2-40B4-BE49-F238E27FC236}">
                <a16:creationId xmlns:a16="http://schemas.microsoft.com/office/drawing/2014/main" id="{41DCA60E-D1EA-4088-81AD-807146EFD585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257" name="D">
            <a:extLst>
              <a:ext uri="{FF2B5EF4-FFF2-40B4-BE49-F238E27FC236}">
                <a16:creationId xmlns:a16="http://schemas.microsoft.com/office/drawing/2014/main" id="{A13F1A7E-2627-4EC1-82FA-B0523D3C30EA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258" name="B">
            <a:extLst>
              <a:ext uri="{FF2B5EF4-FFF2-40B4-BE49-F238E27FC236}">
                <a16:creationId xmlns:a16="http://schemas.microsoft.com/office/drawing/2014/main" id="{8E367774-9C74-42DF-BF98-142C34B44707}"/>
              </a:ext>
            </a:extLst>
          </p:cNvPr>
          <p:cNvSpPr>
            <a:spLocks noGrp="1"/>
          </p:cNvSpPr>
          <p:nvPr/>
        </p:nvSpPr>
        <p:spPr>
          <a:xfrm>
            <a:off x="36322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259" name="A">
            <a:extLst>
              <a:ext uri="{FF2B5EF4-FFF2-40B4-BE49-F238E27FC236}">
                <a16:creationId xmlns:a16="http://schemas.microsoft.com/office/drawing/2014/main" id="{DBF08880-B3DE-445F-A547-CB31D9F37B39}"/>
              </a:ext>
            </a:extLst>
          </p:cNvPr>
          <p:cNvSpPr>
            <a:spLocks noGrp="1"/>
          </p:cNvSpPr>
          <p:nvPr/>
        </p:nvSpPr>
        <p:spPr>
          <a:xfrm>
            <a:off x="17145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4399812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E">
            <a:extLst>
              <a:ext uri="{FF2B5EF4-FFF2-40B4-BE49-F238E27FC236}">
                <a16:creationId xmlns:a16="http://schemas.microsoft.com/office/drawing/2014/main" id="{97131EB2-D027-4F2A-8EEF-FF9850BBF158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262" name="Line">
            <a:extLst>
              <a:ext uri="{FF2B5EF4-FFF2-40B4-BE49-F238E27FC236}">
                <a16:creationId xmlns:a16="http://schemas.microsoft.com/office/drawing/2014/main" id="{545FE585-43CD-4F4F-B5A9-ED520C48684D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63" name="A">
            <a:extLst>
              <a:ext uri="{FF2B5EF4-FFF2-40B4-BE49-F238E27FC236}">
                <a16:creationId xmlns:a16="http://schemas.microsoft.com/office/drawing/2014/main" id="{067108B2-F003-415A-94C5-F5A12D9B3BD1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264" name="B">
            <a:extLst>
              <a:ext uri="{FF2B5EF4-FFF2-40B4-BE49-F238E27FC236}">
                <a16:creationId xmlns:a16="http://schemas.microsoft.com/office/drawing/2014/main" id="{ED6ECB01-2F32-455E-94F3-AD815114D6B2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265" name="C">
            <a:extLst>
              <a:ext uri="{FF2B5EF4-FFF2-40B4-BE49-F238E27FC236}">
                <a16:creationId xmlns:a16="http://schemas.microsoft.com/office/drawing/2014/main" id="{02D86533-035F-46CE-8A6D-5EFD1FEABBBE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266" name="D">
            <a:extLst>
              <a:ext uri="{FF2B5EF4-FFF2-40B4-BE49-F238E27FC236}">
                <a16:creationId xmlns:a16="http://schemas.microsoft.com/office/drawing/2014/main" id="{02719A65-15AB-4E5E-AB42-2A07ECA03B0D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267" name="F">
            <a:extLst>
              <a:ext uri="{FF2B5EF4-FFF2-40B4-BE49-F238E27FC236}">
                <a16:creationId xmlns:a16="http://schemas.microsoft.com/office/drawing/2014/main" id="{938E4DDB-0FFA-4E8C-AB09-69848DADE07C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268" name="Line">
            <a:extLst>
              <a:ext uri="{FF2B5EF4-FFF2-40B4-BE49-F238E27FC236}">
                <a16:creationId xmlns:a16="http://schemas.microsoft.com/office/drawing/2014/main" id="{4C291E04-79C3-4EEB-8AE6-81A52701BA52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69" name="Line">
            <a:extLst>
              <a:ext uri="{FF2B5EF4-FFF2-40B4-BE49-F238E27FC236}">
                <a16:creationId xmlns:a16="http://schemas.microsoft.com/office/drawing/2014/main" id="{A64B1940-62EB-4AB3-84FC-AD892D608ECD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70" name="Line">
            <a:extLst>
              <a:ext uri="{FF2B5EF4-FFF2-40B4-BE49-F238E27FC236}">
                <a16:creationId xmlns:a16="http://schemas.microsoft.com/office/drawing/2014/main" id="{B90D074A-1666-48D5-9B15-72954110A3EE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71" name="Line">
            <a:extLst>
              <a:ext uri="{FF2B5EF4-FFF2-40B4-BE49-F238E27FC236}">
                <a16:creationId xmlns:a16="http://schemas.microsoft.com/office/drawing/2014/main" id="{124F35AA-401F-408A-A5EA-8957D85AD445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72" name="Rectangle">
            <a:extLst>
              <a:ext uri="{FF2B5EF4-FFF2-40B4-BE49-F238E27FC236}">
                <a16:creationId xmlns:a16="http://schemas.microsoft.com/office/drawing/2014/main" id="{A4107C4D-DC56-4AE2-817C-568B0A639E38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73" name="Frontier">
            <a:extLst>
              <a:ext uri="{FF2B5EF4-FFF2-40B4-BE49-F238E27FC236}">
                <a16:creationId xmlns:a16="http://schemas.microsoft.com/office/drawing/2014/main" id="{180D6AF6-EA81-4FE9-8DD1-F890B458A218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274" name="Find a path from A to E.">
            <a:extLst>
              <a:ext uri="{FF2B5EF4-FFF2-40B4-BE49-F238E27FC236}">
                <a16:creationId xmlns:a16="http://schemas.microsoft.com/office/drawing/2014/main" id="{AE31BDC2-48B1-4B54-944C-3FEB9AD9B1E3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275" name="Rectangle">
            <a:extLst>
              <a:ext uri="{FF2B5EF4-FFF2-40B4-BE49-F238E27FC236}">
                <a16:creationId xmlns:a16="http://schemas.microsoft.com/office/drawing/2014/main" id="{B4BD95FF-0288-4ADE-ADA6-3DC932A2510F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76" name="Explored Set">
            <a:extLst>
              <a:ext uri="{FF2B5EF4-FFF2-40B4-BE49-F238E27FC236}">
                <a16:creationId xmlns:a16="http://schemas.microsoft.com/office/drawing/2014/main" id="{7609F6DB-3858-477C-82FF-5B9ECD6742E5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  <p:sp>
        <p:nvSpPr>
          <p:cNvPr id="1277" name="Circle">
            <a:extLst>
              <a:ext uri="{FF2B5EF4-FFF2-40B4-BE49-F238E27FC236}">
                <a16:creationId xmlns:a16="http://schemas.microsoft.com/office/drawing/2014/main" id="{EB632003-CCE0-47E3-8B35-094AA8C17ABC}"/>
              </a:ext>
            </a:extLst>
          </p:cNvPr>
          <p:cNvSpPr>
            <a:spLocks noGrp="1"/>
          </p:cNvSpPr>
          <p:nvPr/>
        </p:nvSpPr>
        <p:spPr>
          <a:xfrm>
            <a:off x="18120462" y="2142768"/>
            <a:ext cx="1973512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78" name="C">
            <a:extLst>
              <a:ext uri="{FF2B5EF4-FFF2-40B4-BE49-F238E27FC236}">
                <a16:creationId xmlns:a16="http://schemas.microsoft.com/office/drawing/2014/main" id="{59B08F3C-5C72-4167-9408-28304FDE691A}"/>
              </a:ext>
            </a:extLst>
          </p:cNvPr>
          <p:cNvSpPr>
            <a:spLocks noGrp="1"/>
          </p:cNvSpPr>
          <p:nvPr/>
        </p:nvSpPr>
        <p:spPr>
          <a:xfrm>
            <a:off x="1714500" y="4254834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279" name="D">
            <a:extLst>
              <a:ext uri="{FF2B5EF4-FFF2-40B4-BE49-F238E27FC236}">
                <a16:creationId xmlns:a16="http://schemas.microsoft.com/office/drawing/2014/main" id="{DACC5A48-23FF-491E-AB3B-F881AA6BE6DC}"/>
              </a:ext>
            </a:extLst>
          </p:cNvPr>
          <p:cNvSpPr>
            <a:spLocks noGrp="1"/>
          </p:cNvSpPr>
          <p:nvPr/>
        </p:nvSpPr>
        <p:spPr>
          <a:xfrm>
            <a:off x="3632200" y="4254834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280" name="B">
            <a:extLst>
              <a:ext uri="{FF2B5EF4-FFF2-40B4-BE49-F238E27FC236}">
                <a16:creationId xmlns:a16="http://schemas.microsoft.com/office/drawing/2014/main" id="{08D44D24-5A88-494E-A20A-3D243C435621}"/>
              </a:ext>
            </a:extLst>
          </p:cNvPr>
          <p:cNvSpPr>
            <a:spLocks noGrp="1"/>
          </p:cNvSpPr>
          <p:nvPr/>
        </p:nvSpPr>
        <p:spPr>
          <a:xfrm>
            <a:off x="36322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281" name="A">
            <a:extLst>
              <a:ext uri="{FF2B5EF4-FFF2-40B4-BE49-F238E27FC236}">
                <a16:creationId xmlns:a16="http://schemas.microsoft.com/office/drawing/2014/main" id="{FFBBC3BC-4928-4B7D-B677-94AC8C4F18C1}"/>
              </a:ext>
            </a:extLst>
          </p:cNvPr>
          <p:cNvSpPr>
            <a:spLocks noGrp="1"/>
          </p:cNvSpPr>
          <p:nvPr/>
        </p:nvSpPr>
        <p:spPr>
          <a:xfrm>
            <a:off x="17145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5607144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E">
            <a:extLst>
              <a:ext uri="{FF2B5EF4-FFF2-40B4-BE49-F238E27FC236}">
                <a16:creationId xmlns:a16="http://schemas.microsoft.com/office/drawing/2014/main" id="{54820EE5-3FFF-416B-A12B-386D5D375B48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284" name="Line">
            <a:extLst>
              <a:ext uri="{FF2B5EF4-FFF2-40B4-BE49-F238E27FC236}">
                <a16:creationId xmlns:a16="http://schemas.microsoft.com/office/drawing/2014/main" id="{A194213E-5318-404F-BF14-6447B733C7AF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85" name="A">
            <a:extLst>
              <a:ext uri="{FF2B5EF4-FFF2-40B4-BE49-F238E27FC236}">
                <a16:creationId xmlns:a16="http://schemas.microsoft.com/office/drawing/2014/main" id="{DE9909AF-6030-4099-B5CA-DEC42DAA3585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286" name="B">
            <a:extLst>
              <a:ext uri="{FF2B5EF4-FFF2-40B4-BE49-F238E27FC236}">
                <a16:creationId xmlns:a16="http://schemas.microsoft.com/office/drawing/2014/main" id="{7F1725A3-1F8B-433C-91C7-7380A2A3CB6E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287" name="C">
            <a:extLst>
              <a:ext uri="{FF2B5EF4-FFF2-40B4-BE49-F238E27FC236}">
                <a16:creationId xmlns:a16="http://schemas.microsoft.com/office/drawing/2014/main" id="{7DCBD2E4-7DF1-4D4B-82FA-C2ED517C9C49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288" name="D">
            <a:extLst>
              <a:ext uri="{FF2B5EF4-FFF2-40B4-BE49-F238E27FC236}">
                <a16:creationId xmlns:a16="http://schemas.microsoft.com/office/drawing/2014/main" id="{157E5C2F-460B-487C-A229-B2C4A25FB9B3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289" name="F">
            <a:extLst>
              <a:ext uri="{FF2B5EF4-FFF2-40B4-BE49-F238E27FC236}">
                <a16:creationId xmlns:a16="http://schemas.microsoft.com/office/drawing/2014/main" id="{021B6951-647F-4096-A784-C14413A97757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290" name="Line">
            <a:extLst>
              <a:ext uri="{FF2B5EF4-FFF2-40B4-BE49-F238E27FC236}">
                <a16:creationId xmlns:a16="http://schemas.microsoft.com/office/drawing/2014/main" id="{4BEA2D38-5A9B-4EE9-8AE5-02E5CF0D054A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91" name="Line">
            <a:extLst>
              <a:ext uri="{FF2B5EF4-FFF2-40B4-BE49-F238E27FC236}">
                <a16:creationId xmlns:a16="http://schemas.microsoft.com/office/drawing/2014/main" id="{66163448-621F-45E0-AF64-D532FF6E9CA0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92" name="Line">
            <a:extLst>
              <a:ext uri="{FF2B5EF4-FFF2-40B4-BE49-F238E27FC236}">
                <a16:creationId xmlns:a16="http://schemas.microsoft.com/office/drawing/2014/main" id="{E2F381B9-15BE-450D-93BF-54BDE45DC6AC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93" name="Line">
            <a:extLst>
              <a:ext uri="{FF2B5EF4-FFF2-40B4-BE49-F238E27FC236}">
                <a16:creationId xmlns:a16="http://schemas.microsoft.com/office/drawing/2014/main" id="{1B9B739A-78BA-4768-A3D9-A1B66F599251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94" name="Rectangle">
            <a:extLst>
              <a:ext uri="{FF2B5EF4-FFF2-40B4-BE49-F238E27FC236}">
                <a16:creationId xmlns:a16="http://schemas.microsoft.com/office/drawing/2014/main" id="{A17F3C68-2603-45A4-BF30-3E822E6DAD41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95" name="Frontier">
            <a:extLst>
              <a:ext uri="{FF2B5EF4-FFF2-40B4-BE49-F238E27FC236}">
                <a16:creationId xmlns:a16="http://schemas.microsoft.com/office/drawing/2014/main" id="{F1C25D54-B928-4D83-9215-D4DCE0EFEFD0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296" name="Find a path from A to E.">
            <a:extLst>
              <a:ext uri="{FF2B5EF4-FFF2-40B4-BE49-F238E27FC236}">
                <a16:creationId xmlns:a16="http://schemas.microsoft.com/office/drawing/2014/main" id="{E03A02AA-E773-4DCB-A180-956796781613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297" name="Rectangle">
            <a:extLst>
              <a:ext uri="{FF2B5EF4-FFF2-40B4-BE49-F238E27FC236}">
                <a16:creationId xmlns:a16="http://schemas.microsoft.com/office/drawing/2014/main" id="{ACF21578-4C47-4893-903D-7275BE680C23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298" name="Explored Set">
            <a:extLst>
              <a:ext uri="{FF2B5EF4-FFF2-40B4-BE49-F238E27FC236}">
                <a16:creationId xmlns:a16="http://schemas.microsoft.com/office/drawing/2014/main" id="{16883D19-B27C-4D0A-88F6-C29447E2593B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  <p:sp>
        <p:nvSpPr>
          <p:cNvPr id="1299" name="Circle">
            <a:extLst>
              <a:ext uri="{FF2B5EF4-FFF2-40B4-BE49-F238E27FC236}">
                <a16:creationId xmlns:a16="http://schemas.microsoft.com/office/drawing/2014/main" id="{335A62AA-34ED-459A-AE7D-DA64830BE855}"/>
              </a:ext>
            </a:extLst>
          </p:cNvPr>
          <p:cNvSpPr>
            <a:spLocks noGrp="1"/>
          </p:cNvSpPr>
          <p:nvPr/>
        </p:nvSpPr>
        <p:spPr>
          <a:xfrm>
            <a:off x="21535249" y="5740598"/>
            <a:ext cx="1973512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00" name="C">
            <a:extLst>
              <a:ext uri="{FF2B5EF4-FFF2-40B4-BE49-F238E27FC236}">
                <a16:creationId xmlns:a16="http://schemas.microsoft.com/office/drawing/2014/main" id="{501FC5C8-9D99-47E1-B285-B4C13F869C94}"/>
              </a:ext>
            </a:extLst>
          </p:cNvPr>
          <p:cNvSpPr>
            <a:spLocks noGrp="1"/>
          </p:cNvSpPr>
          <p:nvPr/>
        </p:nvSpPr>
        <p:spPr>
          <a:xfrm>
            <a:off x="1714500" y="4254834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301" name="F">
            <a:extLst>
              <a:ext uri="{FF2B5EF4-FFF2-40B4-BE49-F238E27FC236}">
                <a16:creationId xmlns:a16="http://schemas.microsoft.com/office/drawing/2014/main" id="{CEF41E12-7FC7-41D5-A464-61F9C751AF09}"/>
              </a:ext>
            </a:extLst>
          </p:cNvPr>
          <p:cNvSpPr>
            <a:spLocks noGrp="1"/>
          </p:cNvSpPr>
          <p:nvPr/>
        </p:nvSpPr>
        <p:spPr>
          <a:xfrm>
            <a:off x="21096909" y="10687687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302" name="B">
            <a:extLst>
              <a:ext uri="{FF2B5EF4-FFF2-40B4-BE49-F238E27FC236}">
                <a16:creationId xmlns:a16="http://schemas.microsoft.com/office/drawing/2014/main" id="{B2BFF3F1-D497-4A9B-880C-A008018DD14B}"/>
              </a:ext>
            </a:extLst>
          </p:cNvPr>
          <p:cNvSpPr>
            <a:spLocks noGrp="1"/>
          </p:cNvSpPr>
          <p:nvPr/>
        </p:nvSpPr>
        <p:spPr>
          <a:xfrm>
            <a:off x="36322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303" name="A">
            <a:extLst>
              <a:ext uri="{FF2B5EF4-FFF2-40B4-BE49-F238E27FC236}">
                <a16:creationId xmlns:a16="http://schemas.microsoft.com/office/drawing/2014/main" id="{B92534CA-272D-4181-87A6-5650E1A6A81A}"/>
              </a:ext>
            </a:extLst>
          </p:cNvPr>
          <p:cNvSpPr>
            <a:spLocks noGrp="1"/>
          </p:cNvSpPr>
          <p:nvPr/>
        </p:nvSpPr>
        <p:spPr>
          <a:xfrm>
            <a:off x="17145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304" name="D">
            <a:extLst>
              <a:ext uri="{FF2B5EF4-FFF2-40B4-BE49-F238E27FC236}">
                <a16:creationId xmlns:a16="http://schemas.microsoft.com/office/drawing/2014/main" id="{4AFB7BA2-A187-4599-AACF-1F5D0ECA5990}"/>
              </a:ext>
            </a:extLst>
          </p:cNvPr>
          <p:cNvSpPr>
            <a:spLocks noGrp="1"/>
          </p:cNvSpPr>
          <p:nvPr/>
        </p:nvSpPr>
        <p:spPr>
          <a:xfrm>
            <a:off x="55499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7628022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E">
            <a:extLst>
              <a:ext uri="{FF2B5EF4-FFF2-40B4-BE49-F238E27FC236}">
                <a16:creationId xmlns:a16="http://schemas.microsoft.com/office/drawing/2014/main" id="{6A332414-2CE8-4858-BACC-E91F416D7961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307" name="Line">
            <a:extLst>
              <a:ext uri="{FF2B5EF4-FFF2-40B4-BE49-F238E27FC236}">
                <a16:creationId xmlns:a16="http://schemas.microsoft.com/office/drawing/2014/main" id="{E89BC287-139C-41F3-B8B4-A65068274142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08" name="A">
            <a:extLst>
              <a:ext uri="{FF2B5EF4-FFF2-40B4-BE49-F238E27FC236}">
                <a16:creationId xmlns:a16="http://schemas.microsoft.com/office/drawing/2014/main" id="{EB3D0591-82BB-41EC-92A9-42FD65FB69DA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309" name="B">
            <a:extLst>
              <a:ext uri="{FF2B5EF4-FFF2-40B4-BE49-F238E27FC236}">
                <a16:creationId xmlns:a16="http://schemas.microsoft.com/office/drawing/2014/main" id="{BD283105-5FAB-41E9-8809-5989CED3AC82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310" name="C">
            <a:extLst>
              <a:ext uri="{FF2B5EF4-FFF2-40B4-BE49-F238E27FC236}">
                <a16:creationId xmlns:a16="http://schemas.microsoft.com/office/drawing/2014/main" id="{597A40E2-E303-432D-899A-DE1BEB9D0C4C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311" name="D">
            <a:extLst>
              <a:ext uri="{FF2B5EF4-FFF2-40B4-BE49-F238E27FC236}">
                <a16:creationId xmlns:a16="http://schemas.microsoft.com/office/drawing/2014/main" id="{966541F6-B7E4-46A1-B29A-3DB0F9B01340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312" name="F">
            <a:extLst>
              <a:ext uri="{FF2B5EF4-FFF2-40B4-BE49-F238E27FC236}">
                <a16:creationId xmlns:a16="http://schemas.microsoft.com/office/drawing/2014/main" id="{8909D7F4-3897-40A4-B4E4-AE789FD4A076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313" name="Line">
            <a:extLst>
              <a:ext uri="{FF2B5EF4-FFF2-40B4-BE49-F238E27FC236}">
                <a16:creationId xmlns:a16="http://schemas.microsoft.com/office/drawing/2014/main" id="{4CD9966E-D35E-447C-A001-78E569446688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14" name="Line">
            <a:extLst>
              <a:ext uri="{FF2B5EF4-FFF2-40B4-BE49-F238E27FC236}">
                <a16:creationId xmlns:a16="http://schemas.microsoft.com/office/drawing/2014/main" id="{C3F86AF2-4B24-4228-AA04-C51D91215EFD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15" name="Line">
            <a:extLst>
              <a:ext uri="{FF2B5EF4-FFF2-40B4-BE49-F238E27FC236}">
                <a16:creationId xmlns:a16="http://schemas.microsoft.com/office/drawing/2014/main" id="{AE836A09-A86D-4F14-8F46-ED166204D18C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16" name="Line">
            <a:extLst>
              <a:ext uri="{FF2B5EF4-FFF2-40B4-BE49-F238E27FC236}">
                <a16:creationId xmlns:a16="http://schemas.microsoft.com/office/drawing/2014/main" id="{9ECCF850-F502-45C5-9128-7A799775E8D1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17" name="Rectangle">
            <a:extLst>
              <a:ext uri="{FF2B5EF4-FFF2-40B4-BE49-F238E27FC236}">
                <a16:creationId xmlns:a16="http://schemas.microsoft.com/office/drawing/2014/main" id="{6ED9C218-42A1-4B5E-8139-21CA5A2B5765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18" name="Frontier">
            <a:extLst>
              <a:ext uri="{FF2B5EF4-FFF2-40B4-BE49-F238E27FC236}">
                <a16:creationId xmlns:a16="http://schemas.microsoft.com/office/drawing/2014/main" id="{4BCF735C-7852-4B32-8CA6-56CC18CAC582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319" name="Find a path from A to E.">
            <a:extLst>
              <a:ext uri="{FF2B5EF4-FFF2-40B4-BE49-F238E27FC236}">
                <a16:creationId xmlns:a16="http://schemas.microsoft.com/office/drawing/2014/main" id="{07AA1D71-9B4D-4163-B7A0-467F55C6A81F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320" name="Rectangle">
            <a:extLst>
              <a:ext uri="{FF2B5EF4-FFF2-40B4-BE49-F238E27FC236}">
                <a16:creationId xmlns:a16="http://schemas.microsoft.com/office/drawing/2014/main" id="{80A3A04C-91D7-467D-AE58-1D0093E0BF13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21" name="Explored Set">
            <a:extLst>
              <a:ext uri="{FF2B5EF4-FFF2-40B4-BE49-F238E27FC236}">
                <a16:creationId xmlns:a16="http://schemas.microsoft.com/office/drawing/2014/main" id="{0DF1E190-C1AD-4952-AD40-6FA855949624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  <p:sp>
        <p:nvSpPr>
          <p:cNvPr id="1322" name="Circle">
            <a:extLst>
              <a:ext uri="{FF2B5EF4-FFF2-40B4-BE49-F238E27FC236}">
                <a16:creationId xmlns:a16="http://schemas.microsoft.com/office/drawing/2014/main" id="{147E03F4-4237-428F-9BAD-1D81DEB26923}"/>
              </a:ext>
            </a:extLst>
          </p:cNvPr>
          <p:cNvSpPr>
            <a:spLocks noGrp="1"/>
          </p:cNvSpPr>
          <p:nvPr/>
        </p:nvSpPr>
        <p:spPr>
          <a:xfrm>
            <a:off x="21535249" y="5740598"/>
            <a:ext cx="1973512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23" name="C">
            <a:extLst>
              <a:ext uri="{FF2B5EF4-FFF2-40B4-BE49-F238E27FC236}">
                <a16:creationId xmlns:a16="http://schemas.microsoft.com/office/drawing/2014/main" id="{085DCDF4-8986-4067-B8C8-460B63BF4598}"/>
              </a:ext>
            </a:extLst>
          </p:cNvPr>
          <p:cNvSpPr>
            <a:spLocks noGrp="1"/>
          </p:cNvSpPr>
          <p:nvPr/>
        </p:nvSpPr>
        <p:spPr>
          <a:xfrm>
            <a:off x="1714500" y="4254834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324" name="F">
            <a:extLst>
              <a:ext uri="{FF2B5EF4-FFF2-40B4-BE49-F238E27FC236}">
                <a16:creationId xmlns:a16="http://schemas.microsoft.com/office/drawing/2014/main" id="{ACE52B42-857A-4901-B5B7-FA970FDCF582}"/>
              </a:ext>
            </a:extLst>
          </p:cNvPr>
          <p:cNvSpPr>
            <a:spLocks noGrp="1"/>
          </p:cNvSpPr>
          <p:nvPr/>
        </p:nvSpPr>
        <p:spPr>
          <a:xfrm>
            <a:off x="3634409" y="425483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325" name="B">
            <a:extLst>
              <a:ext uri="{FF2B5EF4-FFF2-40B4-BE49-F238E27FC236}">
                <a16:creationId xmlns:a16="http://schemas.microsoft.com/office/drawing/2014/main" id="{A7C9A96A-49B8-489F-938E-406C44130420}"/>
              </a:ext>
            </a:extLst>
          </p:cNvPr>
          <p:cNvSpPr>
            <a:spLocks noGrp="1"/>
          </p:cNvSpPr>
          <p:nvPr/>
        </p:nvSpPr>
        <p:spPr>
          <a:xfrm>
            <a:off x="36322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326" name="A">
            <a:extLst>
              <a:ext uri="{FF2B5EF4-FFF2-40B4-BE49-F238E27FC236}">
                <a16:creationId xmlns:a16="http://schemas.microsoft.com/office/drawing/2014/main" id="{070C0296-B3E9-45A2-91E0-EAF6C1C037D0}"/>
              </a:ext>
            </a:extLst>
          </p:cNvPr>
          <p:cNvSpPr>
            <a:spLocks noGrp="1"/>
          </p:cNvSpPr>
          <p:nvPr/>
        </p:nvSpPr>
        <p:spPr>
          <a:xfrm>
            <a:off x="17145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327" name="D">
            <a:extLst>
              <a:ext uri="{FF2B5EF4-FFF2-40B4-BE49-F238E27FC236}">
                <a16:creationId xmlns:a16="http://schemas.microsoft.com/office/drawing/2014/main" id="{7FE668FD-D0F5-486D-BA8E-BE2B60CEE22D}"/>
              </a:ext>
            </a:extLst>
          </p:cNvPr>
          <p:cNvSpPr>
            <a:spLocks noGrp="1"/>
          </p:cNvSpPr>
          <p:nvPr/>
        </p:nvSpPr>
        <p:spPr>
          <a:xfrm>
            <a:off x="55499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508450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E">
            <a:extLst>
              <a:ext uri="{FF2B5EF4-FFF2-40B4-BE49-F238E27FC236}">
                <a16:creationId xmlns:a16="http://schemas.microsoft.com/office/drawing/2014/main" id="{762EF5CD-990A-4366-BBB5-CFB5927B26D9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330" name="Line">
            <a:extLst>
              <a:ext uri="{FF2B5EF4-FFF2-40B4-BE49-F238E27FC236}">
                <a16:creationId xmlns:a16="http://schemas.microsoft.com/office/drawing/2014/main" id="{F259F630-29CE-47F2-896B-5EDD4D0D4F74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31" name="A">
            <a:extLst>
              <a:ext uri="{FF2B5EF4-FFF2-40B4-BE49-F238E27FC236}">
                <a16:creationId xmlns:a16="http://schemas.microsoft.com/office/drawing/2014/main" id="{0C027A26-8B8C-438C-9C74-F4CE3C5E4B97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332" name="B">
            <a:extLst>
              <a:ext uri="{FF2B5EF4-FFF2-40B4-BE49-F238E27FC236}">
                <a16:creationId xmlns:a16="http://schemas.microsoft.com/office/drawing/2014/main" id="{F4843A75-081A-4D88-B2B4-0A9FF8591EB3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333" name="C">
            <a:extLst>
              <a:ext uri="{FF2B5EF4-FFF2-40B4-BE49-F238E27FC236}">
                <a16:creationId xmlns:a16="http://schemas.microsoft.com/office/drawing/2014/main" id="{377359E4-9540-4CF0-B4E1-1A68BF32E8B2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334" name="D">
            <a:extLst>
              <a:ext uri="{FF2B5EF4-FFF2-40B4-BE49-F238E27FC236}">
                <a16:creationId xmlns:a16="http://schemas.microsoft.com/office/drawing/2014/main" id="{AA843486-F767-4E99-AE6D-7DBBFD91CF0E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335" name="F">
            <a:extLst>
              <a:ext uri="{FF2B5EF4-FFF2-40B4-BE49-F238E27FC236}">
                <a16:creationId xmlns:a16="http://schemas.microsoft.com/office/drawing/2014/main" id="{6F2114FA-C40B-4287-95A0-7C83140FB64A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336" name="Line">
            <a:extLst>
              <a:ext uri="{FF2B5EF4-FFF2-40B4-BE49-F238E27FC236}">
                <a16:creationId xmlns:a16="http://schemas.microsoft.com/office/drawing/2014/main" id="{77BC7020-85C1-46BE-AC6A-941DD864A908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37" name="Line">
            <a:extLst>
              <a:ext uri="{FF2B5EF4-FFF2-40B4-BE49-F238E27FC236}">
                <a16:creationId xmlns:a16="http://schemas.microsoft.com/office/drawing/2014/main" id="{35B3D293-2232-476B-8B80-33E026FA5E52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38" name="Line">
            <a:extLst>
              <a:ext uri="{FF2B5EF4-FFF2-40B4-BE49-F238E27FC236}">
                <a16:creationId xmlns:a16="http://schemas.microsoft.com/office/drawing/2014/main" id="{94FE6C57-AC92-439F-A910-145F73C1DE7A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39" name="Line">
            <a:extLst>
              <a:ext uri="{FF2B5EF4-FFF2-40B4-BE49-F238E27FC236}">
                <a16:creationId xmlns:a16="http://schemas.microsoft.com/office/drawing/2014/main" id="{88FF336F-3E40-4811-BA30-18A3F506DF60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40" name="Rectangle">
            <a:extLst>
              <a:ext uri="{FF2B5EF4-FFF2-40B4-BE49-F238E27FC236}">
                <a16:creationId xmlns:a16="http://schemas.microsoft.com/office/drawing/2014/main" id="{2F322901-B73D-4FEF-A5A9-AFF3F2BDE219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41" name="Frontier">
            <a:extLst>
              <a:ext uri="{FF2B5EF4-FFF2-40B4-BE49-F238E27FC236}">
                <a16:creationId xmlns:a16="http://schemas.microsoft.com/office/drawing/2014/main" id="{29341E10-6BB2-4F94-8271-300F27F977E8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342" name="Find a path from A to E.">
            <a:extLst>
              <a:ext uri="{FF2B5EF4-FFF2-40B4-BE49-F238E27FC236}">
                <a16:creationId xmlns:a16="http://schemas.microsoft.com/office/drawing/2014/main" id="{F943C1F0-FCD3-4C78-AFF3-8E83B554F166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343" name="Rectangle">
            <a:extLst>
              <a:ext uri="{FF2B5EF4-FFF2-40B4-BE49-F238E27FC236}">
                <a16:creationId xmlns:a16="http://schemas.microsoft.com/office/drawing/2014/main" id="{68B633D5-2619-4F69-A66C-29276528025D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44" name="Explored Set">
            <a:extLst>
              <a:ext uri="{FF2B5EF4-FFF2-40B4-BE49-F238E27FC236}">
                <a16:creationId xmlns:a16="http://schemas.microsoft.com/office/drawing/2014/main" id="{D8C90CFB-1435-4C3F-A6DB-76CAF6E4CEF0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  <p:sp>
        <p:nvSpPr>
          <p:cNvPr id="1345" name="Circle">
            <a:extLst>
              <a:ext uri="{FF2B5EF4-FFF2-40B4-BE49-F238E27FC236}">
                <a16:creationId xmlns:a16="http://schemas.microsoft.com/office/drawing/2014/main" id="{8FE0C013-72F4-4C50-973D-35DA12281ED2}"/>
              </a:ext>
            </a:extLst>
          </p:cNvPr>
          <p:cNvSpPr>
            <a:spLocks noGrp="1"/>
          </p:cNvSpPr>
          <p:nvPr/>
        </p:nvSpPr>
        <p:spPr>
          <a:xfrm>
            <a:off x="20745153" y="10319891"/>
            <a:ext cx="1973512" cy="1973511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46" name="C">
            <a:extLst>
              <a:ext uri="{FF2B5EF4-FFF2-40B4-BE49-F238E27FC236}">
                <a16:creationId xmlns:a16="http://schemas.microsoft.com/office/drawing/2014/main" id="{5A136687-1C3D-4793-BA29-B50F9652B743}"/>
              </a:ext>
            </a:extLst>
          </p:cNvPr>
          <p:cNvSpPr>
            <a:spLocks noGrp="1"/>
          </p:cNvSpPr>
          <p:nvPr/>
        </p:nvSpPr>
        <p:spPr>
          <a:xfrm>
            <a:off x="1714500" y="4254834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347" name="B">
            <a:extLst>
              <a:ext uri="{FF2B5EF4-FFF2-40B4-BE49-F238E27FC236}">
                <a16:creationId xmlns:a16="http://schemas.microsoft.com/office/drawing/2014/main" id="{AC1B456B-B8C9-4226-B4FB-C765B9DDF569}"/>
              </a:ext>
            </a:extLst>
          </p:cNvPr>
          <p:cNvSpPr>
            <a:spLocks noGrp="1"/>
          </p:cNvSpPr>
          <p:nvPr/>
        </p:nvSpPr>
        <p:spPr>
          <a:xfrm>
            <a:off x="36322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348" name="A">
            <a:extLst>
              <a:ext uri="{FF2B5EF4-FFF2-40B4-BE49-F238E27FC236}">
                <a16:creationId xmlns:a16="http://schemas.microsoft.com/office/drawing/2014/main" id="{82C62EB2-E002-4C90-8F76-24305F7599E5}"/>
              </a:ext>
            </a:extLst>
          </p:cNvPr>
          <p:cNvSpPr>
            <a:spLocks noGrp="1"/>
          </p:cNvSpPr>
          <p:nvPr/>
        </p:nvSpPr>
        <p:spPr>
          <a:xfrm>
            <a:off x="17145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349" name="D">
            <a:extLst>
              <a:ext uri="{FF2B5EF4-FFF2-40B4-BE49-F238E27FC236}">
                <a16:creationId xmlns:a16="http://schemas.microsoft.com/office/drawing/2014/main" id="{8B49D081-17CA-4075-8C21-3D4C81A98E9F}"/>
              </a:ext>
            </a:extLst>
          </p:cNvPr>
          <p:cNvSpPr>
            <a:spLocks noGrp="1"/>
          </p:cNvSpPr>
          <p:nvPr/>
        </p:nvSpPr>
        <p:spPr>
          <a:xfrm>
            <a:off x="55499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350" name="F">
            <a:extLst>
              <a:ext uri="{FF2B5EF4-FFF2-40B4-BE49-F238E27FC236}">
                <a16:creationId xmlns:a16="http://schemas.microsoft.com/office/drawing/2014/main" id="{68CC4A60-1D60-4175-BEE3-33A7CA28F594}"/>
              </a:ext>
            </a:extLst>
          </p:cNvPr>
          <p:cNvSpPr>
            <a:spLocks noGrp="1"/>
          </p:cNvSpPr>
          <p:nvPr/>
        </p:nvSpPr>
        <p:spPr>
          <a:xfrm>
            <a:off x="74676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9066017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E">
            <a:extLst>
              <a:ext uri="{FF2B5EF4-FFF2-40B4-BE49-F238E27FC236}">
                <a16:creationId xmlns:a16="http://schemas.microsoft.com/office/drawing/2014/main" id="{2999D94D-BE8B-4332-9611-0B8F2CA45AB1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353" name="Line">
            <a:extLst>
              <a:ext uri="{FF2B5EF4-FFF2-40B4-BE49-F238E27FC236}">
                <a16:creationId xmlns:a16="http://schemas.microsoft.com/office/drawing/2014/main" id="{F6E27380-8E79-433D-9211-D17B4269D9FA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54" name="A">
            <a:extLst>
              <a:ext uri="{FF2B5EF4-FFF2-40B4-BE49-F238E27FC236}">
                <a16:creationId xmlns:a16="http://schemas.microsoft.com/office/drawing/2014/main" id="{A9CD7804-AAED-47EA-8605-290F8D41E97E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355" name="B">
            <a:extLst>
              <a:ext uri="{FF2B5EF4-FFF2-40B4-BE49-F238E27FC236}">
                <a16:creationId xmlns:a16="http://schemas.microsoft.com/office/drawing/2014/main" id="{FD505E6C-AB94-4316-B89D-A40E2B87C18F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356" name="C">
            <a:extLst>
              <a:ext uri="{FF2B5EF4-FFF2-40B4-BE49-F238E27FC236}">
                <a16:creationId xmlns:a16="http://schemas.microsoft.com/office/drawing/2014/main" id="{5BB0FDAA-29F2-4E80-A141-72E2E0203AE3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357" name="D">
            <a:extLst>
              <a:ext uri="{FF2B5EF4-FFF2-40B4-BE49-F238E27FC236}">
                <a16:creationId xmlns:a16="http://schemas.microsoft.com/office/drawing/2014/main" id="{5ABA7AA0-E40C-4FB8-A654-356FEEC3DF7C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358" name="F">
            <a:extLst>
              <a:ext uri="{FF2B5EF4-FFF2-40B4-BE49-F238E27FC236}">
                <a16:creationId xmlns:a16="http://schemas.microsoft.com/office/drawing/2014/main" id="{9EB96A97-2DFB-41CD-8A20-764594ACA8D7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359" name="Line">
            <a:extLst>
              <a:ext uri="{FF2B5EF4-FFF2-40B4-BE49-F238E27FC236}">
                <a16:creationId xmlns:a16="http://schemas.microsoft.com/office/drawing/2014/main" id="{F0AFC4C9-C5A0-4E52-A66D-0379EEA68AF6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60" name="Line">
            <a:extLst>
              <a:ext uri="{FF2B5EF4-FFF2-40B4-BE49-F238E27FC236}">
                <a16:creationId xmlns:a16="http://schemas.microsoft.com/office/drawing/2014/main" id="{0054AF46-4F1D-4D74-A677-EF13F1E46832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61" name="Line">
            <a:extLst>
              <a:ext uri="{FF2B5EF4-FFF2-40B4-BE49-F238E27FC236}">
                <a16:creationId xmlns:a16="http://schemas.microsoft.com/office/drawing/2014/main" id="{765ED1EE-6A46-4DA5-9AD7-4E916FE1C340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62" name="Line">
            <a:extLst>
              <a:ext uri="{FF2B5EF4-FFF2-40B4-BE49-F238E27FC236}">
                <a16:creationId xmlns:a16="http://schemas.microsoft.com/office/drawing/2014/main" id="{D25D9498-F382-4352-A736-38A33CB25BA8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63" name="Rectangle">
            <a:extLst>
              <a:ext uri="{FF2B5EF4-FFF2-40B4-BE49-F238E27FC236}">
                <a16:creationId xmlns:a16="http://schemas.microsoft.com/office/drawing/2014/main" id="{64EFBBF6-B3DA-4F9E-B65E-B6FC3CE04453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64" name="Frontier">
            <a:extLst>
              <a:ext uri="{FF2B5EF4-FFF2-40B4-BE49-F238E27FC236}">
                <a16:creationId xmlns:a16="http://schemas.microsoft.com/office/drawing/2014/main" id="{4BAC536A-7024-4A68-9B3A-AFB78D4B5542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365" name="Find a path from A to E.">
            <a:extLst>
              <a:ext uri="{FF2B5EF4-FFF2-40B4-BE49-F238E27FC236}">
                <a16:creationId xmlns:a16="http://schemas.microsoft.com/office/drawing/2014/main" id="{D014DB0D-050D-469F-A0F6-9E56F785B388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366" name="Rectangle">
            <a:extLst>
              <a:ext uri="{FF2B5EF4-FFF2-40B4-BE49-F238E27FC236}">
                <a16:creationId xmlns:a16="http://schemas.microsoft.com/office/drawing/2014/main" id="{DC60FB2C-50B4-42B8-B2FE-4E0760EE30C7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67" name="Explored Set">
            <a:extLst>
              <a:ext uri="{FF2B5EF4-FFF2-40B4-BE49-F238E27FC236}">
                <a16:creationId xmlns:a16="http://schemas.microsoft.com/office/drawing/2014/main" id="{12A60FCB-93FB-48AF-A312-AC362356AAE1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  <p:sp>
        <p:nvSpPr>
          <p:cNvPr id="1368" name="Circle">
            <a:extLst>
              <a:ext uri="{FF2B5EF4-FFF2-40B4-BE49-F238E27FC236}">
                <a16:creationId xmlns:a16="http://schemas.microsoft.com/office/drawing/2014/main" id="{429A067A-2EBB-4DDD-BA9D-F568F43F3348}"/>
              </a:ext>
            </a:extLst>
          </p:cNvPr>
          <p:cNvSpPr>
            <a:spLocks noGrp="1"/>
          </p:cNvSpPr>
          <p:nvPr/>
        </p:nvSpPr>
        <p:spPr>
          <a:xfrm>
            <a:off x="17538543" y="5613598"/>
            <a:ext cx="1973511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69" name="E">
            <a:extLst>
              <a:ext uri="{FF2B5EF4-FFF2-40B4-BE49-F238E27FC236}">
                <a16:creationId xmlns:a16="http://schemas.microsoft.com/office/drawing/2014/main" id="{74121B16-2B8B-4CB7-A00B-234BDA259257}"/>
              </a:ext>
            </a:extLst>
          </p:cNvPr>
          <p:cNvSpPr>
            <a:spLocks noGrp="1"/>
          </p:cNvSpPr>
          <p:nvPr/>
        </p:nvSpPr>
        <p:spPr>
          <a:xfrm>
            <a:off x="18177186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370" name="B">
            <a:extLst>
              <a:ext uri="{FF2B5EF4-FFF2-40B4-BE49-F238E27FC236}">
                <a16:creationId xmlns:a16="http://schemas.microsoft.com/office/drawing/2014/main" id="{644B4A56-4DA6-4344-B389-D1879A05DD5E}"/>
              </a:ext>
            </a:extLst>
          </p:cNvPr>
          <p:cNvSpPr>
            <a:spLocks noGrp="1"/>
          </p:cNvSpPr>
          <p:nvPr/>
        </p:nvSpPr>
        <p:spPr>
          <a:xfrm>
            <a:off x="36322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371" name="A">
            <a:extLst>
              <a:ext uri="{FF2B5EF4-FFF2-40B4-BE49-F238E27FC236}">
                <a16:creationId xmlns:a16="http://schemas.microsoft.com/office/drawing/2014/main" id="{F0ED2856-1DB7-4E1E-A874-5E2BFF90403C}"/>
              </a:ext>
            </a:extLst>
          </p:cNvPr>
          <p:cNvSpPr>
            <a:spLocks noGrp="1"/>
          </p:cNvSpPr>
          <p:nvPr/>
        </p:nvSpPr>
        <p:spPr>
          <a:xfrm>
            <a:off x="17145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372" name="D">
            <a:extLst>
              <a:ext uri="{FF2B5EF4-FFF2-40B4-BE49-F238E27FC236}">
                <a16:creationId xmlns:a16="http://schemas.microsoft.com/office/drawing/2014/main" id="{1701D7F0-E1DE-4260-BCF7-CD92E4276266}"/>
              </a:ext>
            </a:extLst>
          </p:cNvPr>
          <p:cNvSpPr>
            <a:spLocks noGrp="1"/>
          </p:cNvSpPr>
          <p:nvPr/>
        </p:nvSpPr>
        <p:spPr>
          <a:xfrm>
            <a:off x="55499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373" name="F">
            <a:extLst>
              <a:ext uri="{FF2B5EF4-FFF2-40B4-BE49-F238E27FC236}">
                <a16:creationId xmlns:a16="http://schemas.microsoft.com/office/drawing/2014/main" id="{C2444325-EA06-4739-8CFF-315AC7A99B54}"/>
              </a:ext>
            </a:extLst>
          </p:cNvPr>
          <p:cNvSpPr>
            <a:spLocks noGrp="1"/>
          </p:cNvSpPr>
          <p:nvPr/>
        </p:nvSpPr>
        <p:spPr>
          <a:xfrm>
            <a:off x="74676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374" name="C">
            <a:extLst>
              <a:ext uri="{FF2B5EF4-FFF2-40B4-BE49-F238E27FC236}">
                <a16:creationId xmlns:a16="http://schemas.microsoft.com/office/drawing/2014/main" id="{6BB46B5A-9F77-4496-A75D-DFD9690D8185}"/>
              </a:ext>
            </a:extLst>
          </p:cNvPr>
          <p:cNvSpPr>
            <a:spLocks noGrp="1"/>
          </p:cNvSpPr>
          <p:nvPr/>
        </p:nvSpPr>
        <p:spPr>
          <a:xfrm>
            <a:off x="93853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9787651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E">
            <a:extLst>
              <a:ext uri="{FF2B5EF4-FFF2-40B4-BE49-F238E27FC236}">
                <a16:creationId xmlns:a16="http://schemas.microsoft.com/office/drawing/2014/main" id="{CA8C676E-C772-452C-BFE8-1AB2C1F3E87B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377" name="Line">
            <a:extLst>
              <a:ext uri="{FF2B5EF4-FFF2-40B4-BE49-F238E27FC236}">
                <a16:creationId xmlns:a16="http://schemas.microsoft.com/office/drawing/2014/main" id="{E38CE1D4-22C4-43A1-8F1C-BFACB2C56095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78" name="A">
            <a:extLst>
              <a:ext uri="{FF2B5EF4-FFF2-40B4-BE49-F238E27FC236}">
                <a16:creationId xmlns:a16="http://schemas.microsoft.com/office/drawing/2014/main" id="{91A69EDF-4CE9-4534-BC10-0723EF4AC0ED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379" name="B">
            <a:extLst>
              <a:ext uri="{FF2B5EF4-FFF2-40B4-BE49-F238E27FC236}">
                <a16:creationId xmlns:a16="http://schemas.microsoft.com/office/drawing/2014/main" id="{FFB3588D-075B-4A55-822F-9B70C8788B8D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380" name="C">
            <a:extLst>
              <a:ext uri="{FF2B5EF4-FFF2-40B4-BE49-F238E27FC236}">
                <a16:creationId xmlns:a16="http://schemas.microsoft.com/office/drawing/2014/main" id="{79B77150-E275-45A0-AC37-7A5DA223B7BA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381" name="D">
            <a:extLst>
              <a:ext uri="{FF2B5EF4-FFF2-40B4-BE49-F238E27FC236}">
                <a16:creationId xmlns:a16="http://schemas.microsoft.com/office/drawing/2014/main" id="{BB041959-D078-410C-A900-06FB707A70BA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382" name="F">
            <a:extLst>
              <a:ext uri="{FF2B5EF4-FFF2-40B4-BE49-F238E27FC236}">
                <a16:creationId xmlns:a16="http://schemas.microsoft.com/office/drawing/2014/main" id="{542A2CB1-42BA-457C-BDB0-C74ECAF275B8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383" name="Line">
            <a:extLst>
              <a:ext uri="{FF2B5EF4-FFF2-40B4-BE49-F238E27FC236}">
                <a16:creationId xmlns:a16="http://schemas.microsoft.com/office/drawing/2014/main" id="{6E9E0668-D2CD-4486-9542-A288AD8AA14F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84" name="Line">
            <a:extLst>
              <a:ext uri="{FF2B5EF4-FFF2-40B4-BE49-F238E27FC236}">
                <a16:creationId xmlns:a16="http://schemas.microsoft.com/office/drawing/2014/main" id="{29F713AB-A1D7-4F1D-B55B-93255C877E7B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85" name="Line">
            <a:extLst>
              <a:ext uri="{FF2B5EF4-FFF2-40B4-BE49-F238E27FC236}">
                <a16:creationId xmlns:a16="http://schemas.microsoft.com/office/drawing/2014/main" id="{383DCDFC-3F6B-4184-8FBC-7F128394B656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86" name="Line">
            <a:extLst>
              <a:ext uri="{FF2B5EF4-FFF2-40B4-BE49-F238E27FC236}">
                <a16:creationId xmlns:a16="http://schemas.microsoft.com/office/drawing/2014/main" id="{B6633464-7428-44D2-974A-CBB985238AB9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87" name="Rectangle">
            <a:extLst>
              <a:ext uri="{FF2B5EF4-FFF2-40B4-BE49-F238E27FC236}">
                <a16:creationId xmlns:a16="http://schemas.microsoft.com/office/drawing/2014/main" id="{0B7627E4-A2A6-45C6-8FEE-455BE086FC6D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88" name="Frontier">
            <a:extLst>
              <a:ext uri="{FF2B5EF4-FFF2-40B4-BE49-F238E27FC236}">
                <a16:creationId xmlns:a16="http://schemas.microsoft.com/office/drawing/2014/main" id="{37DCA7F4-8867-4AE7-A7FA-D6B9EF18C6F0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389" name="Find a path from A to E.">
            <a:extLst>
              <a:ext uri="{FF2B5EF4-FFF2-40B4-BE49-F238E27FC236}">
                <a16:creationId xmlns:a16="http://schemas.microsoft.com/office/drawing/2014/main" id="{6114BE51-A17A-4FEB-8E40-6CEF8D13E8AC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390" name="Rectangle">
            <a:extLst>
              <a:ext uri="{FF2B5EF4-FFF2-40B4-BE49-F238E27FC236}">
                <a16:creationId xmlns:a16="http://schemas.microsoft.com/office/drawing/2014/main" id="{30EF9905-025B-4CE1-A32C-944E648A9F6D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91" name="Explored Set">
            <a:extLst>
              <a:ext uri="{FF2B5EF4-FFF2-40B4-BE49-F238E27FC236}">
                <a16:creationId xmlns:a16="http://schemas.microsoft.com/office/drawing/2014/main" id="{CFBDAC25-847B-4454-ABF3-455444537C4B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  <p:sp>
        <p:nvSpPr>
          <p:cNvPr id="1392" name="Circle">
            <a:extLst>
              <a:ext uri="{FF2B5EF4-FFF2-40B4-BE49-F238E27FC236}">
                <a16:creationId xmlns:a16="http://schemas.microsoft.com/office/drawing/2014/main" id="{5AC50B12-4941-4084-9BF2-9F373A80833B}"/>
              </a:ext>
            </a:extLst>
          </p:cNvPr>
          <p:cNvSpPr>
            <a:spLocks noGrp="1"/>
          </p:cNvSpPr>
          <p:nvPr/>
        </p:nvSpPr>
        <p:spPr>
          <a:xfrm>
            <a:off x="17538543" y="5613598"/>
            <a:ext cx="1973511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93" name="E">
            <a:extLst>
              <a:ext uri="{FF2B5EF4-FFF2-40B4-BE49-F238E27FC236}">
                <a16:creationId xmlns:a16="http://schemas.microsoft.com/office/drawing/2014/main" id="{DD24B1D1-07AC-4A1D-8056-3F2984B7EF19}"/>
              </a:ext>
            </a:extLst>
          </p:cNvPr>
          <p:cNvSpPr>
            <a:spLocks noGrp="1"/>
          </p:cNvSpPr>
          <p:nvPr/>
        </p:nvSpPr>
        <p:spPr>
          <a:xfrm>
            <a:off x="1714500" y="43798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394" name="B">
            <a:extLst>
              <a:ext uri="{FF2B5EF4-FFF2-40B4-BE49-F238E27FC236}">
                <a16:creationId xmlns:a16="http://schemas.microsoft.com/office/drawing/2014/main" id="{1F0D6926-C35A-45EC-AD70-A92ACA0765D5}"/>
              </a:ext>
            </a:extLst>
          </p:cNvPr>
          <p:cNvSpPr>
            <a:spLocks noGrp="1"/>
          </p:cNvSpPr>
          <p:nvPr/>
        </p:nvSpPr>
        <p:spPr>
          <a:xfrm>
            <a:off x="36322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395" name="A">
            <a:extLst>
              <a:ext uri="{FF2B5EF4-FFF2-40B4-BE49-F238E27FC236}">
                <a16:creationId xmlns:a16="http://schemas.microsoft.com/office/drawing/2014/main" id="{003271E8-481E-4221-B65C-D3330D937295}"/>
              </a:ext>
            </a:extLst>
          </p:cNvPr>
          <p:cNvSpPr>
            <a:spLocks noGrp="1"/>
          </p:cNvSpPr>
          <p:nvPr/>
        </p:nvSpPr>
        <p:spPr>
          <a:xfrm>
            <a:off x="17145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396" name="D">
            <a:extLst>
              <a:ext uri="{FF2B5EF4-FFF2-40B4-BE49-F238E27FC236}">
                <a16:creationId xmlns:a16="http://schemas.microsoft.com/office/drawing/2014/main" id="{FB4A2AAD-AF9C-4B2E-BE8E-3AAE732B7AD3}"/>
              </a:ext>
            </a:extLst>
          </p:cNvPr>
          <p:cNvSpPr>
            <a:spLocks noGrp="1"/>
          </p:cNvSpPr>
          <p:nvPr/>
        </p:nvSpPr>
        <p:spPr>
          <a:xfrm>
            <a:off x="55499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397" name="F">
            <a:extLst>
              <a:ext uri="{FF2B5EF4-FFF2-40B4-BE49-F238E27FC236}">
                <a16:creationId xmlns:a16="http://schemas.microsoft.com/office/drawing/2014/main" id="{003831A6-11D9-474C-A4AD-3029E500E773}"/>
              </a:ext>
            </a:extLst>
          </p:cNvPr>
          <p:cNvSpPr>
            <a:spLocks noGrp="1"/>
          </p:cNvSpPr>
          <p:nvPr/>
        </p:nvSpPr>
        <p:spPr>
          <a:xfrm>
            <a:off x="74676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398" name="C">
            <a:extLst>
              <a:ext uri="{FF2B5EF4-FFF2-40B4-BE49-F238E27FC236}">
                <a16:creationId xmlns:a16="http://schemas.microsoft.com/office/drawing/2014/main" id="{61AB6858-AE9E-4B56-81A6-588EB6177899}"/>
              </a:ext>
            </a:extLst>
          </p:cNvPr>
          <p:cNvSpPr>
            <a:spLocks noGrp="1"/>
          </p:cNvSpPr>
          <p:nvPr/>
        </p:nvSpPr>
        <p:spPr>
          <a:xfrm>
            <a:off x="93853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8181366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E">
            <a:extLst>
              <a:ext uri="{FF2B5EF4-FFF2-40B4-BE49-F238E27FC236}">
                <a16:creationId xmlns:a16="http://schemas.microsoft.com/office/drawing/2014/main" id="{E142D67B-F2B7-4A62-BBB0-E518EA307079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401" name="Line">
            <a:extLst>
              <a:ext uri="{FF2B5EF4-FFF2-40B4-BE49-F238E27FC236}">
                <a16:creationId xmlns:a16="http://schemas.microsoft.com/office/drawing/2014/main" id="{447BB532-5836-455A-93D6-BE61867B1FBC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02" name="A">
            <a:extLst>
              <a:ext uri="{FF2B5EF4-FFF2-40B4-BE49-F238E27FC236}">
                <a16:creationId xmlns:a16="http://schemas.microsoft.com/office/drawing/2014/main" id="{2679BD03-62AD-4774-9A97-23D2809437BF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403" name="B">
            <a:extLst>
              <a:ext uri="{FF2B5EF4-FFF2-40B4-BE49-F238E27FC236}">
                <a16:creationId xmlns:a16="http://schemas.microsoft.com/office/drawing/2014/main" id="{5D41F700-C87E-4DED-8EF0-440250AA625B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404" name="C">
            <a:extLst>
              <a:ext uri="{FF2B5EF4-FFF2-40B4-BE49-F238E27FC236}">
                <a16:creationId xmlns:a16="http://schemas.microsoft.com/office/drawing/2014/main" id="{3CEC5734-1C72-4E80-A6F8-3D1B37E6EA79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405" name="D">
            <a:extLst>
              <a:ext uri="{FF2B5EF4-FFF2-40B4-BE49-F238E27FC236}">
                <a16:creationId xmlns:a16="http://schemas.microsoft.com/office/drawing/2014/main" id="{A2F64B75-1E13-427A-B24B-C7B9B0DFA1BF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406" name="F">
            <a:extLst>
              <a:ext uri="{FF2B5EF4-FFF2-40B4-BE49-F238E27FC236}">
                <a16:creationId xmlns:a16="http://schemas.microsoft.com/office/drawing/2014/main" id="{87E2CA96-627C-4808-8192-34830D7C3784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407" name="Line">
            <a:extLst>
              <a:ext uri="{FF2B5EF4-FFF2-40B4-BE49-F238E27FC236}">
                <a16:creationId xmlns:a16="http://schemas.microsoft.com/office/drawing/2014/main" id="{E6F2ED9C-950A-4305-996C-BB76ED091B2E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08" name="Line">
            <a:extLst>
              <a:ext uri="{FF2B5EF4-FFF2-40B4-BE49-F238E27FC236}">
                <a16:creationId xmlns:a16="http://schemas.microsoft.com/office/drawing/2014/main" id="{EBE9EC17-1B7F-4B44-9F04-665883164823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09" name="Line">
            <a:extLst>
              <a:ext uri="{FF2B5EF4-FFF2-40B4-BE49-F238E27FC236}">
                <a16:creationId xmlns:a16="http://schemas.microsoft.com/office/drawing/2014/main" id="{84E33CA0-316F-46DF-9B98-9E8F611690FC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10" name="Line">
            <a:extLst>
              <a:ext uri="{FF2B5EF4-FFF2-40B4-BE49-F238E27FC236}">
                <a16:creationId xmlns:a16="http://schemas.microsoft.com/office/drawing/2014/main" id="{3350A018-37A1-42D5-913D-9765D77F1F1C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11" name="Rectangle">
            <a:extLst>
              <a:ext uri="{FF2B5EF4-FFF2-40B4-BE49-F238E27FC236}">
                <a16:creationId xmlns:a16="http://schemas.microsoft.com/office/drawing/2014/main" id="{F4A88854-54E8-481A-A55C-04689B7B22F8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12" name="Frontier">
            <a:extLst>
              <a:ext uri="{FF2B5EF4-FFF2-40B4-BE49-F238E27FC236}">
                <a16:creationId xmlns:a16="http://schemas.microsoft.com/office/drawing/2014/main" id="{89189A72-62B0-4DD9-BAF5-E8DD51DE3618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413" name="Find a path from A to E.">
            <a:extLst>
              <a:ext uri="{FF2B5EF4-FFF2-40B4-BE49-F238E27FC236}">
                <a16:creationId xmlns:a16="http://schemas.microsoft.com/office/drawing/2014/main" id="{19AF529D-FABA-47D3-BAEF-3D8049F7766C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414" name="Rectangle">
            <a:extLst>
              <a:ext uri="{FF2B5EF4-FFF2-40B4-BE49-F238E27FC236}">
                <a16:creationId xmlns:a16="http://schemas.microsoft.com/office/drawing/2014/main" id="{A9A5BE5F-0D47-4E84-A85D-A89A865A7970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15" name="Explored Set">
            <a:extLst>
              <a:ext uri="{FF2B5EF4-FFF2-40B4-BE49-F238E27FC236}">
                <a16:creationId xmlns:a16="http://schemas.microsoft.com/office/drawing/2014/main" id="{DFEC0068-FBBC-401B-A2CD-381147197E78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  <p:sp>
        <p:nvSpPr>
          <p:cNvPr id="1416" name="Circle">
            <a:extLst>
              <a:ext uri="{FF2B5EF4-FFF2-40B4-BE49-F238E27FC236}">
                <a16:creationId xmlns:a16="http://schemas.microsoft.com/office/drawing/2014/main" id="{25AD826B-8F86-4839-BC3C-D0AA4E690153}"/>
              </a:ext>
            </a:extLst>
          </p:cNvPr>
          <p:cNvSpPr>
            <a:spLocks noGrp="1"/>
          </p:cNvSpPr>
          <p:nvPr/>
        </p:nvSpPr>
        <p:spPr>
          <a:xfrm>
            <a:off x="17823815" y="9590666"/>
            <a:ext cx="1973512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17" name="B">
            <a:extLst>
              <a:ext uri="{FF2B5EF4-FFF2-40B4-BE49-F238E27FC236}">
                <a16:creationId xmlns:a16="http://schemas.microsoft.com/office/drawing/2014/main" id="{CAE540CB-D5C7-4745-BFEF-A9235045AA48}"/>
              </a:ext>
            </a:extLst>
          </p:cNvPr>
          <p:cNvSpPr>
            <a:spLocks noGrp="1"/>
          </p:cNvSpPr>
          <p:nvPr/>
        </p:nvSpPr>
        <p:spPr>
          <a:xfrm>
            <a:off x="36322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418" name="A">
            <a:extLst>
              <a:ext uri="{FF2B5EF4-FFF2-40B4-BE49-F238E27FC236}">
                <a16:creationId xmlns:a16="http://schemas.microsoft.com/office/drawing/2014/main" id="{C27E6CD1-10AC-4386-9E66-A4296A747F4E}"/>
              </a:ext>
            </a:extLst>
          </p:cNvPr>
          <p:cNvSpPr>
            <a:spLocks noGrp="1"/>
          </p:cNvSpPr>
          <p:nvPr/>
        </p:nvSpPr>
        <p:spPr>
          <a:xfrm>
            <a:off x="17145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419" name="D">
            <a:extLst>
              <a:ext uri="{FF2B5EF4-FFF2-40B4-BE49-F238E27FC236}">
                <a16:creationId xmlns:a16="http://schemas.microsoft.com/office/drawing/2014/main" id="{2494C264-E662-4934-AA6B-365252A72BFD}"/>
              </a:ext>
            </a:extLst>
          </p:cNvPr>
          <p:cNvSpPr>
            <a:spLocks noGrp="1"/>
          </p:cNvSpPr>
          <p:nvPr/>
        </p:nvSpPr>
        <p:spPr>
          <a:xfrm>
            <a:off x="55499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420" name="F">
            <a:extLst>
              <a:ext uri="{FF2B5EF4-FFF2-40B4-BE49-F238E27FC236}">
                <a16:creationId xmlns:a16="http://schemas.microsoft.com/office/drawing/2014/main" id="{81AC6292-68C6-472D-A8F0-59FA75956246}"/>
              </a:ext>
            </a:extLst>
          </p:cNvPr>
          <p:cNvSpPr>
            <a:spLocks noGrp="1"/>
          </p:cNvSpPr>
          <p:nvPr/>
        </p:nvSpPr>
        <p:spPr>
          <a:xfrm>
            <a:off x="74676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421" name="C">
            <a:extLst>
              <a:ext uri="{FF2B5EF4-FFF2-40B4-BE49-F238E27FC236}">
                <a16:creationId xmlns:a16="http://schemas.microsoft.com/office/drawing/2014/main" id="{B536E97A-D51F-493A-858F-8462D5F4268F}"/>
              </a:ext>
            </a:extLst>
          </p:cNvPr>
          <p:cNvSpPr>
            <a:spLocks noGrp="1"/>
          </p:cNvSpPr>
          <p:nvPr/>
        </p:nvSpPr>
        <p:spPr>
          <a:xfrm>
            <a:off x="9385300" y="8275721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8147452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Depth-First Search">
            <a:extLst>
              <a:ext uri="{FF2B5EF4-FFF2-40B4-BE49-F238E27FC236}">
                <a16:creationId xmlns:a16="http://schemas.microsoft.com/office/drawing/2014/main" id="{56AB7E90-D645-4791-8BDC-039359A15E5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6806229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depth-first search">
            <a:extLst>
              <a:ext uri="{FF2B5EF4-FFF2-40B4-BE49-F238E27FC236}">
                <a16:creationId xmlns:a16="http://schemas.microsoft.com/office/drawing/2014/main" id="{DAB95B47-DD29-4C2B-8D6E-9DDAB76C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busca em profundidade</a:t>
            </a:r>
          </a:p>
        </p:txBody>
      </p:sp>
      <p:sp>
        <p:nvSpPr>
          <p:cNvPr id="1426" name="search algorithm that always expands the deepest node in the frontier">
            <a:extLst>
              <a:ext uri="{FF2B5EF4-FFF2-40B4-BE49-F238E27FC236}">
                <a16:creationId xmlns:a16="http://schemas.microsoft.com/office/drawing/2014/main" id="{01CD03DB-5F93-4398-8ED9-2F550F7B94A5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algoritmo de busca que sempre expande o nó mais profundo da fronteira</a:t>
            </a:r>
          </a:p>
        </p:txBody>
      </p:sp>
    </p:spTree>
    <p:extLst>
      <p:ext uri="{BB962C8B-B14F-4D97-AF65-F5344CB8AC3E}">
        <p14:creationId xmlns:p14="http://schemas.microsoft.com/office/powerpoint/2010/main" val="11888379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Breadth-First Search">
            <a:extLst>
              <a:ext uri="{FF2B5EF4-FFF2-40B4-BE49-F238E27FC236}">
                <a16:creationId xmlns:a16="http://schemas.microsoft.com/office/drawing/2014/main" id="{4386B2A6-03E6-4611-A9D2-B68339125CD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7670845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breadth-first search">
            <a:extLst>
              <a:ext uri="{FF2B5EF4-FFF2-40B4-BE49-F238E27FC236}">
                <a16:creationId xmlns:a16="http://schemas.microsoft.com/office/drawing/2014/main" id="{65DE6E3C-A692-48A6-BEED-BC20D7256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busca em largura</a:t>
            </a:r>
          </a:p>
        </p:txBody>
      </p:sp>
      <p:sp>
        <p:nvSpPr>
          <p:cNvPr id="1431" name="search algorithm that always expands the shallowest node in the frontier">
            <a:extLst>
              <a:ext uri="{FF2B5EF4-FFF2-40B4-BE49-F238E27FC236}">
                <a16:creationId xmlns:a16="http://schemas.microsoft.com/office/drawing/2014/main" id="{92A8940F-93D1-49F7-B33B-03DC0F622B48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algoritmo de busca que sempre expande o nó menos profundo da fronteira</a:t>
            </a:r>
          </a:p>
        </p:txBody>
      </p:sp>
    </p:spTree>
    <p:extLst>
      <p:ext uri="{BB962C8B-B14F-4D97-AF65-F5344CB8AC3E}">
        <p14:creationId xmlns:p14="http://schemas.microsoft.com/office/powerpoint/2010/main" val="10433279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queue">
            <a:extLst>
              <a:ext uri="{FF2B5EF4-FFF2-40B4-BE49-F238E27FC236}">
                <a16:creationId xmlns:a16="http://schemas.microsoft.com/office/drawing/2014/main" id="{42EA915A-872A-4113-AD41-5E79E009B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fila</a:t>
            </a:r>
          </a:p>
        </p:txBody>
      </p:sp>
      <p:sp>
        <p:nvSpPr>
          <p:cNvPr id="1434" name="first-in first-out data type">
            <a:extLst>
              <a:ext uri="{FF2B5EF4-FFF2-40B4-BE49-F238E27FC236}">
                <a16:creationId xmlns:a16="http://schemas.microsoft.com/office/drawing/2014/main" id="{34A29760-31BA-4075-B3D5-418EDC5E8C2C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80947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estrutura de dados do tipo primeiro a entrar, primeiro a sair</a:t>
            </a:r>
          </a:p>
        </p:txBody>
      </p:sp>
    </p:spTree>
    <p:extLst>
      <p:ext uri="{BB962C8B-B14F-4D97-AF65-F5344CB8AC3E}">
        <p14:creationId xmlns:p14="http://schemas.microsoft.com/office/powerpoint/2010/main" val="4010314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E">
            <a:extLst>
              <a:ext uri="{FF2B5EF4-FFF2-40B4-BE49-F238E27FC236}">
                <a16:creationId xmlns:a16="http://schemas.microsoft.com/office/drawing/2014/main" id="{BF7C8946-4B72-4E77-9A8B-94BD4A98D733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437" name="Line">
            <a:extLst>
              <a:ext uri="{FF2B5EF4-FFF2-40B4-BE49-F238E27FC236}">
                <a16:creationId xmlns:a16="http://schemas.microsoft.com/office/drawing/2014/main" id="{32CAABA2-CBD7-4F01-97AA-81B6ED941669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38" name="A">
            <a:extLst>
              <a:ext uri="{FF2B5EF4-FFF2-40B4-BE49-F238E27FC236}">
                <a16:creationId xmlns:a16="http://schemas.microsoft.com/office/drawing/2014/main" id="{78C30250-05E4-45B1-8C5F-A5F6F38B52E4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439" name="B">
            <a:extLst>
              <a:ext uri="{FF2B5EF4-FFF2-40B4-BE49-F238E27FC236}">
                <a16:creationId xmlns:a16="http://schemas.microsoft.com/office/drawing/2014/main" id="{C6B89EC0-4E59-46D5-9294-ADF56BD3F699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440" name="C">
            <a:extLst>
              <a:ext uri="{FF2B5EF4-FFF2-40B4-BE49-F238E27FC236}">
                <a16:creationId xmlns:a16="http://schemas.microsoft.com/office/drawing/2014/main" id="{D9770BCE-31B5-4C42-9752-C6608DD1273F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441" name="D">
            <a:extLst>
              <a:ext uri="{FF2B5EF4-FFF2-40B4-BE49-F238E27FC236}">
                <a16:creationId xmlns:a16="http://schemas.microsoft.com/office/drawing/2014/main" id="{20188D67-D7E9-4FC3-A4D8-2014259ABA29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442" name="F">
            <a:extLst>
              <a:ext uri="{FF2B5EF4-FFF2-40B4-BE49-F238E27FC236}">
                <a16:creationId xmlns:a16="http://schemas.microsoft.com/office/drawing/2014/main" id="{2BEDA60E-FA69-4BA3-99B0-D6376B97FCE7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443" name="Line">
            <a:extLst>
              <a:ext uri="{FF2B5EF4-FFF2-40B4-BE49-F238E27FC236}">
                <a16:creationId xmlns:a16="http://schemas.microsoft.com/office/drawing/2014/main" id="{E701DA95-177B-49C7-B47C-BF4581C53A9B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44" name="Line">
            <a:extLst>
              <a:ext uri="{FF2B5EF4-FFF2-40B4-BE49-F238E27FC236}">
                <a16:creationId xmlns:a16="http://schemas.microsoft.com/office/drawing/2014/main" id="{DAAA5532-CFD0-4FF0-9F82-C8C8F94A8095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45" name="Line">
            <a:extLst>
              <a:ext uri="{FF2B5EF4-FFF2-40B4-BE49-F238E27FC236}">
                <a16:creationId xmlns:a16="http://schemas.microsoft.com/office/drawing/2014/main" id="{7CA88C51-F366-42B9-8EAA-0BA76D7D239A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46" name="Line">
            <a:extLst>
              <a:ext uri="{FF2B5EF4-FFF2-40B4-BE49-F238E27FC236}">
                <a16:creationId xmlns:a16="http://schemas.microsoft.com/office/drawing/2014/main" id="{AA15693E-95DF-49C7-AA53-32D10A8A7D3A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47" name="Rectangle">
            <a:extLst>
              <a:ext uri="{FF2B5EF4-FFF2-40B4-BE49-F238E27FC236}">
                <a16:creationId xmlns:a16="http://schemas.microsoft.com/office/drawing/2014/main" id="{1AB8A1AB-03D3-4067-AFCE-233205310A0B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48" name="Frontier">
            <a:extLst>
              <a:ext uri="{FF2B5EF4-FFF2-40B4-BE49-F238E27FC236}">
                <a16:creationId xmlns:a16="http://schemas.microsoft.com/office/drawing/2014/main" id="{0105B63F-E62E-45BA-9D53-851136002D2F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449" name="Find a path from A to E.">
            <a:extLst>
              <a:ext uri="{FF2B5EF4-FFF2-40B4-BE49-F238E27FC236}">
                <a16:creationId xmlns:a16="http://schemas.microsoft.com/office/drawing/2014/main" id="{846EE175-3459-460C-8A54-EE98F4B8760B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450" name="A">
            <a:extLst>
              <a:ext uri="{FF2B5EF4-FFF2-40B4-BE49-F238E27FC236}">
                <a16:creationId xmlns:a16="http://schemas.microsoft.com/office/drawing/2014/main" id="{F4892071-4B24-4EDA-90AC-F5B87843A571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451" name="Rectangle">
            <a:extLst>
              <a:ext uri="{FF2B5EF4-FFF2-40B4-BE49-F238E27FC236}">
                <a16:creationId xmlns:a16="http://schemas.microsoft.com/office/drawing/2014/main" id="{209EBD3A-F4DE-4F5A-BD85-0996B7E318E2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52" name="Explored Set">
            <a:extLst>
              <a:ext uri="{FF2B5EF4-FFF2-40B4-BE49-F238E27FC236}">
                <a16:creationId xmlns:a16="http://schemas.microsoft.com/office/drawing/2014/main" id="{332D0BBD-2B5A-477A-B63B-02C392AB853F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</p:spTree>
    <p:extLst>
      <p:ext uri="{BB962C8B-B14F-4D97-AF65-F5344CB8AC3E}">
        <p14:creationId xmlns:p14="http://schemas.microsoft.com/office/powerpoint/2010/main" val="12452336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E">
            <a:extLst>
              <a:ext uri="{FF2B5EF4-FFF2-40B4-BE49-F238E27FC236}">
                <a16:creationId xmlns:a16="http://schemas.microsoft.com/office/drawing/2014/main" id="{CAE96CFE-7861-46FD-878A-832857F3AEB2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455" name="Line">
            <a:extLst>
              <a:ext uri="{FF2B5EF4-FFF2-40B4-BE49-F238E27FC236}">
                <a16:creationId xmlns:a16="http://schemas.microsoft.com/office/drawing/2014/main" id="{BACF8A12-B762-423D-97D4-170D19456BE7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56" name="A">
            <a:extLst>
              <a:ext uri="{FF2B5EF4-FFF2-40B4-BE49-F238E27FC236}">
                <a16:creationId xmlns:a16="http://schemas.microsoft.com/office/drawing/2014/main" id="{72B60BA5-9524-418D-93ED-0D30A4DEB0B5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457" name="B">
            <a:extLst>
              <a:ext uri="{FF2B5EF4-FFF2-40B4-BE49-F238E27FC236}">
                <a16:creationId xmlns:a16="http://schemas.microsoft.com/office/drawing/2014/main" id="{780A3E2E-A1EA-4F6C-B487-8261F83F1883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458" name="C">
            <a:extLst>
              <a:ext uri="{FF2B5EF4-FFF2-40B4-BE49-F238E27FC236}">
                <a16:creationId xmlns:a16="http://schemas.microsoft.com/office/drawing/2014/main" id="{B27EDCB6-A6D8-48B2-A084-81BD8485A1D0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459" name="D">
            <a:extLst>
              <a:ext uri="{FF2B5EF4-FFF2-40B4-BE49-F238E27FC236}">
                <a16:creationId xmlns:a16="http://schemas.microsoft.com/office/drawing/2014/main" id="{F6BDE33F-D45E-4A64-909F-E4CE5ED026E4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460" name="F">
            <a:extLst>
              <a:ext uri="{FF2B5EF4-FFF2-40B4-BE49-F238E27FC236}">
                <a16:creationId xmlns:a16="http://schemas.microsoft.com/office/drawing/2014/main" id="{0182C728-874C-4DD1-946E-AA08F4B4CE10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461" name="Line">
            <a:extLst>
              <a:ext uri="{FF2B5EF4-FFF2-40B4-BE49-F238E27FC236}">
                <a16:creationId xmlns:a16="http://schemas.microsoft.com/office/drawing/2014/main" id="{B329975F-9EE5-4D31-8DDD-1D815CBF5464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62" name="Line">
            <a:extLst>
              <a:ext uri="{FF2B5EF4-FFF2-40B4-BE49-F238E27FC236}">
                <a16:creationId xmlns:a16="http://schemas.microsoft.com/office/drawing/2014/main" id="{46FDE94D-34DC-417C-A0B3-CDFD65FEC03D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63" name="Line">
            <a:extLst>
              <a:ext uri="{FF2B5EF4-FFF2-40B4-BE49-F238E27FC236}">
                <a16:creationId xmlns:a16="http://schemas.microsoft.com/office/drawing/2014/main" id="{F7CEF560-0737-4EFC-9144-866A4F7F2B67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64" name="Line">
            <a:extLst>
              <a:ext uri="{FF2B5EF4-FFF2-40B4-BE49-F238E27FC236}">
                <a16:creationId xmlns:a16="http://schemas.microsoft.com/office/drawing/2014/main" id="{7F25BDB5-DF6C-4550-9132-1630B15353C2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65" name="Rectangle">
            <a:extLst>
              <a:ext uri="{FF2B5EF4-FFF2-40B4-BE49-F238E27FC236}">
                <a16:creationId xmlns:a16="http://schemas.microsoft.com/office/drawing/2014/main" id="{88BE3343-3372-4ADE-8BA8-701A315B9BE7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66" name="Frontier">
            <a:extLst>
              <a:ext uri="{FF2B5EF4-FFF2-40B4-BE49-F238E27FC236}">
                <a16:creationId xmlns:a16="http://schemas.microsoft.com/office/drawing/2014/main" id="{6C08C147-D908-44D3-AE58-48B33FD36A3F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467" name="Find a path from A to E.">
            <a:extLst>
              <a:ext uri="{FF2B5EF4-FFF2-40B4-BE49-F238E27FC236}">
                <a16:creationId xmlns:a16="http://schemas.microsoft.com/office/drawing/2014/main" id="{2C97F815-6D65-4430-AE53-A7513328E03D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468" name="Rectangle">
            <a:extLst>
              <a:ext uri="{FF2B5EF4-FFF2-40B4-BE49-F238E27FC236}">
                <a16:creationId xmlns:a16="http://schemas.microsoft.com/office/drawing/2014/main" id="{220BC0DD-AB46-4179-88F6-AD7AF07D8BDE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69" name="Explored Set">
            <a:extLst>
              <a:ext uri="{FF2B5EF4-FFF2-40B4-BE49-F238E27FC236}">
                <a16:creationId xmlns:a16="http://schemas.microsoft.com/office/drawing/2014/main" id="{12AB0576-2AC6-46D3-8983-874F64A8582D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  <p:sp>
        <p:nvSpPr>
          <p:cNvPr id="1470" name="A">
            <a:extLst>
              <a:ext uri="{FF2B5EF4-FFF2-40B4-BE49-F238E27FC236}">
                <a16:creationId xmlns:a16="http://schemas.microsoft.com/office/drawing/2014/main" id="{21852798-5A16-4FBA-BA00-8F57961AAAA5}"/>
              </a:ext>
            </a:extLst>
          </p:cNvPr>
          <p:cNvSpPr>
            <a:spLocks noGrp="1"/>
          </p:cNvSpPr>
          <p:nvPr/>
        </p:nvSpPr>
        <p:spPr>
          <a:xfrm>
            <a:off x="1714500" y="43778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84195030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E">
            <a:extLst>
              <a:ext uri="{FF2B5EF4-FFF2-40B4-BE49-F238E27FC236}">
                <a16:creationId xmlns:a16="http://schemas.microsoft.com/office/drawing/2014/main" id="{E651420C-4958-48E4-9FC8-6B9D79B76D5B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473" name="Line">
            <a:extLst>
              <a:ext uri="{FF2B5EF4-FFF2-40B4-BE49-F238E27FC236}">
                <a16:creationId xmlns:a16="http://schemas.microsoft.com/office/drawing/2014/main" id="{73503ED4-0E4C-4490-9146-D638CF730B77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74" name="A">
            <a:extLst>
              <a:ext uri="{FF2B5EF4-FFF2-40B4-BE49-F238E27FC236}">
                <a16:creationId xmlns:a16="http://schemas.microsoft.com/office/drawing/2014/main" id="{3C69E5D7-C06B-4637-9A8F-F37F55ABC5DC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475" name="B">
            <a:extLst>
              <a:ext uri="{FF2B5EF4-FFF2-40B4-BE49-F238E27FC236}">
                <a16:creationId xmlns:a16="http://schemas.microsoft.com/office/drawing/2014/main" id="{876153A2-C821-41FA-B8D3-ED76FC2CE6B7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476" name="C">
            <a:extLst>
              <a:ext uri="{FF2B5EF4-FFF2-40B4-BE49-F238E27FC236}">
                <a16:creationId xmlns:a16="http://schemas.microsoft.com/office/drawing/2014/main" id="{3F4E1146-3906-4928-AB30-A296D61226A3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477" name="D">
            <a:extLst>
              <a:ext uri="{FF2B5EF4-FFF2-40B4-BE49-F238E27FC236}">
                <a16:creationId xmlns:a16="http://schemas.microsoft.com/office/drawing/2014/main" id="{899C7281-382D-419C-8F47-8CFB43011A5D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478" name="F">
            <a:extLst>
              <a:ext uri="{FF2B5EF4-FFF2-40B4-BE49-F238E27FC236}">
                <a16:creationId xmlns:a16="http://schemas.microsoft.com/office/drawing/2014/main" id="{7341F57E-44EE-42B9-BA05-AA92842A92E9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479" name="Line">
            <a:extLst>
              <a:ext uri="{FF2B5EF4-FFF2-40B4-BE49-F238E27FC236}">
                <a16:creationId xmlns:a16="http://schemas.microsoft.com/office/drawing/2014/main" id="{58CE74CE-5E36-415C-9A65-0FA5DFDDF5C5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80" name="Line">
            <a:extLst>
              <a:ext uri="{FF2B5EF4-FFF2-40B4-BE49-F238E27FC236}">
                <a16:creationId xmlns:a16="http://schemas.microsoft.com/office/drawing/2014/main" id="{C7A2ECE3-433E-4118-BEF4-3E5F94DECD93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81" name="Line">
            <a:extLst>
              <a:ext uri="{FF2B5EF4-FFF2-40B4-BE49-F238E27FC236}">
                <a16:creationId xmlns:a16="http://schemas.microsoft.com/office/drawing/2014/main" id="{29F4AE0A-BEA7-4183-A2BD-4BC8F082D983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82" name="Line">
            <a:extLst>
              <a:ext uri="{FF2B5EF4-FFF2-40B4-BE49-F238E27FC236}">
                <a16:creationId xmlns:a16="http://schemas.microsoft.com/office/drawing/2014/main" id="{34AA8081-C853-4436-89E9-195BED7BD278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83" name="Rectangle">
            <a:extLst>
              <a:ext uri="{FF2B5EF4-FFF2-40B4-BE49-F238E27FC236}">
                <a16:creationId xmlns:a16="http://schemas.microsoft.com/office/drawing/2014/main" id="{A96AFAD9-546D-4E91-8A56-7EAA0FA226A4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84" name="Frontier">
            <a:extLst>
              <a:ext uri="{FF2B5EF4-FFF2-40B4-BE49-F238E27FC236}">
                <a16:creationId xmlns:a16="http://schemas.microsoft.com/office/drawing/2014/main" id="{190F17EA-EC59-4054-AADE-FA01F900EB96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485" name="Find a path from A to E.">
            <a:extLst>
              <a:ext uri="{FF2B5EF4-FFF2-40B4-BE49-F238E27FC236}">
                <a16:creationId xmlns:a16="http://schemas.microsoft.com/office/drawing/2014/main" id="{CCC49213-9F2F-4A0B-B288-17ACE0AACA31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486" name="Rectangle">
            <a:extLst>
              <a:ext uri="{FF2B5EF4-FFF2-40B4-BE49-F238E27FC236}">
                <a16:creationId xmlns:a16="http://schemas.microsoft.com/office/drawing/2014/main" id="{4CA3B84E-D379-46D5-9FEA-C3679F1EF03C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87" name="Explored Set">
            <a:extLst>
              <a:ext uri="{FF2B5EF4-FFF2-40B4-BE49-F238E27FC236}">
                <a16:creationId xmlns:a16="http://schemas.microsoft.com/office/drawing/2014/main" id="{0EC296F1-D140-4339-92FE-0BA636570C42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  <p:sp>
        <p:nvSpPr>
          <p:cNvPr id="1488" name="A">
            <a:extLst>
              <a:ext uri="{FF2B5EF4-FFF2-40B4-BE49-F238E27FC236}">
                <a16:creationId xmlns:a16="http://schemas.microsoft.com/office/drawing/2014/main" id="{D39BDE49-6CF0-4331-AA37-C565F0DE60E5}"/>
              </a:ext>
            </a:extLst>
          </p:cNvPr>
          <p:cNvSpPr>
            <a:spLocks noGrp="1"/>
          </p:cNvSpPr>
          <p:nvPr/>
        </p:nvSpPr>
        <p:spPr>
          <a:xfrm>
            <a:off x="17145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489" name="Circle">
            <a:extLst>
              <a:ext uri="{FF2B5EF4-FFF2-40B4-BE49-F238E27FC236}">
                <a16:creationId xmlns:a16="http://schemas.microsoft.com/office/drawing/2014/main" id="{4F26AA04-5313-4AA1-87D6-4C49B9E6719D}"/>
              </a:ext>
            </a:extLst>
          </p:cNvPr>
          <p:cNvSpPr>
            <a:spLocks noGrp="1"/>
          </p:cNvSpPr>
          <p:nvPr/>
        </p:nvSpPr>
        <p:spPr>
          <a:xfrm>
            <a:off x="13533942" y="1422598"/>
            <a:ext cx="1973512" cy="1973511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90" name="B">
            <a:extLst>
              <a:ext uri="{FF2B5EF4-FFF2-40B4-BE49-F238E27FC236}">
                <a16:creationId xmlns:a16="http://schemas.microsoft.com/office/drawing/2014/main" id="{313EC03B-997C-4C3B-82C7-065D7E72998C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89309865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E">
            <a:extLst>
              <a:ext uri="{FF2B5EF4-FFF2-40B4-BE49-F238E27FC236}">
                <a16:creationId xmlns:a16="http://schemas.microsoft.com/office/drawing/2014/main" id="{527CE163-A74B-4A02-AB06-CE59F60AD845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493" name="Line">
            <a:extLst>
              <a:ext uri="{FF2B5EF4-FFF2-40B4-BE49-F238E27FC236}">
                <a16:creationId xmlns:a16="http://schemas.microsoft.com/office/drawing/2014/main" id="{1337C044-DF6A-42F0-8177-34270360A8FE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494" name="A">
            <a:extLst>
              <a:ext uri="{FF2B5EF4-FFF2-40B4-BE49-F238E27FC236}">
                <a16:creationId xmlns:a16="http://schemas.microsoft.com/office/drawing/2014/main" id="{E1C6CE0D-626E-4A5B-9EA3-055D86C28C32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495" name="B">
            <a:extLst>
              <a:ext uri="{FF2B5EF4-FFF2-40B4-BE49-F238E27FC236}">
                <a16:creationId xmlns:a16="http://schemas.microsoft.com/office/drawing/2014/main" id="{BCA98533-1A6A-49A3-A7DB-B3342630914A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496" name="C">
            <a:extLst>
              <a:ext uri="{FF2B5EF4-FFF2-40B4-BE49-F238E27FC236}">
                <a16:creationId xmlns:a16="http://schemas.microsoft.com/office/drawing/2014/main" id="{8125F014-94F6-4CAB-8751-C6B35C9CD65C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497" name="D">
            <a:extLst>
              <a:ext uri="{FF2B5EF4-FFF2-40B4-BE49-F238E27FC236}">
                <a16:creationId xmlns:a16="http://schemas.microsoft.com/office/drawing/2014/main" id="{9BA971D2-9237-4C10-A430-AFDA437C4616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498" name="F">
            <a:extLst>
              <a:ext uri="{FF2B5EF4-FFF2-40B4-BE49-F238E27FC236}">
                <a16:creationId xmlns:a16="http://schemas.microsoft.com/office/drawing/2014/main" id="{004F802C-FE59-4672-9D98-5BB4877E89AA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499" name="Line">
            <a:extLst>
              <a:ext uri="{FF2B5EF4-FFF2-40B4-BE49-F238E27FC236}">
                <a16:creationId xmlns:a16="http://schemas.microsoft.com/office/drawing/2014/main" id="{4F43AD22-484E-4F76-A824-123EE44B21CA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00" name="Line">
            <a:extLst>
              <a:ext uri="{FF2B5EF4-FFF2-40B4-BE49-F238E27FC236}">
                <a16:creationId xmlns:a16="http://schemas.microsoft.com/office/drawing/2014/main" id="{9A73D46A-A2FF-4F83-8D84-DB313882C72F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01" name="Line">
            <a:extLst>
              <a:ext uri="{FF2B5EF4-FFF2-40B4-BE49-F238E27FC236}">
                <a16:creationId xmlns:a16="http://schemas.microsoft.com/office/drawing/2014/main" id="{E92C159F-BD17-4714-84F1-91C05E38081A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02" name="Line">
            <a:extLst>
              <a:ext uri="{FF2B5EF4-FFF2-40B4-BE49-F238E27FC236}">
                <a16:creationId xmlns:a16="http://schemas.microsoft.com/office/drawing/2014/main" id="{F44AEFC8-7CF8-448D-9052-94F25C5B7DD1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03" name="Rectangle">
            <a:extLst>
              <a:ext uri="{FF2B5EF4-FFF2-40B4-BE49-F238E27FC236}">
                <a16:creationId xmlns:a16="http://schemas.microsoft.com/office/drawing/2014/main" id="{2FDB96AF-A4CD-41CF-B21E-670F4258FB81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04" name="Frontier">
            <a:extLst>
              <a:ext uri="{FF2B5EF4-FFF2-40B4-BE49-F238E27FC236}">
                <a16:creationId xmlns:a16="http://schemas.microsoft.com/office/drawing/2014/main" id="{AA20C308-9F2D-49B1-8567-61D558086CF5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505" name="Find a path from A to E.">
            <a:extLst>
              <a:ext uri="{FF2B5EF4-FFF2-40B4-BE49-F238E27FC236}">
                <a16:creationId xmlns:a16="http://schemas.microsoft.com/office/drawing/2014/main" id="{FE3F2CED-4D62-42F1-9052-B031D7BD992C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506" name="Rectangle">
            <a:extLst>
              <a:ext uri="{FF2B5EF4-FFF2-40B4-BE49-F238E27FC236}">
                <a16:creationId xmlns:a16="http://schemas.microsoft.com/office/drawing/2014/main" id="{1DB14E90-8D43-4AC2-BB06-237BFC7A7559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07" name="Explored Set">
            <a:extLst>
              <a:ext uri="{FF2B5EF4-FFF2-40B4-BE49-F238E27FC236}">
                <a16:creationId xmlns:a16="http://schemas.microsoft.com/office/drawing/2014/main" id="{A4A9D6FA-19F7-4114-B8F8-BFC3CC201E27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  <p:sp>
        <p:nvSpPr>
          <p:cNvPr id="1508" name="A">
            <a:extLst>
              <a:ext uri="{FF2B5EF4-FFF2-40B4-BE49-F238E27FC236}">
                <a16:creationId xmlns:a16="http://schemas.microsoft.com/office/drawing/2014/main" id="{43CEF533-6E0B-409F-81F6-0ADF48FE5810}"/>
              </a:ext>
            </a:extLst>
          </p:cNvPr>
          <p:cNvSpPr>
            <a:spLocks noGrp="1"/>
          </p:cNvSpPr>
          <p:nvPr/>
        </p:nvSpPr>
        <p:spPr>
          <a:xfrm>
            <a:off x="17145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509" name="Circle">
            <a:extLst>
              <a:ext uri="{FF2B5EF4-FFF2-40B4-BE49-F238E27FC236}">
                <a16:creationId xmlns:a16="http://schemas.microsoft.com/office/drawing/2014/main" id="{94039A39-CA0E-4C79-851C-407BD446D704}"/>
              </a:ext>
            </a:extLst>
          </p:cNvPr>
          <p:cNvSpPr>
            <a:spLocks noGrp="1"/>
          </p:cNvSpPr>
          <p:nvPr/>
        </p:nvSpPr>
        <p:spPr>
          <a:xfrm>
            <a:off x="13533942" y="1422598"/>
            <a:ext cx="1973512" cy="1973511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10" name="B">
            <a:extLst>
              <a:ext uri="{FF2B5EF4-FFF2-40B4-BE49-F238E27FC236}">
                <a16:creationId xmlns:a16="http://schemas.microsoft.com/office/drawing/2014/main" id="{660B3EF5-CE71-44C1-9F01-DE4B9865A8C3}"/>
              </a:ext>
            </a:extLst>
          </p:cNvPr>
          <p:cNvSpPr>
            <a:spLocks noGrp="1"/>
          </p:cNvSpPr>
          <p:nvPr/>
        </p:nvSpPr>
        <p:spPr>
          <a:xfrm>
            <a:off x="1714500" y="4254834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66287043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E">
            <a:extLst>
              <a:ext uri="{FF2B5EF4-FFF2-40B4-BE49-F238E27FC236}">
                <a16:creationId xmlns:a16="http://schemas.microsoft.com/office/drawing/2014/main" id="{8D2EAFD8-9353-4E1E-BBB2-1C44CE6BFA55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513" name="Line">
            <a:extLst>
              <a:ext uri="{FF2B5EF4-FFF2-40B4-BE49-F238E27FC236}">
                <a16:creationId xmlns:a16="http://schemas.microsoft.com/office/drawing/2014/main" id="{CFFE9903-647A-47D1-8CE6-22CF78C6E705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14" name="A">
            <a:extLst>
              <a:ext uri="{FF2B5EF4-FFF2-40B4-BE49-F238E27FC236}">
                <a16:creationId xmlns:a16="http://schemas.microsoft.com/office/drawing/2014/main" id="{ADACAF01-6E7E-4A4F-8146-EE65C49C5F9F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515" name="B">
            <a:extLst>
              <a:ext uri="{FF2B5EF4-FFF2-40B4-BE49-F238E27FC236}">
                <a16:creationId xmlns:a16="http://schemas.microsoft.com/office/drawing/2014/main" id="{B0658185-2A07-4FFD-BA4A-5F3D7113508F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516" name="C">
            <a:extLst>
              <a:ext uri="{FF2B5EF4-FFF2-40B4-BE49-F238E27FC236}">
                <a16:creationId xmlns:a16="http://schemas.microsoft.com/office/drawing/2014/main" id="{427E6DCF-6AC4-4028-84DE-0BF85B17AA34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517" name="D">
            <a:extLst>
              <a:ext uri="{FF2B5EF4-FFF2-40B4-BE49-F238E27FC236}">
                <a16:creationId xmlns:a16="http://schemas.microsoft.com/office/drawing/2014/main" id="{021F0706-106A-4AB6-8A03-309C9505B1BE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518" name="F">
            <a:extLst>
              <a:ext uri="{FF2B5EF4-FFF2-40B4-BE49-F238E27FC236}">
                <a16:creationId xmlns:a16="http://schemas.microsoft.com/office/drawing/2014/main" id="{9424A7C0-3AA4-407E-B025-FF06C3D1CB97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519" name="Line">
            <a:extLst>
              <a:ext uri="{FF2B5EF4-FFF2-40B4-BE49-F238E27FC236}">
                <a16:creationId xmlns:a16="http://schemas.microsoft.com/office/drawing/2014/main" id="{DD551287-35B1-4D3A-95C0-867A65459B50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20" name="Line">
            <a:extLst>
              <a:ext uri="{FF2B5EF4-FFF2-40B4-BE49-F238E27FC236}">
                <a16:creationId xmlns:a16="http://schemas.microsoft.com/office/drawing/2014/main" id="{AFC0F72D-CF62-47C0-A710-870A994F7FD0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21" name="Line">
            <a:extLst>
              <a:ext uri="{FF2B5EF4-FFF2-40B4-BE49-F238E27FC236}">
                <a16:creationId xmlns:a16="http://schemas.microsoft.com/office/drawing/2014/main" id="{85577FBC-952F-44CC-A849-C71AC962A563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22" name="Line">
            <a:extLst>
              <a:ext uri="{FF2B5EF4-FFF2-40B4-BE49-F238E27FC236}">
                <a16:creationId xmlns:a16="http://schemas.microsoft.com/office/drawing/2014/main" id="{2C875AF9-4843-4B77-9494-8BF85029AF9A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23" name="Rectangle">
            <a:extLst>
              <a:ext uri="{FF2B5EF4-FFF2-40B4-BE49-F238E27FC236}">
                <a16:creationId xmlns:a16="http://schemas.microsoft.com/office/drawing/2014/main" id="{29851775-16C1-4473-B803-3426413C59F7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24" name="Frontier">
            <a:extLst>
              <a:ext uri="{FF2B5EF4-FFF2-40B4-BE49-F238E27FC236}">
                <a16:creationId xmlns:a16="http://schemas.microsoft.com/office/drawing/2014/main" id="{3FDBF702-29AE-4318-B437-66A9E499CB95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525" name="Find a path from A to E.">
            <a:extLst>
              <a:ext uri="{FF2B5EF4-FFF2-40B4-BE49-F238E27FC236}">
                <a16:creationId xmlns:a16="http://schemas.microsoft.com/office/drawing/2014/main" id="{6B51FCCC-7B84-4FCB-A3DD-072DF497C81A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526" name="Rectangle">
            <a:extLst>
              <a:ext uri="{FF2B5EF4-FFF2-40B4-BE49-F238E27FC236}">
                <a16:creationId xmlns:a16="http://schemas.microsoft.com/office/drawing/2014/main" id="{31C7E27F-4A27-4177-9D85-D13AEDA3474A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27" name="Explored Set">
            <a:extLst>
              <a:ext uri="{FF2B5EF4-FFF2-40B4-BE49-F238E27FC236}">
                <a16:creationId xmlns:a16="http://schemas.microsoft.com/office/drawing/2014/main" id="{1426114B-EF56-45BB-BD90-31ED61F821B3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  <p:sp>
        <p:nvSpPr>
          <p:cNvPr id="1528" name="A">
            <a:extLst>
              <a:ext uri="{FF2B5EF4-FFF2-40B4-BE49-F238E27FC236}">
                <a16:creationId xmlns:a16="http://schemas.microsoft.com/office/drawing/2014/main" id="{8A87AF25-223D-4A57-ADE5-3509CCECA7CA}"/>
              </a:ext>
            </a:extLst>
          </p:cNvPr>
          <p:cNvSpPr>
            <a:spLocks noGrp="1"/>
          </p:cNvSpPr>
          <p:nvPr/>
        </p:nvSpPr>
        <p:spPr>
          <a:xfrm>
            <a:off x="17145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529" name="Circle">
            <a:extLst>
              <a:ext uri="{FF2B5EF4-FFF2-40B4-BE49-F238E27FC236}">
                <a16:creationId xmlns:a16="http://schemas.microsoft.com/office/drawing/2014/main" id="{B00D0042-6262-442D-BA0A-E0DA733C06CF}"/>
              </a:ext>
            </a:extLst>
          </p:cNvPr>
          <p:cNvSpPr>
            <a:spLocks noGrp="1"/>
          </p:cNvSpPr>
          <p:nvPr/>
        </p:nvSpPr>
        <p:spPr>
          <a:xfrm>
            <a:off x="18120462" y="2142768"/>
            <a:ext cx="1973512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30" name="B">
            <a:extLst>
              <a:ext uri="{FF2B5EF4-FFF2-40B4-BE49-F238E27FC236}">
                <a16:creationId xmlns:a16="http://schemas.microsoft.com/office/drawing/2014/main" id="{4E6ED80A-14D6-423C-A485-0038014F87A4}"/>
              </a:ext>
            </a:extLst>
          </p:cNvPr>
          <p:cNvSpPr>
            <a:spLocks noGrp="1"/>
          </p:cNvSpPr>
          <p:nvPr/>
        </p:nvSpPr>
        <p:spPr>
          <a:xfrm>
            <a:off x="36449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531" name="C">
            <a:extLst>
              <a:ext uri="{FF2B5EF4-FFF2-40B4-BE49-F238E27FC236}">
                <a16:creationId xmlns:a16="http://schemas.microsoft.com/office/drawing/2014/main" id="{8673E218-A64C-41CD-9AB7-1A0253CB0F25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532" name="D">
            <a:extLst>
              <a:ext uri="{FF2B5EF4-FFF2-40B4-BE49-F238E27FC236}">
                <a16:creationId xmlns:a16="http://schemas.microsoft.com/office/drawing/2014/main" id="{4462DDC0-7C90-45DE-B46C-6A4D6ABA33EC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6194829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E">
            <a:extLst>
              <a:ext uri="{FF2B5EF4-FFF2-40B4-BE49-F238E27FC236}">
                <a16:creationId xmlns:a16="http://schemas.microsoft.com/office/drawing/2014/main" id="{A45A70D3-B59B-43C3-826F-3AB4ABE9036B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535" name="Line">
            <a:extLst>
              <a:ext uri="{FF2B5EF4-FFF2-40B4-BE49-F238E27FC236}">
                <a16:creationId xmlns:a16="http://schemas.microsoft.com/office/drawing/2014/main" id="{AA3C958B-3867-453B-ADD4-357E1DE0F470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36" name="A">
            <a:extLst>
              <a:ext uri="{FF2B5EF4-FFF2-40B4-BE49-F238E27FC236}">
                <a16:creationId xmlns:a16="http://schemas.microsoft.com/office/drawing/2014/main" id="{DA8EED7D-E192-4A56-A92D-12320E72B12E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537" name="B">
            <a:extLst>
              <a:ext uri="{FF2B5EF4-FFF2-40B4-BE49-F238E27FC236}">
                <a16:creationId xmlns:a16="http://schemas.microsoft.com/office/drawing/2014/main" id="{300B3442-C090-4CD8-B125-FFE42E17BE0E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538" name="C">
            <a:extLst>
              <a:ext uri="{FF2B5EF4-FFF2-40B4-BE49-F238E27FC236}">
                <a16:creationId xmlns:a16="http://schemas.microsoft.com/office/drawing/2014/main" id="{52164EB2-F63E-40EC-B112-022D56FD1F8A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539" name="D">
            <a:extLst>
              <a:ext uri="{FF2B5EF4-FFF2-40B4-BE49-F238E27FC236}">
                <a16:creationId xmlns:a16="http://schemas.microsoft.com/office/drawing/2014/main" id="{EAC118DB-C971-4C9E-8FB1-569761FA9369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540" name="F">
            <a:extLst>
              <a:ext uri="{FF2B5EF4-FFF2-40B4-BE49-F238E27FC236}">
                <a16:creationId xmlns:a16="http://schemas.microsoft.com/office/drawing/2014/main" id="{49F2853A-2A1F-434E-9545-5BB42339DF81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541" name="Line">
            <a:extLst>
              <a:ext uri="{FF2B5EF4-FFF2-40B4-BE49-F238E27FC236}">
                <a16:creationId xmlns:a16="http://schemas.microsoft.com/office/drawing/2014/main" id="{857C8CAC-3550-4034-8B41-614C2B3078BB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42" name="Line">
            <a:extLst>
              <a:ext uri="{FF2B5EF4-FFF2-40B4-BE49-F238E27FC236}">
                <a16:creationId xmlns:a16="http://schemas.microsoft.com/office/drawing/2014/main" id="{4470AFE6-9608-48EC-8F4C-60CC216F9AA0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43" name="Line">
            <a:extLst>
              <a:ext uri="{FF2B5EF4-FFF2-40B4-BE49-F238E27FC236}">
                <a16:creationId xmlns:a16="http://schemas.microsoft.com/office/drawing/2014/main" id="{33D48260-4FB5-43DE-B0C3-8E228DF435F7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44" name="Line">
            <a:extLst>
              <a:ext uri="{FF2B5EF4-FFF2-40B4-BE49-F238E27FC236}">
                <a16:creationId xmlns:a16="http://schemas.microsoft.com/office/drawing/2014/main" id="{43A90382-3298-42C9-9B49-4E65C487BF7E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45" name="Rectangle">
            <a:extLst>
              <a:ext uri="{FF2B5EF4-FFF2-40B4-BE49-F238E27FC236}">
                <a16:creationId xmlns:a16="http://schemas.microsoft.com/office/drawing/2014/main" id="{206870B6-5ADD-4930-9A6A-F56BFC67C945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46" name="Frontier">
            <a:extLst>
              <a:ext uri="{FF2B5EF4-FFF2-40B4-BE49-F238E27FC236}">
                <a16:creationId xmlns:a16="http://schemas.microsoft.com/office/drawing/2014/main" id="{9E33CF20-705D-42DC-A152-70E907E3E7B2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547" name="Find a path from A to E.">
            <a:extLst>
              <a:ext uri="{FF2B5EF4-FFF2-40B4-BE49-F238E27FC236}">
                <a16:creationId xmlns:a16="http://schemas.microsoft.com/office/drawing/2014/main" id="{20DBE2FB-0E82-41FD-B156-4442DA0B115E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548" name="Rectangle">
            <a:extLst>
              <a:ext uri="{FF2B5EF4-FFF2-40B4-BE49-F238E27FC236}">
                <a16:creationId xmlns:a16="http://schemas.microsoft.com/office/drawing/2014/main" id="{0BE3D273-36ED-4FA2-B15C-0A3D066CD2ED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49" name="Explored Set">
            <a:extLst>
              <a:ext uri="{FF2B5EF4-FFF2-40B4-BE49-F238E27FC236}">
                <a16:creationId xmlns:a16="http://schemas.microsoft.com/office/drawing/2014/main" id="{4D18F6C6-57BA-4A2B-9A55-6D6A7B386919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  <p:sp>
        <p:nvSpPr>
          <p:cNvPr id="1550" name="A">
            <a:extLst>
              <a:ext uri="{FF2B5EF4-FFF2-40B4-BE49-F238E27FC236}">
                <a16:creationId xmlns:a16="http://schemas.microsoft.com/office/drawing/2014/main" id="{7B144E1F-C4F5-4100-9F6F-C9296FB12258}"/>
              </a:ext>
            </a:extLst>
          </p:cNvPr>
          <p:cNvSpPr>
            <a:spLocks noGrp="1"/>
          </p:cNvSpPr>
          <p:nvPr/>
        </p:nvSpPr>
        <p:spPr>
          <a:xfrm>
            <a:off x="17145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551" name="Circle">
            <a:extLst>
              <a:ext uri="{FF2B5EF4-FFF2-40B4-BE49-F238E27FC236}">
                <a16:creationId xmlns:a16="http://schemas.microsoft.com/office/drawing/2014/main" id="{BDD1E3AA-C776-4A3D-BE2C-DCABE7781AE5}"/>
              </a:ext>
            </a:extLst>
          </p:cNvPr>
          <p:cNvSpPr>
            <a:spLocks noGrp="1"/>
          </p:cNvSpPr>
          <p:nvPr/>
        </p:nvSpPr>
        <p:spPr>
          <a:xfrm>
            <a:off x="18120462" y="2142768"/>
            <a:ext cx="1973512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52" name="B">
            <a:extLst>
              <a:ext uri="{FF2B5EF4-FFF2-40B4-BE49-F238E27FC236}">
                <a16:creationId xmlns:a16="http://schemas.microsoft.com/office/drawing/2014/main" id="{A5425984-127B-49C8-BE2F-E12DE854542D}"/>
              </a:ext>
            </a:extLst>
          </p:cNvPr>
          <p:cNvSpPr>
            <a:spLocks noGrp="1"/>
          </p:cNvSpPr>
          <p:nvPr/>
        </p:nvSpPr>
        <p:spPr>
          <a:xfrm>
            <a:off x="36449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553" name="C">
            <a:extLst>
              <a:ext uri="{FF2B5EF4-FFF2-40B4-BE49-F238E27FC236}">
                <a16:creationId xmlns:a16="http://schemas.microsoft.com/office/drawing/2014/main" id="{A6C8E629-26F1-4898-A050-53C7D1B3E262}"/>
              </a:ext>
            </a:extLst>
          </p:cNvPr>
          <p:cNvSpPr>
            <a:spLocks noGrp="1"/>
          </p:cNvSpPr>
          <p:nvPr/>
        </p:nvSpPr>
        <p:spPr>
          <a:xfrm>
            <a:off x="1714500" y="4254834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554" name="D">
            <a:extLst>
              <a:ext uri="{FF2B5EF4-FFF2-40B4-BE49-F238E27FC236}">
                <a16:creationId xmlns:a16="http://schemas.microsoft.com/office/drawing/2014/main" id="{65E34F55-2649-4D4E-AB20-1EEAA7B45AB4}"/>
              </a:ext>
            </a:extLst>
          </p:cNvPr>
          <p:cNvSpPr>
            <a:spLocks noGrp="1"/>
          </p:cNvSpPr>
          <p:nvPr/>
        </p:nvSpPr>
        <p:spPr>
          <a:xfrm>
            <a:off x="3644900" y="4254834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2619016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E">
            <a:extLst>
              <a:ext uri="{FF2B5EF4-FFF2-40B4-BE49-F238E27FC236}">
                <a16:creationId xmlns:a16="http://schemas.microsoft.com/office/drawing/2014/main" id="{313B0446-683C-4206-B115-B2EDFA43DD62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557" name="Line">
            <a:extLst>
              <a:ext uri="{FF2B5EF4-FFF2-40B4-BE49-F238E27FC236}">
                <a16:creationId xmlns:a16="http://schemas.microsoft.com/office/drawing/2014/main" id="{C43B194D-EEC0-48A7-8141-1EA33EFA432D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58" name="A">
            <a:extLst>
              <a:ext uri="{FF2B5EF4-FFF2-40B4-BE49-F238E27FC236}">
                <a16:creationId xmlns:a16="http://schemas.microsoft.com/office/drawing/2014/main" id="{B150CB03-B32A-4789-8A81-AA6B6FE7A1CB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559" name="B">
            <a:extLst>
              <a:ext uri="{FF2B5EF4-FFF2-40B4-BE49-F238E27FC236}">
                <a16:creationId xmlns:a16="http://schemas.microsoft.com/office/drawing/2014/main" id="{B7D37068-3D10-46CC-B644-42C41CF597E4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560" name="C">
            <a:extLst>
              <a:ext uri="{FF2B5EF4-FFF2-40B4-BE49-F238E27FC236}">
                <a16:creationId xmlns:a16="http://schemas.microsoft.com/office/drawing/2014/main" id="{0BD676B5-3205-4B4D-AE06-E5E4E1F7DFDB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561" name="D">
            <a:extLst>
              <a:ext uri="{FF2B5EF4-FFF2-40B4-BE49-F238E27FC236}">
                <a16:creationId xmlns:a16="http://schemas.microsoft.com/office/drawing/2014/main" id="{49DA260E-5514-4956-8FF9-66054F24E432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562" name="F">
            <a:extLst>
              <a:ext uri="{FF2B5EF4-FFF2-40B4-BE49-F238E27FC236}">
                <a16:creationId xmlns:a16="http://schemas.microsoft.com/office/drawing/2014/main" id="{89662FF4-4BEC-4B3F-ABC9-9D66AD182C2D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563" name="Line">
            <a:extLst>
              <a:ext uri="{FF2B5EF4-FFF2-40B4-BE49-F238E27FC236}">
                <a16:creationId xmlns:a16="http://schemas.microsoft.com/office/drawing/2014/main" id="{2FA335F0-1606-4A7B-8C66-E6825FE6D41E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64" name="Line">
            <a:extLst>
              <a:ext uri="{FF2B5EF4-FFF2-40B4-BE49-F238E27FC236}">
                <a16:creationId xmlns:a16="http://schemas.microsoft.com/office/drawing/2014/main" id="{A9B8B5F6-6297-4E72-BB88-2529D04B4D31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65" name="Line">
            <a:extLst>
              <a:ext uri="{FF2B5EF4-FFF2-40B4-BE49-F238E27FC236}">
                <a16:creationId xmlns:a16="http://schemas.microsoft.com/office/drawing/2014/main" id="{48BC6CD1-EE08-430D-8E72-96BD7BC81014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66" name="Line">
            <a:extLst>
              <a:ext uri="{FF2B5EF4-FFF2-40B4-BE49-F238E27FC236}">
                <a16:creationId xmlns:a16="http://schemas.microsoft.com/office/drawing/2014/main" id="{D2321276-50EE-4E68-A093-0F997B7D6E46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67" name="Rectangle">
            <a:extLst>
              <a:ext uri="{FF2B5EF4-FFF2-40B4-BE49-F238E27FC236}">
                <a16:creationId xmlns:a16="http://schemas.microsoft.com/office/drawing/2014/main" id="{A808CD2A-74F4-469F-A4FF-BEE0EBBA29CD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68" name="Frontier">
            <a:extLst>
              <a:ext uri="{FF2B5EF4-FFF2-40B4-BE49-F238E27FC236}">
                <a16:creationId xmlns:a16="http://schemas.microsoft.com/office/drawing/2014/main" id="{F1144514-0FC8-4102-B909-572901208CDB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569" name="Find a path from A to E.">
            <a:extLst>
              <a:ext uri="{FF2B5EF4-FFF2-40B4-BE49-F238E27FC236}">
                <a16:creationId xmlns:a16="http://schemas.microsoft.com/office/drawing/2014/main" id="{EE9AE748-D969-43F2-ABEF-511B72EAB10E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570" name="Rectangle">
            <a:extLst>
              <a:ext uri="{FF2B5EF4-FFF2-40B4-BE49-F238E27FC236}">
                <a16:creationId xmlns:a16="http://schemas.microsoft.com/office/drawing/2014/main" id="{F2B9C379-D648-464E-B2F2-42F09F7A9954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71" name="Explored Set">
            <a:extLst>
              <a:ext uri="{FF2B5EF4-FFF2-40B4-BE49-F238E27FC236}">
                <a16:creationId xmlns:a16="http://schemas.microsoft.com/office/drawing/2014/main" id="{CBE38376-EE8A-40F3-8A91-D13CDEB53067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  <p:sp>
        <p:nvSpPr>
          <p:cNvPr id="1572" name="A">
            <a:extLst>
              <a:ext uri="{FF2B5EF4-FFF2-40B4-BE49-F238E27FC236}">
                <a16:creationId xmlns:a16="http://schemas.microsoft.com/office/drawing/2014/main" id="{A3CF6676-2A1F-47B7-B230-EDF37468B147}"/>
              </a:ext>
            </a:extLst>
          </p:cNvPr>
          <p:cNvSpPr>
            <a:spLocks noGrp="1"/>
          </p:cNvSpPr>
          <p:nvPr/>
        </p:nvSpPr>
        <p:spPr>
          <a:xfrm>
            <a:off x="17145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573" name="Circle">
            <a:extLst>
              <a:ext uri="{FF2B5EF4-FFF2-40B4-BE49-F238E27FC236}">
                <a16:creationId xmlns:a16="http://schemas.microsoft.com/office/drawing/2014/main" id="{0392D299-48A6-4B79-B845-AE64C5FC69E6}"/>
              </a:ext>
            </a:extLst>
          </p:cNvPr>
          <p:cNvSpPr>
            <a:spLocks noGrp="1"/>
          </p:cNvSpPr>
          <p:nvPr/>
        </p:nvSpPr>
        <p:spPr>
          <a:xfrm>
            <a:off x="17538543" y="5613598"/>
            <a:ext cx="1973511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74" name="B">
            <a:extLst>
              <a:ext uri="{FF2B5EF4-FFF2-40B4-BE49-F238E27FC236}">
                <a16:creationId xmlns:a16="http://schemas.microsoft.com/office/drawing/2014/main" id="{4E594BF1-44CB-4131-9148-22EC5EF11661}"/>
              </a:ext>
            </a:extLst>
          </p:cNvPr>
          <p:cNvSpPr>
            <a:spLocks noGrp="1"/>
          </p:cNvSpPr>
          <p:nvPr/>
        </p:nvSpPr>
        <p:spPr>
          <a:xfrm>
            <a:off x="36449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575" name="C">
            <a:extLst>
              <a:ext uri="{FF2B5EF4-FFF2-40B4-BE49-F238E27FC236}">
                <a16:creationId xmlns:a16="http://schemas.microsoft.com/office/drawing/2014/main" id="{43B000C9-DFCC-44EA-B20D-3AAD54191A79}"/>
              </a:ext>
            </a:extLst>
          </p:cNvPr>
          <p:cNvSpPr>
            <a:spLocks noGrp="1"/>
          </p:cNvSpPr>
          <p:nvPr/>
        </p:nvSpPr>
        <p:spPr>
          <a:xfrm>
            <a:off x="55753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576" name="D">
            <a:extLst>
              <a:ext uri="{FF2B5EF4-FFF2-40B4-BE49-F238E27FC236}">
                <a16:creationId xmlns:a16="http://schemas.microsoft.com/office/drawing/2014/main" id="{5309607A-6212-466E-A307-3CDE143F0A3F}"/>
              </a:ext>
            </a:extLst>
          </p:cNvPr>
          <p:cNvSpPr>
            <a:spLocks noGrp="1"/>
          </p:cNvSpPr>
          <p:nvPr/>
        </p:nvSpPr>
        <p:spPr>
          <a:xfrm>
            <a:off x="3644900" y="4254834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577" name="E">
            <a:extLst>
              <a:ext uri="{FF2B5EF4-FFF2-40B4-BE49-F238E27FC236}">
                <a16:creationId xmlns:a16="http://schemas.microsoft.com/office/drawing/2014/main" id="{FE33B16C-29F2-4B33-9F9B-C851A4DF2D59}"/>
              </a:ext>
            </a:extLst>
          </p:cNvPr>
          <p:cNvSpPr>
            <a:spLocks noGrp="1"/>
          </p:cNvSpPr>
          <p:nvPr/>
        </p:nvSpPr>
        <p:spPr>
          <a:xfrm>
            <a:off x="18177186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66285899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E">
            <a:extLst>
              <a:ext uri="{FF2B5EF4-FFF2-40B4-BE49-F238E27FC236}">
                <a16:creationId xmlns:a16="http://schemas.microsoft.com/office/drawing/2014/main" id="{C22A7914-7265-4873-ACB2-89A179E8B30F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580" name="Line">
            <a:extLst>
              <a:ext uri="{FF2B5EF4-FFF2-40B4-BE49-F238E27FC236}">
                <a16:creationId xmlns:a16="http://schemas.microsoft.com/office/drawing/2014/main" id="{DC9D82D0-5C25-4241-99D7-6C76CD07C29A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81" name="A">
            <a:extLst>
              <a:ext uri="{FF2B5EF4-FFF2-40B4-BE49-F238E27FC236}">
                <a16:creationId xmlns:a16="http://schemas.microsoft.com/office/drawing/2014/main" id="{BBCEEB6A-1263-4C2A-A3CF-D5A85DE57F1E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582" name="B">
            <a:extLst>
              <a:ext uri="{FF2B5EF4-FFF2-40B4-BE49-F238E27FC236}">
                <a16:creationId xmlns:a16="http://schemas.microsoft.com/office/drawing/2014/main" id="{5D7D5FD6-8CCB-457F-94C1-56473D476AF7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583" name="C">
            <a:extLst>
              <a:ext uri="{FF2B5EF4-FFF2-40B4-BE49-F238E27FC236}">
                <a16:creationId xmlns:a16="http://schemas.microsoft.com/office/drawing/2014/main" id="{E226E11C-3890-45B9-96DA-59607C1960E2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584" name="D">
            <a:extLst>
              <a:ext uri="{FF2B5EF4-FFF2-40B4-BE49-F238E27FC236}">
                <a16:creationId xmlns:a16="http://schemas.microsoft.com/office/drawing/2014/main" id="{7C547CD9-8E0D-47D7-9AF5-C7FFB7B77330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585" name="F">
            <a:extLst>
              <a:ext uri="{FF2B5EF4-FFF2-40B4-BE49-F238E27FC236}">
                <a16:creationId xmlns:a16="http://schemas.microsoft.com/office/drawing/2014/main" id="{6FBB2C9C-1FF0-4ABC-B758-B622CDD9DF49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586" name="Line">
            <a:extLst>
              <a:ext uri="{FF2B5EF4-FFF2-40B4-BE49-F238E27FC236}">
                <a16:creationId xmlns:a16="http://schemas.microsoft.com/office/drawing/2014/main" id="{680695D8-CA74-43EF-8C8E-A58E9CCBE4E5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87" name="Line">
            <a:extLst>
              <a:ext uri="{FF2B5EF4-FFF2-40B4-BE49-F238E27FC236}">
                <a16:creationId xmlns:a16="http://schemas.microsoft.com/office/drawing/2014/main" id="{8E0CDAFE-E11A-4FFF-B99E-10C25EBC712E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88" name="Line">
            <a:extLst>
              <a:ext uri="{FF2B5EF4-FFF2-40B4-BE49-F238E27FC236}">
                <a16:creationId xmlns:a16="http://schemas.microsoft.com/office/drawing/2014/main" id="{86F28191-457B-4D15-821A-72F0F7B68743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89" name="Line">
            <a:extLst>
              <a:ext uri="{FF2B5EF4-FFF2-40B4-BE49-F238E27FC236}">
                <a16:creationId xmlns:a16="http://schemas.microsoft.com/office/drawing/2014/main" id="{A221D583-2816-448E-9BF2-8E0AAB3FF2CA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90" name="Rectangle">
            <a:extLst>
              <a:ext uri="{FF2B5EF4-FFF2-40B4-BE49-F238E27FC236}">
                <a16:creationId xmlns:a16="http://schemas.microsoft.com/office/drawing/2014/main" id="{4A41AF57-6D4B-4396-8957-113B79311942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91" name="Frontier">
            <a:extLst>
              <a:ext uri="{FF2B5EF4-FFF2-40B4-BE49-F238E27FC236}">
                <a16:creationId xmlns:a16="http://schemas.microsoft.com/office/drawing/2014/main" id="{1B8F52F8-591D-4E25-8E42-845C6B5D3341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592" name="Find a path from A to E.">
            <a:extLst>
              <a:ext uri="{FF2B5EF4-FFF2-40B4-BE49-F238E27FC236}">
                <a16:creationId xmlns:a16="http://schemas.microsoft.com/office/drawing/2014/main" id="{5324A08F-CA3A-4A1B-A24E-1E21356D516E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593" name="Rectangle">
            <a:extLst>
              <a:ext uri="{FF2B5EF4-FFF2-40B4-BE49-F238E27FC236}">
                <a16:creationId xmlns:a16="http://schemas.microsoft.com/office/drawing/2014/main" id="{8A348E15-718D-4B37-B96D-4479D609C65E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94" name="Explored Set">
            <a:extLst>
              <a:ext uri="{FF2B5EF4-FFF2-40B4-BE49-F238E27FC236}">
                <a16:creationId xmlns:a16="http://schemas.microsoft.com/office/drawing/2014/main" id="{6FB9FF28-323E-43CF-88B9-A1E6D59469D3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  <p:sp>
        <p:nvSpPr>
          <p:cNvPr id="1595" name="A">
            <a:extLst>
              <a:ext uri="{FF2B5EF4-FFF2-40B4-BE49-F238E27FC236}">
                <a16:creationId xmlns:a16="http://schemas.microsoft.com/office/drawing/2014/main" id="{1D5E43EC-66FE-464F-BA4E-2278DBBCD2C8}"/>
              </a:ext>
            </a:extLst>
          </p:cNvPr>
          <p:cNvSpPr>
            <a:spLocks noGrp="1"/>
          </p:cNvSpPr>
          <p:nvPr/>
        </p:nvSpPr>
        <p:spPr>
          <a:xfrm>
            <a:off x="17145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596" name="Circle">
            <a:extLst>
              <a:ext uri="{FF2B5EF4-FFF2-40B4-BE49-F238E27FC236}">
                <a16:creationId xmlns:a16="http://schemas.microsoft.com/office/drawing/2014/main" id="{0E69DDD5-92B5-48FD-93FE-564B71AD6957}"/>
              </a:ext>
            </a:extLst>
          </p:cNvPr>
          <p:cNvSpPr>
            <a:spLocks noGrp="1"/>
          </p:cNvSpPr>
          <p:nvPr/>
        </p:nvSpPr>
        <p:spPr>
          <a:xfrm>
            <a:off x="17538543" y="5613598"/>
            <a:ext cx="1973511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97" name="B">
            <a:extLst>
              <a:ext uri="{FF2B5EF4-FFF2-40B4-BE49-F238E27FC236}">
                <a16:creationId xmlns:a16="http://schemas.microsoft.com/office/drawing/2014/main" id="{9B3B474E-B591-44DD-989C-881DB2184D53}"/>
              </a:ext>
            </a:extLst>
          </p:cNvPr>
          <p:cNvSpPr>
            <a:spLocks noGrp="1"/>
          </p:cNvSpPr>
          <p:nvPr/>
        </p:nvSpPr>
        <p:spPr>
          <a:xfrm>
            <a:off x="36449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598" name="C">
            <a:extLst>
              <a:ext uri="{FF2B5EF4-FFF2-40B4-BE49-F238E27FC236}">
                <a16:creationId xmlns:a16="http://schemas.microsoft.com/office/drawing/2014/main" id="{EDF8EF41-3B7D-4A09-A8C9-D9E797A28A07}"/>
              </a:ext>
            </a:extLst>
          </p:cNvPr>
          <p:cNvSpPr>
            <a:spLocks noGrp="1"/>
          </p:cNvSpPr>
          <p:nvPr/>
        </p:nvSpPr>
        <p:spPr>
          <a:xfrm>
            <a:off x="55753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599" name="D">
            <a:extLst>
              <a:ext uri="{FF2B5EF4-FFF2-40B4-BE49-F238E27FC236}">
                <a16:creationId xmlns:a16="http://schemas.microsoft.com/office/drawing/2014/main" id="{08C8A8F0-1D36-4C17-889A-7C4B4A352DA2}"/>
              </a:ext>
            </a:extLst>
          </p:cNvPr>
          <p:cNvSpPr>
            <a:spLocks noGrp="1"/>
          </p:cNvSpPr>
          <p:nvPr/>
        </p:nvSpPr>
        <p:spPr>
          <a:xfrm>
            <a:off x="3644900" y="4254834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600" name="E">
            <a:extLst>
              <a:ext uri="{FF2B5EF4-FFF2-40B4-BE49-F238E27FC236}">
                <a16:creationId xmlns:a16="http://schemas.microsoft.com/office/drawing/2014/main" id="{7FAFDDEE-51D8-4603-B146-79617E9FDC2F}"/>
              </a:ext>
            </a:extLst>
          </p:cNvPr>
          <p:cNvSpPr>
            <a:spLocks noGrp="1"/>
          </p:cNvSpPr>
          <p:nvPr/>
        </p:nvSpPr>
        <p:spPr>
          <a:xfrm>
            <a:off x="5575300" y="4254834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70092737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E">
            <a:extLst>
              <a:ext uri="{FF2B5EF4-FFF2-40B4-BE49-F238E27FC236}">
                <a16:creationId xmlns:a16="http://schemas.microsoft.com/office/drawing/2014/main" id="{BAD3E431-A189-4FFA-88E4-8DA2FE5A0434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603" name="Line">
            <a:extLst>
              <a:ext uri="{FF2B5EF4-FFF2-40B4-BE49-F238E27FC236}">
                <a16:creationId xmlns:a16="http://schemas.microsoft.com/office/drawing/2014/main" id="{57A4BA04-A818-4D1E-BF35-14BC9EF9D9A0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04" name="A">
            <a:extLst>
              <a:ext uri="{FF2B5EF4-FFF2-40B4-BE49-F238E27FC236}">
                <a16:creationId xmlns:a16="http://schemas.microsoft.com/office/drawing/2014/main" id="{D821AA0B-4731-44F1-9DD1-24E5EDAB9116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605" name="B">
            <a:extLst>
              <a:ext uri="{FF2B5EF4-FFF2-40B4-BE49-F238E27FC236}">
                <a16:creationId xmlns:a16="http://schemas.microsoft.com/office/drawing/2014/main" id="{BBE2E158-528A-4361-9E55-D51001FE61E1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606" name="C">
            <a:extLst>
              <a:ext uri="{FF2B5EF4-FFF2-40B4-BE49-F238E27FC236}">
                <a16:creationId xmlns:a16="http://schemas.microsoft.com/office/drawing/2014/main" id="{96EE4062-95CD-4435-AE88-086C8DAFCBEE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607" name="D">
            <a:extLst>
              <a:ext uri="{FF2B5EF4-FFF2-40B4-BE49-F238E27FC236}">
                <a16:creationId xmlns:a16="http://schemas.microsoft.com/office/drawing/2014/main" id="{ED1059BD-FE65-4C10-9630-BF9A214AAC63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608" name="F">
            <a:extLst>
              <a:ext uri="{FF2B5EF4-FFF2-40B4-BE49-F238E27FC236}">
                <a16:creationId xmlns:a16="http://schemas.microsoft.com/office/drawing/2014/main" id="{898DD8ED-8086-4B2B-BA54-C0BE62AA15D3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609" name="Line">
            <a:extLst>
              <a:ext uri="{FF2B5EF4-FFF2-40B4-BE49-F238E27FC236}">
                <a16:creationId xmlns:a16="http://schemas.microsoft.com/office/drawing/2014/main" id="{00298F48-080E-43A3-8CD4-8D7E4020890F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10" name="Line">
            <a:extLst>
              <a:ext uri="{FF2B5EF4-FFF2-40B4-BE49-F238E27FC236}">
                <a16:creationId xmlns:a16="http://schemas.microsoft.com/office/drawing/2014/main" id="{C46E3188-E41D-4D6E-82F2-751B16BABC91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11" name="Line">
            <a:extLst>
              <a:ext uri="{FF2B5EF4-FFF2-40B4-BE49-F238E27FC236}">
                <a16:creationId xmlns:a16="http://schemas.microsoft.com/office/drawing/2014/main" id="{20AA5252-B37F-4182-ADAE-E662C6C46B70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12" name="Line">
            <a:extLst>
              <a:ext uri="{FF2B5EF4-FFF2-40B4-BE49-F238E27FC236}">
                <a16:creationId xmlns:a16="http://schemas.microsoft.com/office/drawing/2014/main" id="{739CF379-2FCB-48AB-B77E-B34388C350BF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13" name="Rectangle">
            <a:extLst>
              <a:ext uri="{FF2B5EF4-FFF2-40B4-BE49-F238E27FC236}">
                <a16:creationId xmlns:a16="http://schemas.microsoft.com/office/drawing/2014/main" id="{CA132D16-5202-4073-B0EE-B1596BCE126A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14" name="Frontier">
            <a:extLst>
              <a:ext uri="{FF2B5EF4-FFF2-40B4-BE49-F238E27FC236}">
                <a16:creationId xmlns:a16="http://schemas.microsoft.com/office/drawing/2014/main" id="{E312C4FF-B218-4C3E-A1A5-A61DA3EA275E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615" name="Find a path from A to E.">
            <a:extLst>
              <a:ext uri="{FF2B5EF4-FFF2-40B4-BE49-F238E27FC236}">
                <a16:creationId xmlns:a16="http://schemas.microsoft.com/office/drawing/2014/main" id="{F464B404-8831-46C0-8F64-FEA0D2F974B9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616" name="Rectangle">
            <a:extLst>
              <a:ext uri="{FF2B5EF4-FFF2-40B4-BE49-F238E27FC236}">
                <a16:creationId xmlns:a16="http://schemas.microsoft.com/office/drawing/2014/main" id="{0E8D1B9D-287E-4156-A5B5-4B5DCD83E7CB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17" name="Explored Set">
            <a:extLst>
              <a:ext uri="{FF2B5EF4-FFF2-40B4-BE49-F238E27FC236}">
                <a16:creationId xmlns:a16="http://schemas.microsoft.com/office/drawing/2014/main" id="{19E59802-A3AD-46B6-919A-902B2E8E43C9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  <p:sp>
        <p:nvSpPr>
          <p:cNvPr id="1618" name="A">
            <a:extLst>
              <a:ext uri="{FF2B5EF4-FFF2-40B4-BE49-F238E27FC236}">
                <a16:creationId xmlns:a16="http://schemas.microsoft.com/office/drawing/2014/main" id="{94154391-E8A1-469C-8C11-DBD2CCBA3A06}"/>
              </a:ext>
            </a:extLst>
          </p:cNvPr>
          <p:cNvSpPr>
            <a:spLocks noGrp="1"/>
          </p:cNvSpPr>
          <p:nvPr/>
        </p:nvSpPr>
        <p:spPr>
          <a:xfrm>
            <a:off x="17145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619" name="Circle">
            <a:extLst>
              <a:ext uri="{FF2B5EF4-FFF2-40B4-BE49-F238E27FC236}">
                <a16:creationId xmlns:a16="http://schemas.microsoft.com/office/drawing/2014/main" id="{3EA75B4E-F938-4DBB-9944-28F045142F85}"/>
              </a:ext>
            </a:extLst>
          </p:cNvPr>
          <p:cNvSpPr>
            <a:spLocks noGrp="1"/>
          </p:cNvSpPr>
          <p:nvPr/>
        </p:nvSpPr>
        <p:spPr>
          <a:xfrm>
            <a:off x="21535249" y="5740598"/>
            <a:ext cx="1973512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20" name="B">
            <a:extLst>
              <a:ext uri="{FF2B5EF4-FFF2-40B4-BE49-F238E27FC236}">
                <a16:creationId xmlns:a16="http://schemas.microsoft.com/office/drawing/2014/main" id="{0F087473-E06D-44FE-96A8-2014E0D85E5E}"/>
              </a:ext>
            </a:extLst>
          </p:cNvPr>
          <p:cNvSpPr>
            <a:spLocks noGrp="1"/>
          </p:cNvSpPr>
          <p:nvPr/>
        </p:nvSpPr>
        <p:spPr>
          <a:xfrm>
            <a:off x="36449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621" name="C">
            <a:extLst>
              <a:ext uri="{FF2B5EF4-FFF2-40B4-BE49-F238E27FC236}">
                <a16:creationId xmlns:a16="http://schemas.microsoft.com/office/drawing/2014/main" id="{05F6F2D7-933D-4DDF-94EA-1F55B1E05D66}"/>
              </a:ext>
            </a:extLst>
          </p:cNvPr>
          <p:cNvSpPr>
            <a:spLocks noGrp="1"/>
          </p:cNvSpPr>
          <p:nvPr/>
        </p:nvSpPr>
        <p:spPr>
          <a:xfrm>
            <a:off x="55753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622" name="D">
            <a:extLst>
              <a:ext uri="{FF2B5EF4-FFF2-40B4-BE49-F238E27FC236}">
                <a16:creationId xmlns:a16="http://schemas.microsoft.com/office/drawing/2014/main" id="{0E563442-4ED8-4D4D-B9C5-17129BF725BE}"/>
              </a:ext>
            </a:extLst>
          </p:cNvPr>
          <p:cNvSpPr>
            <a:spLocks noGrp="1"/>
          </p:cNvSpPr>
          <p:nvPr/>
        </p:nvSpPr>
        <p:spPr>
          <a:xfrm>
            <a:off x="75057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623" name="E">
            <a:extLst>
              <a:ext uri="{FF2B5EF4-FFF2-40B4-BE49-F238E27FC236}">
                <a16:creationId xmlns:a16="http://schemas.microsoft.com/office/drawing/2014/main" id="{A70002CF-AFDD-4BD6-9FF7-C379CB5CE3D7}"/>
              </a:ext>
            </a:extLst>
          </p:cNvPr>
          <p:cNvSpPr>
            <a:spLocks noGrp="1"/>
          </p:cNvSpPr>
          <p:nvPr/>
        </p:nvSpPr>
        <p:spPr>
          <a:xfrm>
            <a:off x="5575300" y="4254834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624" name="F">
            <a:extLst>
              <a:ext uri="{FF2B5EF4-FFF2-40B4-BE49-F238E27FC236}">
                <a16:creationId xmlns:a16="http://schemas.microsoft.com/office/drawing/2014/main" id="{22BEA503-7257-4623-8557-F97DFA8B95DD}"/>
              </a:ext>
            </a:extLst>
          </p:cNvPr>
          <p:cNvSpPr>
            <a:spLocks noGrp="1"/>
          </p:cNvSpPr>
          <p:nvPr/>
        </p:nvSpPr>
        <p:spPr>
          <a:xfrm>
            <a:off x="21096909" y="10687687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02218186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E">
            <a:extLst>
              <a:ext uri="{FF2B5EF4-FFF2-40B4-BE49-F238E27FC236}">
                <a16:creationId xmlns:a16="http://schemas.microsoft.com/office/drawing/2014/main" id="{91CBA0E7-5045-4ECC-8DBA-72DCFC727E04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627" name="Line">
            <a:extLst>
              <a:ext uri="{FF2B5EF4-FFF2-40B4-BE49-F238E27FC236}">
                <a16:creationId xmlns:a16="http://schemas.microsoft.com/office/drawing/2014/main" id="{5684981E-4612-4CB1-9C7E-E69A06B9AAC7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28" name="A">
            <a:extLst>
              <a:ext uri="{FF2B5EF4-FFF2-40B4-BE49-F238E27FC236}">
                <a16:creationId xmlns:a16="http://schemas.microsoft.com/office/drawing/2014/main" id="{60D31EE7-22B7-4350-9138-15F3769E4D72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629" name="B">
            <a:extLst>
              <a:ext uri="{FF2B5EF4-FFF2-40B4-BE49-F238E27FC236}">
                <a16:creationId xmlns:a16="http://schemas.microsoft.com/office/drawing/2014/main" id="{D4FDC877-6E35-48F3-83C6-99FFE21E9650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630" name="C">
            <a:extLst>
              <a:ext uri="{FF2B5EF4-FFF2-40B4-BE49-F238E27FC236}">
                <a16:creationId xmlns:a16="http://schemas.microsoft.com/office/drawing/2014/main" id="{58A3AE40-CCDC-49E6-A272-BC3A311254D6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631" name="D">
            <a:extLst>
              <a:ext uri="{FF2B5EF4-FFF2-40B4-BE49-F238E27FC236}">
                <a16:creationId xmlns:a16="http://schemas.microsoft.com/office/drawing/2014/main" id="{8B043C7B-702B-4901-9A4E-3D161145B819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632" name="F">
            <a:extLst>
              <a:ext uri="{FF2B5EF4-FFF2-40B4-BE49-F238E27FC236}">
                <a16:creationId xmlns:a16="http://schemas.microsoft.com/office/drawing/2014/main" id="{B989D444-427E-471E-A27E-282CCF06AC37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633" name="Line">
            <a:extLst>
              <a:ext uri="{FF2B5EF4-FFF2-40B4-BE49-F238E27FC236}">
                <a16:creationId xmlns:a16="http://schemas.microsoft.com/office/drawing/2014/main" id="{5B62976E-715B-4F7C-B824-E76435FC17E2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34" name="Line">
            <a:extLst>
              <a:ext uri="{FF2B5EF4-FFF2-40B4-BE49-F238E27FC236}">
                <a16:creationId xmlns:a16="http://schemas.microsoft.com/office/drawing/2014/main" id="{206792A4-88F1-441E-9498-49C1039640F2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35" name="Line">
            <a:extLst>
              <a:ext uri="{FF2B5EF4-FFF2-40B4-BE49-F238E27FC236}">
                <a16:creationId xmlns:a16="http://schemas.microsoft.com/office/drawing/2014/main" id="{13AF76E0-EFD9-4978-B7FF-8DC17D2AFC57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36" name="Line">
            <a:extLst>
              <a:ext uri="{FF2B5EF4-FFF2-40B4-BE49-F238E27FC236}">
                <a16:creationId xmlns:a16="http://schemas.microsoft.com/office/drawing/2014/main" id="{8B489F27-EA44-4AA0-A607-BB6783CB1C77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37" name="Rectangle">
            <a:extLst>
              <a:ext uri="{FF2B5EF4-FFF2-40B4-BE49-F238E27FC236}">
                <a16:creationId xmlns:a16="http://schemas.microsoft.com/office/drawing/2014/main" id="{8063BAE4-FBDE-4484-B3F2-4CECF87336FA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38" name="Frontier">
            <a:extLst>
              <a:ext uri="{FF2B5EF4-FFF2-40B4-BE49-F238E27FC236}">
                <a16:creationId xmlns:a16="http://schemas.microsoft.com/office/drawing/2014/main" id="{D7ADC858-D379-4948-9CAB-1E63EEC81020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639" name="Find a path from A to E.">
            <a:extLst>
              <a:ext uri="{FF2B5EF4-FFF2-40B4-BE49-F238E27FC236}">
                <a16:creationId xmlns:a16="http://schemas.microsoft.com/office/drawing/2014/main" id="{564FBFBB-3D8B-49D6-B310-93D12A98813D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640" name="Rectangle">
            <a:extLst>
              <a:ext uri="{FF2B5EF4-FFF2-40B4-BE49-F238E27FC236}">
                <a16:creationId xmlns:a16="http://schemas.microsoft.com/office/drawing/2014/main" id="{7365499A-FCD5-4D28-92F3-8EBC38A15B44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41" name="Explored Set">
            <a:extLst>
              <a:ext uri="{FF2B5EF4-FFF2-40B4-BE49-F238E27FC236}">
                <a16:creationId xmlns:a16="http://schemas.microsoft.com/office/drawing/2014/main" id="{982E6B46-C043-444D-92D8-91570BB8849A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  <p:sp>
        <p:nvSpPr>
          <p:cNvPr id="1642" name="A">
            <a:extLst>
              <a:ext uri="{FF2B5EF4-FFF2-40B4-BE49-F238E27FC236}">
                <a16:creationId xmlns:a16="http://schemas.microsoft.com/office/drawing/2014/main" id="{5F430975-98D7-4D60-A13F-DBC69A37671D}"/>
              </a:ext>
            </a:extLst>
          </p:cNvPr>
          <p:cNvSpPr>
            <a:spLocks noGrp="1"/>
          </p:cNvSpPr>
          <p:nvPr/>
        </p:nvSpPr>
        <p:spPr>
          <a:xfrm>
            <a:off x="17145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643" name="Circle">
            <a:extLst>
              <a:ext uri="{FF2B5EF4-FFF2-40B4-BE49-F238E27FC236}">
                <a16:creationId xmlns:a16="http://schemas.microsoft.com/office/drawing/2014/main" id="{96CBE977-0C90-4228-BB49-4F9E6F3D6BC7}"/>
              </a:ext>
            </a:extLst>
          </p:cNvPr>
          <p:cNvSpPr>
            <a:spLocks noGrp="1"/>
          </p:cNvSpPr>
          <p:nvPr/>
        </p:nvSpPr>
        <p:spPr>
          <a:xfrm>
            <a:off x="21535249" y="5740598"/>
            <a:ext cx="1973512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44" name="B">
            <a:extLst>
              <a:ext uri="{FF2B5EF4-FFF2-40B4-BE49-F238E27FC236}">
                <a16:creationId xmlns:a16="http://schemas.microsoft.com/office/drawing/2014/main" id="{4AE85E83-56C1-4C5F-B161-369CF32625AB}"/>
              </a:ext>
            </a:extLst>
          </p:cNvPr>
          <p:cNvSpPr>
            <a:spLocks noGrp="1"/>
          </p:cNvSpPr>
          <p:nvPr/>
        </p:nvSpPr>
        <p:spPr>
          <a:xfrm>
            <a:off x="36449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645" name="C">
            <a:extLst>
              <a:ext uri="{FF2B5EF4-FFF2-40B4-BE49-F238E27FC236}">
                <a16:creationId xmlns:a16="http://schemas.microsoft.com/office/drawing/2014/main" id="{6D572838-1AE8-437F-8577-3B2C8F3F6D6D}"/>
              </a:ext>
            </a:extLst>
          </p:cNvPr>
          <p:cNvSpPr>
            <a:spLocks noGrp="1"/>
          </p:cNvSpPr>
          <p:nvPr/>
        </p:nvSpPr>
        <p:spPr>
          <a:xfrm>
            <a:off x="55753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646" name="D">
            <a:extLst>
              <a:ext uri="{FF2B5EF4-FFF2-40B4-BE49-F238E27FC236}">
                <a16:creationId xmlns:a16="http://schemas.microsoft.com/office/drawing/2014/main" id="{F7269AB2-0327-4516-B585-B204375E5AD9}"/>
              </a:ext>
            </a:extLst>
          </p:cNvPr>
          <p:cNvSpPr>
            <a:spLocks noGrp="1"/>
          </p:cNvSpPr>
          <p:nvPr/>
        </p:nvSpPr>
        <p:spPr>
          <a:xfrm>
            <a:off x="75057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647" name="E">
            <a:extLst>
              <a:ext uri="{FF2B5EF4-FFF2-40B4-BE49-F238E27FC236}">
                <a16:creationId xmlns:a16="http://schemas.microsoft.com/office/drawing/2014/main" id="{BA743407-D22A-42CE-8A5F-B439C0673BB9}"/>
              </a:ext>
            </a:extLst>
          </p:cNvPr>
          <p:cNvSpPr>
            <a:spLocks noGrp="1"/>
          </p:cNvSpPr>
          <p:nvPr/>
        </p:nvSpPr>
        <p:spPr>
          <a:xfrm>
            <a:off x="5575300" y="4254834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648" name="F">
            <a:extLst>
              <a:ext uri="{FF2B5EF4-FFF2-40B4-BE49-F238E27FC236}">
                <a16:creationId xmlns:a16="http://schemas.microsoft.com/office/drawing/2014/main" id="{CCC57ECF-4FB9-4076-998C-8F4A84B2BD7C}"/>
              </a:ext>
            </a:extLst>
          </p:cNvPr>
          <p:cNvSpPr>
            <a:spLocks noGrp="1"/>
          </p:cNvSpPr>
          <p:nvPr/>
        </p:nvSpPr>
        <p:spPr>
          <a:xfrm>
            <a:off x="7505700" y="4254834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7236705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E">
            <a:extLst>
              <a:ext uri="{FF2B5EF4-FFF2-40B4-BE49-F238E27FC236}">
                <a16:creationId xmlns:a16="http://schemas.microsoft.com/office/drawing/2014/main" id="{7EA25851-27AE-485E-907E-ABC1ECF5ABC1}"/>
              </a:ext>
            </a:extLst>
          </p:cNvPr>
          <p:cNvSpPr>
            <a:spLocks noGrp="1"/>
          </p:cNvSpPr>
          <p:nvPr/>
        </p:nvSpPr>
        <p:spPr>
          <a:xfrm>
            <a:off x="18175571" y="9942421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</a:t>
            </a:r>
          </a:p>
        </p:txBody>
      </p:sp>
      <p:sp>
        <p:nvSpPr>
          <p:cNvPr id="1651" name="Line">
            <a:extLst>
              <a:ext uri="{FF2B5EF4-FFF2-40B4-BE49-F238E27FC236}">
                <a16:creationId xmlns:a16="http://schemas.microsoft.com/office/drawing/2014/main" id="{42A5D875-850D-4B6D-ADE8-3DC6F4159A41}"/>
              </a:ext>
            </a:extLst>
          </p:cNvPr>
          <p:cNvSpPr>
            <a:spLocks noGrp="1"/>
          </p:cNvSpPr>
          <p:nvPr/>
        </p:nvSpPr>
        <p:spPr>
          <a:xfrm>
            <a:off x="15345606" y="2447453"/>
            <a:ext cx="3008601" cy="412950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52" name="A">
            <a:extLst>
              <a:ext uri="{FF2B5EF4-FFF2-40B4-BE49-F238E27FC236}">
                <a16:creationId xmlns:a16="http://schemas.microsoft.com/office/drawing/2014/main" id="{2619921C-FEFE-4AEC-B260-8F2A6297FA8F}"/>
              </a:ext>
            </a:extLst>
          </p:cNvPr>
          <p:cNvSpPr>
            <a:spLocks noGrp="1"/>
          </p:cNvSpPr>
          <p:nvPr/>
        </p:nvSpPr>
        <p:spPr>
          <a:xfrm>
            <a:off x="13885698" y="177435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653" name="B">
            <a:extLst>
              <a:ext uri="{FF2B5EF4-FFF2-40B4-BE49-F238E27FC236}">
                <a16:creationId xmlns:a16="http://schemas.microsoft.com/office/drawing/2014/main" id="{7BD9831A-C1A9-47ED-B755-324CFD7BBEE9}"/>
              </a:ext>
            </a:extLst>
          </p:cNvPr>
          <p:cNvSpPr>
            <a:spLocks noGrp="1"/>
          </p:cNvSpPr>
          <p:nvPr/>
        </p:nvSpPr>
        <p:spPr>
          <a:xfrm>
            <a:off x="18472218" y="2494523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654" name="C">
            <a:extLst>
              <a:ext uri="{FF2B5EF4-FFF2-40B4-BE49-F238E27FC236}">
                <a16:creationId xmlns:a16="http://schemas.microsoft.com/office/drawing/2014/main" id="{C1E40B35-8133-429B-BDC6-09F2474920D8}"/>
              </a:ext>
            </a:extLst>
          </p:cNvPr>
          <p:cNvSpPr>
            <a:spLocks noGrp="1"/>
          </p:cNvSpPr>
          <p:nvPr/>
        </p:nvSpPr>
        <p:spPr>
          <a:xfrm>
            <a:off x="17890298" y="5965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655" name="D">
            <a:extLst>
              <a:ext uri="{FF2B5EF4-FFF2-40B4-BE49-F238E27FC236}">
                <a16:creationId xmlns:a16="http://schemas.microsoft.com/office/drawing/2014/main" id="{BFF2DB56-6591-4BFE-BFE2-73D6DD14F73F}"/>
              </a:ext>
            </a:extLst>
          </p:cNvPr>
          <p:cNvSpPr>
            <a:spLocks noGrp="1"/>
          </p:cNvSpPr>
          <p:nvPr/>
        </p:nvSpPr>
        <p:spPr>
          <a:xfrm>
            <a:off x="21887005" y="6092354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656" name="F">
            <a:extLst>
              <a:ext uri="{FF2B5EF4-FFF2-40B4-BE49-F238E27FC236}">
                <a16:creationId xmlns:a16="http://schemas.microsoft.com/office/drawing/2014/main" id="{D94EEB1A-3D3D-4B9B-B204-C6B07F0D86B5}"/>
              </a:ext>
            </a:extLst>
          </p:cNvPr>
          <p:cNvSpPr>
            <a:spLocks noGrp="1"/>
          </p:cNvSpPr>
          <p:nvPr/>
        </p:nvSpPr>
        <p:spPr>
          <a:xfrm>
            <a:off x="21096909" y="10671646"/>
            <a:ext cx="1270001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  <p:sp>
        <p:nvSpPr>
          <p:cNvPr id="1657" name="Line">
            <a:extLst>
              <a:ext uri="{FF2B5EF4-FFF2-40B4-BE49-F238E27FC236}">
                <a16:creationId xmlns:a16="http://schemas.microsoft.com/office/drawing/2014/main" id="{F0B4B89D-A15A-4FB9-B891-989BB2E4C2DA}"/>
              </a:ext>
            </a:extLst>
          </p:cNvPr>
          <p:cNvSpPr>
            <a:spLocks noGrp="1"/>
          </p:cNvSpPr>
          <p:nvPr/>
        </p:nvSpPr>
        <p:spPr>
          <a:xfrm flipH="1">
            <a:off x="18705511" y="3932571"/>
            <a:ext cx="295522" cy="1922246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58" name="Line">
            <a:extLst>
              <a:ext uri="{FF2B5EF4-FFF2-40B4-BE49-F238E27FC236}">
                <a16:creationId xmlns:a16="http://schemas.microsoft.com/office/drawing/2014/main" id="{406D913C-732A-4393-B692-67B92415F15B}"/>
              </a:ext>
            </a:extLst>
          </p:cNvPr>
          <p:cNvSpPr>
            <a:spLocks noGrp="1"/>
          </p:cNvSpPr>
          <p:nvPr/>
        </p:nvSpPr>
        <p:spPr>
          <a:xfrm>
            <a:off x="19847567" y="3482167"/>
            <a:ext cx="2328815" cy="251758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59" name="Line">
            <a:extLst>
              <a:ext uri="{FF2B5EF4-FFF2-40B4-BE49-F238E27FC236}">
                <a16:creationId xmlns:a16="http://schemas.microsoft.com/office/drawing/2014/main" id="{49800F31-D016-429B-9595-F86A16084FF2}"/>
              </a:ext>
            </a:extLst>
          </p:cNvPr>
          <p:cNvSpPr>
            <a:spLocks noGrp="1"/>
          </p:cNvSpPr>
          <p:nvPr/>
        </p:nvSpPr>
        <p:spPr>
          <a:xfrm flipH="1">
            <a:off x="21866868" y="7522355"/>
            <a:ext cx="588465" cy="3015064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60" name="Line">
            <a:extLst>
              <a:ext uri="{FF2B5EF4-FFF2-40B4-BE49-F238E27FC236}">
                <a16:creationId xmlns:a16="http://schemas.microsoft.com/office/drawing/2014/main" id="{CB90F2AF-3C23-4F54-BB94-1F30E140670D}"/>
              </a:ext>
            </a:extLst>
          </p:cNvPr>
          <p:cNvSpPr>
            <a:spLocks noGrp="1"/>
          </p:cNvSpPr>
          <p:nvPr/>
        </p:nvSpPr>
        <p:spPr>
          <a:xfrm>
            <a:off x="18540657" y="7429473"/>
            <a:ext cx="237858" cy="2324002"/>
          </a:xfrm>
          <a:prstGeom prst="line">
            <a:avLst/>
          </a:prstGeom>
          <a:ln w="1016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61" name="Rectangle">
            <a:extLst>
              <a:ext uri="{FF2B5EF4-FFF2-40B4-BE49-F238E27FC236}">
                <a16:creationId xmlns:a16="http://schemas.microsoft.com/office/drawing/2014/main" id="{3CE610EF-D073-49EC-8773-46F4A8C7DE28}"/>
              </a:ext>
            </a:extLst>
          </p:cNvPr>
          <p:cNvSpPr>
            <a:spLocks noGrp="1"/>
          </p:cNvSpPr>
          <p:nvPr/>
        </p:nvSpPr>
        <p:spPr>
          <a:xfrm>
            <a:off x="1041400" y="3173037"/>
            <a:ext cx="11125584" cy="3101346"/>
          </a:xfrm>
          <a:prstGeom prst="rect">
            <a:avLst/>
          </a:prstGeom>
          <a:solidFill>
            <a:schemeClr val="accent5">
              <a:lumOff val="-23518"/>
            </a:schemeClr>
          </a:solidFill>
          <a:ln w="101600">
            <a:solidFill>
              <a:srgbClr val="5B150C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62" name="Frontier">
            <a:extLst>
              <a:ext uri="{FF2B5EF4-FFF2-40B4-BE49-F238E27FC236}">
                <a16:creationId xmlns:a16="http://schemas.microsoft.com/office/drawing/2014/main" id="{57607AD8-7FE4-4E4A-89E2-9280A06A2525}"/>
              </a:ext>
            </a:extLst>
          </p:cNvPr>
          <p:cNvSpPr>
            <a:spLocks noGrp="1"/>
          </p:cNvSpPr>
          <p:nvPr/>
        </p:nvSpPr>
        <p:spPr>
          <a:xfrm>
            <a:off x="1174483" y="3282201"/>
            <a:ext cx="2177375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Fronteira</a:t>
            </a:r>
          </a:p>
        </p:txBody>
      </p:sp>
      <p:sp>
        <p:nvSpPr>
          <p:cNvPr id="1663" name="Find a path from A to E.">
            <a:extLst>
              <a:ext uri="{FF2B5EF4-FFF2-40B4-BE49-F238E27FC236}">
                <a16:creationId xmlns:a16="http://schemas.microsoft.com/office/drawing/2014/main" id="{8D57E492-2645-45EF-89E1-CF084E2135C5}"/>
              </a:ext>
            </a:extLst>
          </p:cNvPr>
          <p:cNvSpPr>
            <a:spLocks noGrp="1"/>
          </p:cNvSpPr>
          <p:nvPr/>
        </p:nvSpPr>
        <p:spPr>
          <a:xfrm>
            <a:off x="1031538" y="1569663"/>
            <a:ext cx="7679904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Encontre um caminho de A até E.</a:t>
            </a:r>
          </a:p>
        </p:txBody>
      </p:sp>
      <p:sp>
        <p:nvSpPr>
          <p:cNvPr id="1664" name="Rectangle">
            <a:extLst>
              <a:ext uri="{FF2B5EF4-FFF2-40B4-BE49-F238E27FC236}">
                <a16:creationId xmlns:a16="http://schemas.microsoft.com/office/drawing/2014/main" id="{19DDF419-60DF-4A9D-8B8C-42CF4ED17513}"/>
              </a:ext>
            </a:extLst>
          </p:cNvPr>
          <p:cNvSpPr>
            <a:spLocks noGrp="1"/>
          </p:cNvSpPr>
          <p:nvPr/>
        </p:nvSpPr>
        <p:spPr>
          <a:xfrm>
            <a:off x="1041400" y="6999387"/>
            <a:ext cx="11125584" cy="3101346"/>
          </a:xfrm>
          <a:prstGeom prst="rect">
            <a:avLst/>
          </a:prstGeom>
          <a:solidFill>
            <a:schemeClr val="accent3">
              <a:lumOff val="-19411"/>
            </a:schemeClr>
          </a:solidFill>
          <a:ln w="101600">
            <a:solidFill>
              <a:srgbClr val="002F0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65" name="Explored Set">
            <a:extLst>
              <a:ext uri="{FF2B5EF4-FFF2-40B4-BE49-F238E27FC236}">
                <a16:creationId xmlns:a16="http://schemas.microsoft.com/office/drawing/2014/main" id="{1116806A-DD13-4C1F-9C5B-AB2EDBD81E32}"/>
              </a:ext>
            </a:extLst>
          </p:cNvPr>
          <p:cNvSpPr>
            <a:spLocks noGrp="1"/>
          </p:cNvSpPr>
          <p:nvPr/>
        </p:nvSpPr>
        <p:spPr>
          <a:xfrm>
            <a:off x="1174483" y="7181101"/>
            <a:ext cx="3452497" cy="7620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43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Conjunto Explorado</a:t>
            </a:r>
          </a:p>
        </p:txBody>
      </p:sp>
      <p:sp>
        <p:nvSpPr>
          <p:cNvPr id="1666" name="A">
            <a:extLst>
              <a:ext uri="{FF2B5EF4-FFF2-40B4-BE49-F238E27FC236}">
                <a16:creationId xmlns:a16="http://schemas.microsoft.com/office/drawing/2014/main" id="{A26606C1-CDA7-4FD6-B0A2-CC866FD6AD40}"/>
              </a:ext>
            </a:extLst>
          </p:cNvPr>
          <p:cNvSpPr>
            <a:spLocks noGrp="1"/>
          </p:cNvSpPr>
          <p:nvPr/>
        </p:nvSpPr>
        <p:spPr>
          <a:xfrm>
            <a:off x="17145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A</a:t>
            </a:r>
          </a:p>
        </p:txBody>
      </p:sp>
      <p:sp>
        <p:nvSpPr>
          <p:cNvPr id="1667" name="Circle">
            <a:extLst>
              <a:ext uri="{FF2B5EF4-FFF2-40B4-BE49-F238E27FC236}">
                <a16:creationId xmlns:a16="http://schemas.microsoft.com/office/drawing/2014/main" id="{12BD3C60-D3EE-4E10-A8FD-9F6907806312}"/>
              </a:ext>
            </a:extLst>
          </p:cNvPr>
          <p:cNvSpPr>
            <a:spLocks noGrp="1"/>
          </p:cNvSpPr>
          <p:nvPr/>
        </p:nvSpPr>
        <p:spPr>
          <a:xfrm>
            <a:off x="17823815" y="9590666"/>
            <a:ext cx="1973512" cy="1973512"/>
          </a:xfrm>
          <a:prstGeom prst="ellipse">
            <a:avLst/>
          </a:prstGeom>
          <a:ln w="152400">
            <a:solidFill>
              <a:schemeClr val="accent4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668" name="B">
            <a:extLst>
              <a:ext uri="{FF2B5EF4-FFF2-40B4-BE49-F238E27FC236}">
                <a16:creationId xmlns:a16="http://schemas.microsoft.com/office/drawing/2014/main" id="{A038426E-6BED-4D90-874A-4AF0CE37E990}"/>
              </a:ext>
            </a:extLst>
          </p:cNvPr>
          <p:cNvSpPr>
            <a:spLocks noGrp="1"/>
          </p:cNvSpPr>
          <p:nvPr/>
        </p:nvSpPr>
        <p:spPr>
          <a:xfrm>
            <a:off x="36449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</a:t>
            </a:r>
          </a:p>
        </p:txBody>
      </p:sp>
      <p:sp>
        <p:nvSpPr>
          <p:cNvPr id="1669" name="C">
            <a:extLst>
              <a:ext uri="{FF2B5EF4-FFF2-40B4-BE49-F238E27FC236}">
                <a16:creationId xmlns:a16="http://schemas.microsoft.com/office/drawing/2014/main" id="{FBE6C1B4-7F8A-4520-9EF0-A4CF1974FAE9}"/>
              </a:ext>
            </a:extLst>
          </p:cNvPr>
          <p:cNvSpPr>
            <a:spLocks noGrp="1"/>
          </p:cNvSpPr>
          <p:nvPr/>
        </p:nvSpPr>
        <p:spPr>
          <a:xfrm>
            <a:off x="55753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C</a:t>
            </a:r>
          </a:p>
        </p:txBody>
      </p:sp>
      <p:sp>
        <p:nvSpPr>
          <p:cNvPr id="1670" name="D">
            <a:extLst>
              <a:ext uri="{FF2B5EF4-FFF2-40B4-BE49-F238E27FC236}">
                <a16:creationId xmlns:a16="http://schemas.microsoft.com/office/drawing/2014/main" id="{163BEE66-8588-4665-801D-4C75EDCED186}"/>
              </a:ext>
            </a:extLst>
          </p:cNvPr>
          <p:cNvSpPr>
            <a:spLocks noGrp="1"/>
          </p:cNvSpPr>
          <p:nvPr/>
        </p:nvSpPr>
        <p:spPr>
          <a:xfrm>
            <a:off x="7505700" y="8251353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D</a:t>
            </a:r>
          </a:p>
        </p:txBody>
      </p:sp>
      <p:sp>
        <p:nvSpPr>
          <p:cNvPr id="1671" name="F">
            <a:extLst>
              <a:ext uri="{FF2B5EF4-FFF2-40B4-BE49-F238E27FC236}">
                <a16:creationId xmlns:a16="http://schemas.microsoft.com/office/drawing/2014/main" id="{92658085-FDA3-4046-A472-8063296B60A4}"/>
              </a:ext>
            </a:extLst>
          </p:cNvPr>
          <p:cNvSpPr>
            <a:spLocks noGrp="1"/>
          </p:cNvSpPr>
          <p:nvPr/>
        </p:nvSpPr>
        <p:spPr>
          <a:xfrm>
            <a:off x="7505700" y="4254834"/>
            <a:ext cx="1270000" cy="1270001"/>
          </a:xfrm>
          <a:prstGeom prst="ellipse">
            <a:avLst/>
          </a:prstGeom>
          <a:solidFill>
            <a:schemeClr val="accent1">
              <a:lumOff val="13529"/>
            </a:schemeClr>
          </a:solidFill>
          <a:ln w="152400">
            <a:solidFill>
              <a:schemeClr val="accent1"/>
            </a:solidFill>
          </a:ln>
        </p:spPr>
        <p:txBody>
          <a:bodyPr lIns="50800" tIns="50800" rIns="50800" bIns="50800" anchor="ctr"/>
          <a:lstStyle>
            <a:lvl1pPr>
              <a:buNone/>
              <a:defRPr sz="54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91498502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76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74" name="Depth-First Search">
            <a:extLst>
              <a:ext uri="{FF2B5EF4-FFF2-40B4-BE49-F238E27FC236}">
                <a16:creationId xmlns:a16="http://schemas.microsoft.com/office/drawing/2014/main" id="{4DFA33C2-E2A7-4863-AE05-3C2027803C15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88935343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79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77" name="Depth-First Search">
            <a:extLst>
              <a:ext uri="{FF2B5EF4-FFF2-40B4-BE49-F238E27FC236}">
                <a16:creationId xmlns:a16="http://schemas.microsoft.com/office/drawing/2014/main" id="{52A6A342-80F3-4850-B288-3A3E65671DB6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41406278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2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80" name="Depth-First Search">
            <a:extLst>
              <a:ext uri="{FF2B5EF4-FFF2-40B4-BE49-F238E27FC236}">
                <a16:creationId xmlns:a16="http://schemas.microsoft.com/office/drawing/2014/main" id="{D5D97E79-5296-4F2E-AE57-23FEA88DD9D0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95807645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5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83" name="Depth-First Search">
            <a:extLst>
              <a:ext uri="{FF2B5EF4-FFF2-40B4-BE49-F238E27FC236}">
                <a16:creationId xmlns:a16="http://schemas.microsoft.com/office/drawing/2014/main" id="{47889D47-E54E-41E5-A239-4A44F3072036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6466818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8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86" name="Depth-First Search">
            <a:extLst>
              <a:ext uri="{FF2B5EF4-FFF2-40B4-BE49-F238E27FC236}">
                <a16:creationId xmlns:a16="http://schemas.microsoft.com/office/drawing/2014/main" id="{1C632A6D-4E35-47B3-8D87-0F629CE09F2E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9624759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1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89" name="Depth-First Search">
            <a:extLst>
              <a:ext uri="{FF2B5EF4-FFF2-40B4-BE49-F238E27FC236}">
                <a16:creationId xmlns:a16="http://schemas.microsoft.com/office/drawing/2014/main" id="{59C62BD2-EE28-4292-B2C5-B3ECEF057D59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94199658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4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92" name="Depth-First Search">
            <a:extLst>
              <a:ext uri="{FF2B5EF4-FFF2-40B4-BE49-F238E27FC236}">
                <a16:creationId xmlns:a16="http://schemas.microsoft.com/office/drawing/2014/main" id="{8ECB006E-889B-467E-983D-A9DB6D1E6306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53828407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7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95" name="Depth-First Search">
            <a:extLst>
              <a:ext uri="{FF2B5EF4-FFF2-40B4-BE49-F238E27FC236}">
                <a16:creationId xmlns:a16="http://schemas.microsoft.com/office/drawing/2014/main" id="{7ABF4A3B-24A5-4128-9C91-44FF0902D280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4865846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00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98" name="Depth-First Search">
            <a:extLst>
              <a:ext uri="{FF2B5EF4-FFF2-40B4-BE49-F238E27FC236}">
                <a16:creationId xmlns:a16="http://schemas.microsoft.com/office/drawing/2014/main" id="{D29B3265-4543-4146-AD99-77D406979AA3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68353039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03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01" name="Depth-First Search">
            <a:extLst>
              <a:ext uri="{FF2B5EF4-FFF2-40B4-BE49-F238E27FC236}">
                <a16:creationId xmlns:a16="http://schemas.microsoft.com/office/drawing/2014/main" id="{89148C96-ACAC-457B-8163-E5EC3F0BC23C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66077531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06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04" name="Depth-First Search">
            <a:extLst>
              <a:ext uri="{FF2B5EF4-FFF2-40B4-BE49-F238E27FC236}">
                <a16:creationId xmlns:a16="http://schemas.microsoft.com/office/drawing/2014/main" id="{C93087B0-33F2-4967-B14D-038A7C0E9016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35423121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09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07" name="Depth-First Search">
            <a:extLst>
              <a:ext uri="{FF2B5EF4-FFF2-40B4-BE49-F238E27FC236}">
                <a16:creationId xmlns:a16="http://schemas.microsoft.com/office/drawing/2014/main" id="{9018FD47-A803-4B36-8B6D-7E0DBCEBCB1B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3702411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2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10" name="Depth-First Search">
            <a:extLst>
              <a:ext uri="{FF2B5EF4-FFF2-40B4-BE49-F238E27FC236}">
                <a16:creationId xmlns:a16="http://schemas.microsoft.com/office/drawing/2014/main" id="{F49C42E5-4216-455F-BBBF-84F6F45E8CF9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42157594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5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13" name="Depth-First Search">
            <a:extLst>
              <a:ext uri="{FF2B5EF4-FFF2-40B4-BE49-F238E27FC236}">
                <a16:creationId xmlns:a16="http://schemas.microsoft.com/office/drawing/2014/main" id="{A368ECDF-A22A-4BAC-ABEB-83A4B08981F9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60650972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8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16" name="Depth-First Search">
            <a:extLst>
              <a:ext uri="{FF2B5EF4-FFF2-40B4-BE49-F238E27FC236}">
                <a16:creationId xmlns:a16="http://schemas.microsoft.com/office/drawing/2014/main" id="{2C812C20-2336-4A95-ABC0-7857DC736BCE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8974120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1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19" name="Depth-First Search">
            <a:extLst>
              <a:ext uri="{FF2B5EF4-FFF2-40B4-BE49-F238E27FC236}">
                <a16:creationId xmlns:a16="http://schemas.microsoft.com/office/drawing/2014/main" id="{275275B5-9561-427A-AEAB-8E97B7861DFC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18115106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4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22" name="Depth-First Search">
            <a:extLst>
              <a:ext uri="{FF2B5EF4-FFF2-40B4-BE49-F238E27FC236}">
                <a16:creationId xmlns:a16="http://schemas.microsoft.com/office/drawing/2014/main" id="{2A21A2C4-DDDA-4ADD-8C35-5F5DB3212DD5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208845519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7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25" name="Depth-First Search">
            <a:extLst>
              <a:ext uri="{FF2B5EF4-FFF2-40B4-BE49-F238E27FC236}">
                <a16:creationId xmlns:a16="http://schemas.microsoft.com/office/drawing/2014/main" id="{7C8401BC-A31B-4018-83D0-753C7C22DA55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54028856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30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28" name="Depth-First Search">
            <a:extLst>
              <a:ext uri="{FF2B5EF4-FFF2-40B4-BE49-F238E27FC236}">
                <a16:creationId xmlns:a16="http://schemas.microsoft.com/office/drawing/2014/main" id="{83A177B5-22E6-4D92-88CB-F786DEE9EDC6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89507656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33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31" name="Depth-First Search">
            <a:extLst>
              <a:ext uri="{FF2B5EF4-FFF2-40B4-BE49-F238E27FC236}">
                <a16:creationId xmlns:a16="http://schemas.microsoft.com/office/drawing/2014/main" id="{9A867E6F-BD37-445D-B835-010D5890E63B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46116570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36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34" name="Depth-First Search">
            <a:extLst>
              <a:ext uri="{FF2B5EF4-FFF2-40B4-BE49-F238E27FC236}">
                <a16:creationId xmlns:a16="http://schemas.microsoft.com/office/drawing/2014/main" id="{7CE0A670-AA67-4271-9E53-3528D389DD3C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98978910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39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37" name="Depth-First Search">
            <a:extLst>
              <a:ext uri="{FF2B5EF4-FFF2-40B4-BE49-F238E27FC236}">
                <a16:creationId xmlns:a16="http://schemas.microsoft.com/office/drawing/2014/main" id="{5FC8D9B1-4DEB-40B9-A228-179EDC80605B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19932347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2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40" name="Depth-First Search">
            <a:extLst>
              <a:ext uri="{FF2B5EF4-FFF2-40B4-BE49-F238E27FC236}">
                <a16:creationId xmlns:a16="http://schemas.microsoft.com/office/drawing/2014/main" id="{4BFFD1CE-8F03-4CD4-AF71-F7057A493FF3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20859863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5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43" name="Depth-First Search">
            <a:extLst>
              <a:ext uri="{FF2B5EF4-FFF2-40B4-BE49-F238E27FC236}">
                <a16:creationId xmlns:a16="http://schemas.microsoft.com/office/drawing/2014/main" id="{ECF6B441-FA54-4F2F-8EAF-2ADC9DF358DF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201722826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8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46" name="Depth-First Search">
            <a:extLst>
              <a:ext uri="{FF2B5EF4-FFF2-40B4-BE49-F238E27FC236}">
                <a16:creationId xmlns:a16="http://schemas.microsoft.com/office/drawing/2014/main" id="{38192C69-A1F0-478D-812D-7FA803FEC1FD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37248724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1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49" name="Depth-First Search">
            <a:extLst>
              <a:ext uri="{FF2B5EF4-FFF2-40B4-BE49-F238E27FC236}">
                <a16:creationId xmlns:a16="http://schemas.microsoft.com/office/drawing/2014/main" id="{E1A8033F-2089-4125-A07C-6F3AE0B95BC5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02612854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4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52" name="Depth-First Search">
            <a:extLst>
              <a:ext uri="{FF2B5EF4-FFF2-40B4-BE49-F238E27FC236}">
                <a16:creationId xmlns:a16="http://schemas.microsoft.com/office/drawing/2014/main" id="{49D26269-DF8F-45A1-B760-916C230332DD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55083467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7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55" name="Depth-First Search">
            <a:extLst>
              <a:ext uri="{FF2B5EF4-FFF2-40B4-BE49-F238E27FC236}">
                <a16:creationId xmlns:a16="http://schemas.microsoft.com/office/drawing/2014/main" id="{9A19CBA6-5780-4D96-8586-9E4F3F2556B6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213521029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0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58" name="Depth-First Search">
            <a:extLst>
              <a:ext uri="{FF2B5EF4-FFF2-40B4-BE49-F238E27FC236}">
                <a16:creationId xmlns:a16="http://schemas.microsoft.com/office/drawing/2014/main" id="{99D8FCBB-C91C-4C1D-A953-61FD7DC5C150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79353295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3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61" name="Depth-First Search">
            <a:extLst>
              <a:ext uri="{FF2B5EF4-FFF2-40B4-BE49-F238E27FC236}">
                <a16:creationId xmlns:a16="http://schemas.microsoft.com/office/drawing/2014/main" id="{F00F8A95-2CA2-4E78-936A-A077EDEDD9DE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27441592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6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64" name="Depth-First Search">
            <a:extLst>
              <a:ext uri="{FF2B5EF4-FFF2-40B4-BE49-F238E27FC236}">
                <a16:creationId xmlns:a16="http://schemas.microsoft.com/office/drawing/2014/main" id="{5B7E8855-D3A3-48AF-A92A-18E2F937BC4B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44510653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9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67" name="Depth-First Search">
            <a:extLst>
              <a:ext uri="{FF2B5EF4-FFF2-40B4-BE49-F238E27FC236}">
                <a16:creationId xmlns:a16="http://schemas.microsoft.com/office/drawing/2014/main" id="{08A6722A-CEDF-4354-93B4-5C70B7F0224C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34778869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72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70" name="Depth-First Search">
            <a:extLst>
              <a:ext uri="{FF2B5EF4-FFF2-40B4-BE49-F238E27FC236}">
                <a16:creationId xmlns:a16="http://schemas.microsoft.com/office/drawing/2014/main" id="{AC2388C0-20B0-4369-8D25-36D400E6E4E7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98736165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75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73" name="Depth-First Search">
            <a:extLst>
              <a:ext uri="{FF2B5EF4-FFF2-40B4-BE49-F238E27FC236}">
                <a16:creationId xmlns:a16="http://schemas.microsoft.com/office/drawing/2014/main" id="{26464937-9942-4E47-BDDE-320B1FF49B05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06613776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78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76" name="Depth-First Search">
            <a:extLst>
              <a:ext uri="{FF2B5EF4-FFF2-40B4-BE49-F238E27FC236}">
                <a16:creationId xmlns:a16="http://schemas.microsoft.com/office/drawing/2014/main" id="{10B9429B-5BC2-4089-A204-445F6B981323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46880630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1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79" name="Depth-First Search">
            <a:extLst>
              <a:ext uri="{FF2B5EF4-FFF2-40B4-BE49-F238E27FC236}">
                <a16:creationId xmlns:a16="http://schemas.microsoft.com/office/drawing/2014/main" id="{70A2A717-015A-43C8-9DD5-F1E578E97701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93648338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4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82" name="Depth-First Search">
            <a:extLst>
              <a:ext uri="{FF2B5EF4-FFF2-40B4-BE49-F238E27FC236}">
                <a16:creationId xmlns:a16="http://schemas.microsoft.com/office/drawing/2014/main" id="{04406C12-1D8D-4A49-B133-D8C2A379E8B2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36653117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7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85" name="Depth-First Search">
            <a:extLst>
              <a:ext uri="{FF2B5EF4-FFF2-40B4-BE49-F238E27FC236}">
                <a16:creationId xmlns:a16="http://schemas.microsoft.com/office/drawing/2014/main" id="{86BB7B27-455D-4DCD-A2B3-5F69136AA6E7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84983988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0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88" name="Depth-First Search">
            <a:extLst>
              <a:ext uri="{FF2B5EF4-FFF2-40B4-BE49-F238E27FC236}">
                <a16:creationId xmlns:a16="http://schemas.microsoft.com/office/drawing/2014/main" id="{3DE11CAA-AABE-4BB6-9F39-E5DEB125E6C8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36811144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3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91" name="Depth-First Search">
            <a:extLst>
              <a:ext uri="{FF2B5EF4-FFF2-40B4-BE49-F238E27FC236}">
                <a16:creationId xmlns:a16="http://schemas.microsoft.com/office/drawing/2014/main" id="{B9EEAF7A-CFED-4219-BC17-516522364773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79625372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6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94" name="Depth-First Search">
            <a:extLst>
              <a:ext uri="{FF2B5EF4-FFF2-40B4-BE49-F238E27FC236}">
                <a16:creationId xmlns:a16="http://schemas.microsoft.com/office/drawing/2014/main" id="{27DA321A-BDA6-4079-9B0A-14CD0F2E0209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46916756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9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97" name="Depth-First Search">
            <a:extLst>
              <a:ext uri="{FF2B5EF4-FFF2-40B4-BE49-F238E27FC236}">
                <a16:creationId xmlns:a16="http://schemas.microsoft.com/office/drawing/2014/main" id="{19EBB7A8-8284-43F7-B85D-EEB4E07555DB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30008199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2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00" name="Depth-First Search">
            <a:extLst>
              <a:ext uri="{FF2B5EF4-FFF2-40B4-BE49-F238E27FC236}">
                <a16:creationId xmlns:a16="http://schemas.microsoft.com/office/drawing/2014/main" id="{98E79BF1-56A8-45D2-A407-9731FF28A655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98376380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5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03" name="Depth-First Search">
            <a:extLst>
              <a:ext uri="{FF2B5EF4-FFF2-40B4-BE49-F238E27FC236}">
                <a16:creationId xmlns:a16="http://schemas.microsoft.com/office/drawing/2014/main" id="{76BF8637-27E5-45A1-977F-50E82A2C6935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68358492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8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06" name="Depth-First Search">
            <a:extLst>
              <a:ext uri="{FF2B5EF4-FFF2-40B4-BE49-F238E27FC236}">
                <a16:creationId xmlns:a16="http://schemas.microsoft.com/office/drawing/2014/main" id="{E0B10982-DCCC-48B2-8786-8C662FA141D1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209270816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1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09" name="Depth-First Search">
            <a:extLst>
              <a:ext uri="{FF2B5EF4-FFF2-40B4-BE49-F238E27FC236}">
                <a16:creationId xmlns:a16="http://schemas.microsoft.com/office/drawing/2014/main" id="{7384EAFA-9A79-4385-8928-01CFF3F1A14B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140652789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4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12" name="Depth-First Search">
            <a:extLst>
              <a:ext uri="{FF2B5EF4-FFF2-40B4-BE49-F238E27FC236}">
                <a16:creationId xmlns:a16="http://schemas.microsoft.com/office/drawing/2014/main" id="{73D6F526-1F6B-44FE-8FB0-6CEA6309BB22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80145177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7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15" name="Depth-First Search">
            <a:extLst>
              <a:ext uri="{FF2B5EF4-FFF2-40B4-BE49-F238E27FC236}">
                <a16:creationId xmlns:a16="http://schemas.microsoft.com/office/drawing/2014/main" id="{E17974C6-7E21-4854-8200-17F68B767BB4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188981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Profundidade</a:t>
            </a:r>
          </a:p>
        </p:txBody>
      </p:sp>
    </p:spTree>
    <p:extLst>
      <p:ext uri="{BB962C8B-B14F-4D97-AF65-F5344CB8AC3E}">
        <p14:creationId xmlns:p14="http://schemas.microsoft.com/office/powerpoint/2010/main" val="203997057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0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18" name="Breadth-First Search">
            <a:extLst>
              <a:ext uri="{FF2B5EF4-FFF2-40B4-BE49-F238E27FC236}">
                <a16:creationId xmlns:a16="http://schemas.microsoft.com/office/drawing/2014/main" id="{D5EB5400-3919-4DBE-A974-7A713B34CC90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80492875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3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21" name="Breadth-First Search">
            <a:extLst>
              <a:ext uri="{FF2B5EF4-FFF2-40B4-BE49-F238E27FC236}">
                <a16:creationId xmlns:a16="http://schemas.microsoft.com/office/drawing/2014/main" id="{A393ADE7-806A-4CE2-80FE-BB38F09F0921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90927521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6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24" name="Breadth-First Search">
            <a:extLst>
              <a:ext uri="{FF2B5EF4-FFF2-40B4-BE49-F238E27FC236}">
                <a16:creationId xmlns:a16="http://schemas.microsoft.com/office/drawing/2014/main" id="{FAEB9D08-AA19-4FB9-B45B-A65F557BAE23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207684948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9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27" name="Breadth-First Search">
            <a:extLst>
              <a:ext uri="{FF2B5EF4-FFF2-40B4-BE49-F238E27FC236}">
                <a16:creationId xmlns:a16="http://schemas.microsoft.com/office/drawing/2014/main" id="{BFEEC9FE-9644-4B4F-BD38-65F4334A0631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45657874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2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30" name="Breadth-First Search">
            <a:extLst>
              <a:ext uri="{FF2B5EF4-FFF2-40B4-BE49-F238E27FC236}">
                <a16:creationId xmlns:a16="http://schemas.microsoft.com/office/drawing/2014/main" id="{DF95498B-E9F5-4236-BC06-7A6CB325E4F2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214649130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5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33" name="Breadth-First Search">
            <a:extLst>
              <a:ext uri="{FF2B5EF4-FFF2-40B4-BE49-F238E27FC236}">
                <a16:creationId xmlns:a16="http://schemas.microsoft.com/office/drawing/2014/main" id="{2DF2ACD3-F959-4723-BC5B-C17ACFF35D1D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8751546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8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36" name="Breadth-First Search">
            <a:extLst>
              <a:ext uri="{FF2B5EF4-FFF2-40B4-BE49-F238E27FC236}">
                <a16:creationId xmlns:a16="http://schemas.microsoft.com/office/drawing/2014/main" id="{647EE861-C270-4A7E-8789-EC698F00B32B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54681540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1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39" name="Breadth-First Search">
            <a:extLst>
              <a:ext uri="{FF2B5EF4-FFF2-40B4-BE49-F238E27FC236}">
                <a16:creationId xmlns:a16="http://schemas.microsoft.com/office/drawing/2014/main" id="{DDD3EEA4-C417-4E7D-A18D-96766560E7CA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202725639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4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42" name="Breadth-First Search">
            <a:extLst>
              <a:ext uri="{FF2B5EF4-FFF2-40B4-BE49-F238E27FC236}">
                <a16:creationId xmlns:a16="http://schemas.microsoft.com/office/drawing/2014/main" id="{ED8CC663-9782-4F12-B091-83582894045C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208019076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7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45" name="Breadth-First Search">
            <a:extLst>
              <a:ext uri="{FF2B5EF4-FFF2-40B4-BE49-F238E27FC236}">
                <a16:creationId xmlns:a16="http://schemas.microsoft.com/office/drawing/2014/main" id="{42A899C5-3196-4417-9EEB-CF430FA33251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52839723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0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48" name="Breadth-First Search">
            <a:extLst>
              <a:ext uri="{FF2B5EF4-FFF2-40B4-BE49-F238E27FC236}">
                <a16:creationId xmlns:a16="http://schemas.microsoft.com/office/drawing/2014/main" id="{F794BE7C-C13D-4790-9AD7-5A2CF9D33C84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203054968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3" name="Table 1"/>
          <p:cNvGraphicFramePr/>
          <p:nvPr/>
        </p:nvGraphicFramePr>
        <p:xfrm>
          <a:off x="12479076" y="2870139"/>
          <a:ext cx="9718002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1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9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lumOff val="-1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51" name="Breadth-First Search">
            <a:extLst>
              <a:ext uri="{FF2B5EF4-FFF2-40B4-BE49-F238E27FC236}">
                <a16:creationId xmlns:a16="http://schemas.microsoft.com/office/drawing/2014/main" id="{54E70390-F484-42ED-859A-CE668C88763A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50118117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6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54" name="Breadth-First Search">
            <a:extLst>
              <a:ext uri="{FF2B5EF4-FFF2-40B4-BE49-F238E27FC236}">
                <a16:creationId xmlns:a16="http://schemas.microsoft.com/office/drawing/2014/main" id="{AA06C066-C4F1-43E6-9324-3093B3E70AD1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85409155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9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57" name="Breadth-First Search">
            <a:extLst>
              <a:ext uri="{FF2B5EF4-FFF2-40B4-BE49-F238E27FC236}">
                <a16:creationId xmlns:a16="http://schemas.microsoft.com/office/drawing/2014/main" id="{11A6870E-3F1E-4443-94BF-E13701CEDD45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66237380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62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60" name="Breadth-First Search">
            <a:extLst>
              <a:ext uri="{FF2B5EF4-FFF2-40B4-BE49-F238E27FC236}">
                <a16:creationId xmlns:a16="http://schemas.microsoft.com/office/drawing/2014/main" id="{1017DA9E-CC56-44AA-87D2-4520EA9DA32D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90965749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65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63" name="Breadth-First Search">
            <a:extLst>
              <a:ext uri="{FF2B5EF4-FFF2-40B4-BE49-F238E27FC236}">
                <a16:creationId xmlns:a16="http://schemas.microsoft.com/office/drawing/2014/main" id="{CA3B4CFB-2574-4E64-8D39-BF4890D2C605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63384825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68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66" name="Breadth-First Search">
            <a:extLst>
              <a:ext uri="{FF2B5EF4-FFF2-40B4-BE49-F238E27FC236}">
                <a16:creationId xmlns:a16="http://schemas.microsoft.com/office/drawing/2014/main" id="{ABE539A4-E7BC-432E-BA35-F6D8EF51ABDE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208277921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1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69" name="Breadth-First Search">
            <a:extLst>
              <a:ext uri="{FF2B5EF4-FFF2-40B4-BE49-F238E27FC236}">
                <a16:creationId xmlns:a16="http://schemas.microsoft.com/office/drawing/2014/main" id="{149A8E80-9868-41F4-B01B-177F51546F45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84903343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4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72" name="Breadth-First Search">
            <a:extLst>
              <a:ext uri="{FF2B5EF4-FFF2-40B4-BE49-F238E27FC236}">
                <a16:creationId xmlns:a16="http://schemas.microsoft.com/office/drawing/2014/main" id="{704E38EB-7ADF-4D2A-ABFF-6AD4ED210DBF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11472130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7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75" name="Breadth-First Search">
            <a:extLst>
              <a:ext uri="{FF2B5EF4-FFF2-40B4-BE49-F238E27FC236}">
                <a16:creationId xmlns:a16="http://schemas.microsoft.com/office/drawing/2014/main" id="{1760F127-1DE0-4E9F-8140-CE4DDDCD0C73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82421593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0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78" name="Breadth-First Search">
            <a:extLst>
              <a:ext uri="{FF2B5EF4-FFF2-40B4-BE49-F238E27FC236}">
                <a16:creationId xmlns:a16="http://schemas.microsoft.com/office/drawing/2014/main" id="{395B4789-12ED-4A8D-A030-C864D38A6563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36567302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3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81" name="Breadth-First Search">
            <a:extLst>
              <a:ext uri="{FF2B5EF4-FFF2-40B4-BE49-F238E27FC236}">
                <a16:creationId xmlns:a16="http://schemas.microsoft.com/office/drawing/2014/main" id="{386E5A31-42BB-4A08-B4C2-D927293826D7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64545638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6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84" name="Breadth-First Search">
            <a:extLst>
              <a:ext uri="{FF2B5EF4-FFF2-40B4-BE49-F238E27FC236}">
                <a16:creationId xmlns:a16="http://schemas.microsoft.com/office/drawing/2014/main" id="{22662ED5-8909-467A-A3C0-064EA533D903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503944538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9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87" name="Breadth-First Search">
            <a:extLst>
              <a:ext uri="{FF2B5EF4-FFF2-40B4-BE49-F238E27FC236}">
                <a16:creationId xmlns:a16="http://schemas.microsoft.com/office/drawing/2014/main" id="{7F8E9940-E81D-4F60-BF57-6F5DB3E7F9FE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06870925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92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90" name="Breadth-First Search">
            <a:extLst>
              <a:ext uri="{FF2B5EF4-FFF2-40B4-BE49-F238E27FC236}">
                <a16:creationId xmlns:a16="http://schemas.microsoft.com/office/drawing/2014/main" id="{EEC78421-81C4-43F2-9405-E56DE37060D2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67816731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95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93" name="Breadth-First Search">
            <a:extLst>
              <a:ext uri="{FF2B5EF4-FFF2-40B4-BE49-F238E27FC236}">
                <a16:creationId xmlns:a16="http://schemas.microsoft.com/office/drawing/2014/main" id="{6279708F-1DE2-4975-94D7-5AF54BACD310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45269568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98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96" name="Breadth-First Search">
            <a:extLst>
              <a:ext uri="{FF2B5EF4-FFF2-40B4-BE49-F238E27FC236}">
                <a16:creationId xmlns:a16="http://schemas.microsoft.com/office/drawing/2014/main" id="{53147100-E3F8-4FA8-B6C1-DD3C53AEFC82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260585067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1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99" name="Breadth-First Search">
            <a:extLst>
              <a:ext uri="{FF2B5EF4-FFF2-40B4-BE49-F238E27FC236}">
                <a16:creationId xmlns:a16="http://schemas.microsoft.com/office/drawing/2014/main" id="{5786ED5E-603F-4E70-A8B1-4FB4A763F7EB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279750426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4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02" name="Breadth-First Search">
            <a:extLst>
              <a:ext uri="{FF2B5EF4-FFF2-40B4-BE49-F238E27FC236}">
                <a16:creationId xmlns:a16="http://schemas.microsoft.com/office/drawing/2014/main" id="{868A67E9-D2CA-4CC6-A25B-BEDEE167A7E7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782908770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7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05" name="Breadth-First Search">
            <a:extLst>
              <a:ext uri="{FF2B5EF4-FFF2-40B4-BE49-F238E27FC236}">
                <a16:creationId xmlns:a16="http://schemas.microsoft.com/office/drawing/2014/main" id="{3B454754-3C9D-4569-93B5-BD52ED58D872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22328855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0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08" name="Breadth-First Search">
            <a:extLst>
              <a:ext uri="{FF2B5EF4-FFF2-40B4-BE49-F238E27FC236}">
                <a16:creationId xmlns:a16="http://schemas.microsoft.com/office/drawing/2014/main" id="{E7E25BC0-00F6-400C-A009-95F0B1B67503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810711832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3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11" name="Breadth-First Search">
            <a:extLst>
              <a:ext uri="{FF2B5EF4-FFF2-40B4-BE49-F238E27FC236}">
                <a16:creationId xmlns:a16="http://schemas.microsoft.com/office/drawing/2014/main" id="{B7B279AF-A596-43CD-B8C0-000BB422D253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902824358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6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14" name="Breadth-First Search">
            <a:extLst>
              <a:ext uri="{FF2B5EF4-FFF2-40B4-BE49-F238E27FC236}">
                <a16:creationId xmlns:a16="http://schemas.microsoft.com/office/drawing/2014/main" id="{B88F3A68-B2DC-41CC-AC3C-55C96543FF08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86746538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9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17" name="Breadth-First Search">
            <a:extLst>
              <a:ext uri="{FF2B5EF4-FFF2-40B4-BE49-F238E27FC236}">
                <a16:creationId xmlns:a16="http://schemas.microsoft.com/office/drawing/2014/main" id="{A0ABCBAB-7E26-4295-AB5A-1AB6E08AF85A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984216328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22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20" name="Breadth-First Search">
            <a:extLst>
              <a:ext uri="{FF2B5EF4-FFF2-40B4-BE49-F238E27FC236}">
                <a16:creationId xmlns:a16="http://schemas.microsoft.com/office/drawing/2014/main" id="{C3E5E052-63C6-45A3-96F6-FF400CACBD76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200068980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25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23" name="Breadth-First Search">
            <a:extLst>
              <a:ext uri="{FF2B5EF4-FFF2-40B4-BE49-F238E27FC236}">
                <a16:creationId xmlns:a16="http://schemas.microsoft.com/office/drawing/2014/main" id="{55B69321-E8F7-4667-B79B-88737C6BD8D9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457352019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28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26" name="Breadth-First Search">
            <a:extLst>
              <a:ext uri="{FF2B5EF4-FFF2-40B4-BE49-F238E27FC236}">
                <a16:creationId xmlns:a16="http://schemas.microsoft.com/office/drawing/2014/main" id="{479349BD-8125-4735-ABBF-BE8248393373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93817235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31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29" name="Breadth-First Search">
            <a:extLst>
              <a:ext uri="{FF2B5EF4-FFF2-40B4-BE49-F238E27FC236}">
                <a16:creationId xmlns:a16="http://schemas.microsoft.com/office/drawing/2014/main" id="{75C33557-C277-41E9-BC20-EB2D819ACBF7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21613267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34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32" name="Breadth-First Search">
            <a:extLst>
              <a:ext uri="{FF2B5EF4-FFF2-40B4-BE49-F238E27FC236}">
                <a16:creationId xmlns:a16="http://schemas.microsoft.com/office/drawing/2014/main" id="{7A85832E-3D85-4F8D-9F07-F51D402B0615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2086929948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37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35" name="Breadth-First Search">
            <a:extLst>
              <a:ext uri="{FF2B5EF4-FFF2-40B4-BE49-F238E27FC236}">
                <a16:creationId xmlns:a16="http://schemas.microsoft.com/office/drawing/2014/main" id="{47FAEE63-B1C5-4360-BFBB-138BF2BBFB69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655499582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0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38" name="Breadth-First Search">
            <a:extLst>
              <a:ext uri="{FF2B5EF4-FFF2-40B4-BE49-F238E27FC236}">
                <a16:creationId xmlns:a16="http://schemas.microsoft.com/office/drawing/2014/main" id="{4CC23B15-B525-451E-971B-25A762218D16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477053836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3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41" name="Breadth-First Search">
            <a:extLst>
              <a:ext uri="{FF2B5EF4-FFF2-40B4-BE49-F238E27FC236}">
                <a16:creationId xmlns:a16="http://schemas.microsoft.com/office/drawing/2014/main" id="{ABE86163-0277-4AB3-B3AB-F0C9C0C8C9C2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860016915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6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44" name="Breadth-First Search">
            <a:extLst>
              <a:ext uri="{FF2B5EF4-FFF2-40B4-BE49-F238E27FC236}">
                <a16:creationId xmlns:a16="http://schemas.microsoft.com/office/drawing/2014/main" id="{A3D13361-C0B3-4E98-85BF-D898AA9274D5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665410457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9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47" name="Breadth-First Search">
            <a:extLst>
              <a:ext uri="{FF2B5EF4-FFF2-40B4-BE49-F238E27FC236}">
                <a16:creationId xmlns:a16="http://schemas.microsoft.com/office/drawing/2014/main" id="{28435D46-5CB0-457A-BB90-B4F60EE63D0F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93595603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2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50" name="Breadth-First Search">
            <a:extLst>
              <a:ext uri="{FF2B5EF4-FFF2-40B4-BE49-F238E27FC236}">
                <a16:creationId xmlns:a16="http://schemas.microsoft.com/office/drawing/2014/main" id="{F1B2F1A4-EF01-47F1-9A0E-66EA47F55840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23861624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5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53" name="Breadth-First Search">
            <a:extLst>
              <a:ext uri="{FF2B5EF4-FFF2-40B4-BE49-F238E27FC236}">
                <a16:creationId xmlns:a16="http://schemas.microsoft.com/office/drawing/2014/main" id="{C14C5FA2-0C5D-43A4-82E0-59F5D4E8F4CA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037263239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8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56" name="Breadth-First Search">
            <a:extLst>
              <a:ext uri="{FF2B5EF4-FFF2-40B4-BE49-F238E27FC236}">
                <a16:creationId xmlns:a16="http://schemas.microsoft.com/office/drawing/2014/main" id="{F7DA1FC4-7C48-4767-9BDA-EEBE1A9AD099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385096901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61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59" name="Breadth-First Search">
            <a:extLst>
              <a:ext uri="{FF2B5EF4-FFF2-40B4-BE49-F238E27FC236}">
                <a16:creationId xmlns:a16="http://schemas.microsoft.com/office/drawing/2014/main" id="{C00DB81D-3B00-4396-886C-DD60A737B0A9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256499650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64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62" name="Breadth-First Search">
            <a:extLst>
              <a:ext uri="{FF2B5EF4-FFF2-40B4-BE49-F238E27FC236}">
                <a16:creationId xmlns:a16="http://schemas.microsoft.com/office/drawing/2014/main" id="{E32B595D-1F3A-49CF-883C-A43791C87AED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700975083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67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65" name="Breadth-First Search">
            <a:extLst>
              <a:ext uri="{FF2B5EF4-FFF2-40B4-BE49-F238E27FC236}">
                <a16:creationId xmlns:a16="http://schemas.microsoft.com/office/drawing/2014/main" id="{A8A6D50A-639F-42EA-9683-BD443EBA14F2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915492779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0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68" name="Breadth-First Search">
            <a:extLst>
              <a:ext uri="{FF2B5EF4-FFF2-40B4-BE49-F238E27FC236}">
                <a16:creationId xmlns:a16="http://schemas.microsoft.com/office/drawing/2014/main" id="{042870F9-AF69-4273-8F74-AF08E0C62AE2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484970639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3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71" name="Breadth-First Search">
            <a:extLst>
              <a:ext uri="{FF2B5EF4-FFF2-40B4-BE49-F238E27FC236}">
                <a16:creationId xmlns:a16="http://schemas.microsoft.com/office/drawing/2014/main" id="{BCBDBB19-EFB7-49BC-98D1-D196FF9F7959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72686292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6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74" name="Breadth-First Search">
            <a:extLst>
              <a:ext uri="{FF2B5EF4-FFF2-40B4-BE49-F238E27FC236}">
                <a16:creationId xmlns:a16="http://schemas.microsoft.com/office/drawing/2014/main" id="{00FD7F8B-4005-45CB-9331-57A037C68A4A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311731356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9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77" name="Breadth-First Search">
            <a:extLst>
              <a:ext uri="{FF2B5EF4-FFF2-40B4-BE49-F238E27FC236}">
                <a16:creationId xmlns:a16="http://schemas.microsoft.com/office/drawing/2014/main" id="{E31B1291-865A-4133-940F-3386D88E6729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1724905695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2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80" name="Breadth-First Search">
            <a:extLst>
              <a:ext uri="{FF2B5EF4-FFF2-40B4-BE49-F238E27FC236}">
                <a16:creationId xmlns:a16="http://schemas.microsoft.com/office/drawing/2014/main" id="{0D25C148-72AF-44C7-957A-2867EDCEE4B7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2111204370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5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83" name="Breadth-First Search">
            <a:extLst>
              <a:ext uri="{FF2B5EF4-FFF2-40B4-BE49-F238E27FC236}">
                <a16:creationId xmlns:a16="http://schemas.microsoft.com/office/drawing/2014/main" id="{B44373B3-3C44-41C1-AA30-A734E53A7897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913795930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8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86" name="Breadth-First Search">
            <a:extLst>
              <a:ext uri="{FF2B5EF4-FFF2-40B4-BE49-F238E27FC236}">
                <a16:creationId xmlns:a16="http://schemas.microsoft.com/office/drawing/2014/main" id="{CCDC57B1-011E-410E-AF66-6F342356AED0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502534828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91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89" name="Breadth-First Search">
            <a:extLst>
              <a:ext uri="{FF2B5EF4-FFF2-40B4-BE49-F238E27FC236}">
                <a16:creationId xmlns:a16="http://schemas.microsoft.com/office/drawing/2014/main" id="{4BE37D2C-4315-4C3F-93B0-829788694947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792703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em Largura</a:t>
            </a:r>
          </a:p>
        </p:txBody>
      </p:sp>
    </p:spTree>
    <p:extLst>
      <p:ext uri="{BB962C8B-B14F-4D97-AF65-F5344CB8AC3E}">
        <p14:creationId xmlns:p14="http://schemas.microsoft.com/office/powerpoint/2010/main" val="260382791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8F6CA8-6AD7-15BB-7347-B00E6DD6E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600" y="355600"/>
            <a:ext cx="13092176" cy="1309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038228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uninformed search">
            <a:extLst>
              <a:ext uri="{FF2B5EF4-FFF2-40B4-BE49-F238E27FC236}">
                <a16:creationId xmlns:a16="http://schemas.microsoft.com/office/drawing/2014/main" id="{27C55CB6-B644-432A-A338-AA84DF666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busca não informada</a:t>
            </a:r>
          </a:p>
        </p:txBody>
      </p:sp>
      <p:sp>
        <p:nvSpPr>
          <p:cNvPr id="1995" name="search strategy that uses no problem-specific knowledge">
            <a:extLst>
              <a:ext uri="{FF2B5EF4-FFF2-40B4-BE49-F238E27FC236}">
                <a16:creationId xmlns:a16="http://schemas.microsoft.com/office/drawing/2014/main" id="{42A4C1BC-CDD0-4170-9D20-F318FD1C882D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2417453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estratégia de busca que não usa conhecimento específico do problema</a:t>
            </a:r>
          </a:p>
        </p:txBody>
      </p:sp>
    </p:spTree>
    <p:extLst>
      <p:ext uri="{BB962C8B-B14F-4D97-AF65-F5344CB8AC3E}">
        <p14:creationId xmlns:p14="http://schemas.microsoft.com/office/powerpoint/2010/main" val="1560668384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informed search">
            <a:extLst>
              <a:ext uri="{FF2B5EF4-FFF2-40B4-BE49-F238E27FC236}">
                <a16:creationId xmlns:a16="http://schemas.microsoft.com/office/drawing/2014/main" id="{2B2FEAB4-BA36-46D8-8008-E967187B0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busca informada</a:t>
            </a:r>
          </a:p>
        </p:txBody>
      </p:sp>
      <p:sp>
        <p:nvSpPr>
          <p:cNvPr id="1998" name="search strategy that uses problem-specific knowledge to find solutions more efficiently">
            <a:extLst>
              <a:ext uri="{FF2B5EF4-FFF2-40B4-BE49-F238E27FC236}">
                <a16:creationId xmlns:a16="http://schemas.microsoft.com/office/drawing/2014/main" id="{E8DDC3F7-E1EF-4252-95B5-8233032A316F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2417453"/>
          </a:xfrm>
          <a:prstGeom prst="rect">
            <a:avLst/>
          </a:prstGeom>
          <a:ln w="12700"/>
        </p:spPr>
        <p:txBody>
          <a:bodyPr lIns="50800" tIns="50800" rIns="50800" bIns="50800">
            <a:normAutofit fontScale="78656" lnSpcReduction="10000"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estratégia de busca que usa conhecimento específico do problema para encontrar soluções com mais eficiência</a:t>
            </a:r>
          </a:p>
        </p:txBody>
      </p:sp>
    </p:spTree>
    <p:extLst>
      <p:ext uri="{BB962C8B-B14F-4D97-AF65-F5344CB8AC3E}">
        <p14:creationId xmlns:p14="http://schemas.microsoft.com/office/powerpoint/2010/main" val="1462884687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reedy best-first search">
            <a:extLst>
              <a:ext uri="{FF2B5EF4-FFF2-40B4-BE49-F238E27FC236}">
                <a16:creationId xmlns:a16="http://schemas.microsoft.com/office/drawing/2014/main" id="{FFA13EA8-D612-4705-9777-1A649D78D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  <p:sp>
        <p:nvSpPr>
          <p:cNvPr id="2001" name="search algorithm that expands the node that is closest to the goal, as estimated by a heuristic function h(n)">
            <a:extLst>
              <a:ext uri="{FF2B5EF4-FFF2-40B4-BE49-F238E27FC236}">
                <a16:creationId xmlns:a16="http://schemas.microsoft.com/office/drawing/2014/main" id="{2A49C151-87CE-4B4D-9AC0-A9A1D74C0051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3721428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t>algoritmo de busca que expande o nó mais próximo do objetivo, conforme estimado por uma função heurística h(n)</a:t>
            </a:r>
          </a:p>
        </p:txBody>
      </p:sp>
    </p:spTree>
    <p:extLst>
      <p:ext uri="{BB962C8B-B14F-4D97-AF65-F5344CB8AC3E}">
        <p14:creationId xmlns:p14="http://schemas.microsoft.com/office/powerpoint/2010/main" val="877228156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6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04" name="Heuristic function?">
            <a:extLst>
              <a:ext uri="{FF2B5EF4-FFF2-40B4-BE49-F238E27FC236}">
                <a16:creationId xmlns:a16="http://schemas.microsoft.com/office/drawing/2014/main" id="{0487670A-E27B-4E06-A52A-8ADAF7EA2E87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069156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Função heurística?</a:t>
            </a:r>
          </a:p>
        </p:txBody>
      </p:sp>
    </p:spTree>
    <p:extLst>
      <p:ext uri="{BB962C8B-B14F-4D97-AF65-F5344CB8AC3E}">
        <p14:creationId xmlns:p14="http://schemas.microsoft.com/office/powerpoint/2010/main" val="1358139238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9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D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C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07" name="Heuristic function?">
            <a:extLst>
              <a:ext uri="{FF2B5EF4-FFF2-40B4-BE49-F238E27FC236}">
                <a16:creationId xmlns:a16="http://schemas.microsoft.com/office/drawing/2014/main" id="{2E474124-53EE-4461-A259-0CC0C213ABD7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6069156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Função heurística?</a:t>
            </a:r>
          </a:p>
        </p:txBody>
      </p:sp>
    </p:spTree>
    <p:extLst>
      <p:ext uri="{BB962C8B-B14F-4D97-AF65-F5344CB8AC3E}">
        <p14:creationId xmlns:p14="http://schemas.microsoft.com/office/powerpoint/2010/main" val="1899838250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16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D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C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10" name="Heuristic function? Manhattan distance.">
            <a:extLst>
              <a:ext uri="{FF2B5EF4-FFF2-40B4-BE49-F238E27FC236}">
                <a16:creationId xmlns:a16="http://schemas.microsoft.com/office/drawing/2014/main" id="{E4D32023-4C0C-4995-AB86-5DE723FDC128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12789620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Função heurística? Distância de Manhattan.</a:t>
            </a:r>
          </a:p>
        </p:txBody>
      </p:sp>
      <p:sp>
        <p:nvSpPr>
          <p:cNvPr id="2011" name="Line">
            <a:extLst>
              <a:ext uri="{FF2B5EF4-FFF2-40B4-BE49-F238E27FC236}">
                <a16:creationId xmlns:a16="http://schemas.microsoft.com/office/drawing/2014/main" id="{4B40B3BA-2592-46E1-AE2D-BAE4EC86985D}"/>
              </a:ext>
            </a:extLst>
          </p:cNvPr>
          <p:cNvSpPr>
            <a:spLocks noGrp="1"/>
          </p:cNvSpPr>
          <p:nvPr/>
        </p:nvSpPr>
        <p:spPr>
          <a:xfrm flipV="1">
            <a:off x="8421245" y="3470820"/>
            <a:ext cx="1" cy="5026967"/>
          </a:xfrm>
          <a:prstGeom prst="line">
            <a:avLst/>
          </a:prstGeom>
          <a:ln w="190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012" name="Line">
            <a:extLst>
              <a:ext uri="{FF2B5EF4-FFF2-40B4-BE49-F238E27FC236}">
                <a16:creationId xmlns:a16="http://schemas.microsoft.com/office/drawing/2014/main" id="{3DDD575C-5558-47A6-B370-67C386F18191}"/>
              </a:ext>
            </a:extLst>
          </p:cNvPr>
          <p:cNvSpPr>
            <a:spLocks noGrp="1"/>
          </p:cNvSpPr>
          <p:nvPr/>
        </p:nvSpPr>
        <p:spPr>
          <a:xfrm flipH="1" flipV="1">
            <a:off x="8402719" y="3572420"/>
            <a:ext cx="13207690" cy="1"/>
          </a:xfrm>
          <a:prstGeom prst="line">
            <a:avLst/>
          </a:prstGeom>
          <a:ln w="190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013" name="Line">
            <a:extLst>
              <a:ext uri="{FF2B5EF4-FFF2-40B4-BE49-F238E27FC236}">
                <a16:creationId xmlns:a16="http://schemas.microsoft.com/office/drawing/2014/main" id="{780DB289-46F9-438C-AAB5-B5B4FB03209A}"/>
              </a:ext>
            </a:extLst>
          </p:cNvPr>
          <p:cNvSpPr>
            <a:spLocks noGrp="1"/>
          </p:cNvSpPr>
          <p:nvPr/>
        </p:nvSpPr>
        <p:spPr>
          <a:xfrm>
            <a:off x="17440682" y="6425078"/>
            <a:ext cx="5060459" cy="1"/>
          </a:xfrm>
          <a:prstGeom prst="line">
            <a:avLst/>
          </a:prstGeom>
          <a:ln w="190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014" name="Line">
            <a:extLst>
              <a:ext uri="{FF2B5EF4-FFF2-40B4-BE49-F238E27FC236}">
                <a16:creationId xmlns:a16="http://schemas.microsoft.com/office/drawing/2014/main" id="{3FAC0A1E-A8FC-46E2-B070-BDEA0764FB31}"/>
              </a:ext>
            </a:extLst>
          </p:cNvPr>
          <p:cNvSpPr>
            <a:spLocks noGrp="1"/>
          </p:cNvSpPr>
          <p:nvPr/>
        </p:nvSpPr>
        <p:spPr>
          <a:xfrm>
            <a:off x="22417529" y="4301319"/>
            <a:ext cx="1" cy="2180557"/>
          </a:xfrm>
          <a:prstGeom prst="line">
            <a:avLst/>
          </a:prstGeom>
          <a:ln w="190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6848783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19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17" name="Greedy Best-First Search">
            <a:extLst>
              <a:ext uri="{FF2B5EF4-FFF2-40B4-BE49-F238E27FC236}">
                <a16:creationId xmlns:a16="http://schemas.microsoft.com/office/drawing/2014/main" id="{48985388-7DD3-4ACC-9B07-B6D52E5E8F2C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1474610845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2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20" name="Greedy Best-First Search">
            <a:extLst>
              <a:ext uri="{FF2B5EF4-FFF2-40B4-BE49-F238E27FC236}">
                <a16:creationId xmlns:a16="http://schemas.microsoft.com/office/drawing/2014/main" id="{688D9EFC-C5CC-4401-87E2-87EEA8810345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1608604867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5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23" name="Greedy Best-First Search">
            <a:extLst>
              <a:ext uri="{FF2B5EF4-FFF2-40B4-BE49-F238E27FC236}">
                <a16:creationId xmlns:a16="http://schemas.microsoft.com/office/drawing/2014/main" id="{09DA03FB-ECB5-4808-8CB3-2CC8C96F893B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878474104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8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26" name="Greedy Best-First Search">
            <a:extLst>
              <a:ext uri="{FF2B5EF4-FFF2-40B4-BE49-F238E27FC236}">
                <a16:creationId xmlns:a16="http://schemas.microsoft.com/office/drawing/2014/main" id="{CDEBDFEA-6F9C-4BB5-BA30-587EF560A761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20859349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1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29" name="Greedy Best-First Search">
            <a:extLst>
              <a:ext uri="{FF2B5EF4-FFF2-40B4-BE49-F238E27FC236}">
                <a16:creationId xmlns:a16="http://schemas.microsoft.com/office/drawing/2014/main" id="{F41DF7E3-CA79-4ABD-BDD7-3A535BC63B86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2113900688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4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32" name="Greedy Best-First Search">
            <a:extLst>
              <a:ext uri="{FF2B5EF4-FFF2-40B4-BE49-F238E27FC236}">
                <a16:creationId xmlns:a16="http://schemas.microsoft.com/office/drawing/2014/main" id="{C006F513-17C3-4FFD-BC33-5AC370A08B90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103749877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7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35" name="Greedy Best-First Search">
            <a:extLst>
              <a:ext uri="{FF2B5EF4-FFF2-40B4-BE49-F238E27FC236}">
                <a16:creationId xmlns:a16="http://schemas.microsoft.com/office/drawing/2014/main" id="{85501453-EC19-4E46-972E-BB19FE7FF33F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1215464194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0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38" name="Greedy Best-First Search">
            <a:extLst>
              <a:ext uri="{FF2B5EF4-FFF2-40B4-BE49-F238E27FC236}">
                <a16:creationId xmlns:a16="http://schemas.microsoft.com/office/drawing/2014/main" id="{C2F62BF5-E2D1-4457-AD40-2140BC41D05E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480435123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3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41" name="Greedy Best-First Search">
            <a:extLst>
              <a:ext uri="{FF2B5EF4-FFF2-40B4-BE49-F238E27FC236}">
                <a16:creationId xmlns:a16="http://schemas.microsoft.com/office/drawing/2014/main" id="{E4EF8A76-5ABF-4EE6-B5F5-C1C1AE7F10D4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459013534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6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44" name="Greedy Best-First Search">
            <a:extLst>
              <a:ext uri="{FF2B5EF4-FFF2-40B4-BE49-F238E27FC236}">
                <a16:creationId xmlns:a16="http://schemas.microsoft.com/office/drawing/2014/main" id="{5BBD5604-5DA9-4FBB-86E4-FA5F836AEB76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1259159705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9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47" name="Greedy Best-First Search">
            <a:extLst>
              <a:ext uri="{FF2B5EF4-FFF2-40B4-BE49-F238E27FC236}">
                <a16:creationId xmlns:a16="http://schemas.microsoft.com/office/drawing/2014/main" id="{696F1DEE-BCD0-4F2A-8B9E-46F96334D488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794089725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2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50" name="Greedy Best-First Search">
            <a:extLst>
              <a:ext uri="{FF2B5EF4-FFF2-40B4-BE49-F238E27FC236}">
                <a16:creationId xmlns:a16="http://schemas.microsoft.com/office/drawing/2014/main" id="{AFF332F8-19FD-4E2C-AC9D-BC409AABFE93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291981802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5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53" name="Greedy Best-First Search">
            <a:extLst>
              <a:ext uri="{FF2B5EF4-FFF2-40B4-BE49-F238E27FC236}">
                <a16:creationId xmlns:a16="http://schemas.microsoft.com/office/drawing/2014/main" id="{D6522F6D-7D43-45F6-B8A1-4A679D1A3B47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761744166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8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56" name="Greedy Best-First Search">
            <a:extLst>
              <a:ext uri="{FF2B5EF4-FFF2-40B4-BE49-F238E27FC236}">
                <a16:creationId xmlns:a16="http://schemas.microsoft.com/office/drawing/2014/main" id="{1DB31702-455C-41BE-B5F9-12894571F97C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1597711045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1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59" name="Greedy Best-First Search">
            <a:extLst>
              <a:ext uri="{FF2B5EF4-FFF2-40B4-BE49-F238E27FC236}">
                <a16:creationId xmlns:a16="http://schemas.microsoft.com/office/drawing/2014/main" id="{DA20F068-3FF5-40D7-994A-684177CA4A35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47192545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4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62" name="Greedy Best-First Search">
            <a:extLst>
              <a:ext uri="{FF2B5EF4-FFF2-40B4-BE49-F238E27FC236}">
                <a16:creationId xmlns:a16="http://schemas.microsoft.com/office/drawing/2014/main" id="{B104D605-06CA-47F0-B002-AF12CAF92589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2084083010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7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65" name="Greedy Best-First Search">
            <a:extLst>
              <a:ext uri="{FF2B5EF4-FFF2-40B4-BE49-F238E27FC236}">
                <a16:creationId xmlns:a16="http://schemas.microsoft.com/office/drawing/2014/main" id="{22B3338C-A41C-4581-9D36-DFA335BD475D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667409074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0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68" name="Greedy Best-First Search">
            <a:extLst>
              <a:ext uri="{FF2B5EF4-FFF2-40B4-BE49-F238E27FC236}">
                <a16:creationId xmlns:a16="http://schemas.microsoft.com/office/drawing/2014/main" id="{D2F211E8-1B78-4227-99EC-0EEAE94F3060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1895960917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3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71" name="Greedy Best-First Search">
            <a:extLst>
              <a:ext uri="{FF2B5EF4-FFF2-40B4-BE49-F238E27FC236}">
                <a16:creationId xmlns:a16="http://schemas.microsoft.com/office/drawing/2014/main" id="{2CA8FCA5-6306-43CC-AB82-ABC228A7A9E5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963976926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6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74" name="Greedy Best-First Search">
            <a:extLst>
              <a:ext uri="{FF2B5EF4-FFF2-40B4-BE49-F238E27FC236}">
                <a16:creationId xmlns:a16="http://schemas.microsoft.com/office/drawing/2014/main" id="{8D7FA393-08B6-44D8-8F4A-DDA8AF04E7F2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440650404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9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77" name="Greedy Best-First Search">
            <a:extLst>
              <a:ext uri="{FF2B5EF4-FFF2-40B4-BE49-F238E27FC236}">
                <a16:creationId xmlns:a16="http://schemas.microsoft.com/office/drawing/2014/main" id="{BD482098-B8A2-40E9-B27D-368287E823B3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200088145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2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80" name="Greedy Best-First Search">
            <a:extLst>
              <a:ext uri="{FF2B5EF4-FFF2-40B4-BE49-F238E27FC236}">
                <a16:creationId xmlns:a16="http://schemas.microsoft.com/office/drawing/2014/main" id="{CD8EB5AC-7A05-4E0B-9FD0-FDD6D163718C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2073013715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5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83" name="Greedy Best-First Search">
            <a:extLst>
              <a:ext uri="{FF2B5EF4-FFF2-40B4-BE49-F238E27FC236}">
                <a16:creationId xmlns:a16="http://schemas.microsoft.com/office/drawing/2014/main" id="{727CD580-CC4D-4263-8505-3CC8167FED7A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327187143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8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86" name="Greedy Best-First Search">
            <a:extLst>
              <a:ext uri="{FF2B5EF4-FFF2-40B4-BE49-F238E27FC236}">
                <a16:creationId xmlns:a16="http://schemas.microsoft.com/office/drawing/2014/main" id="{E3FE5E09-E415-48A2-B145-9CE7E730D2C0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304457972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1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89" name="Greedy Best-First Search">
            <a:extLst>
              <a:ext uri="{FF2B5EF4-FFF2-40B4-BE49-F238E27FC236}">
                <a16:creationId xmlns:a16="http://schemas.microsoft.com/office/drawing/2014/main" id="{ECA8E5FD-F7CE-4ADA-B40E-0436FB406CFB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111132686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4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92" name="Greedy Best-First Search">
            <a:extLst>
              <a:ext uri="{FF2B5EF4-FFF2-40B4-BE49-F238E27FC236}">
                <a16:creationId xmlns:a16="http://schemas.microsoft.com/office/drawing/2014/main" id="{81A5A5DF-BB72-4B8E-AF76-BB604BC8A16A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375892485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7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95" name="Greedy Best-First Search">
            <a:extLst>
              <a:ext uri="{FF2B5EF4-FFF2-40B4-BE49-F238E27FC236}">
                <a16:creationId xmlns:a16="http://schemas.microsoft.com/office/drawing/2014/main" id="{ADDBF81B-5A74-4A94-81A1-70571627E57B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1631121890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0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98" name="Greedy Best-First Search">
            <a:extLst>
              <a:ext uri="{FF2B5EF4-FFF2-40B4-BE49-F238E27FC236}">
                <a16:creationId xmlns:a16="http://schemas.microsoft.com/office/drawing/2014/main" id="{6B372744-57B2-4E3A-AE5C-C87130EF12B3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1617203501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3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01" name="Greedy Best-First Search">
            <a:extLst>
              <a:ext uri="{FF2B5EF4-FFF2-40B4-BE49-F238E27FC236}">
                <a16:creationId xmlns:a16="http://schemas.microsoft.com/office/drawing/2014/main" id="{D2B2177F-0BA8-4B21-9A08-B164A45FF87B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579202631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6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04" name="Greedy Best-First Search">
            <a:extLst>
              <a:ext uri="{FF2B5EF4-FFF2-40B4-BE49-F238E27FC236}">
                <a16:creationId xmlns:a16="http://schemas.microsoft.com/office/drawing/2014/main" id="{6AA6BB3B-EC20-4BF2-9AE3-614076BB8111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828079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Gulosa de Melhor Primeiro</a:t>
            </a:r>
          </a:p>
        </p:txBody>
      </p:sp>
    </p:spTree>
    <p:extLst>
      <p:ext uri="{BB962C8B-B14F-4D97-AF65-F5344CB8AC3E}">
        <p14:creationId xmlns:p14="http://schemas.microsoft.com/office/powerpoint/2010/main" val="918640871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A* search">
            <a:extLst>
              <a:ext uri="{FF2B5EF4-FFF2-40B4-BE49-F238E27FC236}">
                <a16:creationId xmlns:a16="http://schemas.microsoft.com/office/drawing/2014/main" id="{5CE44D91-2AB6-44D6-A280-597900B7F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busca A*</a:t>
            </a:r>
          </a:p>
        </p:txBody>
      </p:sp>
      <p:sp>
        <p:nvSpPr>
          <p:cNvPr id="2107" name="search algorithm that expands node with lowest value of g(n) + h(n)…">
            <a:extLst>
              <a:ext uri="{FF2B5EF4-FFF2-40B4-BE49-F238E27FC236}">
                <a16:creationId xmlns:a16="http://schemas.microsoft.com/office/drawing/2014/main" id="{A81164D1-690B-4F86-AC41-D4D7BD37F4EA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5905688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/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t>algoritmo de busca que expande o nó com o menor valor de g(n) + h(n)</a:t>
            </a:r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endParaRPr/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g(n) = custo para alcançar o nó</a:t>
            </a:r>
          </a:p>
          <a:p>
            <a:pPr algn="l">
              <a:buNone/>
              <a:defRPr sz="7500" b="0">
                <a:latin typeface="Helvetica"/>
                <a:ea typeface="Helvetica"/>
                <a:cs typeface="Helvetica"/>
              </a:defRPr>
            </a:pPr>
            <a:r>
              <a:rPr i="1">
                <a:latin typeface="Times New Roman"/>
                <a:ea typeface="Times New Roman"/>
                <a:cs typeface="Times New Roman"/>
              </a:rPr>
              <a:t>h(n) = custo estimado até o objetivo</a:t>
            </a:r>
          </a:p>
        </p:txBody>
      </p:sp>
    </p:spTree>
    <p:extLst>
      <p:ext uri="{BB962C8B-B14F-4D97-AF65-F5344CB8AC3E}">
        <p14:creationId xmlns:p14="http://schemas.microsoft.com/office/powerpoint/2010/main" val="1000210271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12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10" name="A* Search">
            <a:extLst>
              <a:ext uri="{FF2B5EF4-FFF2-40B4-BE49-F238E27FC236}">
                <a16:creationId xmlns:a16="http://schemas.microsoft.com/office/drawing/2014/main" id="{63D72CEC-BE70-40E8-9726-495AED666693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146308619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15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13" name="A* Search">
            <a:extLst>
              <a:ext uri="{FF2B5EF4-FFF2-40B4-BE49-F238E27FC236}">
                <a16:creationId xmlns:a16="http://schemas.microsoft.com/office/drawing/2014/main" id="{25C95F38-7820-4DFF-B866-59C7FB1ECE3B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1131191008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18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16" name="A* Search">
            <a:extLst>
              <a:ext uri="{FF2B5EF4-FFF2-40B4-BE49-F238E27FC236}">
                <a16:creationId xmlns:a16="http://schemas.microsoft.com/office/drawing/2014/main" id="{6992B531-CCAE-4FC8-8A22-85E032C8A6B6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1298967308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1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19" name="A* Search">
            <a:extLst>
              <a:ext uri="{FF2B5EF4-FFF2-40B4-BE49-F238E27FC236}">
                <a16:creationId xmlns:a16="http://schemas.microsoft.com/office/drawing/2014/main" id="{17695524-BC2E-4D09-A430-0EB104B3059E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161158159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4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22" name="A* Search">
            <a:extLst>
              <a:ext uri="{FF2B5EF4-FFF2-40B4-BE49-F238E27FC236}">
                <a16:creationId xmlns:a16="http://schemas.microsoft.com/office/drawing/2014/main" id="{E41430DA-4213-4F4B-9AC1-2D7A007D0B56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850176492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7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25" name="A* Search">
            <a:extLst>
              <a:ext uri="{FF2B5EF4-FFF2-40B4-BE49-F238E27FC236}">
                <a16:creationId xmlns:a16="http://schemas.microsoft.com/office/drawing/2014/main" id="{9B24A620-C194-40A4-B7C5-17EA4DF2D6B5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864091665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30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28" name="A* Search">
            <a:extLst>
              <a:ext uri="{FF2B5EF4-FFF2-40B4-BE49-F238E27FC236}">
                <a16:creationId xmlns:a16="http://schemas.microsoft.com/office/drawing/2014/main" id="{226881E2-F009-4989-A693-A50401C8805E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1220459410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33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31" name="A* Search">
            <a:extLst>
              <a:ext uri="{FF2B5EF4-FFF2-40B4-BE49-F238E27FC236}">
                <a16:creationId xmlns:a16="http://schemas.microsoft.com/office/drawing/2014/main" id="{E7E02B38-10A8-4A1B-9300-E5EF381BF0DC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1718115897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36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34" name="A* Search">
            <a:extLst>
              <a:ext uri="{FF2B5EF4-FFF2-40B4-BE49-F238E27FC236}">
                <a16:creationId xmlns:a16="http://schemas.microsoft.com/office/drawing/2014/main" id="{42A5A19B-7FA3-4990-A743-F297415217F4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762684678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39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37" name="A* Search">
            <a:extLst>
              <a:ext uri="{FF2B5EF4-FFF2-40B4-BE49-F238E27FC236}">
                <a16:creationId xmlns:a16="http://schemas.microsoft.com/office/drawing/2014/main" id="{E7D3365C-A467-4143-BDD2-6B58A0F553C6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951285222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42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40" name="A* Search">
            <a:extLst>
              <a:ext uri="{FF2B5EF4-FFF2-40B4-BE49-F238E27FC236}">
                <a16:creationId xmlns:a16="http://schemas.microsoft.com/office/drawing/2014/main" id="{0218D488-43C5-4156-9373-213EF72914E8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667855715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45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43" name="A* Search">
            <a:extLst>
              <a:ext uri="{FF2B5EF4-FFF2-40B4-BE49-F238E27FC236}">
                <a16:creationId xmlns:a16="http://schemas.microsoft.com/office/drawing/2014/main" id="{78846AFC-B164-4574-80EF-7B182BE54561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585151354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48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46" name="A* Search">
            <a:extLst>
              <a:ext uri="{FF2B5EF4-FFF2-40B4-BE49-F238E27FC236}">
                <a16:creationId xmlns:a16="http://schemas.microsoft.com/office/drawing/2014/main" id="{EDAE3CB3-924E-48D3-8E43-0FBA48AE71B6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1915232237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1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49" name="A* Search">
            <a:extLst>
              <a:ext uri="{FF2B5EF4-FFF2-40B4-BE49-F238E27FC236}">
                <a16:creationId xmlns:a16="http://schemas.microsoft.com/office/drawing/2014/main" id="{48691F27-A5F7-4AB8-B5C3-727C82090451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2013231949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4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52" name="A* Search">
            <a:extLst>
              <a:ext uri="{FF2B5EF4-FFF2-40B4-BE49-F238E27FC236}">
                <a16:creationId xmlns:a16="http://schemas.microsoft.com/office/drawing/2014/main" id="{33ADE761-667C-4E92-9D61-CCC067D04AD6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960956024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7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55" name="A* Search">
            <a:extLst>
              <a:ext uri="{FF2B5EF4-FFF2-40B4-BE49-F238E27FC236}">
                <a16:creationId xmlns:a16="http://schemas.microsoft.com/office/drawing/2014/main" id="{8D92E4BC-30CD-4932-B786-E68A57DBBD92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2072345705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60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58" name="A* Search">
            <a:extLst>
              <a:ext uri="{FF2B5EF4-FFF2-40B4-BE49-F238E27FC236}">
                <a16:creationId xmlns:a16="http://schemas.microsoft.com/office/drawing/2014/main" id="{56BC01D3-510E-426A-9EB3-EE3EDBA39732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817973731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63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61" name="A* Search">
            <a:extLst>
              <a:ext uri="{FF2B5EF4-FFF2-40B4-BE49-F238E27FC236}">
                <a16:creationId xmlns:a16="http://schemas.microsoft.com/office/drawing/2014/main" id="{16BAAE7A-B4FB-4599-B660-5903DC5BD5B2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240117129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66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64" name="A* Search">
            <a:extLst>
              <a:ext uri="{FF2B5EF4-FFF2-40B4-BE49-F238E27FC236}">
                <a16:creationId xmlns:a16="http://schemas.microsoft.com/office/drawing/2014/main" id="{75BDCDCD-0C1D-40DA-A827-F25D8798A5AA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962036239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69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67" name="A* Search">
            <a:extLst>
              <a:ext uri="{FF2B5EF4-FFF2-40B4-BE49-F238E27FC236}">
                <a16:creationId xmlns:a16="http://schemas.microsoft.com/office/drawing/2014/main" id="{95AB1BF4-C682-4521-81DB-540CB2FC330E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710158650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72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70" name="A* Search">
            <a:extLst>
              <a:ext uri="{FF2B5EF4-FFF2-40B4-BE49-F238E27FC236}">
                <a16:creationId xmlns:a16="http://schemas.microsoft.com/office/drawing/2014/main" id="{8F272F39-B7A3-4F1B-BB73-660AFA0ED1EE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508644378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75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73" name="A* Search">
            <a:extLst>
              <a:ext uri="{FF2B5EF4-FFF2-40B4-BE49-F238E27FC236}">
                <a16:creationId xmlns:a16="http://schemas.microsoft.com/office/drawing/2014/main" id="{37C8B15B-9A3A-4DF5-9BB0-FD6F363E6E52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154952826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78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76" name="A* Search">
            <a:extLst>
              <a:ext uri="{FF2B5EF4-FFF2-40B4-BE49-F238E27FC236}">
                <a16:creationId xmlns:a16="http://schemas.microsoft.com/office/drawing/2014/main" id="{9619FB01-1436-42C1-8A11-FD025745AD38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1178234786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81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79" name="A* Search">
            <a:extLst>
              <a:ext uri="{FF2B5EF4-FFF2-40B4-BE49-F238E27FC236}">
                <a16:creationId xmlns:a16="http://schemas.microsoft.com/office/drawing/2014/main" id="{FA28F114-B208-41EE-BE4D-D447F7AB75B1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1282229254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84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82" name="A* Search">
            <a:extLst>
              <a:ext uri="{FF2B5EF4-FFF2-40B4-BE49-F238E27FC236}">
                <a16:creationId xmlns:a16="http://schemas.microsoft.com/office/drawing/2014/main" id="{CB4E89E4-23D9-42AC-9929-2815CB7A6792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131081498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87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15+6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85" name="A* Search">
            <a:extLst>
              <a:ext uri="{FF2B5EF4-FFF2-40B4-BE49-F238E27FC236}">
                <a16:creationId xmlns:a16="http://schemas.microsoft.com/office/drawing/2014/main" id="{ED9137B6-1F25-495F-9DB8-9C13423E38DE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1328239368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0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15+6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16+5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88" name="A* Search">
            <a:extLst>
              <a:ext uri="{FF2B5EF4-FFF2-40B4-BE49-F238E27FC236}">
                <a16:creationId xmlns:a16="http://schemas.microsoft.com/office/drawing/2014/main" id="{D54DB767-D6E5-4D37-9932-E6DB4310CBFC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1751079744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3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15+6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16+5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17+4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91" name="A* Search">
            <a:extLst>
              <a:ext uri="{FF2B5EF4-FFF2-40B4-BE49-F238E27FC236}">
                <a16:creationId xmlns:a16="http://schemas.microsoft.com/office/drawing/2014/main" id="{EEB7FBE9-B232-4723-96A7-C4A9266EE582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331994217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6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15+6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16+5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17+4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18+3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94" name="A* Search">
            <a:extLst>
              <a:ext uri="{FF2B5EF4-FFF2-40B4-BE49-F238E27FC236}">
                <a16:creationId xmlns:a16="http://schemas.microsoft.com/office/drawing/2014/main" id="{44369669-F187-4925-8C49-4624FE4F9AE2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1675237167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9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15+6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16+5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17+4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18+3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19+2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97" name="A* Search">
            <a:extLst>
              <a:ext uri="{FF2B5EF4-FFF2-40B4-BE49-F238E27FC236}">
                <a16:creationId xmlns:a16="http://schemas.microsoft.com/office/drawing/2014/main" id="{83866280-36B6-413A-8CC8-C4DDA11460B9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290587074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02" name="Table 1"/>
          <p:cNvGraphicFramePr/>
          <p:nvPr/>
        </p:nvGraphicFramePr>
        <p:xfrm>
          <a:off x="6255950" y="2901255"/>
          <a:ext cx="16808244" cy="97578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0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06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T w="12700">
                      <a:solidFill>
                        <a:srgbClr val="D6D6D6"/>
                      </a:solidFill>
                    </a:lnT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11+10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12+9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13+8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14+7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15+6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16+5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17+4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18+3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19+2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20+1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</a:lnT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T w="12700">
                      <a:solidFill>
                        <a:srgbClr val="D6D6D6"/>
                      </a:solidFill>
                    </a:lnT>
                    <a:solidFill>
                      <a:schemeClr val="accent3">
                        <a:lumOff val="-1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7+10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8+9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9+8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10+7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11+6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12+5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13+4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8+13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6+11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14+5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7+14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6+13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5+12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15+6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4+13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</a:lnL>
                    <a:lnB w="12700">
                      <a:solidFill>
                        <a:srgbClr val="D6D6D6"/>
                      </a:solidFill>
                    </a:lnB>
                    <a:solidFill>
                      <a:schemeClr val="accent5">
                        <a:lumOff val="-1351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1+16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2+15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5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</a:rPr>
                        <a:t>3+14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chemeClr val="accent4">
                        <a:lumOff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</a:lnR>
                    <a:lnB w="12700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00" name="A* Search">
            <a:extLst>
              <a:ext uri="{FF2B5EF4-FFF2-40B4-BE49-F238E27FC236}">
                <a16:creationId xmlns:a16="http://schemas.microsoft.com/office/drawing/2014/main" id="{D74C632E-0D27-40E9-83E1-C5702CD84071}"/>
              </a:ext>
            </a:extLst>
          </p:cNvPr>
          <p:cNvSpPr>
            <a:spLocks noGrp="1"/>
          </p:cNvSpPr>
          <p:nvPr/>
        </p:nvSpPr>
        <p:spPr>
          <a:xfrm>
            <a:off x="1031538" y="956149"/>
            <a:ext cx="3373618" cy="970280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algn="l">
              <a:buNone/>
              <a:defRPr sz="57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Busca A*</a:t>
            </a:r>
          </a:p>
        </p:txBody>
      </p:sp>
    </p:spTree>
    <p:extLst>
      <p:ext uri="{BB962C8B-B14F-4D97-AF65-F5344CB8AC3E}">
        <p14:creationId xmlns:p14="http://schemas.microsoft.com/office/powerpoint/2010/main" val="1376123968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Adversarial Search">
            <a:extLst>
              <a:ext uri="{FF2B5EF4-FFF2-40B4-BE49-F238E27FC236}">
                <a16:creationId xmlns:a16="http://schemas.microsoft.com/office/drawing/2014/main" id="{330FCF28-9444-4FBD-B461-9B3F732D9C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Busca Adversarial</a:t>
            </a:r>
          </a:p>
        </p:txBody>
      </p:sp>
    </p:spTree>
    <p:extLst>
      <p:ext uri="{BB962C8B-B14F-4D97-AF65-F5344CB8AC3E}">
        <p14:creationId xmlns:p14="http://schemas.microsoft.com/office/powerpoint/2010/main" val="2099950887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6" name="Table 1"/>
          <p:cNvGraphicFramePr/>
          <p:nvPr/>
        </p:nvGraphicFramePr>
        <p:xfrm>
          <a:off x="6477000" y="1143000"/>
          <a:ext cx="11430000" cy="114300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5392230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15D8E-3099-9F4E-BA04-BA966F4D7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6" name="Table 1">
            <a:extLst>
              <a:ext uri="{FF2B5EF4-FFF2-40B4-BE49-F238E27FC236}">
                <a16:creationId xmlns:a16="http://schemas.microsoft.com/office/drawing/2014/main" id="{875DDD41-C44A-AC77-1989-09C0749082D7}"/>
              </a:ext>
            </a:extLst>
          </p:cNvPr>
          <p:cNvGraphicFramePr/>
          <p:nvPr/>
        </p:nvGraphicFramePr>
        <p:xfrm>
          <a:off x="6477000" y="1143000"/>
          <a:ext cx="11430000" cy="114300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08" name="X">
            <a:extLst>
              <a:ext uri="{FF2B5EF4-FFF2-40B4-BE49-F238E27FC236}">
                <a16:creationId xmlns:a16="http://schemas.microsoft.com/office/drawing/2014/main" id="{07EEAD90-F5DA-0BAE-550F-9E5DE07281E4}"/>
              </a:ext>
            </a:extLst>
          </p:cNvPr>
          <p:cNvSpPr>
            <a:spLocks noGrp="1"/>
          </p:cNvSpPr>
          <p:nvPr/>
        </p:nvSpPr>
        <p:spPr>
          <a:xfrm>
            <a:off x="11075999" y="4900737"/>
            <a:ext cx="2232002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890252444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AFA29-AF0B-B94A-E34C-113150AE6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6" name="Table 1">
            <a:extLst>
              <a:ext uri="{FF2B5EF4-FFF2-40B4-BE49-F238E27FC236}">
                <a16:creationId xmlns:a16="http://schemas.microsoft.com/office/drawing/2014/main" id="{3B0CB443-19AA-43DF-8B50-12FF2FE27E09}"/>
              </a:ext>
            </a:extLst>
          </p:cNvPr>
          <p:cNvGraphicFramePr/>
          <p:nvPr/>
        </p:nvGraphicFramePr>
        <p:xfrm>
          <a:off x="6477000" y="1143000"/>
          <a:ext cx="11430000" cy="114300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08" name="X">
            <a:extLst>
              <a:ext uri="{FF2B5EF4-FFF2-40B4-BE49-F238E27FC236}">
                <a16:creationId xmlns:a16="http://schemas.microsoft.com/office/drawing/2014/main" id="{88FB8350-E08A-8AA0-A86F-51BA1FA3BD4A}"/>
              </a:ext>
            </a:extLst>
          </p:cNvPr>
          <p:cNvSpPr>
            <a:spLocks noGrp="1"/>
          </p:cNvSpPr>
          <p:nvPr/>
        </p:nvSpPr>
        <p:spPr>
          <a:xfrm>
            <a:off x="11075999" y="4900737"/>
            <a:ext cx="2232002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  <p:sp>
        <p:nvSpPr>
          <p:cNvPr id="2209" name="O">
            <a:extLst>
              <a:ext uri="{FF2B5EF4-FFF2-40B4-BE49-F238E27FC236}">
                <a16:creationId xmlns:a16="http://schemas.microsoft.com/office/drawing/2014/main" id="{EE5672C0-D40E-DA64-EFD8-48ABB00A4D83}"/>
              </a:ext>
            </a:extLst>
          </p:cNvPr>
          <p:cNvSpPr>
            <a:spLocks noGrp="1"/>
          </p:cNvSpPr>
          <p:nvPr/>
        </p:nvSpPr>
        <p:spPr>
          <a:xfrm>
            <a:off x="10900041" y="1039547"/>
            <a:ext cx="2583918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293592567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86962-4414-BB95-CF93-14D823E66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6" name="Table 1">
            <a:extLst>
              <a:ext uri="{FF2B5EF4-FFF2-40B4-BE49-F238E27FC236}">
                <a16:creationId xmlns:a16="http://schemas.microsoft.com/office/drawing/2014/main" id="{A72FDC9F-CBE1-DAE8-6744-29E4041D6AD1}"/>
              </a:ext>
            </a:extLst>
          </p:cNvPr>
          <p:cNvGraphicFramePr/>
          <p:nvPr/>
        </p:nvGraphicFramePr>
        <p:xfrm>
          <a:off x="6477000" y="1143000"/>
          <a:ext cx="11430000" cy="114300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08" name="X">
            <a:extLst>
              <a:ext uri="{FF2B5EF4-FFF2-40B4-BE49-F238E27FC236}">
                <a16:creationId xmlns:a16="http://schemas.microsoft.com/office/drawing/2014/main" id="{FCE6E448-AF5F-6090-EE0B-E73D912B9389}"/>
              </a:ext>
            </a:extLst>
          </p:cNvPr>
          <p:cNvSpPr>
            <a:spLocks noGrp="1"/>
          </p:cNvSpPr>
          <p:nvPr/>
        </p:nvSpPr>
        <p:spPr>
          <a:xfrm>
            <a:off x="11075999" y="4900737"/>
            <a:ext cx="2232002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  <p:sp>
        <p:nvSpPr>
          <p:cNvPr id="2209" name="O">
            <a:extLst>
              <a:ext uri="{FF2B5EF4-FFF2-40B4-BE49-F238E27FC236}">
                <a16:creationId xmlns:a16="http://schemas.microsoft.com/office/drawing/2014/main" id="{1D5EBA7D-42A0-1A95-A1E8-813010C92A97}"/>
              </a:ext>
            </a:extLst>
          </p:cNvPr>
          <p:cNvSpPr>
            <a:spLocks noGrp="1"/>
          </p:cNvSpPr>
          <p:nvPr/>
        </p:nvSpPr>
        <p:spPr>
          <a:xfrm>
            <a:off x="10900041" y="1039547"/>
            <a:ext cx="2583918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O</a:t>
            </a:r>
          </a:p>
        </p:txBody>
      </p:sp>
      <p:sp>
        <p:nvSpPr>
          <p:cNvPr id="2210" name="X">
            <a:extLst>
              <a:ext uri="{FF2B5EF4-FFF2-40B4-BE49-F238E27FC236}">
                <a16:creationId xmlns:a16="http://schemas.microsoft.com/office/drawing/2014/main" id="{EABFA78E-4917-54B1-2D45-00607DED8C1F}"/>
              </a:ext>
            </a:extLst>
          </p:cNvPr>
          <p:cNvSpPr>
            <a:spLocks noGrp="1"/>
          </p:cNvSpPr>
          <p:nvPr/>
        </p:nvSpPr>
        <p:spPr>
          <a:xfrm>
            <a:off x="14960590" y="1039547"/>
            <a:ext cx="2232001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409826071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B4E2C-9805-0F94-F09C-C7296B57B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6" name="Table 1">
            <a:extLst>
              <a:ext uri="{FF2B5EF4-FFF2-40B4-BE49-F238E27FC236}">
                <a16:creationId xmlns:a16="http://schemas.microsoft.com/office/drawing/2014/main" id="{BD873619-37DB-4AA9-EA82-E735FF84F845}"/>
              </a:ext>
            </a:extLst>
          </p:cNvPr>
          <p:cNvGraphicFramePr/>
          <p:nvPr/>
        </p:nvGraphicFramePr>
        <p:xfrm>
          <a:off x="6477000" y="1143000"/>
          <a:ext cx="11430000" cy="114300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08" name="X">
            <a:extLst>
              <a:ext uri="{FF2B5EF4-FFF2-40B4-BE49-F238E27FC236}">
                <a16:creationId xmlns:a16="http://schemas.microsoft.com/office/drawing/2014/main" id="{578E9B32-B15D-C32B-7FC3-593B0FF5326D}"/>
              </a:ext>
            </a:extLst>
          </p:cNvPr>
          <p:cNvSpPr>
            <a:spLocks noGrp="1"/>
          </p:cNvSpPr>
          <p:nvPr/>
        </p:nvSpPr>
        <p:spPr>
          <a:xfrm>
            <a:off x="11075999" y="4900737"/>
            <a:ext cx="2232002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  <p:sp>
        <p:nvSpPr>
          <p:cNvPr id="2209" name="O">
            <a:extLst>
              <a:ext uri="{FF2B5EF4-FFF2-40B4-BE49-F238E27FC236}">
                <a16:creationId xmlns:a16="http://schemas.microsoft.com/office/drawing/2014/main" id="{3EF4E8D4-D27C-9356-AAA9-A2A75BC769DF}"/>
              </a:ext>
            </a:extLst>
          </p:cNvPr>
          <p:cNvSpPr>
            <a:spLocks noGrp="1"/>
          </p:cNvSpPr>
          <p:nvPr/>
        </p:nvSpPr>
        <p:spPr>
          <a:xfrm>
            <a:off x="10900041" y="1039547"/>
            <a:ext cx="2583918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O</a:t>
            </a:r>
          </a:p>
        </p:txBody>
      </p:sp>
      <p:sp>
        <p:nvSpPr>
          <p:cNvPr id="2210" name="X">
            <a:extLst>
              <a:ext uri="{FF2B5EF4-FFF2-40B4-BE49-F238E27FC236}">
                <a16:creationId xmlns:a16="http://schemas.microsoft.com/office/drawing/2014/main" id="{CBBC3B0B-24AF-40A3-F334-48FF07941A96}"/>
              </a:ext>
            </a:extLst>
          </p:cNvPr>
          <p:cNvSpPr>
            <a:spLocks noGrp="1"/>
          </p:cNvSpPr>
          <p:nvPr/>
        </p:nvSpPr>
        <p:spPr>
          <a:xfrm>
            <a:off x="14960590" y="1039547"/>
            <a:ext cx="2232001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  <p:sp>
        <p:nvSpPr>
          <p:cNvPr id="2211" name="O">
            <a:extLst>
              <a:ext uri="{FF2B5EF4-FFF2-40B4-BE49-F238E27FC236}">
                <a16:creationId xmlns:a16="http://schemas.microsoft.com/office/drawing/2014/main" id="{03767FD7-017F-F92B-D5C5-7680C64BC90F}"/>
              </a:ext>
            </a:extLst>
          </p:cNvPr>
          <p:cNvSpPr>
            <a:spLocks noGrp="1"/>
          </p:cNvSpPr>
          <p:nvPr/>
        </p:nvSpPr>
        <p:spPr>
          <a:xfrm>
            <a:off x="6968647" y="8761927"/>
            <a:ext cx="2583918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466246898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E3F7B-11DB-B799-DC0B-70A134C07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6" name="Table 1">
            <a:extLst>
              <a:ext uri="{FF2B5EF4-FFF2-40B4-BE49-F238E27FC236}">
                <a16:creationId xmlns:a16="http://schemas.microsoft.com/office/drawing/2014/main" id="{A61CC94B-544C-2CB8-C3D9-57B701AB00D5}"/>
              </a:ext>
            </a:extLst>
          </p:cNvPr>
          <p:cNvGraphicFramePr/>
          <p:nvPr/>
        </p:nvGraphicFramePr>
        <p:xfrm>
          <a:off x="6477000" y="1143000"/>
          <a:ext cx="11430000" cy="114300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08" name="X">
            <a:extLst>
              <a:ext uri="{FF2B5EF4-FFF2-40B4-BE49-F238E27FC236}">
                <a16:creationId xmlns:a16="http://schemas.microsoft.com/office/drawing/2014/main" id="{42DD143D-0CF3-9F4B-D768-088B7EAE4039}"/>
              </a:ext>
            </a:extLst>
          </p:cNvPr>
          <p:cNvSpPr>
            <a:spLocks noGrp="1"/>
          </p:cNvSpPr>
          <p:nvPr/>
        </p:nvSpPr>
        <p:spPr>
          <a:xfrm>
            <a:off x="11075999" y="4900737"/>
            <a:ext cx="2232002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  <p:sp>
        <p:nvSpPr>
          <p:cNvPr id="2209" name="O">
            <a:extLst>
              <a:ext uri="{FF2B5EF4-FFF2-40B4-BE49-F238E27FC236}">
                <a16:creationId xmlns:a16="http://schemas.microsoft.com/office/drawing/2014/main" id="{B87FB2F2-E709-A6D0-DB97-5AC7C46C1A1B}"/>
              </a:ext>
            </a:extLst>
          </p:cNvPr>
          <p:cNvSpPr>
            <a:spLocks noGrp="1"/>
          </p:cNvSpPr>
          <p:nvPr/>
        </p:nvSpPr>
        <p:spPr>
          <a:xfrm>
            <a:off x="10900041" y="1039547"/>
            <a:ext cx="2583918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O</a:t>
            </a:r>
          </a:p>
        </p:txBody>
      </p:sp>
      <p:sp>
        <p:nvSpPr>
          <p:cNvPr id="2210" name="X">
            <a:extLst>
              <a:ext uri="{FF2B5EF4-FFF2-40B4-BE49-F238E27FC236}">
                <a16:creationId xmlns:a16="http://schemas.microsoft.com/office/drawing/2014/main" id="{1DE3E36C-44F4-80E0-95B3-C26E8953DDF6}"/>
              </a:ext>
            </a:extLst>
          </p:cNvPr>
          <p:cNvSpPr>
            <a:spLocks noGrp="1"/>
          </p:cNvSpPr>
          <p:nvPr/>
        </p:nvSpPr>
        <p:spPr>
          <a:xfrm>
            <a:off x="14960590" y="1039547"/>
            <a:ext cx="2232001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  <p:sp>
        <p:nvSpPr>
          <p:cNvPr id="2211" name="O">
            <a:extLst>
              <a:ext uri="{FF2B5EF4-FFF2-40B4-BE49-F238E27FC236}">
                <a16:creationId xmlns:a16="http://schemas.microsoft.com/office/drawing/2014/main" id="{90D45A59-0EB3-A214-2D97-0EC2BC459783}"/>
              </a:ext>
            </a:extLst>
          </p:cNvPr>
          <p:cNvSpPr>
            <a:spLocks noGrp="1"/>
          </p:cNvSpPr>
          <p:nvPr/>
        </p:nvSpPr>
        <p:spPr>
          <a:xfrm>
            <a:off x="6968647" y="8761927"/>
            <a:ext cx="2583918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O</a:t>
            </a:r>
          </a:p>
        </p:txBody>
      </p:sp>
      <p:sp>
        <p:nvSpPr>
          <p:cNvPr id="2212" name="X">
            <a:extLst>
              <a:ext uri="{FF2B5EF4-FFF2-40B4-BE49-F238E27FC236}">
                <a16:creationId xmlns:a16="http://schemas.microsoft.com/office/drawing/2014/main" id="{ACFF41B3-0718-BFB4-AE34-F3E03CC93D1D}"/>
              </a:ext>
            </a:extLst>
          </p:cNvPr>
          <p:cNvSpPr>
            <a:spLocks noGrp="1"/>
          </p:cNvSpPr>
          <p:nvPr/>
        </p:nvSpPr>
        <p:spPr>
          <a:xfrm>
            <a:off x="14960590" y="4902200"/>
            <a:ext cx="2232001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67997786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3179A-45B8-7B29-8D15-93383686E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6" name="Table 1">
            <a:extLst>
              <a:ext uri="{FF2B5EF4-FFF2-40B4-BE49-F238E27FC236}">
                <a16:creationId xmlns:a16="http://schemas.microsoft.com/office/drawing/2014/main" id="{19B6D0C6-6314-EEC6-B214-802EA9A0DA36}"/>
              </a:ext>
            </a:extLst>
          </p:cNvPr>
          <p:cNvGraphicFramePr/>
          <p:nvPr/>
        </p:nvGraphicFramePr>
        <p:xfrm>
          <a:off x="6477000" y="1143000"/>
          <a:ext cx="11430000" cy="114300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08" name="X">
            <a:extLst>
              <a:ext uri="{FF2B5EF4-FFF2-40B4-BE49-F238E27FC236}">
                <a16:creationId xmlns:a16="http://schemas.microsoft.com/office/drawing/2014/main" id="{0C6B331F-91A3-A3C1-AC5E-66A2651D0E67}"/>
              </a:ext>
            </a:extLst>
          </p:cNvPr>
          <p:cNvSpPr>
            <a:spLocks noGrp="1"/>
          </p:cNvSpPr>
          <p:nvPr/>
        </p:nvSpPr>
        <p:spPr>
          <a:xfrm>
            <a:off x="11075999" y="4900737"/>
            <a:ext cx="2232002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  <p:sp>
        <p:nvSpPr>
          <p:cNvPr id="2209" name="O">
            <a:extLst>
              <a:ext uri="{FF2B5EF4-FFF2-40B4-BE49-F238E27FC236}">
                <a16:creationId xmlns:a16="http://schemas.microsoft.com/office/drawing/2014/main" id="{8E3DB4AB-C1EB-5B57-5FFD-64FEDE4C330C}"/>
              </a:ext>
            </a:extLst>
          </p:cNvPr>
          <p:cNvSpPr>
            <a:spLocks noGrp="1"/>
          </p:cNvSpPr>
          <p:nvPr/>
        </p:nvSpPr>
        <p:spPr>
          <a:xfrm>
            <a:off x="10900041" y="1039547"/>
            <a:ext cx="2583918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O</a:t>
            </a:r>
          </a:p>
        </p:txBody>
      </p:sp>
      <p:sp>
        <p:nvSpPr>
          <p:cNvPr id="2210" name="X">
            <a:extLst>
              <a:ext uri="{FF2B5EF4-FFF2-40B4-BE49-F238E27FC236}">
                <a16:creationId xmlns:a16="http://schemas.microsoft.com/office/drawing/2014/main" id="{476EC3A5-FD57-C94B-C55A-CFFA4391F540}"/>
              </a:ext>
            </a:extLst>
          </p:cNvPr>
          <p:cNvSpPr>
            <a:spLocks noGrp="1"/>
          </p:cNvSpPr>
          <p:nvPr/>
        </p:nvSpPr>
        <p:spPr>
          <a:xfrm>
            <a:off x="14960590" y="1039547"/>
            <a:ext cx="2232001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  <p:sp>
        <p:nvSpPr>
          <p:cNvPr id="2211" name="O">
            <a:extLst>
              <a:ext uri="{FF2B5EF4-FFF2-40B4-BE49-F238E27FC236}">
                <a16:creationId xmlns:a16="http://schemas.microsoft.com/office/drawing/2014/main" id="{C4CB086E-85CA-699E-71E8-080A8F77BF91}"/>
              </a:ext>
            </a:extLst>
          </p:cNvPr>
          <p:cNvSpPr>
            <a:spLocks noGrp="1"/>
          </p:cNvSpPr>
          <p:nvPr/>
        </p:nvSpPr>
        <p:spPr>
          <a:xfrm>
            <a:off x="6968647" y="8761927"/>
            <a:ext cx="2583918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O</a:t>
            </a:r>
          </a:p>
        </p:txBody>
      </p:sp>
      <p:sp>
        <p:nvSpPr>
          <p:cNvPr id="2212" name="X">
            <a:extLst>
              <a:ext uri="{FF2B5EF4-FFF2-40B4-BE49-F238E27FC236}">
                <a16:creationId xmlns:a16="http://schemas.microsoft.com/office/drawing/2014/main" id="{A07DBDF9-724F-C6B3-9EF0-BD6A23910040}"/>
              </a:ext>
            </a:extLst>
          </p:cNvPr>
          <p:cNvSpPr>
            <a:spLocks noGrp="1"/>
          </p:cNvSpPr>
          <p:nvPr/>
        </p:nvSpPr>
        <p:spPr>
          <a:xfrm>
            <a:off x="14960590" y="4902200"/>
            <a:ext cx="2232001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  <p:sp>
        <p:nvSpPr>
          <p:cNvPr id="2213" name="O">
            <a:extLst>
              <a:ext uri="{FF2B5EF4-FFF2-40B4-BE49-F238E27FC236}">
                <a16:creationId xmlns:a16="http://schemas.microsoft.com/office/drawing/2014/main" id="{FB4A359A-20FF-D16E-2876-48E0E8B503D3}"/>
              </a:ext>
            </a:extLst>
          </p:cNvPr>
          <p:cNvSpPr>
            <a:spLocks noGrp="1"/>
          </p:cNvSpPr>
          <p:nvPr/>
        </p:nvSpPr>
        <p:spPr>
          <a:xfrm>
            <a:off x="7015450" y="4902200"/>
            <a:ext cx="2583918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397109408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CCC53-AD3C-32F4-E1BF-D3343933A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6" name="Table 1">
            <a:extLst>
              <a:ext uri="{FF2B5EF4-FFF2-40B4-BE49-F238E27FC236}">
                <a16:creationId xmlns:a16="http://schemas.microsoft.com/office/drawing/2014/main" id="{23DC48EC-3818-6CE1-7A3C-65903DB63E4F}"/>
              </a:ext>
            </a:extLst>
          </p:cNvPr>
          <p:cNvGraphicFramePr/>
          <p:nvPr/>
        </p:nvGraphicFramePr>
        <p:xfrm>
          <a:off x="6477000" y="1143000"/>
          <a:ext cx="11430000" cy="114300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08" name="X">
            <a:extLst>
              <a:ext uri="{FF2B5EF4-FFF2-40B4-BE49-F238E27FC236}">
                <a16:creationId xmlns:a16="http://schemas.microsoft.com/office/drawing/2014/main" id="{7DE896D6-C36E-0DDE-C57C-1225F6B659B4}"/>
              </a:ext>
            </a:extLst>
          </p:cNvPr>
          <p:cNvSpPr>
            <a:spLocks noGrp="1"/>
          </p:cNvSpPr>
          <p:nvPr/>
        </p:nvSpPr>
        <p:spPr>
          <a:xfrm>
            <a:off x="11075999" y="4900737"/>
            <a:ext cx="2232002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  <p:sp>
        <p:nvSpPr>
          <p:cNvPr id="2209" name="O">
            <a:extLst>
              <a:ext uri="{FF2B5EF4-FFF2-40B4-BE49-F238E27FC236}">
                <a16:creationId xmlns:a16="http://schemas.microsoft.com/office/drawing/2014/main" id="{B1E7E5E1-BB32-1E78-1A1F-1ADAE7D8A547}"/>
              </a:ext>
            </a:extLst>
          </p:cNvPr>
          <p:cNvSpPr>
            <a:spLocks noGrp="1"/>
          </p:cNvSpPr>
          <p:nvPr/>
        </p:nvSpPr>
        <p:spPr>
          <a:xfrm>
            <a:off x="10900041" y="1039547"/>
            <a:ext cx="2583918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O</a:t>
            </a:r>
          </a:p>
        </p:txBody>
      </p:sp>
      <p:sp>
        <p:nvSpPr>
          <p:cNvPr id="2210" name="X">
            <a:extLst>
              <a:ext uri="{FF2B5EF4-FFF2-40B4-BE49-F238E27FC236}">
                <a16:creationId xmlns:a16="http://schemas.microsoft.com/office/drawing/2014/main" id="{AF3ACC1A-0EB3-C922-9308-92043B4DDF3C}"/>
              </a:ext>
            </a:extLst>
          </p:cNvPr>
          <p:cNvSpPr>
            <a:spLocks noGrp="1"/>
          </p:cNvSpPr>
          <p:nvPr/>
        </p:nvSpPr>
        <p:spPr>
          <a:xfrm>
            <a:off x="14960590" y="1039547"/>
            <a:ext cx="2232001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  <p:sp>
        <p:nvSpPr>
          <p:cNvPr id="2211" name="O">
            <a:extLst>
              <a:ext uri="{FF2B5EF4-FFF2-40B4-BE49-F238E27FC236}">
                <a16:creationId xmlns:a16="http://schemas.microsoft.com/office/drawing/2014/main" id="{5A66BF2E-63D3-591D-4F14-10F3EB092A63}"/>
              </a:ext>
            </a:extLst>
          </p:cNvPr>
          <p:cNvSpPr>
            <a:spLocks noGrp="1"/>
          </p:cNvSpPr>
          <p:nvPr/>
        </p:nvSpPr>
        <p:spPr>
          <a:xfrm>
            <a:off x="6968647" y="8761927"/>
            <a:ext cx="2583918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O</a:t>
            </a:r>
          </a:p>
        </p:txBody>
      </p:sp>
      <p:sp>
        <p:nvSpPr>
          <p:cNvPr id="2212" name="X">
            <a:extLst>
              <a:ext uri="{FF2B5EF4-FFF2-40B4-BE49-F238E27FC236}">
                <a16:creationId xmlns:a16="http://schemas.microsoft.com/office/drawing/2014/main" id="{F4BD457B-5759-3627-193A-140DD324463E}"/>
              </a:ext>
            </a:extLst>
          </p:cNvPr>
          <p:cNvSpPr>
            <a:spLocks noGrp="1"/>
          </p:cNvSpPr>
          <p:nvPr/>
        </p:nvSpPr>
        <p:spPr>
          <a:xfrm>
            <a:off x="14960590" y="4902200"/>
            <a:ext cx="2232001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  <p:sp>
        <p:nvSpPr>
          <p:cNvPr id="2213" name="O">
            <a:extLst>
              <a:ext uri="{FF2B5EF4-FFF2-40B4-BE49-F238E27FC236}">
                <a16:creationId xmlns:a16="http://schemas.microsoft.com/office/drawing/2014/main" id="{02EE9609-6E05-B6DB-E92E-9DB54F6BB930}"/>
              </a:ext>
            </a:extLst>
          </p:cNvPr>
          <p:cNvSpPr>
            <a:spLocks noGrp="1"/>
          </p:cNvSpPr>
          <p:nvPr/>
        </p:nvSpPr>
        <p:spPr>
          <a:xfrm>
            <a:off x="7015450" y="4902200"/>
            <a:ext cx="2583918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O</a:t>
            </a:r>
          </a:p>
        </p:txBody>
      </p:sp>
      <p:sp>
        <p:nvSpPr>
          <p:cNvPr id="2214" name="X">
            <a:extLst>
              <a:ext uri="{FF2B5EF4-FFF2-40B4-BE49-F238E27FC236}">
                <a16:creationId xmlns:a16="http://schemas.microsoft.com/office/drawing/2014/main" id="{27AD9344-C0F1-96C0-0B38-31705B044ABB}"/>
              </a:ext>
            </a:extLst>
          </p:cNvPr>
          <p:cNvSpPr>
            <a:spLocks noGrp="1"/>
          </p:cNvSpPr>
          <p:nvPr/>
        </p:nvSpPr>
        <p:spPr>
          <a:xfrm>
            <a:off x="14960590" y="8761927"/>
            <a:ext cx="2232001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241990628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25" name="Table 1"/>
          <p:cNvGraphicFramePr/>
          <p:nvPr/>
        </p:nvGraphicFramePr>
        <p:xfrm>
          <a:off x="6477000" y="1143000"/>
          <a:ext cx="11430000" cy="114300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17" name="X">
            <a:extLst>
              <a:ext uri="{FF2B5EF4-FFF2-40B4-BE49-F238E27FC236}">
                <a16:creationId xmlns:a16="http://schemas.microsoft.com/office/drawing/2014/main" id="{D6307D04-657C-4964-9E44-4E5963E75C13}"/>
              </a:ext>
            </a:extLst>
          </p:cNvPr>
          <p:cNvSpPr>
            <a:spLocks noGrp="1"/>
          </p:cNvSpPr>
          <p:nvPr/>
        </p:nvSpPr>
        <p:spPr>
          <a:xfrm>
            <a:off x="11075999" y="4900737"/>
            <a:ext cx="2232002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  <p:sp>
        <p:nvSpPr>
          <p:cNvPr id="2218" name="O">
            <a:extLst>
              <a:ext uri="{FF2B5EF4-FFF2-40B4-BE49-F238E27FC236}">
                <a16:creationId xmlns:a16="http://schemas.microsoft.com/office/drawing/2014/main" id="{B35BD72C-D19B-4D03-9A3C-097EAFA645E3}"/>
              </a:ext>
            </a:extLst>
          </p:cNvPr>
          <p:cNvSpPr>
            <a:spLocks noGrp="1"/>
          </p:cNvSpPr>
          <p:nvPr/>
        </p:nvSpPr>
        <p:spPr>
          <a:xfrm>
            <a:off x="10900041" y="1039547"/>
            <a:ext cx="2583918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O</a:t>
            </a:r>
          </a:p>
        </p:txBody>
      </p:sp>
      <p:sp>
        <p:nvSpPr>
          <p:cNvPr id="2219" name="X">
            <a:extLst>
              <a:ext uri="{FF2B5EF4-FFF2-40B4-BE49-F238E27FC236}">
                <a16:creationId xmlns:a16="http://schemas.microsoft.com/office/drawing/2014/main" id="{DE357F2B-87FE-4EFE-99ED-17E9A24960F9}"/>
              </a:ext>
            </a:extLst>
          </p:cNvPr>
          <p:cNvSpPr>
            <a:spLocks noGrp="1"/>
          </p:cNvSpPr>
          <p:nvPr/>
        </p:nvSpPr>
        <p:spPr>
          <a:xfrm>
            <a:off x="14960590" y="1039547"/>
            <a:ext cx="2232001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solidFill>
                  <a:schemeClr val="accent3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  <p:sp>
        <p:nvSpPr>
          <p:cNvPr id="2220" name="O">
            <a:extLst>
              <a:ext uri="{FF2B5EF4-FFF2-40B4-BE49-F238E27FC236}">
                <a16:creationId xmlns:a16="http://schemas.microsoft.com/office/drawing/2014/main" id="{5DDC9B5C-87FD-4C61-8117-1B619A9E29B5}"/>
              </a:ext>
            </a:extLst>
          </p:cNvPr>
          <p:cNvSpPr>
            <a:spLocks noGrp="1"/>
          </p:cNvSpPr>
          <p:nvPr/>
        </p:nvSpPr>
        <p:spPr>
          <a:xfrm>
            <a:off x="6968647" y="8761927"/>
            <a:ext cx="2583918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O</a:t>
            </a:r>
          </a:p>
        </p:txBody>
      </p:sp>
      <p:sp>
        <p:nvSpPr>
          <p:cNvPr id="2221" name="X">
            <a:extLst>
              <a:ext uri="{FF2B5EF4-FFF2-40B4-BE49-F238E27FC236}">
                <a16:creationId xmlns:a16="http://schemas.microsoft.com/office/drawing/2014/main" id="{6B347DF1-60A8-452B-B4B6-9A63CE7F4A81}"/>
              </a:ext>
            </a:extLst>
          </p:cNvPr>
          <p:cNvSpPr>
            <a:spLocks noGrp="1"/>
          </p:cNvSpPr>
          <p:nvPr/>
        </p:nvSpPr>
        <p:spPr>
          <a:xfrm>
            <a:off x="14960590" y="4902200"/>
            <a:ext cx="2232001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solidFill>
                  <a:schemeClr val="accent3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  <p:sp>
        <p:nvSpPr>
          <p:cNvPr id="2222" name="O">
            <a:extLst>
              <a:ext uri="{FF2B5EF4-FFF2-40B4-BE49-F238E27FC236}">
                <a16:creationId xmlns:a16="http://schemas.microsoft.com/office/drawing/2014/main" id="{14E1824C-A561-491D-BFB2-9784751C4C10}"/>
              </a:ext>
            </a:extLst>
          </p:cNvPr>
          <p:cNvSpPr>
            <a:spLocks noGrp="1"/>
          </p:cNvSpPr>
          <p:nvPr/>
        </p:nvSpPr>
        <p:spPr>
          <a:xfrm>
            <a:off x="7015450" y="4902200"/>
            <a:ext cx="2583918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O</a:t>
            </a:r>
          </a:p>
        </p:txBody>
      </p:sp>
      <p:sp>
        <p:nvSpPr>
          <p:cNvPr id="2223" name="X">
            <a:extLst>
              <a:ext uri="{FF2B5EF4-FFF2-40B4-BE49-F238E27FC236}">
                <a16:creationId xmlns:a16="http://schemas.microsoft.com/office/drawing/2014/main" id="{F9B4510A-CC5E-4679-BC1D-79D207DC9DAA}"/>
              </a:ext>
            </a:extLst>
          </p:cNvPr>
          <p:cNvSpPr>
            <a:spLocks noGrp="1"/>
          </p:cNvSpPr>
          <p:nvPr/>
        </p:nvSpPr>
        <p:spPr>
          <a:xfrm>
            <a:off x="14960590" y="8761927"/>
            <a:ext cx="2232001" cy="39116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5000">
                <a:solidFill>
                  <a:schemeClr val="accent3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16086685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Minimax">
            <a:extLst>
              <a:ext uri="{FF2B5EF4-FFF2-40B4-BE49-F238E27FC236}">
                <a16:creationId xmlns:a16="http://schemas.microsoft.com/office/drawing/2014/main" id="{5E93D65A-A337-40E7-A4A4-4F6748D5B9D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Minimax</a:t>
            </a:r>
          </a:p>
        </p:txBody>
      </p:sp>
    </p:spTree>
    <p:extLst>
      <p:ext uri="{BB962C8B-B14F-4D97-AF65-F5344CB8AC3E}">
        <p14:creationId xmlns:p14="http://schemas.microsoft.com/office/powerpoint/2010/main" val="582008865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36" name="Table 1"/>
          <p:cNvGraphicFramePr/>
          <p:nvPr/>
        </p:nvGraphicFramePr>
        <p:xfrm>
          <a:off x="2191746" y="4481075"/>
          <a:ext cx="4753848" cy="475384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584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4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chemeClr val="accent3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4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chemeClr val="accent3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4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chemeClr val="accent3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37" name="Table 1-1"/>
          <p:cNvGraphicFramePr/>
          <p:nvPr/>
        </p:nvGraphicFramePr>
        <p:xfrm>
          <a:off x="9605969" y="4481075"/>
          <a:ext cx="4753848" cy="475384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584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4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4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4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38" name="Table 1-1-1"/>
          <p:cNvGraphicFramePr/>
          <p:nvPr/>
        </p:nvGraphicFramePr>
        <p:xfrm>
          <a:off x="17438405" y="4481076"/>
          <a:ext cx="4753848" cy="475384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584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4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chemeClr val="accent3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46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chemeClr val="accent3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4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chemeClr val="accent3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30" name="1">
            <a:extLst>
              <a:ext uri="{FF2B5EF4-FFF2-40B4-BE49-F238E27FC236}">
                <a16:creationId xmlns:a16="http://schemas.microsoft.com/office/drawing/2014/main" id="{1402484B-97B1-4DAB-AD41-5995B6971392}"/>
              </a:ext>
            </a:extLst>
          </p:cNvPr>
          <p:cNvSpPr>
            <a:spLocks noGrp="1"/>
          </p:cNvSpPr>
          <p:nvPr/>
        </p:nvSpPr>
        <p:spPr>
          <a:xfrm>
            <a:off x="19334391" y="10342335"/>
            <a:ext cx="961878" cy="1930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sp>
        <p:nvSpPr>
          <p:cNvPr id="2231" name="-1">
            <a:extLst>
              <a:ext uri="{FF2B5EF4-FFF2-40B4-BE49-F238E27FC236}">
                <a16:creationId xmlns:a16="http://schemas.microsoft.com/office/drawing/2014/main" id="{6B1E5FB9-6E1C-43DB-9FA4-FFE296891F82}"/>
              </a:ext>
            </a:extLst>
          </p:cNvPr>
          <p:cNvSpPr>
            <a:spLocks noGrp="1"/>
          </p:cNvSpPr>
          <p:nvPr/>
        </p:nvSpPr>
        <p:spPr>
          <a:xfrm>
            <a:off x="3833980" y="10342335"/>
            <a:ext cx="1469381" cy="1930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-1</a:t>
            </a:r>
          </a:p>
        </p:txBody>
      </p:sp>
      <p:sp>
        <p:nvSpPr>
          <p:cNvPr id="2232" name="0">
            <a:extLst>
              <a:ext uri="{FF2B5EF4-FFF2-40B4-BE49-F238E27FC236}">
                <a16:creationId xmlns:a16="http://schemas.microsoft.com/office/drawing/2014/main" id="{D4717F8D-F101-4D52-B700-982D715CF6C3}"/>
              </a:ext>
            </a:extLst>
          </p:cNvPr>
          <p:cNvSpPr>
            <a:spLocks noGrp="1"/>
          </p:cNvSpPr>
          <p:nvPr/>
        </p:nvSpPr>
        <p:spPr>
          <a:xfrm>
            <a:off x="11501956" y="10342335"/>
            <a:ext cx="961877" cy="1930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12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400845293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Minimax">
            <a:extLst>
              <a:ext uri="{FF2B5EF4-FFF2-40B4-BE49-F238E27FC236}">
                <a16:creationId xmlns:a16="http://schemas.microsoft.com/office/drawing/2014/main" id="{45DC513F-39B8-4534-9600-5A60DC488F2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Minimax</a:t>
            </a:r>
          </a:p>
        </p:txBody>
      </p:sp>
      <p:sp>
        <p:nvSpPr>
          <p:cNvPr id="2235" name="MAX (X) aims to maximize score.…">
            <a:extLst>
              <a:ext uri="{FF2B5EF4-FFF2-40B4-BE49-F238E27FC236}">
                <a16:creationId xmlns:a16="http://schemas.microsoft.com/office/drawing/2014/main" id="{39D3F55E-C140-4D13-90B2-7F4E69D72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>
                <a:latin typeface="Times Roman"/>
                <a:ea typeface="Times Roman"/>
                <a:cs typeface="Times Roman"/>
              </a:rPr>
              <a:t>MAX (X) busca maximizar a pontuação.</a:t>
            </a:r>
          </a:p>
          <a:p>
            <a:pPr>
              <a:buNone/>
            </a:pPr>
            <a:r>
              <a:rPr>
                <a:latin typeface="Times Roman"/>
                <a:ea typeface="Times Roman"/>
                <a:cs typeface="Times Roman"/>
              </a:rPr>
              <a:t>MIN (O) busca minimizar a pontuação.</a:t>
            </a:r>
          </a:p>
        </p:txBody>
      </p:sp>
    </p:spTree>
    <p:extLst>
      <p:ext uri="{BB962C8B-B14F-4D97-AF65-F5344CB8AC3E}">
        <p14:creationId xmlns:p14="http://schemas.microsoft.com/office/powerpoint/2010/main" val="1152721770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Game">
            <a:extLst>
              <a:ext uri="{FF2B5EF4-FFF2-40B4-BE49-F238E27FC236}">
                <a16:creationId xmlns:a16="http://schemas.microsoft.com/office/drawing/2014/main" id="{CC9247BE-5730-43CA-8D3B-39088CE0715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Jogo</a:t>
            </a:r>
          </a:p>
        </p:txBody>
      </p:sp>
      <p:sp>
        <p:nvSpPr>
          <p:cNvPr id="2238" name="S0 : initial state…">
            <a:extLst>
              <a:ext uri="{FF2B5EF4-FFF2-40B4-BE49-F238E27FC236}">
                <a16:creationId xmlns:a16="http://schemas.microsoft.com/office/drawing/2014/main" id="{DAB8D6AE-E889-4069-B7A8-3571E4D4C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i="1">
                <a:latin typeface="Times Roman"/>
                <a:ea typeface="Times Roman"/>
                <a:cs typeface="Times Roman"/>
              </a:rPr>
              <a:t>S0 : estado inicial</a:t>
            </a:r>
          </a:p>
          <a:p>
            <a:pPr>
              <a:buNone/>
            </a:pPr>
            <a:r>
              <a:rPr cap="small">
                <a:latin typeface="Times Roman"/>
                <a:ea typeface="Times Roman"/>
                <a:cs typeface="Times Roman"/>
              </a:rPr>
              <a:t>Player(s) : retorna qual jogador deve mover no estado s</a:t>
            </a:r>
          </a:p>
          <a:p>
            <a:pPr>
              <a:buNone/>
            </a:pPr>
            <a:r>
              <a:rPr cap="small">
                <a:latin typeface="Times Roman"/>
                <a:ea typeface="Times Roman"/>
                <a:cs typeface="Times Roman"/>
              </a:rPr>
              <a:t>Actions(s) : retorna as jogadas válidas no estado s</a:t>
            </a:r>
          </a:p>
          <a:p>
            <a:pPr>
              <a:buNone/>
            </a:pPr>
            <a:r>
              <a:rPr cap="small">
                <a:latin typeface="Times Roman"/>
                <a:ea typeface="Times Roman"/>
                <a:cs typeface="Times Roman"/>
              </a:rPr>
              <a:t>Result(s, a) : retorna o estado após executar a ação a no estado s</a:t>
            </a:r>
          </a:p>
          <a:p>
            <a:pPr>
              <a:buNone/>
            </a:pPr>
            <a:r>
              <a:rPr cap="small">
                <a:latin typeface="Times Roman"/>
                <a:ea typeface="Times Roman"/>
                <a:cs typeface="Times Roman"/>
              </a:rPr>
              <a:t>Terminal(s) : verifica se o estado s é terminal</a:t>
            </a:r>
          </a:p>
          <a:p>
            <a:pPr>
              <a:buNone/>
            </a:pPr>
            <a:r>
              <a:rPr cap="small">
                <a:latin typeface="Times Roman"/>
                <a:ea typeface="Times Roman"/>
                <a:cs typeface="Times Roman"/>
              </a:rPr>
              <a:t>Utility(s) : valor numérico final para o estado terminal s</a:t>
            </a:r>
          </a:p>
        </p:txBody>
      </p:sp>
    </p:spTree>
    <p:extLst>
      <p:ext uri="{BB962C8B-B14F-4D97-AF65-F5344CB8AC3E}">
        <p14:creationId xmlns:p14="http://schemas.microsoft.com/office/powerpoint/2010/main" val="443358491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Initial State">
            <a:extLst>
              <a:ext uri="{FF2B5EF4-FFF2-40B4-BE49-F238E27FC236}">
                <a16:creationId xmlns:a16="http://schemas.microsoft.com/office/drawing/2014/main" id="{E53D202F-9282-4334-AB14-3E602A266B3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Estado Inicial</a:t>
            </a:r>
          </a:p>
        </p:txBody>
      </p:sp>
      <p:graphicFrame>
        <p:nvGraphicFramePr>
          <p:cNvPr id="2243" name="Table 1-1"/>
          <p:cNvGraphicFramePr/>
          <p:nvPr/>
        </p:nvGraphicFramePr>
        <p:xfrm>
          <a:off x="8322978" y="3928778"/>
          <a:ext cx="7738041" cy="773804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579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9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9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934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934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934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5896571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Player(s)">
            <a:extLst>
              <a:ext uri="{FF2B5EF4-FFF2-40B4-BE49-F238E27FC236}">
                <a16:creationId xmlns:a16="http://schemas.microsoft.com/office/drawing/2014/main" id="{2E68F0E2-4D08-4723-8DA6-D92472AB1F5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Player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53" name="Table 1-1"/>
          <p:cNvGraphicFramePr/>
          <p:nvPr/>
        </p:nvGraphicFramePr>
        <p:xfrm>
          <a:off x="7296163" y="3420778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596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37A9E-4776-CCC5-794D-51B29DC9F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Player(s)">
            <a:extLst>
              <a:ext uri="{FF2B5EF4-FFF2-40B4-BE49-F238E27FC236}">
                <a16:creationId xmlns:a16="http://schemas.microsoft.com/office/drawing/2014/main" id="{6A74AA52-48D7-8B84-5ED0-3A20C27ECD0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Player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53" name="Table 1-1">
            <a:extLst>
              <a:ext uri="{FF2B5EF4-FFF2-40B4-BE49-F238E27FC236}">
                <a16:creationId xmlns:a16="http://schemas.microsoft.com/office/drawing/2014/main" id="{7F4E3DF8-0D80-9FC5-E91C-8D8DC32025A7}"/>
              </a:ext>
            </a:extLst>
          </p:cNvPr>
          <p:cNvGraphicFramePr/>
          <p:nvPr/>
        </p:nvGraphicFramePr>
        <p:xfrm>
          <a:off x="7296163" y="3420778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45" name="Player(               ) =">
            <a:extLst>
              <a:ext uri="{FF2B5EF4-FFF2-40B4-BE49-F238E27FC236}">
                <a16:creationId xmlns:a16="http://schemas.microsoft.com/office/drawing/2014/main" id="{74BDC524-173A-B4FE-BF90-45EEA400ADDA}"/>
              </a:ext>
            </a:extLst>
          </p:cNvPr>
          <p:cNvSpPr>
            <a:spLocks noGrp="1"/>
          </p:cNvSpPr>
          <p:nvPr/>
        </p:nvSpPr>
        <p:spPr>
          <a:xfrm>
            <a:off x="1689100" y="4401516"/>
            <a:ext cx="12308252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1200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Player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  <p:sp>
        <p:nvSpPr>
          <p:cNvPr id="2246" name="X">
            <a:extLst>
              <a:ext uri="{FF2B5EF4-FFF2-40B4-BE49-F238E27FC236}">
                <a16:creationId xmlns:a16="http://schemas.microsoft.com/office/drawing/2014/main" id="{7FFA7511-ACDA-DDEF-C214-C29678C709E1}"/>
              </a:ext>
            </a:extLst>
          </p:cNvPr>
          <p:cNvSpPr>
            <a:spLocks noGrp="1"/>
          </p:cNvSpPr>
          <p:nvPr/>
        </p:nvSpPr>
        <p:spPr>
          <a:xfrm>
            <a:off x="14228698" y="4401516"/>
            <a:ext cx="1404048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algn="l">
              <a:buNone/>
              <a:defRPr sz="11200" cap="small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  <a:defRPr cap="none"/>
            </a:pPr>
            <a:r>
              <a:rPr cap="small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481806196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2140A-A1B4-32D7-4AD2-9BE6FD0DC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Player(s)">
            <a:extLst>
              <a:ext uri="{FF2B5EF4-FFF2-40B4-BE49-F238E27FC236}">
                <a16:creationId xmlns:a16="http://schemas.microsoft.com/office/drawing/2014/main" id="{42AE4B58-69E4-0030-E57A-EACA8B603B4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Player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53" name="Table 1-1">
            <a:extLst>
              <a:ext uri="{FF2B5EF4-FFF2-40B4-BE49-F238E27FC236}">
                <a16:creationId xmlns:a16="http://schemas.microsoft.com/office/drawing/2014/main" id="{6380E18A-9D9D-08C1-419C-460C34BE5BDC}"/>
              </a:ext>
            </a:extLst>
          </p:cNvPr>
          <p:cNvGraphicFramePr/>
          <p:nvPr/>
        </p:nvGraphicFramePr>
        <p:xfrm>
          <a:off x="7296163" y="3420778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45" name="Player(               ) =">
            <a:extLst>
              <a:ext uri="{FF2B5EF4-FFF2-40B4-BE49-F238E27FC236}">
                <a16:creationId xmlns:a16="http://schemas.microsoft.com/office/drawing/2014/main" id="{B60E30C4-C94C-BF85-8DCB-F9955DA66377}"/>
              </a:ext>
            </a:extLst>
          </p:cNvPr>
          <p:cNvSpPr>
            <a:spLocks noGrp="1"/>
          </p:cNvSpPr>
          <p:nvPr/>
        </p:nvSpPr>
        <p:spPr>
          <a:xfrm>
            <a:off x="1689100" y="4401516"/>
            <a:ext cx="12308252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1200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Player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  <p:sp>
        <p:nvSpPr>
          <p:cNvPr id="2246" name="X">
            <a:extLst>
              <a:ext uri="{FF2B5EF4-FFF2-40B4-BE49-F238E27FC236}">
                <a16:creationId xmlns:a16="http://schemas.microsoft.com/office/drawing/2014/main" id="{2D510B5B-0B1C-9FF9-96E5-27A8C3561F78}"/>
              </a:ext>
            </a:extLst>
          </p:cNvPr>
          <p:cNvSpPr>
            <a:spLocks noGrp="1"/>
          </p:cNvSpPr>
          <p:nvPr/>
        </p:nvSpPr>
        <p:spPr>
          <a:xfrm>
            <a:off x="14228698" y="4401516"/>
            <a:ext cx="1404048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algn="l">
              <a:buNone/>
              <a:defRPr sz="11200" cap="small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  <a:defRPr cap="none"/>
            </a:pPr>
            <a:r>
              <a:rPr cap="small"/>
              <a:t>X</a:t>
            </a:r>
          </a:p>
        </p:txBody>
      </p:sp>
      <p:graphicFrame>
        <p:nvGraphicFramePr>
          <p:cNvPr id="2256" name="Table 1-1-1">
            <a:extLst>
              <a:ext uri="{FF2B5EF4-FFF2-40B4-BE49-F238E27FC236}">
                <a16:creationId xmlns:a16="http://schemas.microsoft.com/office/drawing/2014/main" id="{436862C9-6407-72E9-FCD7-CB12A47E3E05}"/>
              </a:ext>
            </a:extLst>
          </p:cNvPr>
          <p:cNvGraphicFramePr/>
          <p:nvPr/>
        </p:nvGraphicFramePr>
        <p:xfrm>
          <a:off x="7265047" y="8533891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4901976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997E1-E8FC-A93E-23E0-62EC24B3E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Player(s)">
            <a:extLst>
              <a:ext uri="{FF2B5EF4-FFF2-40B4-BE49-F238E27FC236}">
                <a16:creationId xmlns:a16="http://schemas.microsoft.com/office/drawing/2014/main" id="{4E62B6C4-8664-8721-79C3-FD649DF6EC7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Player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53" name="Table 1-1">
            <a:extLst>
              <a:ext uri="{FF2B5EF4-FFF2-40B4-BE49-F238E27FC236}">
                <a16:creationId xmlns:a16="http://schemas.microsoft.com/office/drawing/2014/main" id="{EF0D1949-B328-E9D1-764C-FA77EB06D0A0}"/>
              </a:ext>
            </a:extLst>
          </p:cNvPr>
          <p:cNvGraphicFramePr/>
          <p:nvPr/>
        </p:nvGraphicFramePr>
        <p:xfrm>
          <a:off x="7296163" y="3420778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45" name="Player(               ) =">
            <a:extLst>
              <a:ext uri="{FF2B5EF4-FFF2-40B4-BE49-F238E27FC236}">
                <a16:creationId xmlns:a16="http://schemas.microsoft.com/office/drawing/2014/main" id="{B437B86E-D298-2F9E-1AC4-AAD35E398427}"/>
              </a:ext>
            </a:extLst>
          </p:cNvPr>
          <p:cNvSpPr>
            <a:spLocks noGrp="1"/>
          </p:cNvSpPr>
          <p:nvPr/>
        </p:nvSpPr>
        <p:spPr>
          <a:xfrm>
            <a:off x="1689100" y="4401516"/>
            <a:ext cx="12308252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1200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Player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  <p:sp>
        <p:nvSpPr>
          <p:cNvPr id="2246" name="X">
            <a:extLst>
              <a:ext uri="{FF2B5EF4-FFF2-40B4-BE49-F238E27FC236}">
                <a16:creationId xmlns:a16="http://schemas.microsoft.com/office/drawing/2014/main" id="{9B413207-1547-6EF4-8BDB-430A152F9BD6}"/>
              </a:ext>
            </a:extLst>
          </p:cNvPr>
          <p:cNvSpPr>
            <a:spLocks noGrp="1"/>
          </p:cNvSpPr>
          <p:nvPr/>
        </p:nvSpPr>
        <p:spPr>
          <a:xfrm>
            <a:off x="14228698" y="4401516"/>
            <a:ext cx="1404048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algn="l">
              <a:buNone/>
              <a:defRPr sz="11200" cap="small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  <a:defRPr cap="none"/>
            </a:pPr>
            <a:r>
              <a:rPr cap="small"/>
              <a:t>X</a:t>
            </a:r>
          </a:p>
        </p:txBody>
      </p:sp>
      <p:graphicFrame>
        <p:nvGraphicFramePr>
          <p:cNvPr id="2256" name="Table 1-1-1">
            <a:extLst>
              <a:ext uri="{FF2B5EF4-FFF2-40B4-BE49-F238E27FC236}">
                <a16:creationId xmlns:a16="http://schemas.microsoft.com/office/drawing/2014/main" id="{73C31437-E214-3F20-19BA-9419A0744159}"/>
              </a:ext>
            </a:extLst>
          </p:cNvPr>
          <p:cNvGraphicFramePr/>
          <p:nvPr/>
        </p:nvGraphicFramePr>
        <p:xfrm>
          <a:off x="7265047" y="8533891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48" name="Player(               ) =">
            <a:extLst>
              <a:ext uri="{FF2B5EF4-FFF2-40B4-BE49-F238E27FC236}">
                <a16:creationId xmlns:a16="http://schemas.microsoft.com/office/drawing/2014/main" id="{D5B56E80-841D-8DFE-C021-C02B4B94D525}"/>
              </a:ext>
            </a:extLst>
          </p:cNvPr>
          <p:cNvSpPr>
            <a:spLocks noGrp="1"/>
          </p:cNvSpPr>
          <p:nvPr/>
        </p:nvSpPr>
        <p:spPr>
          <a:xfrm>
            <a:off x="1657984" y="9514630"/>
            <a:ext cx="12308253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1200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Player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  <p:sp>
        <p:nvSpPr>
          <p:cNvPr id="2249" name="O">
            <a:extLst>
              <a:ext uri="{FF2B5EF4-FFF2-40B4-BE49-F238E27FC236}">
                <a16:creationId xmlns:a16="http://schemas.microsoft.com/office/drawing/2014/main" id="{A59615D4-F8C6-4C96-A178-32433059D8AE}"/>
              </a:ext>
            </a:extLst>
          </p:cNvPr>
          <p:cNvSpPr>
            <a:spLocks noGrp="1"/>
          </p:cNvSpPr>
          <p:nvPr/>
        </p:nvSpPr>
        <p:spPr>
          <a:xfrm>
            <a:off x="14197583" y="9514630"/>
            <a:ext cx="1404047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algn="l">
              <a:buNone/>
              <a:defRPr sz="11200" cap="small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  <a:defRPr cap="none"/>
            </a:pPr>
            <a:r>
              <a:rPr cap="small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219001526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Actions(s)">
            <a:extLst>
              <a:ext uri="{FF2B5EF4-FFF2-40B4-BE49-F238E27FC236}">
                <a16:creationId xmlns:a16="http://schemas.microsoft.com/office/drawing/2014/main" id="{C8EDB447-9445-4207-80F9-51C1FCFBE3A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Actions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1073601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271EA-0F59-74A8-A2E7-52254EE05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Actions(s)">
            <a:extLst>
              <a:ext uri="{FF2B5EF4-FFF2-40B4-BE49-F238E27FC236}">
                <a16:creationId xmlns:a16="http://schemas.microsoft.com/office/drawing/2014/main" id="{F65A66A6-54F0-65FF-7908-5698BC70D8A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Actions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59" name="Table 1-1">
            <a:extLst>
              <a:ext uri="{FF2B5EF4-FFF2-40B4-BE49-F238E27FC236}">
                <a16:creationId xmlns:a16="http://schemas.microsoft.com/office/drawing/2014/main" id="{C5565EC5-F762-909B-9EB2-20AFE77392AC}"/>
              </a:ext>
            </a:extLst>
          </p:cNvPr>
          <p:cNvGraphicFramePr/>
          <p:nvPr/>
        </p:nvGraphicFramePr>
        <p:xfrm>
          <a:off x="7669550" y="5674061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3843322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2915A-32CE-4EF1-92A3-489D6A7D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Actions(s)">
            <a:extLst>
              <a:ext uri="{FF2B5EF4-FFF2-40B4-BE49-F238E27FC236}">
                <a16:creationId xmlns:a16="http://schemas.microsoft.com/office/drawing/2014/main" id="{34B7E83F-EBD5-B18E-232E-C56F524210D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Actions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59" name="Table 1-1">
            <a:extLst>
              <a:ext uri="{FF2B5EF4-FFF2-40B4-BE49-F238E27FC236}">
                <a16:creationId xmlns:a16="http://schemas.microsoft.com/office/drawing/2014/main" id="{E46D87C8-AD8C-5C4D-FD4C-B8E5945E057E}"/>
              </a:ext>
            </a:extLst>
          </p:cNvPr>
          <p:cNvGraphicFramePr/>
          <p:nvPr/>
        </p:nvGraphicFramePr>
        <p:xfrm>
          <a:off x="7669550" y="5674061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53" name="Actions(               ) =">
            <a:extLst>
              <a:ext uri="{FF2B5EF4-FFF2-40B4-BE49-F238E27FC236}">
                <a16:creationId xmlns:a16="http://schemas.microsoft.com/office/drawing/2014/main" id="{A367056E-BF07-C160-FC28-1B7CCA9C450C}"/>
              </a:ext>
            </a:extLst>
          </p:cNvPr>
          <p:cNvSpPr>
            <a:spLocks noGrp="1"/>
          </p:cNvSpPr>
          <p:nvPr/>
        </p:nvSpPr>
        <p:spPr>
          <a:xfrm>
            <a:off x="1626868" y="6654800"/>
            <a:ext cx="12308253" cy="22860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 defTabSz="800735">
              <a:buNone/>
              <a:defRPr sz="10864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Actions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</p:spTree>
    <p:extLst>
      <p:ext uri="{BB962C8B-B14F-4D97-AF65-F5344CB8AC3E}">
        <p14:creationId xmlns:p14="http://schemas.microsoft.com/office/powerpoint/2010/main" val="35923121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8DA64-8F6A-F678-A9AD-2125D2BC6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Actions(s)">
            <a:extLst>
              <a:ext uri="{FF2B5EF4-FFF2-40B4-BE49-F238E27FC236}">
                <a16:creationId xmlns:a16="http://schemas.microsoft.com/office/drawing/2014/main" id="{897C40F5-317D-18FD-9881-A975838370A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Actions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59" name="Table 1-1">
            <a:extLst>
              <a:ext uri="{FF2B5EF4-FFF2-40B4-BE49-F238E27FC236}">
                <a16:creationId xmlns:a16="http://schemas.microsoft.com/office/drawing/2014/main" id="{65CA19D6-AB4C-A783-3848-C1492526A9AE}"/>
              </a:ext>
            </a:extLst>
          </p:cNvPr>
          <p:cNvGraphicFramePr/>
          <p:nvPr/>
        </p:nvGraphicFramePr>
        <p:xfrm>
          <a:off x="7669550" y="5674061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53" name="Actions(               ) =">
            <a:extLst>
              <a:ext uri="{FF2B5EF4-FFF2-40B4-BE49-F238E27FC236}">
                <a16:creationId xmlns:a16="http://schemas.microsoft.com/office/drawing/2014/main" id="{001CA08D-B393-99C6-0AA2-F2CFC713F245}"/>
              </a:ext>
            </a:extLst>
          </p:cNvPr>
          <p:cNvSpPr>
            <a:spLocks noGrp="1"/>
          </p:cNvSpPr>
          <p:nvPr/>
        </p:nvSpPr>
        <p:spPr>
          <a:xfrm>
            <a:off x="1626868" y="6654800"/>
            <a:ext cx="12308253" cy="22860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 defTabSz="800735">
              <a:buNone/>
              <a:defRPr sz="10864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Actions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  <p:sp>
        <p:nvSpPr>
          <p:cNvPr id="2254" name="{    ,    }">
            <a:extLst>
              <a:ext uri="{FF2B5EF4-FFF2-40B4-BE49-F238E27FC236}">
                <a16:creationId xmlns:a16="http://schemas.microsoft.com/office/drawing/2014/main" id="{608DFCF9-29EB-5C87-7814-73C79771B10F}"/>
              </a:ext>
            </a:extLst>
          </p:cNvPr>
          <p:cNvSpPr>
            <a:spLocks noGrp="1"/>
          </p:cNvSpPr>
          <p:nvPr/>
        </p:nvSpPr>
        <p:spPr>
          <a:xfrm>
            <a:off x="14166467" y="6654800"/>
            <a:ext cx="8940229" cy="22860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algn="l">
              <a:buNone/>
              <a:defRPr sz="11200" cap="small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{    </a:t>
            </a:r>
            <a:r>
              <a:rPr lang="pt-BR" dirty="0"/>
              <a:t>     </a:t>
            </a:r>
            <a:r>
              <a:rPr dirty="0"/>
              <a:t>,   </a:t>
            </a:r>
            <a:r>
              <a:rPr lang="pt-BR" dirty="0"/>
              <a:t>     </a:t>
            </a:r>
            <a:r>
              <a:rPr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082682048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B77E3-BA8E-F948-07E5-EB7ECFE6A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Actions(s)">
            <a:extLst>
              <a:ext uri="{FF2B5EF4-FFF2-40B4-BE49-F238E27FC236}">
                <a16:creationId xmlns:a16="http://schemas.microsoft.com/office/drawing/2014/main" id="{39461EF7-652B-57B8-67D8-AC9462C2C21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Actions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59" name="Table 1-1">
            <a:extLst>
              <a:ext uri="{FF2B5EF4-FFF2-40B4-BE49-F238E27FC236}">
                <a16:creationId xmlns:a16="http://schemas.microsoft.com/office/drawing/2014/main" id="{1A53F204-C65D-19AF-F5E5-8D237A0DF53E}"/>
              </a:ext>
            </a:extLst>
          </p:cNvPr>
          <p:cNvGraphicFramePr/>
          <p:nvPr/>
        </p:nvGraphicFramePr>
        <p:xfrm>
          <a:off x="7669550" y="5674061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53" name="Actions(               ) =">
            <a:extLst>
              <a:ext uri="{FF2B5EF4-FFF2-40B4-BE49-F238E27FC236}">
                <a16:creationId xmlns:a16="http://schemas.microsoft.com/office/drawing/2014/main" id="{37BC0174-92E6-DCC2-6E70-A51D7F9A2F2B}"/>
              </a:ext>
            </a:extLst>
          </p:cNvPr>
          <p:cNvSpPr>
            <a:spLocks noGrp="1"/>
          </p:cNvSpPr>
          <p:nvPr/>
        </p:nvSpPr>
        <p:spPr>
          <a:xfrm>
            <a:off x="1626868" y="6654800"/>
            <a:ext cx="12308253" cy="22860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 defTabSz="800735">
              <a:buNone/>
              <a:defRPr sz="10864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Actions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  <p:sp>
        <p:nvSpPr>
          <p:cNvPr id="2254" name="{    ,    }">
            <a:extLst>
              <a:ext uri="{FF2B5EF4-FFF2-40B4-BE49-F238E27FC236}">
                <a16:creationId xmlns:a16="http://schemas.microsoft.com/office/drawing/2014/main" id="{4FBF2D49-3E7F-61C3-288E-1F2471D2C18A}"/>
              </a:ext>
            </a:extLst>
          </p:cNvPr>
          <p:cNvSpPr>
            <a:spLocks noGrp="1"/>
          </p:cNvSpPr>
          <p:nvPr/>
        </p:nvSpPr>
        <p:spPr>
          <a:xfrm>
            <a:off x="14166467" y="6654800"/>
            <a:ext cx="8940229" cy="22860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algn="l">
              <a:buNone/>
              <a:defRPr sz="11200" cap="small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{    </a:t>
            </a:r>
            <a:r>
              <a:rPr lang="pt-BR" dirty="0"/>
              <a:t>     </a:t>
            </a:r>
            <a:r>
              <a:rPr dirty="0"/>
              <a:t>,   </a:t>
            </a:r>
            <a:r>
              <a:rPr lang="pt-BR" dirty="0"/>
              <a:t>     </a:t>
            </a:r>
            <a:r>
              <a:rPr dirty="0"/>
              <a:t> }</a:t>
            </a:r>
          </a:p>
        </p:txBody>
      </p:sp>
      <p:graphicFrame>
        <p:nvGraphicFramePr>
          <p:cNvPr id="2262" name="Table 1-1-1">
            <a:extLst>
              <a:ext uri="{FF2B5EF4-FFF2-40B4-BE49-F238E27FC236}">
                <a16:creationId xmlns:a16="http://schemas.microsoft.com/office/drawing/2014/main" id="{72C3159B-A2D1-B8DF-49A1-99642794FA64}"/>
              </a:ext>
            </a:extLst>
          </p:cNvPr>
          <p:cNvGraphicFramePr/>
          <p:nvPr/>
        </p:nvGraphicFramePr>
        <p:xfrm>
          <a:off x="15295418" y="6583550"/>
          <a:ext cx="2428497" cy="248259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809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0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4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4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291781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60C8E-42D8-0953-DAA4-0A3CF31B7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Actions(s)">
            <a:extLst>
              <a:ext uri="{FF2B5EF4-FFF2-40B4-BE49-F238E27FC236}">
                <a16:creationId xmlns:a16="http://schemas.microsoft.com/office/drawing/2014/main" id="{8B5F89FC-13E8-FA35-6371-0A93331FF4C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Actions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59" name="Table 1-1">
            <a:extLst>
              <a:ext uri="{FF2B5EF4-FFF2-40B4-BE49-F238E27FC236}">
                <a16:creationId xmlns:a16="http://schemas.microsoft.com/office/drawing/2014/main" id="{7C702CF4-F0B8-8461-A078-81505B927E9B}"/>
              </a:ext>
            </a:extLst>
          </p:cNvPr>
          <p:cNvGraphicFramePr/>
          <p:nvPr/>
        </p:nvGraphicFramePr>
        <p:xfrm>
          <a:off x="7669550" y="5674061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53" name="Actions(               ) =">
            <a:extLst>
              <a:ext uri="{FF2B5EF4-FFF2-40B4-BE49-F238E27FC236}">
                <a16:creationId xmlns:a16="http://schemas.microsoft.com/office/drawing/2014/main" id="{4BE2D218-5AE9-453F-440A-196213BB1ED8}"/>
              </a:ext>
            </a:extLst>
          </p:cNvPr>
          <p:cNvSpPr>
            <a:spLocks noGrp="1"/>
          </p:cNvSpPr>
          <p:nvPr/>
        </p:nvSpPr>
        <p:spPr>
          <a:xfrm>
            <a:off x="1626868" y="6654800"/>
            <a:ext cx="12308253" cy="22860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 defTabSz="800735">
              <a:buNone/>
              <a:defRPr sz="10864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Actions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  <p:sp>
        <p:nvSpPr>
          <p:cNvPr id="2254" name="{    ,    }">
            <a:extLst>
              <a:ext uri="{FF2B5EF4-FFF2-40B4-BE49-F238E27FC236}">
                <a16:creationId xmlns:a16="http://schemas.microsoft.com/office/drawing/2014/main" id="{05610C82-232E-6DF2-3E02-1925B7ECB860}"/>
              </a:ext>
            </a:extLst>
          </p:cNvPr>
          <p:cNvSpPr>
            <a:spLocks noGrp="1"/>
          </p:cNvSpPr>
          <p:nvPr/>
        </p:nvSpPr>
        <p:spPr>
          <a:xfrm>
            <a:off x="14166467" y="6654800"/>
            <a:ext cx="8940229" cy="22860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algn="l">
              <a:buNone/>
              <a:defRPr sz="11200" cap="small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{    </a:t>
            </a:r>
            <a:r>
              <a:rPr lang="pt-BR" dirty="0"/>
              <a:t>     </a:t>
            </a:r>
            <a:r>
              <a:rPr dirty="0"/>
              <a:t>,   </a:t>
            </a:r>
            <a:r>
              <a:rPr lang="pt-BR" dirty="0"/>
              <a:t>     </a:t>
            </a:r>
            <a:r>
              <a:rPr dirty="0"/>
              <a:t> }</a:t>
            </a:r>
          </a:p>
        </p:txBody>
      </p:sp>
      <p:graphicFrame>
        <p:nvGraphicFramePr>
          <p:cNvPr id="2262" name="Table 1-1-1">
            <a:extLst>
              <a:ext uri="{FF2B5EF4-FFF2-40B4-BE49-F238E27FC236}">
                <a16:creationId xmlns:a16="http://schemas.microsoft.com/office/drawing/2014/main" id="{12848DB9-A4C7-3838-9DC2-3B9368D905CE}"/>
              </a:ext>
            </a:extLst>
          </p:cNvPr>
          <p:cNvGraphicFramePr/>
          <p:nvPr/>
        </p:nvGraphicFramePr>
        <p:xfrm>
          <a:off x="15295418" y="6583550"/>
          <a:ext cx="2428497" cy="248259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809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0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4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4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63" name="Table 1-1-1-1">
            <a:extLst>
              <a:ext uri="{FF2B5EF4-FFF2-40B4-BE49-F238E27FC236}">
                <a16:creationId xmlns:a16="http://schemas.microsoft.com/office/drawing/2014/main" id="{6D3E5182-8CEE-2E81-9070-5B4DD380D1E6}"/>
              </a:ext>
            </a:extLst>
          </p:cNvPr>
          <p:cNvGraphicFramePr/>
          <p:nvPr/>
        </p:nvGraphicFramePr>
        <p:xfrm>
          <a:off x="19084213" y="6583550"/>
          <a:ext cx="2428497" cy="248259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809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4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4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4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0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1500621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Result(s, a)">
            <a:extLst>
              <a:ext uri="{FF2B5EF4-FFF2-40B4-BE49-F238E27FC236}">
                <a16:creationId xmlns:a16="http://schemas.microsoft.com/office/drawing/2014/main" id="{80C4CEE5-CEE0-44A7-8ED3-35C481C401C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Result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s, a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2673174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28506-9AFA-950A-AC2F-6268E6254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Result(s, a)">
            <a:extLst>
              <a:ext uri="{FF2B5EF4-FFF2-40B4-BE49-F238E27FC236}">
                <a16:creationId xmlns:a16="http://schemas.microsoft.com/office/drawing/2014/main" id="{AF8D3B10-6443-7C80-F1DF-54D21ABDCBC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Result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s, a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65" name="Table 1-1">
            <a:extLst>
              <a:ext uri="{FF2B5EF4-FFF2-40B4-BE49-F238E27FC236}">
                <a16:creationId xmlns:a16="http://schemas.microsoft.com/office/drawing/2014/main" id="{0DEADC8F-1BF9-C532-F57C-F5F52FADE077}"/>
              </a:ext>
            </a:extLst>
          </p:cNvPr>
          <p:cNvGraphicFramePr/>
          <p:nvPr/>
        </p:nvGraphicFramePr>
        <p:xfrm>
          <a:off x="7078353" y="5674061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851125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6F5EB-0C42-6BD2-4FBD-1BA477519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Result(s, a)">
            <a:extLst>
              <a:ext uri="{FF2B5EF4-FFF2-40B4-BE49-F238E27FC236}">
                <a16:creationId xmlns:a16="http://schemas.microsoft.com/office/drawing/2014/main" id="{EE03BD56-6627-9E51-8F4D-A3CE62591D6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Result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s, a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65" name="Table 1-1">
            <a:extLst>
              <a:ext uri="{FF2B5EF4-FFF2-40B4-BE49-F238E27FC236}">
                <a16:creationId xmlns:a16="http://schemas.microsoft.com/office/drawing/2014/main" id="{0AD2BD95-429A-6815-95DB-80CA4D9E4E5E}"/>
              </a:ext>
            </a:extLst>
          </p:cNvPr>
          <p:cNvGraphicFramePr/>
          <p:nvPr/>
        </p:nvGraphicFramePr>
        <p:xfrm>
          <a:off x="7078353" y="5674061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60" name="Result(               ,         ) =">
            <a:extLst>
              <a:ext uri="{FF2B5EF4-FFF2-40B4-BE49-F238E27FC236}">
                <a16:creationId xmlns:a16="http://schemas.microsoft.com/office/drawing/2014/main" id="{7B3B8EE7-1207-0D51-97E9-5EC216D81CCD}"/>
              </a:ext>
            </a:extLst>
          </p:cNvPr>
          <p:cNvSpPr>
            <a:spLocks noGrp="1"/>
          </p:cNvSpPr>
          <p:nvPr/>
        </p:nvSpPr>
        <p:spPr>
          <a:xfrm>
            <a:off x="1626868" y="6654800"/>
            <a:ext cx="16636243" cy="22860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1200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Result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,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</p:spTree>
    <p:extLst>
      <p:ext uri="{BB962C8B-B14F-4D97-AF65-F5344CB8AC3E}">
        <p14:creationId xmlns:p14="http://schemas.microsoft.com/office/powerpoint/2010/main" val="1671206617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B1488-E67C-75E8-5C61-588BD8326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Result(s, a)">
            <a:extLst>
              <a:ext uri="{FF2B5EF4-FFF2-40B4-BE49-F238E27FC236}">
                <a16:creationId xmlns:a16="http://schemas.microsoft.com/office/drawing/2014/main" id="{FFEE3D52-A7AA-A0FD-038A-A77229619B8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Result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s, a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65" name="Table 1-1">
            <a:extLst>
              <a:ext uri="{FF2B5EF4-FFF2-40B4-BE49-F238E27FC236}">
                <a16:creationId xmlns:a16="http://schemas.microsoft.com/office/drawing/2014/main" id="{C8704101-11C3-515E-67A8-F819C6566585}"/>
              </a:ext>
            </a:extLst>
          </p:cNvPr>
          <p:cNvGraphicFramePr/>
          <p:nvPr/>
        </p:nvGraphicFramePr>
        <p:xfrm>
          <a:off x="7078353" y="5674061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60" name="Result(               ,         ) =">
            <a:extLst>
              <a:ext uri="{FF2B5EF4-FFF2-40B4-BE49-F238E27FC236}">
                <a16:creationId xmlns:a16="http://schemas.microsoft.com/office/drawing/2014/main" id="{6814D806-3B6E-324F-E2D7-FB4D85E63C0B}"/>
              </a:ext>
            </a:extLst>
          </p:cNvPr>
          <p:cNvSpPr>
            <a:spLocks noGrp="1"/>
          </p:cNvSpPr>
          <p:nvPr/>
        </p:nvSpPr>
        <p:spPr>
          <a:xfrm>
            <a:off x="1626868" y="6654800"/>
            <a:ext cx="16636243" cy="22860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1200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Result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,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  <p:graphicFrame>
        <p:nvGraphicFramePr>
          <p:cNvPr id="2267" name="Table 1-1-1">
            <a:extLst>
              <a:ext uri="{FF2B5EF4-FFF2-40B4-BE49-F238E27FC236}">
                <a16:creationId xmlns:a16="http://schemas.microsoft.com/office/drawing/2014/main" id="{66F4524A-E783-E405-0364-ECE0DEED77A1}"/>
              </a:ext>
            </a:extLst>
          </p:cNvPr>
          <p:cNvGraphicFramePr/>
          <p:nvPr/>
        </p:nvGraphicFramePr>
        <p:xfrm>
          <a:off x="12557242" y="6832475"/>
          <a:ext cx="2428497" cy="248259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809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0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4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4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8531852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065D2-4A03-9B36-5CDF-753E80E6F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Result(s, a)">
            <a:extLst>
              <a:ext uri="{FF2B5EF4-FFF2-40B4-BE49-F238E27FC236}">
                <a16:creationId xmlns:a16="http://schemas.microsoft.com/office/drawing/2014/main" id="{779E39CA-E440-59B0-6F86-9D0F43A8E56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Result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s, a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65" name="Table 1-1">
            <a:extLst>
              <a:ext uri="{FF2B5EF4-FFF2-40B4-BE49-F238E27FC236}">
                <a16:creationId xmlns:a16="http://schemas.microsoft.com/office/drawing/2014/main" id="{7D6722B9-123A-6192-E88C-36937E53ADCC}"/>
              </a:ext>
            </a:extLst>
          </p:cNvPr>
          <p:cNvGraphicFramePr/>
          <p:nvPr/>
        </p:nvGraphicFramePr>
        <p:xfrm>
          <a:off x="7078353" y="5674061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60" name="Result(               ,         ) =">
            <a:extLst>
              <a:ext uri="{FF2B5EF4-FFF2-40B4-BE49-F238E27FC236}">
                <a16:creationId xmlns:a16="http://schemas.microsoft.com/office/drawing/2014/main" id="{4B5D765C-3226-C01D-6F62-3C523F3BD650}"/>
              </a:ext>
            </a:extLst>
          </p:cNvPr>
          <p:cNvSpPr>
            <a:spLocks noGrp="1"/>
          </p:cNvSpPr>
          <p:nvPr/>
        </p:nvSpPr>
        <p:spPr>
          <a:xfrm>
            <a:off x="1626868" y="6654800"/>
            <a:ext cx="16636243" cy="228600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1200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Result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,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  <p:graphicFrame>
        <p:nvGraphicFramePr>
          <p:cNvPr id="2267" name="Table 1-1-1">
            <a:extLst>
              <a:ext uri="{FF2B5EF4-FFF2-40B4-BE49-F238E27FC236}">
                <a16:creationId xmlns:a16="http://schemas.microsoft.com/office/drawing/2014/main" id="{D76946AF-A4D4-2643-0E3F-64CDB6EA655D}"/>
              </a:ext>
            </a:extLst>
          </p:cNvPr>
          <p:cNvGraphicFramePr/>
          <p:nvPr/>
        </p:nvGraphicFramePr>
        <p:xfrm>
          <a:off x="12557242" y="6832475"/>
          <a:ext cx="2428497" cy="248259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809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50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4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4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68" name="Table 1-1-2">
            <a:extLst>
              <a:ext uri="{FF2B5EF4-FFF2-40B4-BE49-F238E27FC236}">
                <a16:creationId xmlns:a16="http://schemas.microsoft.com/office/drawing/2014/main" id="{FD295B35-115D-0EEC-C84D-959306586823}"/>
              </a:ext>
            </a:extLst>
          </p:cNvPr>
          <p:cNvGraphicFramePr/>
          <p:nvPr/>
        </p:nvGraphicFramePr>
        <p:xfrm>
          <a:off x="17782130" y="5674061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1125435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4" name="Terminal(s)">
            <a:extLst>
              <a:ext uri="{FF2B5EF4-FFF2-40B4-BE49-F238E27FC236}">
                <a16:creationId xmlns:a16="http://schemas.microsoft.com/office/drawing/2014/main" id="{7CD92AEB-27D4-4BF5-B0DF-12444863B94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Terminal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8673074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1A8D4-CADD-4604-A611-AAAD37535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4" name="Terminal(s)">
            <a:extLst>
              <a:ext uri="{FF2B5EF4-FFF2-40B4-BE49-F238E27FC236}">
                <a16:creationId xmlns:a16="http://schemas.microsoft.com/office/drawing/2014/main" id="{907B541E-0012-36FD-7575-AE3A94BE914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Terminal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74" name="Table 1-1">
            <a:extLst>
              <a:ext uri="{FF2B5EF4-FFF2-40B4-BE49-F238E27FC236}">
                <a16:creationId xmlns:a16="http://schemas.microsoft.com/office/drawing/2014/main" id="{2D0D2BC6-4E8C-A648-07A6-0AA2FFC70A3C}"/>
              </a:ext>
            </a:extLst>
          </p:cNvPr>
          <p:cNvGraphicFramePr/>
          <p:nvPr/>
        </p:nvGraphicFramePr>
        <p:xfrm>
          <a:off x="8851944" y="3420778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7780649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127A5-972B-DF5C-B144-DBEE567A1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4" name="Terminal(s)">
            <a:extLst>
              <a:ext uri="{FF2B5EF4-FFF2-40B4-BE49-F238E27FC236}">
                <a16:creationId xmlns:a16="http://schemas.microsoft.com/office/drawing/2014/main" id="{BEB2D194-0623-CF91-54C9-E402E19DD6E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Terminal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74" name="Table 1-1">
            <a:extLst>
              <a:ext uri="{FF2B5EF4-FFF2-40B4-BE49-F238E27FC236}">
                <a16:creationId xmlns:a16="http://schemas.microsoft.com/office/drawing/2014/main" id="{D1787417-8111-EB1D-A8F6-7C9A637A024E}"/>
              </a:ext>
            </a:extLst>
          </p:cNvPr>
          <p:cNvGraphicFramePr/>
          <p:nvPr/>
        </p:nvGraphicFramePr>
        <p:xfrm>
          <a:off x="8851944" y="3420778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66" name="Terminal(               ) =">
            <a:extLst>
              <a:ext uri="{FF2B5EF4-FFF2-40B4-BE49-F238E27FC236}">
                <a16:creationId xmlns:a16="http://schemas.microsoft.com/office/drawing/2014/main" id="{9C052B25-DABA-89FD-6E9D-6ED57DB7C68B}"/>
              </a:ext>
            </a:extLst>
          </p:cNvPr>
          <p:cNvSpPr>
            <a:spLocks noGrp="1"/>
          </p:cNvSpPr>
          <p:nvPr/>
        </p:nvSpPr>
        <p:spPr>
          <a:xfrm>
            <a:off x="1689100" y="4401516"/>
            <a:ext cx="13816752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1200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Terminal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</p:spTree>
    <p:extLst>
      <p:ext uri="{BB962C8B-B14F-4D97-AF65-F5344CB8AC3E}">
        <p14:creationId xmlns:p14="http://schemas.microsoft.com/office/powerpoint/2010/main" val="2744955704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0B20B-D1C2-93BE-4066-41DD2452E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4" name="Terminal(s)">
            <a:extLst>
              <a:ext uri="{FF2B5EF4-FFF2-40B4-BE49-F238E27FC236}">
                <a16:creationId xmlns:a16="http://schemas.microsoft.com/office/drawing/2014/main" id="{038F6197-CDED-BBA6-5421-E7AC1FE4860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Terminal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74" name="Table 1-1">
            <a:extLst>
              <a:ext uri="{FF2B5EF4-FFF2-40B4-BE49-F238E27FC236}">
                <a16:creationId xmlns:a16="http://schemas.microsoft.com/office/drawing/2014/main" id="{EB136033-4F9F-8BAC-1621-BC2B242940DD}"/>
              </a:ext>
            </a:extLst>
          </p:cNvPr>
          <p:cNvGraphicFramePr/>
          <p:nvPr/>
        </p:nvGraphicFramePr>
        <p:xfrm>
          <a:off x="8851944" y="3420778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66" name="Terminal(               ) =">
            <a:extLst>
              <a:ext uri="{FF2B5EF4-FFF2-40B4-BE49-F238E27FC236}">
                <a16:creationId xmlns:a16="http://schemas.microsoft.com/office/drawing/2014/main" id="{2C053B60-B0F0-1E07-1E1C-72E09DE19F4B}"/>
              </a:ext>
            </a:extLst>
          </p:cNvPr>
          <p:cNvSpPr>
            <a:spLocks noGrp="1"/>
          </p:cNvSpPr>
          <p:nvPr/>
        </p:nvSpPr>
        <p:spPr>
          <a:xfrm>
            <a:off x="1689100" y="4401516"/>
            <a:ext cx="13816752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1200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Terminal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  <p:sp>
        <p:nvSpPr>
          <p:cNvPr id="2267" name="false">
            <a:extLst>
              <a:ext uri="{FF2B5EF4-FFF2-40B4-BE49-F238E27FC236}">
                <a16:creationId xmlns:a16="http://schemas.microsoft.com/office/drawing/2014/main" id="{24616FF4-1D1B-E3DE-4BE4-F6BC54B4D0F7}"/>
              </a:ext>
            </a:extLst>
          </p:cNvPr>
          <p:cNvSpPr>
            <a:spLocks noGrp="1"/>
          </p:cNvSpPr>
          <p:nvPr/>
        </p:nvSpPr>
        <p:spPr>
          <a:xfrm>
            <a:off x="16002289" y="4401516"/>
            <a:ext cx="4247479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algn="l">
              <a:buNone/>
              <a:defRPr sz="112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295891202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9713B-9ED2-17A8-B8FD-68032E369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4" name="Terminal(s)">
            <a:extLst>
              <a:ext uri="{FF2B5EF4-FFF2-40B4-BE49-F238E27FC236}">
                <a16:creationId xmlns:a16="http://schemas.microsoft.com/office/drawing/2014/main" id="{3FD48F3B-F272-E955-04D9-5255F00C0C4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Terminal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74" name="Table 1-1">
            <a:extLst>
              <a:ext uri="{FF2B5EF4-FFF2-40B4-BE49-F238E27FC236}">
                <a16:creationId xmlns:a16="http://schemas.microsoft.com/office/drawing/2014/main" id="{4D05A727-4DF7-356B-935F-23FB2CCBA485}"/>
              </a:ext>
            </a:extLst>
          </p:cNvPr>
          <p:cNvGraphicFramePr/>
          <p:nvPr/>
        </p:nvGraphicFramePr>
        <p:xfrm>
          <a:off x="8851944" y="3420778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66" name="Terminal(               ) =">
            <a:extLst>
              <a:ext uri="{FF2B5EF4-FFF2-40B4-BE49-F238E27FC236}">
                <a16:creationId xmlns:a16="http://schemas.microsoft.com/office/drawing/2014/main" id="{D5F98E00-EF32-E622-98D4-71DD0C99EFF5}"/>
              </a:ext>
            </a:extLst>
          </p:cNvPr>
          <p:cNvSpPr>
            <a:spLocks noGrp="1"/>
          </p:cNvSpPr>
          <p:nvPr/>
        </p:nvSpPr>
        <p:spPr>
          <a:xfrm>
            <a:off x="1689100" y="4401516"/>
            <a:ext cx="13816752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1200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Terminal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  <p:sp>
        <p:nvSpPr>
          <p:cNvPr id="2267" name="false">
            <a:extLst>
              <a:ext uri="{FF2B5EF4-FFF2-40B4-BE49-F238E27FC236}">
                <a16:creationId xmlns:a16="http://schemas.microsoft.com/office/drawing/2014/main" id="{F226562C-9CA0-1E38-A476-9DB0594FDA18}"/>
              </a:ext>
            </a:extLst>
          </p:cNvPr>
          <p:cNvSpPr>
            <a:spLocks noGrp="1"/>
          </p:cNvSpPr>
          <p:nvPr/>
        </p:nvSpPr>
        <p:spPr>
          <a:xfrm>
            <a:off x="16002289" y="4401516"/>
            <a:ext cx="4247479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algn="l">
              <a:buNone/>
              <a:defRPr sz="112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false</a:t>
            </a:r>
          </a:p>
        </p:txBody>
      </p:sp>
      <p:graphicFrame>
        <p:nvGraphicFramePr>
          <p:cNvPr id="2277" name="Table 1-1-1">
            <a:extLst>
              <a:ext uri="{FF2B5EF4-FFF2-40B4-BE49-F238E27FC236}">
                <a16:creationId xmlns:a16="http://schemas.microsoft.com/office/drawing/2014/main" id="{4402C80E-7DFA-48E8-862A-AA505D7E85F0}"/>
              </a:ext>
            </a:extLst>
          </p:cNvPr>
          <p:cNvGraphicFramePr/>
          <p:nvPr/>
        </p:nvGraphicFramePr>
        <p:xfrm>
          <a:off x="8851944" y="8533891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253429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2C4EF-BE8B-E185-F855-D9F387216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4" name="Terminal(s)">
            <a:extLst>
              <a:ext uri="{FF2B5EF4-FFF2-40B4-BE49-F238E27FC236}">
                <a16:creationId xmlns:a16="http://schemas.microsoft.com/office/drawing/2014/main" id="{2B980C93-7692-7131-DD98-0B25AFD4B0E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Terminal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74" name="Table 1-1">
            <a:extLst>
              <a:ext uri="{FF2B5EF4-FFF2-40B4-BE49-F238E27FC236}">
                <a16:creationId xmlns:a16="http://schemas.microsoft.com/office/drawing/2014/main" id="{3CF86043-264D-05B8-D878-F4130FF038C5}"/>
              </a:ext>
            </a:extLst>
          </p:cNvPr>
          <p:cNvGraphicFramePr/>
          <p:nvPr/>
        </p:nvGraphicFramePr>
        <p:xfrm>
          <a:off x="8851944" y="3420778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66" name="Terminal(               ) =">
            <a:extLst>
              <a:ext uri="{FF2B5EF4-FFF2-40B4-BE49-F238E27FC236}">
                <a16:creationId xmlns:a16="http://schemas.microsoft.com/office/drawing/2014/main" id="{8131DCC0-03E1-984D-9448-372947C21434}"/>
              </a:ext>
            </a:extLst>
          </p:cNvPr>
          <p:cNvSpPr>
            <a:spLocks noGrp="1"/>
          </p:cNvSpPr>
          <p:nvPr/>
        </p:nvSpPr>
        <p:spPr>
          <a:xfrm>
            <a:off x="1689100" y="4401516"/>
            <a:ext cx="13816752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1200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Terminal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  <p:sp>
        <p:nvSpPr>
          <p:cNvPr id="2267" name="false">
            <a:extLst>
              <a:ext uri="{FF2B5EF4-FFF2-40B4-BE49-F238E27FC236}">
                <a16:creationId xmlns:a16="http://schemas.microsoft.com/office/drawing/2014/main" id="{85DA5582-9BBD-7F0C-5F42-949428C44F00}"/>
              </a:ext>
            </a:extLst>
          </p:cNvPr>
          <p:cNvSpPr>
            <a:spLocks noGrp="1"/>
          </p:cNvSpPr>
          <p:nvPr/>
        </p:nvSpPr>
        <p:spPr>
          <a:xfrm>
            <a:off x="16002289" y="4401516"/>
            <a:ext cx="4247479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algn="l">
              <a:buNone/>
              <a:defRPr sz="112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false</a:t>
            </a:r>
          </a:p>
        </p:txBody>
      </p:sp>
      <p:graphicFrame>
        <p:nvGraphicFramePr>
          <p:cNvPr id="2277" name="Table 1-1-1">
            <a:extLst>
              <a:ext uri="{FF2B5EF4-FFF2-40B4-BE49-F238E27FC236}">
                <a16:creationId xmlns:a16="http://schemas.microsoft.com/office/drawing/2014/main" id="{1709723D-F68F-3467-AB52-A71DAD6D9A41}"/>
              </a:ext>
            </a:extLst>
          </p:cNvPr>
          <p:cNvGraphicFramePr/>
          <p:nvPr/>
        </p:nvGraphicFramePr>
        <p:xfrm>
          <a:off x="8851944" y="8533891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69" name="Terminal(               ) =">
            <a:extLst>
              <a:ext uri="{FF2B5EF4-FFF2-40B4-BE49-F238E27FC236}">
                <a16:creationId xmlns:a16="http://schemas.microsoft.com/office/drawing/2014/main" id="{6BD5046E-E124-5B4D-8DA7-7840201DD50E}"/>
              </a:ext>
            </a:extLst>
          </p:cNvPr>
          <p:cNvSpPr>
            <a:spLocks noGrp="1"/>
          </p:cNvSpPr>
          <p:nvPr/>
        </p:nvSpPr>
        <p:spPr>
          <a:xfrm>
            <a:off x="1657984" y="9514630"/>
            <a:ext cx="14994286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1200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Terminal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</p:spTree>
    <p:extLst>
      <p:ext uri="{BB962C8B-B14F-4D97-AF65-F5344CB8AC3E}">
        <p14:creationId xmlns:p14="http://schemas.microsoft.com/office/powerpoint/2010/main" val="691251944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415AF-5FE8-1C51-EE86-0E8C934D2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4" name="Terminal(s)">
            <a:extLst>
              <a:ext uri="{FF2B5EF4-FFF2-40B4-BE49-F238E27FC236}">
                <a16:creationId xmlns:a16="http://schemas.microsoft.com/office/drawing/2014/main" id="{9620E516-0F95-BB02-B085-4DB4E3020E5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Terminal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74" name="Table 1-1">
            <a:extLst>
              <a:ext uri="{FF2B5EF4-FFF2-40B4-BE49-F238E27FC236}">
                <a16:creationId xmlns:a16="http://schemas.microsoft.com/office/drawing/2014/main" id="{9407BE99-13A6-2CFE-3BB4-A3C97E8313CA}"/>
              </a:ext>
            </a:extLst>
          </p:cNvPr>
          <p:cNvGraphicFramePr/>
          <p:nvPr/>
        </p:nvGraphicFramePr>
        <p:xfrm>
          <a:off x="8851944" y="3420778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66" name="Terminal(               ) =">
            <a:extLst>
              <a:ext uri="{FF2B5EF4-FFF2-40B4-BE49-F238E27FC236}">
                <a16:creationId xmlns:a16="http://schemas.microsoft.com/office/drawing/2014/main" id="{288527A6-8AA3-22BC-1351-F1883E226CE7}"/>
              </a:ext>
            </a:extLst>
          </p:cNvPr>
          <p:cNvSpPr>
            <a:spLocks noGrp="1"/>
          </p:cNvSpPr>
          <p:nvPr/>
        </p:nvSpPr>
        <p:spPr>
          <a:xfrm>
            <a:off x="1689100" y="4401516"/>
            <a:ext cx="13816752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1200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Terminal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  <p:sp>
        <p:nvSpPr>
          <p:cNvPr id="2267" name="false">
            <a:extLst>
              <a:ext uri="{FF2B5EF4-FFF2-40B4-BE49-F238E27FC236}">
                <a16:creationId xmlns:a16="http://schemas.microsoft.com/office/drawing/2014/main" id="{A8F0ACDA-9819-006A-33E5-FCA4E7991E93}"/>
              </a:ext>
            </a:extLst>
          </p:cNvPr>
          <p:cNvSpPr>
            <a:spLocks noGrp="1"/>
          </p:cNvSpPr>
          <p:nvPr/>
        </p:nvSpPr>
        <p:spPr>
          <a:xfrm>
            <a:off x="16002289" y="4401516"/>
            <a:ext cx="4247479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algn="l">
              <a:buNone/>
              <a:defRPr sz="112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false</a:t>
            </a:r>
          </a:p>
        </p:txBody>
      </p:sp>
      <p:graphicFrame>
        <p:nvGraphicFramePr>
          <p:cNvPr id="2277" name="Table 1-1-1">
            <a:extLst>
              <a:ext uri="{FF2B5EF4-FFF2-40B4-BE49-F238E27FC236}">
                <a16:creationId xmlns:a16="http://schemas.microsoft.com/office/drawing/2014/main" id="{2B1E2E93-79CC-FE99-6DF1-50A1C8936678}"/>
              </a:ext>
            </a:extLst>
          </p:cNvPr>
          <p:cNvGraphicFramePr/>
          <p:nvPr/>
        </p:nvGraphicFramePr>
        <p:xfrm>
          <a:off x="8851944" y="8533891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69" name="Terminal(               ) =">
            <a:extLst>
              <a:ext uri="{FF2B5EF4-FFF2-40B4-BE49-F238E27FC236}">
                <a16:creationId xmlns:a16="http://schemas.microsoft.com/office/drawing/2014/main" id="{D6EFA878-17FD-48D6-6D79-3F34473472D6}"/>
              </a:ext>
            </a:extLst>
          </p:cNvPr>
          <p:cNvSpPr>
            <a:spLocks noGrp="1"/>
          </p:cNvSpPr>
          <p:nvPr/>
        </p:nvSpPr>
        <p:spPr>
          <a:xfrm>
            <a:off x="1657984" y="9514630"/>
            <a:ext cx="14994286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1200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Terminal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  <p:sp>
        <p:nvSpPr>
          <p:cNvPr id="2270" name="true">
            <a:extLst>
              <a:ext uri="{FF2B5EF4-FFF2-40B4-BE49-F238E27FC236}">
                <a16:creationId xmlns:a16="http://schemas.microsoft.com/office/drawing/2014/main" id="{6DE2DD09-9A04-9EF2-B40E-57D5FEDF93E7}"/>
              </a:ext>
            </a:extLst>
          </p:cNvPr>
          <p:cNvSpPr>
            <a:spLocks noGrp="1"/>
          </p:cNvSpPr>
          <p:nvPr/>
        </p:nvSpPr>
        <p:spPr>
          <a:xfrm>
            <a:off x="15856190" y="9514630"/>
            <a:ext cx="4539676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algn="l">
              <a:buNone/>
              <a:defRPr sz="112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696220324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29159-1B5D-271E-2AEA-94AA41013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Utility(s)">
            <a:extLst>
              <a:ext uri="{FF2B5EF4-FFF2-40B4-BE49-F238E27FC236}">
                <a16:creationId xmlns:a16="http://schemas.microsoft.com/office/drawing/2014/main" id="{A39249F9-3B15-1D66-4149-808A80F0807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Utility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34134671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Utility(s)">
            <a:extLst>
              <a:ext uri="{FF2B5EF4-FFF2-40B4-BE49-F238E27FC236}">
                <a16:creationId xmlns:a16="http://schemas.microsoft.com/office/drawing/2014/main" id="{D9AABDE5-6C38-4819-87BC-C0385408D9C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Utility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82" name="Table 1-1"/>
          <p:cNvGraphicFramePr/>
          <p:nvPr/>
        </p:nvGraphicFramePr>
        <p:xfrm>
          <a:off x="7638435" y="3420778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152505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1AAD4-C7F3-800D-8487-5726367C1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Utility(s)">
            <a:extLst>
              <a:ext uri="{FF2B5EF4-FFF2-40B4-BE49-F238E27FC236}">
                <a16:creationId xmlns:a16="http://schemas.microsoft.com/office/drawing/2014/main" id="{7498610C-C649-53DD-385A-A602AF5E971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Utility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82" name="Table 1-1">
            <a:extLst>
              <a:ext uri="{FF2B5EF4-FFF2-40B4-BE49-F238E27FC236}">
                <a16:creationId xmlns:a16="http://schemas.microsoft.com/office/drawing/2014/main" id="{E065812F-4519-77FE-5CA1-190D54E7A001}"/>
              </a:ext>
            </a:extLst>
          </p:cNvPr>
          <p:cNvGraphicFramePr/>
          <p:nvPr/>
        </p:nvGraphicFramePr>
        <p:xfrm>
          <a:off x="7638435" y="3420778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74" name="Utility(               ) =">
            <a:extLst>
              <a:ext uri="{FF2B5EF4-FFF2-40B4-BE49-F238E27FC236}">
                <a16:creationId xmlns:a16="http://schemas.microsoft.com/office/drawing/2014/main" id="{A29ADDED-65D2-6A64-CB1A-8F39C10BAC29}"/>
              </a:ext>
            </a:extLst>
          </p:cNvPr>
          <p:cNvSpPr>
            <a:spLocks noGrp="1"/>
          </p:cNvSpPr>
          <p:nvPr/>
        </p:nvSpPr>
        <p:spPr>
          <a:xfrm>
            <a:off x="1689100" y="4401516"/>
            <a:ext cx="13816752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1200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Utility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</p:spTree>
    <p:extLst>
      <p:ext uri="{BB962C8B-B14F-4D97-AF65-F5344CB8AC3E}">
        <p14:creationId xmlns:p14="http://schemas.microsoft.com/office/powerpoint/2010/main" val="2665901861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E2FF8-7023-8437-77EF-7E8C82289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Utility(s)">
            <a:extLst>
              <a:ext uri="{FF2B5EF4-FFF2-40B4-BE49-F238E27FC236}">
                <a16:creationId xmlns:a16="http://schemas.microsoft.com/office/drawing/2014/main" id="{E2231901-F838-EB09-D421-5D4E76669BA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Utility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82" name="Table 1-1">
            <a:extLst>
              <a:ext uri="{FF2B5EF4-FFF2-40B4-BE49-F238E27FC236}">
                <a16:creationId xmlns:a16="http://schemas.microsoft.com/office/drawing/2014/main" id="{533C279D-10BB-13C7-94F4-9EE4162E12D1}"/>
              </a:ext>
            </a:extLst>
          </p:cNvPr>
          <p:cNvGraphicFramePr/>
          <p:nvPr/>
        </p:nvGraphicFramePr>
        <p:xfrm>
          <a:off x="7638435" y="3420778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74" name="Utility(               ) =">
            <a:extLst>
              <a:ext uri="{FF2B5EF4-FFF2-40B4-BE49-F238E27FC236}">
                <a16:creationId xmlns:a16="http://schemas.microsoft.com/office/drawing/2014/main" id="{542D5BB0-70E3-15F6-0123-CF7443008128}"/>
              </a:ext>
            </a:extLst>
          </p:cNvPr>
          <p:cNvSpPr>
            <a:spLocks noGrp="1"/>
          </p:cNvSpPr>
          <p:nvPr/>
        </p:nvSpPr>
        <p:spPr>
          <a:xfrm>
            <a:off x="1689100" y="4401516"/>
            <a:ext cx="13816752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1200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Utility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  <p:sp>
        <p:nvSpPr>
          <p:cNvPr id="2275" name="1">
            <a:extLst>
              <a:ext uri="{FF2B5EF4-FFF2-40B4-BE49-F238E27FC236}">
                <a16:creationId xmlns:a16="http://schemas.microsoft.com/office/drawing/2014/main" id="{9154F9AD-96D1-6B9D-4F76-56CB726A4F60}"/>
              </a:ext>
            </a:extLst>
          </p:cNvPr>
          <p:cNvSpPr>
            <a:spLocks noGrp="1"/>
          </p:cNvSpPr>
          <p:nvPr/>
        </p:nvSpPr>
        <p:spPr>
          <a:xfrm>
            <a:off x="14446508" y="4401516"/>
            <a:ext cx="1088148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algn="l">
              <a:buNone/>
              <a:defRPr sz="112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32505515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0E4C2-4A29-728A-D408-1BA0263D9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Utility(s)">
            <a:extLst>
              <a:ext uri="{FF2B5EF4-FFF2-40B4-BE49-F238E27FC236}">
                <a16:creationId xmlns:a16="http://schemas.microsoft.com/office/drawing/2014/main" id="{B84361FF-903B-8C76-E48E-8F9352C0F81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Utility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82" name="Table 1-1">
            <a:extLst>
              <a:ext uri="{FF2B5EF4-FFF2-40B4-BE49-F238E27FC236}">
                <a16:creationId xmlns:a16="http://schemas.microsoft.com/office/drawing/2014/main" id="{E355680B-1738-1178-A376-3B2FAB8F18DC}"/>
              </a:ext>
            </a:extLst>
          </p:cNvPr>
          <p:cNvGraphicFramePr/>
          <p:nvPr/>
        </p:nvGraphicFramePr>
        <p:xfrm>
          <a:off x="7638435" y="3420778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74" name="Utility(               ) =">
            <a:extLst>
              <a:ext uri="{FF2B5EF4-FFF2-40B4-BE49-F238E27FC236}">
                <a16:creationId xmlns:a16="http://schemas.microsoft.com/office/drawing/2014/main" id="{0942B2CF-0A9E-7C40-659F-F83152EBC3DA}"/>
              </a:ext>
            </a:extLst>
          </p:cNvPr>
          <p:cNvSpPr>
            <a:spLocks noGrp="1"/>
          </p:cNvSpPr>
          <p:nvPr/>
        </p:nvSpPr>
        <p:spPr>
          <a:xfrm>
            <a:off x="1689100" y="4401516"/>
            <a:ext cx="13816752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1200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Utility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  <p:sp>
        <p:nvSpPr>
          <p:cNvPr id="2275" name="1">
            <a:extLst>
              <a:ext uri="{FF2B5EF4-FFF2-40B4-BE49-F238E27FC236}">
                <a16:creationId xmlns:a16="http://schemas.microsoft.com/office/drawing/2014/main" id="{4AEF4981-FFB9-BC77-E030-EE644CE515B8}"/>
              </a:ext>
            </a:extLst>
          </p:cNvPr>
          <p:cNvSpPr>
            <a:spLocks noGrp="1"/>
          </p:cNvSpPr>
          <p:nvPr/>
        </p:nvSpPr>
        <p:spPr>
          <a:xfrm>
            <a:off x="14446508" y="4401516"/>
            <a:ext cx="1088148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algn="l">
              <a:buNone/>
              <a:defRPr sz="112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graphicFrame>
        <p:nvGraphicFramePr>
          <p:cNvPr id="2285" name="Table 1-1-1">
            <a:extLst>
              <a:ext uri="{FF2B5EF4-FFF2-40B4-BE49-F238E27FC236}">
                <a16:creationId xmlns:a16="http://schemas.microsoft.com/office/drawing/2014/main" id="{3E97B75A-6D90-5D09-34B1-EEA11C1EEC71}"/>
              </a:ext>
            </a:extLst>
          </p:cNvPr>
          <p:cNvGraphicFramePr/>
          <p:nvPr/>
        </p:nvGraphicFramePr>
        <p:xfrm>
          <a:off x="7638434" y="8533891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2895951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BBF49-67C7-7D64-0D90-E31AB55D0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Utility(s)">
            <a:extLst>
              <a:ext uri="{FF2B5EF4-FFF2-40B4-BE49-F238E27FC236}">
                <a16:creationId xmlns:a16="http://schemas.microsoft.com/office/drawing/2014/main" id="{52A236FF-4F5A-BCDF-06D0-529E1E509E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Utility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82" name="Table 1-1">
            <a:extLst>
              <a:ext uri="{FF2B5EF4-FFF2-40B4-BE49-F238E27FC236}">
                <a16:creationId xmlns:a16="http://schemas.microsoft.com/office/drawing/2014/main" id="{544BB9BD-402F-F608-D5A5-0C46C0DF0CCD}"/>
              </a:ext>
            </a:extLst>
          </p:cNvPr>
          <p:cNvGraphicFramePr/>
          <p:nvPr/>
        </p:nvGraphicFramePr>
        <p:xfrm>
          <a:off x="7638435" y="3420778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74" name="Utility(               ) =">
            <a:extLst>
              <a:ext uri="{FF2B5EF4-FFF2-40B4-BE49-F238E27FC236}">
                <a16:creationId xmlns:a16="http://schemas.microsoft.com/office/drawing/2014/main" id="{55EC6D20-C87B-4E12-60D3-E522C0CD1A29}"/>
              </a:ext>
            </a:extLst>
          </p:cNvPr>
          <p:cNvSpPr>
            <a:spLocks noGrp="1"/>
          </p:cNvSpPr>
          <p:nvPr/>
        </p:nvSpPr>
        <p:spPr>
          <a:xfrm>
            <a:off x="1689100" y="4401516"/>
            <a:ext cx="13816752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1200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Utility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  <p:sp>
        <p:nvSpPr>
          <p:cNvPr id="2275" name="1">
            <a:extLst>
              <a:ext uri="{FF2B5EF4-FFF2-40B4-BE49-F238E27FC236}">
                <a16:creationId xmlns:a16="http://schemas.microsoft.com/office/drawing/2014/main" id="{BDC880D2-562F-BF2A-EFCD-DD15BA9E510F}"/>
              </a:ext>
            </a:extLst>
          </p:cNvPr>
          <p:cNvSpPr>
            <a:spLocks noGrp="1"/>
          </p:cNvSpPr>
          <p:nvPr/>
        </p:nvSpPr>
        <p:spPr>
          <a:xfrm>
            <a:off x="14446508" y="4401516"/>
            <a:ext cx="1088148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algn="l">
              <a:buNone/>
              <a:defRPr sz="112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graphicFrame>
        <p:nvGraphicFramePr>
          <p:cNvPr id="2285" name="Table 1-1-1">
            <a:extLst>
              <a:ext uri="{FF2B5EF4-FFF2-40B4-BE49-F238E27FC236}">
                <a16:creationId xmlns:a16="http://schemas.microsoft.com/office/drawing/2014/main" id="{F63A3074-8CE2-E004-726F-E8E7E49DF8C1}"/>
              </a:ext>
            </a:extLst>
          </p:cNvPr>
          <p:cNvGraphicFramePr/>
          <p:nvPr/>
        </p:nvGraphicFramePr>
        <p:xfrm>
          <a:off x="7638434" y="8533891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77" name="Utility(               ) =">
            <a:extLst>
              <a:ext uri="{FF2B5EF4-FFF2-40B4-BE49-F238E27FC236}">
                <a16:creationId xmlns:a16="http://schemas.microsoft.com/office/drawing/2014/main" id="{6A25A820-D9B7-586E-27D8-36BA730320F2}"/>
              </a:ext>
            </a:extLst>
          </p:cNvPr>
          <p:cNvSpPr>
            <a:spLocks noGrp="1"/>
          </p:cNvSpPr>
          <p:nvPr/>
        </p:nvSpPr>
        <p:spPr>
          <a:xfrm>
            <a:off x="1657984" y="9514630"/>
            <a:ext cx="14994286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1200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Utility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</p:spTree>
    <p:extLst>
      <p:ext uri="{BB962C8B-B14F-4D97-AF65-F5344CB8AC3E}">
        <p14:creationId xmlns:p14="http://schemas.microsoft.com/office/powerpoint/2010/main" val="19210009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82F8D-C5CD-5145-52FB-DB6B2EE21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Utility(s)">
            <a:extLst>
              <a:ext uri="{FF2B5EF4-FFF2-40B4-BE49-F238E27FC236}">
                <a16:creationId xmlns:a16="http://schemas.microsoft.com/office/drawing/2014/main" id="{A8D6A9BA-5CD5-737D-CCE7-7EA4A840A05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cap="small">
                <a:latin typeface="Times New Roman"/>
                <a:ea typeface="Times New Roman"/>
                <a:cs typeface="Times New Roman"/>
              </a:rPr>
              <a:t>Utility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graphicFrame>
        <p:nvGraphicFramePr>
          <p:cNvPr id="2282" name="Table 1-1">
            <a:extLst>
              <a:ext uri="{FF2B5EF4-FFF2-40B4-BE49-F238E27FC236}">
                <a16:creationId xmlns:a16="http://schemas.microsoft.com/office/drawing/2014/main" id="{3F695692-2FCE-DC6E-709E-65A087CB8021}"/>
              </a:ext>
            </a:extLst>
          </p:cNvPr>
          <p:cNvGraphicFramePr/>
          <p:nvPr/>
        </p:nvGraphicFramePr>
        <p:xfrm>
          <a:off x="7638435" y="3420778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74" name="Utility(               ) =">
            <a:extLst>
              <a:ext uri="{FF2B5EF4-FFF2-40B4-BE49-F238E27FC236}">
                <a16:creationId xmlns:a16="http://schemas.microsoft.com/office/drawing/2014/main" id="{AEE75896-CDBE-9F4B-5A65-FD7B6DAB8C31}"/>
              </a:ext>
            </a:extLst>
          </p:cNvPr>
          <p:cNvSpPr>
            <a:spLocks noGrp="1"/>
          </p:cNvSpPr>
          <p:nvPr/>
        </p:nvSpPr>
        <p:spPr>
          <a:xfrm>
            <a:off x="1689100" y="4401516"/>
            <a:ext cx="13816752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1200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Utility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  <p:sp>
        <p:nvSpPr>
          <p:cNvPr id="2275" name="1">
            <a:extLst>
              <a:ext uri="{FF2B5EF4-FFF2-40B4-BE49-F238E27FC236}">
                <a16:creationId xmlns:a16="http://schemas.microsoft.com/office/drawing/2014/main" id="{267EC32E-AB09-CD09-CBA6-A96DE01AD5D7}"/>
              </a:ext>
            </a:extLst>
          </p:cNvPr>
          <p:cNvSpPr>
            <a:spLocks noGrp="1"/>
          </p:cNvSpPr>
          <p:nvPr/>
        </p:nvSpPr>
        <p:spPr>
          <a:xfrm>
            <a:off x="14446508" y="4401516"/>
            <a:ext cx="1088148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algn="l">
              <a:buNone/>
              <a:defRPr sz="1120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1</a:t>
            </a:r>
          </a:p>
        </p:txBody>
      </p:sp>
      <p:graphicFrame>
        <p:nvGraphicFramePr>
          <p:cNvPr id="2285" name="Table 1-1-1">
            <a:extLst>
              <a:ext uri="{FF2B5EF4-FFF2-40B4-BE49-F238E27FC236}">
                <a16:creationId xmlns:a16="http://schemas.microsoft.com/office/drawing/2014/main" id="{22889FAD-EFAA-CFAC-BA74-E7C2462D8D57}"/>
              </a:ext>
            </a:extLst>
          </p:cNvPr>
          <p:cNvGraphicFramePr/>
          <p:nvPr/>
        </p:nvGraphicFramePr>
        <p:xfrm>
          <a:off x="7638434" y="8533891"/>
          <a:ext cx="4247475" cy="424747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1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0"/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1270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127000">
                      <a:solidFill>
                        <a:srgbClr val="D6D7D6"/>
                      </a:solidFill>
                    </a:lnR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0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127000">
                      <a:solidFill>
                        <a:srgbClr val="D6D7D6"/>
                      </a:solidFill>
                    </a:lnL>
                    <a:lnR w="0"/>
                    <a:lnT w="1270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77" name="Utility(               ) =">
            <a:extLst>
              <a:ext uri="{FF2B5EF4-FFF2-40B4-BE49-F238E27FC236}">
                <a16:creationId xmlns:a16="http://schemas.microsoft.com/office/drawing/2014/main" id="{BD17748A-6826-3BF8-FCF7-5BA36426FBF5}"/>
              </a:ext>
            </a:extLst>
          </p:cNvPr>
          <p:cNvSpPr>
            <a:spLocks noGrp="1"/>
          </p:cNvSpPr>
          <p:nvPr/>
        </p:nvSpPr>
        <p:spPr>
          <a:xfrm>
            <a:off x="1657984" y="9514630"/>
            <a:ext cx="14994286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/>
          <a:p>
            <a:pPr algn="l">
              <a:buNone/>
              <a:defRPr sz="11200" b="0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Utility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               </a:t>
            </a:r>
            <a:r>
              <a:rPr>
                <a:latin typeface="Times New Roman"/>
                <a:ea typeface="Times New Roman"/>
                <a:cs typeface="Times New Roman"/>
              </a:rPr>
              <a:t>) =</a:t>
            </a:r>
          </a:p>
        </p:txBody>
      </p:sp>
      <p:sp>
        <p:nvSpPr>
          <p:cNvPr id="2278" name="-1">
            <a:extLst>
              <a:ext uri="{FF2B5EF4-FFF2-40B4-BE49-F238E27FC236}">
                <a16:creationId xmlns:a16="http://schemas.microsoft.com/office/drawing/2014/main" id="{80D2D633-5813-E4C8-5154-83E16C2B3EE2}"/>
              </a:ext>
            </a:extLst>
          </p:cNvPr>
          <p:cNvSpPr>
            <a:spLocks noGrp="1"/>
          </p:cNvSpPr>
          <p:nvPr/>
        </p:nvSpPr>
        <p:spPr>
          <a:xfrm>
            <a:off x="14518217" y="9514630"/>
            <a:ext cx="1836263" cy="228600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/>
          </a:bodyPr>
          <a:lstStyle>
            <a:lvl1pPr algn="l">
              <a:buNone/>
              <a:defRPr sz="112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4043973273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83" name="Table 1-1-1"/>
          <p:cNvGraphicFramePr/>
          <p:nvPr/>
        </p:nvGraphicFramePr>
        <p:xfrm>
          <a:off x="10398175" y="4275064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060384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A7D73-7422-C998-D144-87D11BD8F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Value: 1">
            <a:extLst>
              <a:ext uri="{FF2B5EF4-FFF2-40B4-BE49-F238E27FC236}">
                <a16:creationId xmlns:a16="http://schemas.microsoft.com/office/drawing/2014/main" id="{F53CEC3A-BBCF-A7BA-91A7-9CDD16CB1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2337" y="8496675"/>
            <a:ext cx="5119326" cy="944261"/>
          </a:xfrm>
          <a:prstGeom prst="rect">
            <a:avLst/>
          </a:prstGeom>
        </p:spPr>
        <p:txBody>
          <a:bodyPr/>
          <a:lstStyle/>
          <a:p>
            <a:pPr algn="ctr" defTabSz="751205">
              <a:buNone/>
              <a:defRPr sz="5460"/>
            </a:pPr>
            <a:r>
              <a:rPr cap="small">
                <a:latin typeface="Times New Roman"/>
                <a:ea typeface="Times New Roman"/>
                <a:cs typeface="Times New Roman"/>
              </a:rPr>
              <a:t>Valor: 1</a:t>
            </a:r>
          </a:p>
        </p:txBody>
      </p:sp>
      <p:graphicFrame>
        <p:nvGraphicFramePr>
          <p:cNvPr id="2283" name="Table 1-1-1">
            <a:extLst>
              <a:ext uri="{FF2B5EF4-FFF2-40B4-BE49-F238E27FC236}">
                <a16:creationId xmlns:a16="http://schemas.microsoft.com/office/drawing/2014/main" id="{F8EE3AFF-FBF0-AB46-2BEE-24D682D4BE38}"/>
              </a:ext>
            </a:extLst>
          </p:cNvPr>
          <p:cNvGraphicFramePr/>
          <p:nvPr/>
        </p:nvGraphicFramePr>
        <p:xfrm>
          <a:off x="10398175" y="4275064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7494224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8" name="Table 1-1"/>
          <p:cNvGraphicFramePr/>
          <p:nvPr/>
        </p:nvGraphicFramePr>
        <p:xfrm>
          <a:off x="14089014" y="521292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641145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59023-9896-2C24-E876-8F7ECA8BE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8" name="Table 1-1">
            <a:extLst>
              <a:ext uri="{FF2B5EF4-FFF2-40B4-BE49-F238E27FC236}">
                <a16:creationId xmlns:a16="http://schemas.microsoft.com/office/drawing/2014/main" id="{83F5073D-E514-F079-6269-A99888883959}"/>
              </a:ext>
            </a:extLst>
          </p:cNvPr>
          <p:cNvGraphicFramePr/>
          <p:nvPr/>
        </p:nvGraphicFramePr>
        <p:xfrm>
          <a:off x="14089014" y="521292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84" name="Player(s) = O">
            <a:extLst>
              <a:ext uri="{FF2B5EF4-FFF2-40B4-BE49-F238E27FC236}">
                <a16:creationId xmlns:a16="http://schemas.microsoft.com/office/drawing/2014/main" id="{C253FEF7-CA5E-5F72-BDBB-DEB99726D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515" y="542293"/>
            <a:ext cx="6695163" cy="2286001"/>
          </a:xfrm>
          <a:prstGeom prst="rect">
            <a:avLst/>
          </a:prstGeom>
        </p:spPr>
        <p:txBody>
          <a:bodyPr/>
          <a:lstStyle/>
          <a:p>
            <a:pPr>
              <a:buNone/>
              <a:defRPr sz="8000"/>
            </a:pPr>
            <a:r>
              <a:rPr cap="small">
                <a:latin typeface="Times New Roman"/>
                <a:ea typeface="Times New Roman"/>
                <a:cs typeface="Times New Roman"/>
              </a:rPr>
              <a:t>Player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 = </a:t>
            </a:r>
            <a: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112171853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3DF01-4E92-051C-7357-9063A29BC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8" name="Table 1-1">
            <a:extLst>
              <a:ext uri="{FF2B5EF4-FFF2-40B4-BE49-F238E27FC236}">
                <a16:creationId xmlns:a16="http://schemas.microsoft.com/office/drawing/2014/main" id="{38F69397-4E36-640C-E6CD-23E1D9EAEE78}"/>
              </a:ext>
            </a:extLst>
          </p:cNvPr>
          <p:cNvGraphicFramePr/>
          <p:nvPr/>
        </p:nvGraphicFramePr>
        <p:xfrm>
          <a:off x="14089014" y="521292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84" name="Player(s) = O">
            <a:extLst>
              <a:ext uri="{FF2B5EF4-FFF2-40B4-BE49-F238E27FC236}">
                <a16:creationId xmlns:a16="http://schemas.microsoft.com/office/drawing/2014/main" id="{6CA1D399-8EAB-D4E5-CD93-9B04B86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515" y="542293"/>
            <a:ext cx="6695163" cy="2286001"/>
          </a:xfrm>
          <a:prstGeom prst="rect">
            <a:avLst/>
          </a:prstGeom>
        </p:spPr>
        <p:txBody>
          <a:bodyPr/>
          <a:lstStyle/>
          <a:p>
            <a:pPr>
              <a:buNone/>
              <a:defRPr sz="8000"/>
            </a:pPr>
            <a:r>
              <a:rPr cap="small">
                <a:latin typeface="Times New Roman"/>
                <a:ea typeface="Times New Roman"/>
                <a:cs typeface="Times New Roman"/>
              </a:rPr>
              <a:t>Player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 = </a:t>
            </a:r>
            <a:r>
              <a:t>O</a:t>
            </a:r>
          </a:p>
        </p:txBody>
      </p:sp>
      <p:sp>
        <p:nvSpPr>
          <p:cNvPr id="2288" name="Min-Value:">
            <a:extLst>
              <a:ext uri="{FF2B5EF4-FFF2-40B4-BE49-F238E27FC236}">
                <a16:creationId xmlns:a16="http://schemas.microsoft.com/office/drawing/2014/main" id="{8BBD6B09-0ED4-7CF1-54D2-1976079074E2}"/>
              </a:ext>
            </a:extLst>
          </p:cNvPr>
          <p:cNvSpPr>
            <a:spLocks noGrp="1"/>
          </p:cNvSpPr>
          <p:nvPr/>
        </p:nvSpPr>
        <p:spPr>
          <a:xfrm>
            <a:off x="9523755" y="803017"/>
            <a:ext cx="4162015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808990">
              <a:buNone/>
              <a:defRPr sz="588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Min-Value:</a:t>
            </a:r>
          </a:p>
        </p:txBody>
      </p:sp>
    </p:spTree>
    <p:extLst>
      <p:ext uri="{BB962C8B-B14F-4D97-AF65-F5344CB8AC3E}">
        <p14:creationId xmlns:p14="http://schemas.microsoft.com/office/powerpoint/2010/main" val="1139598478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40935-3DE0-A8B8-1D4B-73C6500A5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8" name="Table 1-1">
            <a:extLst>
              <a:ext uri="{FF2B5EF4-FFF2-40B4-BE49-F238E27FC236}">
                <a16:creationId xmlns:a16="http://schemas.microsoft.com/office/drawing/2014/main" id="{3C34AC44-1004-189E-AE1D-59013B0F7601}"/>
              </a:ext>
            </a:extLst>
          </p:cNvPr>
          <p:cNvGraphicFramePr/>
          <p:nvPr/>
        </p:nvGraphicFramePr>
        <p:xfrm>
          <a:off x="14089014" y="521292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84" name="Player(s) = O">
            <a:extLst>
              <a:ext uri="{FF2B5EF4-FFF2-40B4-BE49-F238E27FC236}">
                <a16:creationId xmlns:a16="http://schemas.microsoft.com/office/drawing/2014/main" id="{1E08CA9B-0033-FCFC-E45A-74B40AC3F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515" y="542293"/>
            <a:ext cx="6695163" cy="2286001"/>
          </a:xfrm>
          <a:prstGeom prst="rect">
            <a:avLst/>
          </a:prstGeom>
        </p:spPr>
        <p:txBody>
          <a:bodyPr/>
          <a:lstStyle/>
          <a:p>
            <a:pPr>
              <a:buNone/>
              <a:defRPr sz="8000"/>
            </a:pPr>
            <a:r>
              <a:rPr cap="small">
                <a:latin typeface="Times New Roman"/>
                <a:ea typeface="Times New Roman"/>
                <a:cs typeface="Times New Roman"/>
              </a:rPr>
              <a:t>Player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 = </a:t>
            </a:r>
            <a:r>
              <a:t>O</a:t>
            </a:r>
          </a:p>
        </p:txBody>
      </p:sp>
      <p:sp>
        <p:nvSpPr>
          <p:cNvPr id="2285" name="Line">
            <a:extLst>
              <a:ext uri="{FF2B5EF4-FFF2-40B4-BE49-F238E27FC236}">
                <a16:creationId xmlns:a16="http://schemas.microsoft.com/office/drawing/2014/main" id="{7F3F6C85-1D0E-F5C2-5223-927BECBEA753}"/>
              </a:ext>
            </a:extLst>
          </p:cNvPr>
          <p:cNvSpPr>
            <a:spLocks noGrp="1"/>
          </p:cNvSpPr>
          <p:nvPr/>
        </p:nvSpPr>
        <p:spPr>
          <a:xfrm flipH="1">
            <a:off x="10640494" y="3346523"/>
            <a:ext cx="3032369" cy="1349208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11" name="Table 1-1-1">
            <a:extLst>
              <a:ext uri="{FF2B5EF4-FFF2-40B4-BE49-F238E27FC236}">
                <a16:creationId xmlns:a16="http://schemas.microsoft.com/office/drawing/2014/main" id="{639A798C-62EB-9587-B021-A359E7336F91}"/>
              </a:ext>
            </a:extLst>
          </p:cNvPr>
          <p:cNvGraphicFramePr/>
          <p:nvPr/>
        </p:nvGraphicFramePr>
        <p:xfrm>
          <a:off x="8519316" y="5033059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12" name="Table 1-1-1-1">
            <a:extLst>
              <a:ext uri="{FF2B5EF4-FFF2-40B4-BE49-F238E27FC236}">
                <a16:creationId xmlns:a16="http://schemas.microsoft.com/office/drawing/2014/main" id="{4BA89BBA-0204-4252-D4F1-D7B2C3F6EA97}"/>
              </a:ext>
            </a:extLst>
          </p:cNvPr>
          <p:cNvGraphicFramePr/>
          <p:nvPr/>
        </p:nvGraphicFramePr>
        <p:xfrm>
          <a:off x="19534251" y="5033059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88" name="Min-Value:">
            <a:extLst>
              <a:ext uri="{FF2B5EF4-FFF2-40B4-BE49-F238E27FC236}">
                <a16:creationId xmlns:a16="http://schemas.microsoft.com/office/drawing/2014/main" id="{661CAAAF-D801-E56B-21B4-948090600536}"/>
              </a:ext>
            </a:extLst>
          </p:cNvPr>
          <p:cNvSpPr>
            <a:spLocks noGrp="1"/>
          </p:cNvSpPr>
          <p:nvPr/>
        </p:nvSpPr>
        <p:spPr>
          <a:xfrm>
            <a:off x="9523755" y="803017"/>
            <a:ext cx="4162015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808990">
              <a:buNone/>
              <a:defRPr sz="588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Min-Value:</a:t>
            </a:r>
          </a:p>
        </p:txBody>
      </p:sp>
      <p:sp>
        <p:nvSpPr>
          <p:cNvPr id="2290" name="Line">
            <a:extLst>
              <a:ext uri="{FF2B5EF4-FFF2-40B4-BE49-F238E27FC236}">
                <a16:creationId xmlns:a16="http://schemas.microsoft.com/office/drawing/2014/main" id="{3AB2668F-99C8-F919-8B81-196D5DEDC0CF}"/>
              </a:ext>
            </a:extLst>
          </p:cNvPr>
          <p:cNvSpPr>
            <a:spLocks noGrp="1"/>
          </p:cNvSpPr>
          <p:nvPr/>
        </p:nvSpPr>
        <p:spPr>
          <a:xfrm>
            <a:off x="18092815" y="3346523"/>
            <a:ext cx="3032369" cy="1349208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2200973"/>
      </p:ext>
    </p:extLst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3BA51-19B8-60D0-7827-20A60361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8" name="Table 1-1">
            <a:extLst>
              <a:ext uri="{FF2B5EF4-FFF2-40B4-BE49-F238E27FC236}">
                <a16:creationId xmlns:a16="http://schemas.microsoft.com/office/drawing/2014/main" id="{E29003B8-C961-32EB-0B54-A56DFE4EA747}"/>
              </a:ext>
            </a:extLst>
          </p:cNvPr>
          <p:cNvGraphicFramePr/>
          <p:nvPr/>
        </p:nvGraphicFramePr>
        <p:xfrm>
          <a:off x="14089014" y="521292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84" name="Player(s) = O">
            <a:extLst>
              <a:ext uri="{FF2B5EF4-FFF2-40B4-BE49-F238E27FC236}">
                <a16:creationId xmlns:a16="http://schemas.microsoft.com/office/drawing/2014/main" id="{3177DE47-F47C-87C2-82B6-F77DA5023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515" y="542293"/>
            <a:ext cx="6695163" cy="2286001"/>
          </a:xfrm>
          <a:prstGeom prst="rect">
            <a:avLst/>
          </a:prstGeom>
        </p:spPr>
        <p:txBody>
          <a:bodyPr/>
          <a:lstStyle/>
          <a:p>
            <a:pPr>
              <a:buNone/>
              <a:defRPr sz="8000"/>
            </a:pPr>
            <a:r>
              <a:rPr cap="small">
                <a:latin typeface="Times New Roman"/>
                <a:ea typeface="Times New Roman"/>
                <a:cs typeface="Times New Roman"/>
              </a:rPr>
              <a:t>Player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 = </a:t>
            </a:r>
            <a:r>
              <a:t>O</a:t>
            </a:r>
          </a:p>
        </p:txBody>
      </p:sp>
      <p:sp>
        <p:nvSpPr>
          <p:cNvPr id="2285" name="Line">
            <a:extLst>
              <a:ext uri="{FF2B5EF4-FFF2-40B4-BE49-F238E27FC236}">
                <a16:creationId xmlns:a16="http://schemas.microsoft.com/office/drawing/2014/main" id="{6B742781-E742-1CD7-849D-FEF900E8DCE3}"/>
              </a:ext>
            </a:extLst>
          </p:cNvPr>
          <p:cNvSpPr>
            <a:spLocks noGrp="1"/>
          </p:cNvSpPr>
          <p:nvPr/>
        </p:nvSpPr>
        <p:spPr>
          <a:xfrm flipH="1">
            <a:off x="10640494" y="3346523"/>
            <a:ext cx="3032369" cy="1349208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11" name="Table 1-1-1">
            <a:extLst>
              <a:ext uri="{FF2B5EF4-FFF2-40B4-BE49-F238E27FC236}">
                <a16:creationId xmlns:a16="http://schemas.microsoft.com/office/drawing/2014/main" id="{FBB450E2-C918-F8D1-C58C-94AE4DD2D424}"/>
              </a:ext>
            </a:extLst>
          </p:cNvPr>
          <p:cNvGraphicFramePr/>
          <p:nvPr/>
        </p:nvGraphicFramePr>
        <p:xfrm>
          <a:off x="8519316" y="5033059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12" name="Table 1-1-1-1">
            <a:extLst>
              <a:ext uri="{FF2B5EF4-FFF2-40B4-BE49-F238E27FC236}">
                <a16:creationId xmlns:a16="http://schemas.microsoft.com/office/drawing/2014/main" id="{21C9C8DD-47C5-9AD2-E11C-CEBC0BF04D1C}"/>
              </a:ext>
            </a:extLst>
          </p:cNvPr>
          <p:cNvGraphicFramePr/>
          <p:nvPr/>
        </p:nvGraphicFramePr>
        <p:xfrm>
          <a:off x="19534251" y="5033059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88" name="Min-Value:">
            <a:extLst>
              <a:ext uri="{FF2B5EF4-FFF2-40B4-BE49-F238E27FC236}">
                <a16:creationId xmlns:a16="http://schemas.microsoft.com/office/drawing/2014/main" id="{67D8BC06-41BE-3EC0-E309-CD86DF89CA48}"/>
              </a:ext>
            </a:extLst>
          </p:cNvPr>
          <p:cNvSpPr>
            <a:spLocks noGrp="1"/>
          </p:cNvSpPr>
          <p:nvPr/>
        </p:nvSpPr>
        <p:spPr>
          <a:xfrm>
            <a:off x="9523755" y="803017"/>
            <a:ext cx="4162015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808990">
              <a:buNone/>
              <a:defRPr sz="588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Min-Value:</a:t>
            </a:r>
          </a:p>
        </p:txBody>
      </p:sp>
      <p:sp>
        <p:nvSpPr>
          <p:cNvPr id="2290" name="Line">
            <a:extLst>
              <a:ext uri="{FF2B5EF4-FFF2-40B4-BE49-F238E27FC236}">
                <a16:creationId xmlns:a16="http://schemas.microsoft.com/office/drawing/2014/main" id="{F968FFF2-8DFD-8EE5-3CAB-A0B5239BD2A9}"/>
              </a:ext>
            </a:extLst>
          </p:cNvPr>
          <p:cNvSpPr>
            <a:spLocks noGrp="1"/>
          </p:cNvSpPr>
          <p:nvPr/>
        </p:nvSpPr>
        <p:spPr>
          <a:xfrm>
            <a:off x="18092815" y="3346523"/>
            <a:ext cx="3032369" cy="1349208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299" name="Max-Value:">
            <a:extLst>
              <a:ext uri="{FF2B5EF4-FFF2-40B4-BE49-F238E27FC236}">
                <a16:creationId xmlns:a16="http://schemas.microsoft.com/office/drawing/2014/main" id="{ABBB0650-92E2-22F8-19F4-C17583E66F32}"/>
              </a:ext>
            </a:extLst>
          </p:cNvPr>
          <p:cNvSpPr>
            <a:spLocks noGrp="1"/>
          </p:cNvSpPr>
          <p:nvPr/>
        </p:nvSpPr>
        <p:spPr>
          <a:xfrm>
            <a:off x="4007224" y="5950251"/>
            <a:ext cx="4162015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792479">
              <a:buNone/>
              <a:defRPr sz="576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  <p:sp>
        <p:nvSpPr>
          <p:cNvPr id="2301" name="Max-Value:">
            <a:extLst>
              <a:ext uri="{FF2B5EF4-FFF2-40B4-BE49-F238E27FC236}">
                <a16:creationId xmlns:a16="http://schemas.microsoft.com/office/drawing/2014/main" id="{B80B4A7A-E818-9C42-D7F3-461825974A3B}"/>
              </a:ext>
            </a:extLst>
          </p:cNvPr>
          <p:cNvSpPr>
            <a:spLocks noGrp="1"/>
          </p:cNvSpPr>
          <p:nvPr/>
        </p:nvSpPr>
        <p:spPr>
          <a:xfrm>
            <a:off x="15177735" y="5919135"/>
            <a:ext cx="4162016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792479">
              <a:buNone/>
              <a:defRPr sz="576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</p:spTree>
    <p:extLst>
      <p:ext uri="{BB962C8B-B14F-4D97-AF65-F5344CB8AC3E}">
        <p14:creationId xmlns:p14="http://schemas.microsoft.com/office/powerpoint/2010/main" val="2634483396"/>
      </p:ext>
    </p:extLst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652A9-8288-D649-55AC-BE7F292A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8" name="Table 1-1">
            <a:extLst>
              <a:ext uri="{FF2B5EF4-FFF2-40B4-BE49-F238E27FC236}">
                <a16:creationId xmlns:a16="http://schemas.microsoft.com/office/drawing/2014/main" id="{16D8FCC9-1500-3C5C-EACF-C2E6711E8AB3}"/>
              </a:ext>
            </a:extLst>
          </p:cNvPr>
          <p:cNvGraphicFramePr/>
          <p:nvPr/>
        </p:nvGraphicFramePr>
        <p:xfrm>
          <a:off x="14089014" y="521292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84" name="Player(s) = O">
            <a:extLst>
              <a:ext uri="{FF2B5EF4-FFF2-40B4-BE49-F238E27FC236}">
                <a16:creationId xmlns:a16="http://schemas.microsoft.com/office/drawing/2014/main" id="{19B223C1-2CAD-56F4-F6FA-AC51B3D2D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515" y="542293"/>
            <a:ext cx="6695163" cy="2286001"/>
          </a:xfrm>
          <a:prstGeom prst="rect">
            <a:avLst/>
          </a:prstGeom>
        </p:spPr>
        <p:txBody>
          <a:bodyPr/>
          <a:lstStyle/>
          <a:p>
            <a:pPr>
              <a:buNone/>
              <a:defRPr sz="8000"/>
            </a:pPr>
            <a:r>
              <a:rPr cap="small">
                <a:latin typeface="Times New Roman"/>
                <a:ea typeface="Times New Roman"/>
                <a:cs typeface="Times New Roman"/>
              </a:rPr>
              <a:t>Player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 = </a:t>
            </a:r>
            <a:r>
              <a:t>O</a:t>
            </a:r>
          </a:p>
        </p:txBody>
      </p:sp>
      <p:sp>
        <p:nvSpPr>
          <p:cNvPr id="2285" name="Line">
            <a:extLst>
              <a:ext uri="{FF2B5EF4-FFF2-40B4-BE49-F238E27FC236}">
                <a16:creationId xmlns:a16="http://schemas.microsoft.com/office/drawing/2014/main" id="{6943507A-0F77-6A77-2869-B3BB83CF9578}"/>
              </a:ext>
            </a:extLst>
          </p:cNvPr>
          <p:cNvSpPr>
            <a:spLocks noGrp="1"/>
          </p:cNvSpPr>
          <p:nvPr/>
        </p:nvSpPr>
        <p:spPr>
          <a:xfrm flipH="1">
            <a:off x="10640494" y="3346523"/>
            <a:ext cx="3032369" cy="1349208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11" name="Table 1-1-1">
            <a:extLst>
              <a:ext uri="{FF2B5EF4-FFF2-40B4-BE49-F238E27FC236}">
                <a16:creationId xmlns:a16="http://schemas.microsoft.com/office/drawing/2014/main" id="{9FA3BA28-7B11-53C6-FEA6-3A5294511786}"/>
              </a:ext>
            </a:extLst>
          </p:cNvPr>
          <p:cNvGraphicFramePr/>
          <p:nvPr/>
        </p:nvGraphicFramePr>
        <p:xfrm>
          <a:off x="8519316" y="5033059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12" name="Table 1-1-1-1">
            <a:extLst>
              <a:ext uri="{FF2B5EF4-FFF2-40B4-BE49-F238E27FC236}">
                <a16:creationId xmlns:a16="http://schemas.microsoft.com/office/drawing/2014/main" id="{3E319648-BA38-B1A0-538E-7E36ADA179F5}"/>
              </a:ext>
            </a:extLst>
          </p:cNvPr>
          <p:cNvGraphicFramePr/>
          <p:nvPr/>
        </p:nvGraphicFramePr>
        <p:xfrm>
          <a:off x="19534251" y="5033059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88" name="Min-Value:">
            <a:extLst>
              <a:ext uri="{FF2B5EF4-FFF2-40B4-BE49-F238E27FC236}">
                <a16:creationId xmlns:a16="http://schemas.microsoft.com/office/drawing/2014/main" id="{12FCC170-E4C7-DB0B-DF45-A6EAA70B2897}"/>
              </a:ext>
            </a:extLst>
          </p:cNvPr>
          <p:cNvSpPr>
            <a:spLocks noGrp="1"/>
          </p:cNvSpPr>
          <p:nvPr/>
        </p:nvSpPr>
        <p:spPr>
          <a:xfrm>
            <a:off x="9523755" y="803017"/>
            <a:ext cx="4162015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808990">
              <a:buNone/>
              <a:defRPr sz="588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Min-Value:</a:t>
            </a:r>
          </a:p>
        </p:txBody>
      </p:sp>
      <p:sp>
        <p:nvSpPr>
          <p:cNvPr id="2290" name="Line">
            <a:extLst>
              <a:ext uri="{FF2B5EF4-FFF2-40B4-BE49-F238E27FC236}">
                <a16:creationId xmlns:a16="http://schemas.microsoft.com/office/drawing/2014/main" id="{F522175B-0E66-AADF-72D9-F7AA716AED7D}"/>
              </a:ext>
            </a:extLst>
          </p:cNvPr>
          <p:cNvSpPr>
            <a:spLocks noGrp="1"/>
          </p:cNvSpPr>
          <p:nvPr/>
        </p:nvSpPr>
        <p:spPr>
          <a:xfrm>
            <a:off x="18092815" y="3346523"/>
            <a:ext cx="3032369" cy="1349208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291" name="Line">
            <a:extLst>
              <a:ext uri="{FF2B5EF4-FFF2-40B4-BE49-F238E27FC236}">
                <a16:creationId xmlns:a16="http://schemas.microsoft.com/office/drawing/2014/main" id="{90853239-C8CF-CAB4-DD9D-32A085ABEA8F}"/>
              </a:ext>
            </a:extLst>
          </p:cNvPr>
          <p:cNvSpPr>
            <a:spLocks noGrp="1"/>
          </p:cNvSpPr>
          <p:nvPr/>
        </p:nvSpPr>
        <p:spPr>
          <a:xfrm>
            <a:off x="10313141" y="8945003"/>
            <a:ext cx="1" cy="703397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17" name="Table 1-1-1-2">
            <a:extLst>
              <a:ext uri="{FF2B5EF4-FFF2-40B4-BE49-F238E27FC236}">
                <a16:creationId xmlns:a16="http://schemas.microsoft.com/office/drawing/2014/main" id="{88075C3E-D90B-1082-6B63-FDCB512F9B8D}"/>
              </a:ext>
            </a:extLst>
          </p:cNvPr>
          <p:cNvGraphicFramePr/>
          <p:nvPr/>
        </p:nvGraphicFramePr>
        <p:xfrm>
          <a:off x="8519316" y="9789875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99" name="Max-Value:">
            <a:extLst>
              <a:ext uri="{FF2B5EF4-FFF2-40B4-BE49-F238E27FC236}">
                <a16:creationId xmlns:a16="http://schemas.microsoft.com/office/drawing/2014/main" id="{7E54D21F-B1EE-D5D6-9A51-32063442F3DD}"/>
              </a:ext>
            </a:extLst>
          </p:cNvPr>
          <p:cNvSpPr>
            <a:spLocks noGrp="1"/>
          </p:cNvSpPr>
          <p:nvPr/>
        </p:nvSpPr>
        <p:spPr>
          <a:xfrm>
            <a:off x="4007224" y="5950251"/>
            <a:ext cx="4162015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792479">
              <a:buNone/>
              <a:defRPr sz="576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  <p:sp>
        <p:nvSpPr>
          <p:cNvPr id="2301" name="Max-Value:">
            <a:extLst>
              <a:ext uri="{FF2B5EF4-FFF2-40B4-BE49-F238E27FC236}">
                <a16:creationId xmlns:a16="http://schemas.microsoft.com/office/drawing/2014/main" id="{FB092E46-2FFD-3FC9-91C3-A063DB021381}"/>
              </a:ext>
            </a:extLst>
          </p:cNvPr>
          <p:cNvSpPr>
            <a:spLocks noGrp="1"/>
          </p:cNvSpPr>
          <p:nvPr/>
        </p:nvSpPr>
        <p:spPr>
          <a:xfrm>
            <a:off x="15177735" y="5919135"/>
            <a:ext cx="4162016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792479">
              <a:buNone/>
              <a:defRPr sz="576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</p:spTree>
    <p:extLst>
      <p:ext uri="{BB962C8B-B14F-4D97-AF65-F5344CB8AC3E}">
        <p14:creationId xmlns:p14="http://schemas.microsoft.com/office/powerpoint/2010/main" val="4090818702"/>
      </p:ext>
    </p:extLst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DA2B8-8BE9-2AB6-623C-F0D48426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8" name="Table 1-1">
            <a:extLst>
              <a:ext uri="{FF2B5EF4-FFF2-40B4-BE49-F238E27FC236}">
                <a16:creationId xmlns:a16="http://schemas.microsoft.com/office/drawing/2014/main" id="{6AF023D1-47D3-E526-B4ED-BA60D2C3787F}"/>
              </a:ext>
            </a:extLst>
          </p:cNvPr>
          <p:cNvGraphicFramePr/>
          <p:nvPr/>
        </p:nvGraphicFramePr>
        <p:xfrm>
          <a:off x="14089014" y="521292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84" name="Player(s) = O">
            <a:extLst>
              <a:ext uri="{FF2B5EF4-FFF2-40B4-BE49-F238E27FC236}">
                <a16:creationId xmlns:a16="http://schemas.microsoft.com/office/drawing/2014/main" id="{E91172D4-21B7-1EEC-B12E-2BC782348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515" y="542293"/>
            <a:ext cx="6695163" cy="2286001"/>
          </a:xfrm>
          <a:prstGeom prst="rect">
            <a:avLst/>
          </a:prstGeom>
        </p:spPr>
        <p:txBody>
          <a:bodyPr/>
          <a:lstStyle/>
          <a:p>
            <a:pPr>
              <a:buNone/>
              <a:defRPr sz="8000"/>
            </a:pPr>
            <a:r>
              <a:rPr cap="small">
                <a:latin typeface="Times New Roman"/>
                <a:ea typeface="Times New Roman"/>
                <a:cs typeface="Times New Roman"/>
              </a:rPr>
              <a:t>Player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 = </a:t>
            </a:r>
            <a:r>
              <a:t>O</a:t>
            </a:r>
          </a:p>
        </p:txBody>
      </p:sp>
      <p:sp>
        <p:nvSpPr>
          <p:cNvPr id="2285" name="Line">
            <a:extLst>
              <a:ext uri="{FF2B5EF4-FFF2-40B4-BE49-F238E27FC236}">
                <a16:creationId xmlns:a16="http://schemas.microsoft.com/office/drawing/2014/main" id="{7AA4DE54-D86D-CEAA-65E4-776ACF86BDEC}"/>
              </a:ext>
            </a:extLst>
          </p:cNvPr>
          <p:cNvSpPr>
            <a:spLocks noGrp="1"/>
          </p:cNvSpPr>
          <p:nvPr/>
        </p:nvSpPr>
        <p:spPr>
          <a:xfrm flipH="1">
            <a:off x="10640494" y="3346523"/>
            <a:ext cx="3032369" cy="1349208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11" name="Table 1-1-1">
            <a:extLst>
              <a:ext uri="{FF2B5EF4-FFF2-40B4-BE49-F238E27FC236}">
                <a16:creationId xmlns:a16="http://schemas.microsoft.com/office/drawing/2014/main" id="{98F8B084-36FE-7EC2-4634-E9FF12FF8264}"/>
              </a:ext>
            </a:extLst>
          </p:cNvPr>
          <p:cNvGraphicFramePr/>
          <p:nvPr/>
        </p:nvGraphicFramePr>
        <p:xfrm>
          <a:off x="8519316" y="5033059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12" name="Table 1-1-1-1">
            <a:extLst>
              <a:ext uri="{FF2B5EF4-FFF2-40B4-BE49-F238E27FC236}">
                <a16:creationId xmlns:a16="http://schemas.microsoft.com/office/drawing/2014/main" id="{AC1E099F-E736-E964-B1FC-BD80EB0B8154}"/>
              </a:ext>
            </a:extLst>
          </p:cNvPr>
          <p:cNvGraphicFramePr/>
          <p:nvPr/>
        </p:nvGraphicFramePr>
        <p:xfrm>
          <a:off x="19534251" y="5033059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88" name="Min-Value:">
            <a:extLst>
              <a:ext uri="{FF2B5EF4-FFF2-40B4-BE49-F238E27FC236}">
                <a16:creationId xmlns:a16="http://schemas.microsoft.com/office/drawing/2014/main" id="{226C075B-A40C-0E52-3685-DD784D884959}"/>
              </a:ext>
            </a:extLst>
          </p:cNvPr>
          <p:cNvSpPr>
            <a:spLocks noGrp="1"/>
          </p:cNvSpPr>
          <p:nvPr/>
        </p:nvSpPr>
        <p:spPr>
          <a:xfrm>
            <a:off x="9523755" y="803017"/>
            <a:ext cx="4162015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808990">
              <a:buNone/>
              <a:defRPr sz="588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Min-Value:</a:t>
            </a:r>
          </a:p>
        </p:txBody>
      </p:sp>
      <p:sp>
        <p:nvSpPr>
          <p:cNvPr id="2290" name="Line">
            <a:extLst>
              <a:ext uri="{FF2B5EF4-FFF2-40B4-BE49-F238E27FC236}">
                <a16:creationId xmlns:a16="http://schemas.microsoft.com/office/drawing/2014/main" id="{6A9393EA-A669-4816-B0BD-CF2FF02C3646}"/>
              </a:ext>
            </a:extLst>
          </p:cNvPr>
          <p:cNvSpPr>
            <a:spLocks noGrp="1"/>
          </p:cNvSpPr>
          <p:nvPr/>
        </p:nvSpPr>
        <p:spPr>
          <a:xfrm>
            <a:off x="18092815" y="3346523"/>
            <a:ext cx="3032369" cy="1349208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291" name="Line">
            <a:extLst>
              <a:ext uri="{FF2B5EF4-FFF2-40B4-BE49-F238E27FC236}">
                <a16:creationId xmlns:a16="http://schemas.microsoft.com/office/drawing/2014/main" id="{80393312-9FEA-E6F0-0CDE-35ACE841A843}"/>
              </a:ext>
            </a:extLst>
          </p:cNvPr>
          <p:cNvSpPr>
            <a:spLocks noGrp="1"/>
          </p:cNvSpPr>
          <p:nvPr/>
        </p:nvSpPr>
        <p:spPr>
          <a:xfrm>
            <a:off x="10313141" y="8945003"/>
            <a:ext cx="1" cy="703397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17" name="Table 1-1-1-2">
            <a:extLst>
              <a:ext uri="{FF2B5EF4-FFF2-40B4-BE49-F238E27FC236}">
                <a16:creationId xmlns:a16="http://schemas.microsoft.com/office/drawing/2014/main" id="{B35E178A-5E8B-9CB2-C4A9-8656586E13AA}"/>
              </a:ext>
            </a:extLst>
          </p:cNvPr>
          <p:cNvGraphicFramePr/>
          <p:nvPr/>
        </p:nvGraphicFramePr>
        <p:xfrm>
          <a:off x="8519316" y="9789875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97" name="Value:">
            <a:extLst>
              <a:ext uri="{FF2B5EF4-FFF2-40B4-BE49-F238E27FC236}">
                <a16:creationId xmlns:a16="http://schemas.microsoft.com/office/drawing/2014/main" id="{B23300D6-6855-F4EF-E46A-AF4B2C2337F3}"/>
              </a:ext>
            </a:extLst>
          </p:cNvPr>
          <p:cNvSpPr>
            <a:spLocks noGrp="1"/>
          </p:cNvSpPr>
          <p:nvPr/>
        </p:nvSpPr>
        <p:spPr>
          <a:xfrm>
            <a:off x="4007224" y="11074400"/>
            <a:ext cx="4162015" cy="94426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fontScale="94035"/>
          </a:bodyPr>
          <a:lstStyle>
            <a:lvl1pPr algn="r" defTabSz="808990">
              <a:buNone/>
              <a:defRPr sz="588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Valor:</a:t>
            </a:r>
          </a:p>
        </p:txBody>
      </p:sp>
      <p:sp>
        <p:nvSpPr>
          <p:cNvPr id="2298" name="1">
            <a:extLst>
              <a:ext uri="{FF2B5EF4-FFF2-40B4-BE49-F238E27FC236}">
                <a16:creationId xmlns:a16="http://schemas.microsoft.com/office/drawing/2014/main" id="{F923C95C-7E69-9DC9-CFBD-99FC0A6DD300}"/>
              </a:ext>
            </a:extLst>
          </p:cNvPr>
          <p:cNvSpPr>
            <a:spLocks noGrp="1"/>
          </p:cNvSpPr>
          <p:nvPr/>
        </p:nvSpPr>
        <p:spPr>
          <a:xfrm>
            <a:off x="7152262" y="11945637"/>
            <a:ext cx="720943" cy="944261"/>
          </a:xfrm>
          <a:prstGeom prst="rect">
            <a:avLst/>
          </a:prstGeom>
          <a:ln w="12700"/>
        </p:spPr>
        <p:txBody>
          <a:bodyPr lIns="50800" tIns="50800" rIns="50800" bIns="50800" anchor="b">
            <a:normAutofit/>
          </a:bodyPr>
          <a:lstStyle>
            <a:lvl1pPr defTabSz="751205">
              <a:buNone/>
              <a:defRPr sz="546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1</a:t>
            </a:r>
          </a:p>
        </p:txBody>
      </p:sp>
      <p:sp>
        <p:nvSpPr>
          <p:cNvPr id="2299" name="Max-Value:">
            <a:extLst>
              <a:ext uri="{FF2B5EF4-FFF2-40B4-BE49-F238E27FC236}">
                <a16:creationId xmlns:a16="http://schemas.microsoft.com/office/drawing/2014/main" id="{0E612958-DD42-C890-8A7D-C62AD66DA680}"/>
              </a:ext>
            </a:extLst>
          </p:cNvPr>
          <p:cNvSpPr>
            <a:spLocks noGrp="1"/>
          </p:cNvSpPr>
          <p:nvPr/>
        </p:nvSpPr>
        <p:spPr>
          <a:xfrm>
            <a:off x="4007224" y="5950251"/>
            <a:ext cx="4162015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792479">
              <a:buNone/>
              <a:defRPr sz="576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  <p:sp>
        <p:nvSpPr>
          <p:cNvPr id="2301" name="Max-Value:">
            <a:extLst>
              <a:ext uri="{FF2B5EF4-FFF2-40B4-BE49-F238E27FC236}">
                <a16:creationId xmlns:a16="http://schemas.microsoft.com/office/drawing/2014/main" id="{7F7F2AFE-95E3-02D4-14EB-A67DC1ED0347}"/>
              </a:ext>
            </a:extLst>
          </p:cNvPr>
          <p:cNvSpPr>
            <a:spLocks noGrp="1"/>
          </p:cNvSpPr>
          <p:nvPr/>
        </p:nvSpPr>
        <p:spPr>
          <a:xfrm>
            <a:off x="15177735" y="5919135"/>
            <a:ext cx="4162016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792479">
              <a:buNone/>
              <a:defRPr sz="576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</p:spTree>
    <p:extLst>
      <p:ext uri="{BB962C8B-B14F-4D97-AF65-F5344CB8AC3E}">
        <p14:creationId xmlns:p14="http://schemas.microsoft.com/office/powerpoint/2010/main" val="1372665365"/>
      </p:ext>
    </p:extLst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E14C5-2049-2ED7-F0C0-35E088B03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8" name="Table 1-1">
            <a:extLst>
              <a:ext uri="{FF2B5EF4-FFF2-40B4-BE49-F238E27FC236}">
                <a16:creationId xmlns:a16="http://schemas.microsoft.com/office/drawing/2014/main" id="{66CE158C-B21B-E88A-AB9C-29674B5F22FC}"/>
              </a:ext>
            </a:extLst>
          </p:cNvPr>
          <p:cNvGraphicFramePr/>
          <p:nvPr/>
        </p:nvGraphicFramePr>
        <p:xfrm>
          <a:off x="14089014" y="521292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84" name="Player(s) = O">
            <a:extLst>
              <a:ext uri="{FF2B5EF4-FFF2-40B4-BE49-F238E27FC236}">
                <a16:creationId xmlns:a16="http://schemas.microsoft.com/office/drawing/2014/main" id="{6997A735-2164-4C4D-0D7F-480F7ADE0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515" y="542293"/>
            <a:ext cx="6695163" cy="2286001"/>
          </a:xfrm>
          <a:prstGeom prst="rect">
            <a:avLst/>
          </a:prstGeom>
        </p:spPr>
        <p:txBody>
          <a:bodyPr/>
          <a:lstStyle/>
          <a:p>
            <a:pPr>
              <a:buNone/>
              <a:defRPr sz="8000"/>
            </a:pPr>
            <a:r>
              <a:rPr cap="small">
                <a:latin typeface="Times New Roman"/>
                <a:ea typeface="Times New Roman"/>
                <a:cs typeface="Times New Roman"/>
              </a:rPr>
              <a:t>Player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 = </a:t>
            </a:r>
            <a:r>
              <a:t>O</a:t>
            </a:r>
          </a:p>
        </p:txBody>
      </p:sp>
      <p:sp>
        <p:nvSpPr>
          <p:cNvPr id="2285" name="Line">
            <a:extLst>
              <a:ext uri="{FF2B5EF4-FFF2-40B4-BE49-F238E27FC236}">
                <a16:creationId xmlns:a16="http://schemas.microsoft.com/office/drawing/2014/main" id="{641DBD47-72F6-7638-84A4-41737B5291A3}"/>
              </a:ext>
            </a:extLst>
          </p:cNvPr>
          <p:cNvSpPr>
            <a:spLocks noGrp="1"/>
          </p:cNvSpPr>
          <p:nvPr/>
        </p:nvSpPr>
        <p:spPr>
          <a:xfrm flipH="1">
            <a:off x="10640494" y="3346523"/>
            <a:ext cx="3032369" cy="1349208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11" name="Table 1-1-1">
            <a:extLst>
              <a:ext uri="{FF2B5EF4-FFF2-40B4-BE49-F238E27FC236}">
                <a16:creationId xmlns:a16="http://schemas.microsoft.com/office/drawing/2014/main" id="{136D50B9-08B6-864F-D52D-CF7AA830A43F}"/>
              </a:ext>
            </a:extLst>
          </p:cNvPr>
          <p:cNvGraphicFramePr/>
          <p:nvPr/>
        </p:nvGraphicFramePr>
        <p:xfrm>
          <a:off x="8519316" y="5033059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12" name="Table 1-1-1-1">
            <a:extLst>
              <a:ext uri="{FF2B5EF4-FFF2-40B4-BE49-F238E27FC236}">
                <a16:creationId xmlns:a16="http://schemas.microsoft.com/office/drawing/2014/main" id="{AC715534-029E-A6C4-9131-066F8EDBF570}"/>
              </a:ext>
            </a:extLst>
          </p:cNvPr>
          <p:cNvGraphicFramePr/>
          <p:nvPr/>
        </p:nvGraphicFramePr>
        <p:xfrm>
          <a:off x="19534251" y="5033059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88" name="Min-Value:">
            <a:extLst>
              <a:ext uri="{FF2B5EF4-FFF2-40B4-BE49-F238E27FC236}">
                <a16:creationId xmlns:a16="http://schemas.microsoft.com/office/drawing/2014/main" id="{5CB718CB-FC1E-2556-BB9F-C439A33D3C03}"/>
              </a:ext>
            </a:extLst>
          </p:cNvPr>
          <p:cNvSpPr>
            <a:spLocks noGrp="1"/>
          </p:cNvSpPr>
          <p:nvPr/>
        </p:nvSpPr>
        <p:spPr>
          <a:xfrm>
            <a:off x="9523755" y="803017"/>
            <a:ext cx="4162015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808990">
              <a:buNone/>
              <a:defRPr sz="588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Min-Value:</a:t>
            </a:r>
          </a:p>
        </p:txBody>
      </p:sp>
      <p:sp>
        <p:nvSpPr>
          <p:cNvPr id="2290" name="Line">
            <a:extLst>
              <a:ext uri="{FF2B5EF4-FFF2-40B4-BE49-F238E27FC236}">
                <a16:creationId xmlns:a16="http://schemas.microsoft.com/office/drawing/2014/main" id="{90E03F22-88D9-1E67-E712-C341F2C144B1}"/>
              </a:ext>
            </a:extLst>
          </p:cNvPr>
          <p:cNvSpPr>
            <a:spLocks noGrp="1"/>
          </p:cNvSpPr>
          <p:nvPr/>
        </p:nvSpPr>
        <p:spPr>
          <a:xfrm>
            <a:off x="18092815" y="3346523"/>
            <a:ext cx="3032369" cy="1349208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291" name="Line">
            <a:extLst>
              <a:ext uri="{FF2B5EF4-FFF2-40B4-BE49-F238E27FC236}">
                <a16:creationId xmlns:a16="http://schemas.microsoft.com/office/drawing/2014/main" id="{64E1D7BF-8532-C316-1ABB-D1B19DB85764}"/>
              </a:ext>
            </a:extLst>
          </p:cNvPr>
          <p:cNvSpPr>
            <a:spLocks noGrp="1"/>
          </p:cNvSpPr>
          <p:nvPr/>
        </p:nvSpPr>
        <p:spPr>
          <a:xfrm>
            <a:off x="10313141" y="8945003"/>
            <a:ext cx="1" cy="703397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17" name="Table 1-1-1-2">
            <a:extLst>
              <a:ext uri="{FF2B5EF4-FFF2-40B4-BE49-F238E27FC236}">
                <a16:creationId xmlns:a16="http://schemas.microsoft.com/office/drawing/2014/main" id="{285B63EB-F507-86CE-2E96-38DB6205E262}"/>
              </a:ext>
            </a:extLst>
          </p:cNvPr>
          <p:cNvGraphicFramePr/>
          <p:nvPr/>
        </p:nvGraphicFramePr>
        <p:xfrm>
          <a:off x="8519316" y="9789875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97" name="Value:">
            <a:extLst>
              <a:ext uri="{FF2B5EF4-FFF2-40B4-BE49-F238E27FC236}">
                <a16:creationId xmlns:a16="http://schemas.microsoft.com/office/drawing/2014/main" id="{B6B9263F-DE62-7854-1AAE-1E4F14939FD8}"/>
              </a:ext>
            </a:extLst>
          </p:cNvPr>
          <p:cNvSpPr>
            <a:spLocks noGrp="1"/>
          </p:cNvSpPr>
          <p:nvPr/>
        </p:nvSpPr>
        <p:spPr>
          <a:xfrm>
            <a:off x="4007224" y="11074400"/>
            <a:ext cx="4162015" cy="94426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fontScale="94035"/>
          </a:bodyPr>
          <a:lstStyle>
            <a:lvl1pPr algn="r" defTabSz="808990">
              <a:buNone/>
              <a:defRPr sz="588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Valor:</a:t>
            </a:r>
          </a:p>
        </p:txBody>
      </p:sp>
      <p:sp>
        <p:nvSpPr>
          <p:cNvPr id="2298" name="1">
            <a:extLst>
              <a:ext uri="{FF2B5EF4-FFF2-40B4-BE49-F238E27FC236}">
                <a16:creationId xmlns:a16="http://schemas.microsoft.com/office/drawing/2014/main" id="{C8FA5B9E-2871-E35D-6F5A-89B7DE4B2FB3}"/>
              </a:ext>
            </a:extLst>
          </p:cNvPr>
          <p:cNvSpPr>
            <a:spLocks noGrp="1"/>
          </p:cNvSpPr>
          <p:nvPr/>
        </p:nvSpPr>
        <p:spPr>
          <a:xfrm>
            <a:off x="7152262" y="11945637"/>
            <a:ext cx="720943" cy="944261"/>
          </a:xfrm>
          <a:prstGeom prst="rect">
            <a:avLst/>
          </a:prstGeom>
          <a:ln w="12700"/>
        </p:spPr>
        <p:txBody>
          <a:bodyPr lIns="50800" tIns="50800" rIns="50800" bIns="50800" anchor="b">
            <a:normAutofit/>
          </a:bodyPr>
          <a:lstStyle>
            <a:lvl1pPr defTabSz="751205">
              <a:buNone/>
              <a:defRPr sz="546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1</a:t>
            </a:r>
          </a:p>
        </p:txBody>
      </p:sp>
      <p:sp>
        <p:nvSpPr>
          <p:cNvPr id="2299" name="Max-Value:">
            <a:extLst>
              <a:ext uri="{FF2B5EF4-FFF2-40B4-BE49-F238E27FC236}">
                <a16:creationId xmlns:a16="http://schemas.microsoft.com/office/drawing/2014/main" id="{01F91D99-1528-353F-7154-9D4E588CFBA0}"/>
              </a:ext>
            </a:extLst>
          </p:cNvPr>
          <p:cNvSpPr>
            <a:spLocks noGrp="1"/>
          </p:cNvSpPr>
          <p:nvPr/>
        </p:nvSpPr>
        <p:spPr>
          <a:xfrm>
            <a:off x="4007224" y="5950251"/>
            <a:ext cx="4162015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792479">
              <a:buNone/>
              <a:defRPr sz="576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  <p:sp>
        <p:nvSpPr>
          <p:cNvPr id="2301" name="Max-Value:">
            <a:extLst>
              <a:ext uri="{FF2B5EF4-FFF2-40B4-BE49-F238E27FC236}">
                <a16:creationId xmlns:a16="http://schemas.microsoft.com/office/drawing/2014/main" id="{C0919D3A-6407-7504-9427-D9E21A10FFD5}"/>
              </a:ext>
            </a:extLst>
          </p:cNvPr>
          <p:cNvSpPr>
            <a:spLocks noGrp="1"/>
          </p:cNvSpPr>
          <p:nvPr/>
        </p:nvSpPr>
        <p:spPr>
          <a:xfrm>
            <a:off x="15177735" y="5919135"/>
            <a:ext cx="4162016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792479">
              <a:buNone/>
              <a:defRPr sz="576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  <p:sp>
        <p:nvSpPr>
          <p:cNvPr id="2" name="1">
            <a:extLst>
              <a:ext uri="{FF2B5EF4-FFF2-40B4-BE49-F238E27FC236}">
                <a16:creationId xmlns:a16="http://schemas.microsoft.com/office/drawing/2014/main" id="{D55AEC12-0D3C-8DAB-900D-CED01723F292}"/>
              </a:ext>
            </a:extLst>
          </p:cNvPr>
          <p:cNvSpPr>
            <a:spLocks noGrp="1"/>
          </p:cNvSpPr>
          <p:nvPr/>
        </p:nvSpPr>
        <p:spPr>
          <a:xfrm>
            <a:off x="7152262" y="6821489"/>
            <a:ext cx="720943" cy="944260"/>
          </a:xfrm>
          <a:prstGeom prst="rect">
            <a:avLst/>
          </a:prstGeom>
          <a:ln w="12700"/>
        </p:spPr>
        <p:txBody>
          <a:bodyPr lIns="50800" tIns="50800" rIns="50800" bIns="50800" anchor="b">
            <a:normAutofit/>
          </a:bodyPr>
          <a:lstStyle>
            <a:lvl1pPr defTabSz="751205">
              <a:buNone/>
              <a:defRPr sz="546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39774908"/>
      </p:ext>
    </p:extLst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05A25-5305-457E-282C-8CF247758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8" name="Table 1-1">
            <a:extLst>
              <a:ext uri="{FF2B5EF4-FFF2-40B4-BE49-F238E27FC236}">
                <a16:creationId xmlns:a16="http://schemas.microsoft.com/office/drawing/2014/main" id="{1DF3CCAA-AEB3-76C5-08E6-80B8A19D8144}"/>
              </a:ext>
            </a:extLst>
          </p:cNvPr>
          <p:cNvGraphicFramePr/>
          <p:nvPr/>
        </p:nvGraphicFramePr>
        <p:xfrm>
          <a:off x="14089014" y="521292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84" name="Player(s) = O">
            <a:extLst>
              <a:ext uri="{FF2B5EF4-FFF2-40B4-BE49-F238E27FC236}">
                <a16:creationId xmlns:a16="http://schemas.microsoft.com/office/drawing/2014/main" id="{AC7B6408-B9BC-68F6-F05E-98CD64588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515" y="542293"/>
            <a:ext cx="6695163" cy="2286001"/>
          </a:xfrm>
          <a:prstGeom prst="rect">
            <a:avLst/>
          </a:prstGeom>
        </p:spPr>
        <p:txBody>
          <a:bodyPr/>
          <a:lstStyle/>
          <a:p>
            <a:pPr>
              <a:buNone/>
              <a:defRPr sz="8000"/>
            </a:pPr>
            <a:r>
              <a:rPr cap="small">
                <a:latin typeface="Times New Roman"/>
                <a:ea typeface="Times New Roman"/>
                <a:cs typeface="Times New Roman"/>
              </a:rPr>
              <a:t>Player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 = </a:t>
            </a:r>
            <a:r>
              <a:t>O</a:t>
            </a:r>
          </a:p>
        </p:txBody>
      </p:sp>
      <p:sp>
        <p:nvSpPr>
          <p:cNvPr id="2285" name="Line">
            <a:extLst>
              <a:ext uri="{FF2B5EF4-FFF2-40B4-BE49-F238E27FC236}">
                <a16:creationId xmlns:a16="http://schemas.microsoft.com/office/drawing/2014/main" id="{2C5EB861-9D66-9345-7255-8C0168C35D41}"/>
              </a:ext>
            </a:extLst>
          </p:cNvPr>
          <p:cNvSpPr>
            <a:spLocks noGrp="1"/>
          </p:cNvSpPr>
          <p:nvPr/>
        </p:nvSpPr>
        <p:spPr>
          <a:xfrm flipH="1">
            <a:off x="10640494" y="3346523"/>
            <a:ext cx="3032369" cy="1349208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11" name="Table 1-1-1">
            <a:extLst>
              <a:ext uri="{FF2B5EF4-FFF2-40B4-BE49-F238E27FC236}">
                <a16:creationId xmlns:a16="http://schemas.microsoft.com/office/drawing/2014/main" id="{D3258F51-FC16-3EE4-2118-EC7F3BD43B35}"/>
              </a:ext>
            </a:extLst>
          </p:cNvPr>
          <p:cNvGraphicFramePr/>
          <p:nvPr/>
        </p:nvGraphicFramePr>
        <p:xfrm>
          <a:off x="8519316" y="5033059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12" name="Table 1-1-1-1">
            <a:extLst>
              <a:ext uri="{FF2B5EF4-FFF2-40B4-BE49-F238E27FC236}">
                <a16:creationId xmlns:a16="http://schemas.microsoft.com/office/drawing/2014/main" id="{CCA8D628-B45F-D26A-F140-0CC9FE95F58B}"/>
              </a:ext>
            </a:extLst>
          </p:cNvPr>
          <p:cNvGraphicFramePr/>
          <p:nvPr/>
        </p:nvGraphicFramePr>
        <p:xfrm>
          <a:off x="19534251" y="5033059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88" name="Min-Value:">
            <a:extLst>
              <a:ext uri="{FF2B5EF4-FFF2-40B4-BE49-F238E27FC236}">
                <a16:creationId xmlns:a16="http://schemas.microsoft.com/office/drawing/2014/main" id="{94747C9D-E8C5-3786-C03E-39D65C283B78}"/>
              </a:ext>
            </a:extLst>
          </p:cNvPr>
          <p:cNvSpPr>
            <a:spLocks noGrp="1"/>
          </p:cNvSpPr>
          <p:nvPr/>
        </p:nvSpPr>
        <p:spPr>
          <a:xfrm>
            <a:off x="9523755" y="803017"/>
            <a:ext cx="4162015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808990">
              <a:buNone/>
              <a:defRPr sz="588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Min-Value:</a:t>
            </a:r>
          </a:p>
        </p:txBody>
      </p:sp>
      <p:sp>
        <p:nvSpPr>
          <p:cNvPr id="2290" name="Line">
            <a:extLst>
              <a:ext uri="{FF2B5EF4-FFF2-40B4-BE49-F238E27FC236}">
                <a16:creationId xmlns:a16="http://schemas.microsoft.com/office/drawing/2014/main" id="{21E8156D-A519-A2CD-9352-1173A3C9F85C}"/>
              </a:ext>
            </a:extLst>
          </p:cNvPr>
          <p:cNvSpPr>
            <a:spLocks noGrp="1"/>
          </p:cNvSpPr>
          <p:nvPr/>
        </p:nvSpPr>
        <p:spPr>
          <a:xfrm>
            <a:off x="18092815" y="3346523"/>
            <a:ext cx="3032369" cy="1349208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291" name="Line">
            <a:extLst>
              <a:ext uri="{FF2B5EF4-FFF2-40B4-BE49-F238E27FC236}">
                <a16:creationId xmlns:a16="http://schemas.microsoft.com/office/drawing/2014/main" id="{9F30BF31-688B-619D-E4A0-9A1CDCBC1704}"/>
              </a:ext>
            </a:extLst>
          </p:cNvPr>
          <p:cNvSpPr>
            <a:spLocks noGrp="1"/>
          </p:cNvSpPr>
          <p:nvPr/>
        </p:nvSpPr>
        <p:spPr>
          <a:xfrm>
            <a:off x="10313141" y="8945003"/>
            <a:ext cx="1" cy="703397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17" name="Table 1-1-1-2">
            <a:extLst>
              <a:ext uri="{FF2B5EF4-FFF2-40B4-BE49-F238E27FC236}">
                <a16:creationId xmlns:a16="http://schemas.microsoft.com/office/drawing/2014/main" id="{F1382436-6926-663D-AA52-B12A04BA3484}"/>
              </a:ext>
            </a:extLst>
          </p:cNvPr>
          <p:cNvGraphicFramePr/>
          <p:nvPr/>
        </p:nvGraphicFramePr>
        <p:xfrm>
          <a:off x="8519316" y="9789875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97" name="Value:">
            <a:extLst>
              <a:ext uri="{FF2B5EF4-FFF2-40B4-BE49-F238E27FC236}">
                <a16:creationId xmlns:a16="http://schemas.microsoft.com/office/drawing/2014/main" id="{2C8C37EE-C693-56AD-DD3B-826DF01AC868}"/>
              </a:ext>
            </a:extLst>
          </p:cNvPr>
          <p:cNvSpPr>
            <a:spLocks noGrp="1"/>
          </p:cNvSpPr>
          <p:nvPr/>
        </p:nvSpPr>
        <p:spPr>
          <a:xfrm>
            <a:off x="4007224" y="11074400"/>
            <a:ext cx="4162015" cy="94426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fontScale="94035"/>
          </a:bodyPr>
          <a:lstStyle>
            <a:lvl1pPr algn="r" defTabSz="808990">
              <a:buNone/>
              <a:defRPr sz="588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Valor:</a:t>
            </a:r>
          </a:p>
        </p:txBody>
      </p:sp>
      <p:sp>
        <p:nvSpPr>
          <p:cNvPr id="2298" name="1">
            <a:extLst>
              <a:ext uri="{FF2B5EF4-FFF2-40B4-BE49-F238E27FC236}">
                <a16:creationId xmlns:a16="http://schemas.microsoft.com/office/drawing/2014/main" id="{9634A5C0-967C-7970-F592-5F4C995FC200}"/>
              </a:ext>
            </a:extLst>
          </p:cNvPr>
          <p:cNvSpPr>
            <a:spLocks noGrp="1"/>
          </p:cNvSpPr>
          <p:nvPr/>
        </p:nvSpPr>
        <p:spPr>
          <a:xfrm>
            <a:off x="7152262" y="11945637"/>
            <a:ext cx="720943" cy="944261"/>
          </a:xfrm>
          <a:prstGeom prst="rect">
            <a:avLst/>
          </a:prstGeom>
          <a:ln w="12700"/>
        </p:spPr>
        <p:txBody>
          <a:bodyPr lIns="50800" tIns="50800" rIns="50800" bIns="50800" anchor="b">
            <a:normAutofit/>
          </a:bodyPr>
          <a:lstStyle>
            <a:lvl1pPr defTabSz="751205">
              <a:buNone/>
              <a:defRPr sz="546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1</a:t>
            </a:r>
          </a:p>
        </p:txBody>
      </p:sp>
      <p:sp>
        <p:nvSpPr>
          <p:cNvPr id="2299" name="Max-Value:">
            <a:extLst>
              <a:ext uri="{FF2B5EF4-FFF2-40B4-BE49-F238E27FC236}">
                <a16:creationId xmlns:a16="http://schemas.microsoft.com/office/drawing/2014/main" id="{48A8DE5E-F019-B4ED-56A2-F8BD9E91D4B4}"/>
              </a:ext>
            </a:extLst>
          </p:cNvPr>
          <p:cNvSpPr>
            <a:spLocks noGrp="1"/>
          </p:cNvSpPr>
          <p:nvPr/>
        </p:nvSpPr>
        <p:spPr>
          <a:xfrm>
            <a:off x="4007224" y="5950251"/>
            <a:ext cx="4162015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792479">
              <a:buNone/>
              <a:defRPr sz="576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  <p:sp>
        <p:nvSpPr>
          <p:cNvPr id="2301" name="Max-Value:">
            <a:extLst>
              <a:ext uri="{FF2B5EF4-FFF2-40B4-BE49-F238E27FC236}">
                <a16:creationId xmlns:a16="http://schemas.microsoft.com/office/drawing/2014/main" id="{7D16C19E-B5AF-32FF-2A72-DBC572365CB8}"/>
              </a:ext>
            </a:extLst>
          </p:cNvPr>
          <p:cNvSpPr>
            <a:spLocks noGrp="1"/>
          </p:cNvSpPr>
          <p:nvPr/>
        </p:nvSpPr>
        <p:spPr>
          <a:xfrm>
            <a:off x="15177735" y="5919135"/>
            <a:ext cx="4162016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792479">
              <a:buNone/>
              <a:defRPr sz="576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  <p:sp>
        <p:nvSpPr>
          <p:cNvPr id="2" name="1">
            <a:extLst>
              <a:ext uri="{FF2B5EF4-FFF2-40B4-BE49-F238E27FC236}">
                <a16:creationId xmlns:a16="http://schemas.microsoft.com/office/drawing/2014/main" id="{72B221B4-38E6-8AEB-815C-E7368A7A9982}"/>
              </a:ext>
            </a:extLst>
          </p:cNvPr>
          <p:cNvSpPr>
            <a:spLocks noGrp="1"/>
          </p:cNvSpPr>
          <p:nvPr/>
        </p:nvSpPr>
        <p:spPr>
          <a:xfrm>
            <a:off x="7152262" y="6821489"/>
            <a:ext cx="720943" cy="944260"/>
          </a:xfrm>
          <a:prstGeom prst="rect">
            <a:avLst/>
          </a:prstGeom>
          <a:ln w="12700"/>
        </p:spPr>
        <p:txBody>
          <a:bodyPr lIns="50800" tIns="50800" rIns="50800" bIns="50800" anchor="b">
            <a:normAutofit/>
          </a:bodyPr>
          <a:lstStyle>
            <a:lvl1pPr defTabSz="751205">
              <a:buNone/>
              <a:defRPr sz="546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 dirty="0"/>
              <a:t>1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5BCCC048-5EDA-9CE7-AE6A-C73A8446472B}"/>
              </a:ext>
            </a:extLst>
          </p:cNvPr>
          <p:cNvSpPr>
            <a:spLocks noGrp="1"/>
          </p:cNvSpPr>
          <p:nvPr/>
        </p:nvSpPr>
        <p:spPr>
          <a:xfrm>
            <a:off x="21328076" y="8945003"/>
            <a:ext cx="1" cy="703397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4" name="Table 1-1-1-2-1">
            <a:extLst>
              <a:ext uri="{FF2B5EF4-FFF2-40B4-BE49-F238E27FC236}">
                <a16:creationId xmlns:a16="http://schemas.microsoft.com/office/drawing/2014/main" id="{2523BD7D-FB01-5F91-8FC8-5269AB772791}"/>
              </a:ext>
            </a:extLst>
          </p:cNvPr>
          <p:cNvGraphicFramePr/>
          <p:nvPr/>
        </p:nvGraphicFramePr>
        <p:xfrm>
          <a:off x="19534251" y="9789875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447722"/>
      </p:ext>
    </p:extLst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C3D93-6FFE-2F04-67FD-41626D05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8" name="Table 1-1">
            <a:extLst>
              <a:ext uri="{FF2B5EF4-FFF2-40B4-BE49-F238E27FC236}">
                <a16:creationId xmlns:a16="http://schemas.microsoft.com/office/drawing/2014/main" id="{06296C67-2160-94AF-BB3E-0FAB8411E8CD}"/>
              </a:ext>
            </a:extLst>
          </p:cNvPr>
          <p:cNvGraphicFramePr/>
          <p:nvPr/>
        </p:nvGraphicFramePr>
        <p:xfrm>
          <a:off x="14089014" y="521292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84" name="Player(s) = O">
            <a:extLst>
              <a:ext uri="{FF2B5EF4-FFF2-40B4-BE49-F238E27FC236}">
                <a16:creationId xmlns:a16="http://schemas.microsoft.com/office/drawing/2014/main" id="{0AC6F67C-298F-BC44-3993-B4581F96C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515" y="542293"/>
            <a:ext cx="6695163" cy="2286001"/>
          </a:xfrm>
          <a:prstGeom prst="rect">
            <a:avLst/>
          </a:prstGeom>
        </p:spPr>
        <p:txBody>
          <a:bodyPr/>
          <a:lstStyle/>
          <a:p>
            <a:pPr>
              <a:buNone/>
              <a:defRPr sz="8000"/>
            </a:pPr>
            <a:r>
              <a:rPr cap="small">
                <a:latin typeface="Times New Roman"/>
                <a:ea typeface="Times New Roman"/>
                <a:cs typeface="Times New Roman"/>
              </a:rPr>
              <a:t>Player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 = </a:t>
            </a:r>
            <a:r>
              <a:t>O</a:t>
            </a:r>
          </a:p>
        </p:txBody>
      </p:sp>
      <p:sp>
        <p:nvSpPr>
          <p:cNvPr id="2285" name="Line">
            <a:extLst>
              <a:ext uri="{FF2B5EF4-FFF2-40B4-BE49-F238E27FC236}">
                <a16:creationId xmlns:a16="http://schemas.microsoft.com/office/drawing/2014/main" id="{714AB180-6419-153A-3965-2757FA6A5022}"/>
              </a:ext>
            </a:extLst>
          </p:cNvPr>
          <p:cNvSpPr>
            <a:spLocks noGrp="1"/>
          </p:cNvSpPr>
          <p:nvPr/>
        </p:nvSpPr>
        <p:spPr>
          <a:xfrm flipH="1">
            <a:off x="10640494" y="3346523"/>
            <a:ext cx="3032369" cy="1349208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11" name="Table 1-1-1">
            <a:extLst>
              <a:ext uri="{FF2B5EF4-FFF2-40B4-BE49-F238E27FC236}">
                <a16:creationId xmlns:a16="http://schemas.microsoft.com/office/drawing/2014/main" id="{3B94A7DF-1B3D-0277-8CDC-2D37699075FE}"/>
              </a:ext>
            </a:extLst>
          </p:cNvPr>
          <p:cNvGraphicFramePr/>
          <p:nvPr/>
        </p:nvGraphicFramePr>
        <p:xfrm>
          <a:off x="8519316" y="5033059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12" name="Table 1-1-1-1">
            <a:extLst>
              <a:ext uri="{FF2B5EF4-FFF2-40B4-BE49-F238E27FC236}">
                <a16:creationId xmlns:a16="http://schemas.microsoft.com/office/drawing/2014/main" id="{37EDEEE9-C1B8-D8B1-F597-EBDA891F92EC}"/>
              </a:ext>
            </a:extLst>
          </p:cNvPr>
          <p:cNvGraphicFramePr/>
          <p:nvPr/>
        </p:nvGraphicFramePr>
        <p:xfrm>
          <a:off x="19534251" y="5033059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88" name="Min-Value:">
            <a:extLst>
              <a:ext uri="{FF2B5EF4-FFF2-40B4-BE49-F238E27FC236}">
                <a16:creationId xmlns:a16="http://schemas.microsoft.com/office/drawing/2014/main" id="{CA01E1AF-6C4A-3206-4277-3BBD41EBF33F}"/>
              </a:ext>
            </a:extLst>
          </p:cNvPr>
          <p:cNvSpPr>
            <a:spLocks noGrp="1"/>
          </p:cNvSpPr>
          <p:nvPr/>
        </p:nvSpPr>
        <p:spPr>
          <a:xfrm>
            <a:off x="9523755" y="803017"/>
            <a:ext cx="4162015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808990">
              <a:buNone/>
              <a:defRPr sz="588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Min-Value:</a:t>
            </a:r>
          </a:p>
        </p:txBody>
      </p:sp>
      <p:sp>
        <p:nvSpPr>
          <p:cNvPr id="2290" name="Line">
            <a:extLst>
              <a:ext uri="{FF2B5EF4-FFF2-40B4-BE49-F238E27FC236}">
                <a16:creationId xmlns:a16="http://schemas.microsoft.com/office/drawing/2014/main" id="{BC1F2D93-9508-BE30-6F8B-5A193E7E0DB3}"/>
              </a:ext>
            </a:extLst>
          </p:cNvPr>
          <p:cNvSpPr>
            <a:spLocks noGrp="1"/>
          </p:cNvSpPr>
          <p:nvPr/>
        </p:nvSpPr>
        <p:spPr>
          <a:xfrm>
            <a:off x="18092815" y="3346523"/>
            <a:ext cx="3032369" cy="1349208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291" name="Line">
            <a:extLst>
              <a:ext uri="{FF2B5EF4-FFF2-40B4-BE49-F238E27FC236}">
                <a16:creationId xmlns:a16="http://schemas.microsoft.com/office/drawing/2014/main" id="{2ACD22FE-3891-5C74-4FB7-4C7B0FAFF7BB}"/>
              </a:ext>
            </a:extLst>
          </p:cNvPr>
          <p:cNvSpPr>
            <a:spLocks noGrp="1"/>
          </p:cNvSpPr>
          <p:nvPr/>
        </p:nvSpPr>
        <p:spPr>
          <a:xfrm>
            <a:off x="10313141" y="8945003"/>
            <a:ext cx="1" cy="703397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17" name="Table 1-1-1-2">
            <a:extLst>
              <a:ext uri="{FF2B5EF4-FFF2-40B4-BE49-F238E27FC236}">
                <a16:creationId xmlns:a16="http://schemas.microsoft.com/office/drawing/2014/main" id="{7517792F-BE9F-F9F8-2D16-55A991C8871C}"/>
              </a:ext>
            </a:extLst>
          </p:cNvPr>
          <p:cNvGraphicFramePr/>
          <p:nvPr/>
        </p:nvGraphicFramePr>
        <p:xfrm>
          <a:off x="8519316" y="9789875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97" name="Value:">
            <a:extLst>
              <a:ext uri="{FF2B5EF4-FFF2-40B4-BE49-F238E27FC236}">
                <a16:creationId xmlns:a16="http://schemas.microsoft.com/office/drawing/2014/main" id="{5411AC02-DB21-7072-47CD-DF88ABA311EE}"/>
              </a:ext>
            </a:extLst>
          </p:cNvPr>
          <p:cNvSpPr>
            <a:spLocks noGrp="1"/>
          </p:cNvSpPr>
          <p:nvPr/>
        </p:nvSpPr>
        <p:spPr>
          <a:xfrm>
            <a:off x="4007224" y="11074400"/>
            <a:ext cx="4162015" cy="94426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fontScale="94035"/>
          </a:bodyPr>
          <a:lstStyle>
            <a:lvl1pPr algn="r" defTabSz="808990">
              <a:buNone/>
              <a:defRPr sz="588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Valor:</a:t>
            </a:r>
          </a:p>
        </p:txBody>
      </p:sp>
      <p:sp>
        <p:nvSpPr>
          <p:cNvPr id="2298" name="1">
            <a:extLst>
              <a:ext uri="{FF2B5EF4-FFF2-40B4-BE49-F238E27FC236}">
                <a16:creationId xmlns:a16="http://schemas.microsoft.com/office/drawing/2014/main" id="{B470F8D9-4211-4732-7ED7-EFD038E83160}"/>
              </a:ext>
            </a:extLst>
          </p:cNvPr>
          <p:cNvSpPr>
            <a:spLocks noGrp="1"/>
          </p:cNvSpPr>
          <p:nvPr/>
        </p:nvSpPr>
        <p:spPr>
          <a:xfrm>
            <a:off x="7152262" y="11945637"/>
            <a:ext cx="720943" cy="944261"/>
          </a:xfrm>
          <a:prstGeom prst="rect">
            <a:avLst/>
          </a:prstGeom>
          <a:ln w="12700"/>
        </p:spPr>
        <p:txBody>
          <a:bodyPr lIns="50800" tIns="50800" rIns="50800" bIns="50800" anchor="b">
            <a:normAutofit/>
          </a:bodyPr>
          <a:lstStyle>
            <a:lvl1pPr defTabSz="751205">
              <a:buNone/>
              <a:defRPr sz="546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1</a:t>
            </a:r>
          </a:p>
        </p:txBody>
      </p:sp>
      <p:sp>
        <p:nvSpPr>
          <p:cNvPr id="2299" name="Max-Value:">
            <a:extLst>
              <a:ext uri="{FF2B5EF4-FFF2-40B4-BE49-F238E27FC236}">
                <a16:creationId xmlns:a16="http://schemas.microsoft.com/office/drawing/2014/main" id="{94777A30-E6B7-73B9-5CB4-0F5DCBAD0CD2}"/>
              </a:ext>
            </a:extLst>
          </p:cNvPr>
          <p:cNvSpPr>
            <a:spLocks noGrp="1"/>
          </p:cNvSpPr>
          <p:nvPr/>
        </p:nvSpPr>
        <p:spPr>
          <a:xfrm>
            <a:off x="4007224" y="5950251"/>
            <a:ext cx="4162015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792479">
              <a:buNone/>
              <a:defRPr sz="576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  <p:sp>
        <p:nvSpPr>
          <p:cNvPr id="2301" name="Max-Value:">
            <a:extLst>
              <a:ext uri="{FF2B5EF4-FFF2-40B4-BE49-F238E27FC236}">
                <a16:creationId xmlns:a16="http://schemas.microsoft.com/office/drawing/2014/main" id="{197F2F3E-8F10-DB56-AD91-575B5916C7C5}"/>
              </a:ext>
            </a:extLst>
          </p:cNvPr>
          <p:cNvSpPr>
            <a:spLocks noGrp="1"/>
          </p:cNvSpPr>
          <p:nvPr/>
        </p:nvSpPr>
        <p:spPr>
          <a:xfrm>
            <a:off x="15177735" y="5919135"/>
            <a:ext cx="4162016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792479">
              <a:buNone/>
              <a:defRPr sz="576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  <p:sp>
        <p:nvSpPr>
          <p:cNvPr id="2" name="1">
            <a:extLst>
              <a:ext uri="{FF2B5EF4-FFF2-40B4-BE49-F238E27FC236}">
                <a16:creationId xmlns:a16="http://schemas.microsoft.com/office/drawing/2014/main" id="{0C5FBA90-B939-B185-B9D4-CCF1A9C9C140}"/>
              </a:ext>
            </a:extLst>
          </p:cNvPr>
          <p:cNvSpPr>
            <a:spLocks noGrp="1"/>
          </p:cNvSpPr>
          <p:nvPr/>
        </p:nvSpPr>
        <p:spPr>
          <a:xfrm>
            <a:off x="7152262" y="6821489"/>
            <a:ext cx="720943" cy="944260"/>
          </a:xfrm>
          <a:prstGeom prst="rect">
            <a:avLst/>
          </a:prstGeom>
          <a:ln w="12700"/>
        </p:spPr>
        <p:txBody>
          <a:bodyPr lIns="50800" tIns="50800" rIns="50800" bIns="50800" anchor="b">
            <a:normAutofit/>
          </a:bodyPr>
          <a:lstStyle>
            <a:lvl1pPr defTabSz="751205">
              <a:buNone/>
              <a:defRPr sz="546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 dirty="0"/>
              <a:t>1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68BD3BD3-DDBF-5B81-0B35-4769874D801C}"/>
              </a:ext>
            </a:extLst>
          </p:cNvPr>
          <p:cNvSpPr>
            <a:spLocks noGrp="1"/>
          </p:cNvSpPr>
          <p:nvPr/>
        </p:nvSpPr>
        <p:spPr>
          <a:xfrm>
            <a:off x="21328076" y="8945003"/>
            <a:ext cx="1" cy="703397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4" name="Table 1-1-1-2-1">
            <a:extLst>
              <a:ext uri="{FF2B5EF4-FFF2-40B4-BE49-F238E27FC236}">
                <a16:creationId xmlns:a16="http://schemas.microsoft.com/office/drawing/2014/main" id="{4A392D8D-1545-371A-561B-62EEDEB2F319}"/>
              </a:ext>
            </a:extLst>
          </p:cNvPr>
          <p:cNvGraphicFramePr/>
          <p:nvPr/>
        </p:nvGraphicFramePr>
        <p:xfrm>
          <a:off x="19534251" y="9789875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Value:">
            <a:extLst>
              <a:ext uri="{FF2B5EF4-FFF2-40B4-BE49-F238E27FC236}">
                <a16:creationId xmlns:a16="http://schemas.microsoft.com/office/drawing/2014/main" id="{A60C6606-FDB7-5A36-F7FC-8F41018D8ABD}"/>
              </a:ext>
            </a:extLst>
          </p:cNvPr>
          <p:cNvSpPr>
            <a:spLocks noGrp="1"/>
          </p:cNvSpPr>
          <p:nvPr/>
        </p:nvSpPr>
        <p:spPr>
          <a:xfrm>
            <a:off x="15177735" y="10928752"/>
            <a:ext cx="4162016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fontScale="94035"/>
          </a:bodyPr>
          <a:lstStyle>
            <a:lvl1pPr algn="r" defTabSz="808990">
              <a:buNone/>
              <a:defRPr sz="588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 dirty="0">
                <a:latin typeface="Times New Roman"/>
                <a:ea typeface="Times New Roman"/>
                <a:cs typeface="Times New Roman"/>
              </a:rPr>
              <a:t>Valor:</a:t>
            </a:r>
          </a:p>
        </p:txBody>
      </p:sp>
      <p:sp>
        <p:nvSpPr>
          <p:cNvPr id="6" name="0">
            <a:extLst>
              <a:ext uri="{FF2B5EF4-FFF2-40B4-BE49-F238E27FC236}">
                <a16:creationId xmlns:a16="http://schemas.microsoft.com/office/drawing/2014/main" id="{CBB2C542-554D-F66D-9865-4205B68E94FE}"/>
              </a:ext>
            </a:extLst>
          </p:cNvPr>
          <p:cNvSpPr>
            <a:spLocks noGrp="1"/>
          </p:cNvSpPr>
          <p:nvPr/>
        </p:nvSpPr>
        <p:spPr>
          <a:xfrm>
            <a:off x="18322774" y="11799989"/>
            <a:ext cx="720943" cy="944261"/>
          </a:xfrm>
          <a:prstGeom prst="rect">
            <a:avLst/>
          </a:prstGeom>
          <a:ln w="12700"/>
        </p:spPr>
        <p:txBody>
          <a:bodyPr lIns="50800" tIns="50800" rIns="50800" bIns="50800" anchor="b">
            <a:normAutofit/>
          </a:bodyPr>
          <a:lstStyle>
            <a:lvl1pPr defTabSz="751205">
              <a:buNone/>
              <a:defRPr sz="546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685898792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B0DB3-0FAA-EDBB-9F36-335808062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8" name="Table 1-1">
            <a:extLst>
              <a:ext uri="{FF2B5EF4-FFF2-40B4-BE49-F238E27FC236}">
                <a16:creationId xmlns:a16="http://schemas.microsoft.com/office/drawing/2014/main" id="{58B27C56-9C2F-EF49-F15A-28550AAD7F2D}"/>
              </a:ext>
            </a:extLst>
          </p:cNvPr>
          <p:cNvGraphicFramePr/>
          <p:nvPr/>
        </p:nvGraphicFramePr>
        <p:xfrm>
          <a:off x="14089014" y="521292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84" name="Player(s) = O">
            <a:extLst>
              <a:ext uri="{FF2B5EF4-FFF2-40B4-BE49-F238E27FC236}">
                <a16:creationId xmlns:a16="http://schemas.microsoft.com/office/drawing/2014/main" id="{4CD166B8-B700-580E-B98C-AAC559D54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515" y="542293"/>
            <a:ext cx="6695163" cy="2286001"/>
          </a:xfrm>
          <a:prstGeom prst="rect">
            <a:avLst/>
          </a:prstGeom>
        </p:spPr>
        <p:txBody>
          <a:bodyPr/>
          <a:lstStyle/>
          <a:p>
            <a:pPr>
              <a:buNone/>
              <a:defRPr sz="8000"/>
            </a:pPr>
            <a:r>
              <a:rPr cap="small">
                <a:latin typeface="Times New Roman"/>
                <a:ea typeface="Times New Roman"/>
                <a:cs typeface="Times New Roman"/>
              </a:rPr>
              <a:t>Player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 = </a:t>
            </a:r>
            <a:r>
              <a:t>O</a:t>
            </a:r>
          </a:p>
        </p:txBody>
      </p:sp>
      <p:sp>
        <p:nvSpPr>
          <p:cNvPr id="2285" name="Line">
            <a:extLst>
              <a:ext uri="{FF2B5EF4-FFF2-40B4-BE49-F238E27FC236}">
                <a16:creationId xmlns:a16="http://schemas.microsoft.com/office/drawing/2014/main" id="{0BEF4ED9-13BC-AC9F-9092-B680E2A75FB8}"/>
              </a:ext>
            </a:extLst>
          </p:cNvPr>
          <p:cNvSpPr>
            <a:spLocks noGrp="1"/>
          </p:cNvSpPr>
          <p:nvPr/>
        </p:nvSpPr>
        <p:spPr>
          <a:xfrm flipH="1">
            <a:off x="10640494" y="3346523"/>
            <a:ext cx="3032369" cy="1349208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11" name="Table 1-1-1">
            <a:extLst>
              <a:ext uri="{FF2B5EF4-FFF2-40B4-BE49-F238E27FC236}">
                <a16:creationId xmlns:a16="http://schemas.microsoft.com/office/drawing/2014/main" id="{9EABE07F-CB31-FB69-5F16-CCB0654C2B81}"/>
              </a:ext>
            </a:extLst>
          </p:cNvPr>
          <p:cNvGraphicFramePr/>
          <p:nvPr/>
        </p:nvGraphicFramePr>
        <p:xfrm>
          <a:off x="8519316" y="5033059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12" name="Table 1-1-1-1">
            <a:extLst>
              <a:ext uri="{FF2B5EF4-FFF2-40B4-BE49-F238E27FC236}">
                <a16:creationId xmlns:a16="http://schemas.microsoft.com/office/drawing/2014/main" id="{B68FE0D7-5F1B-E358-9A9B-2B5BF8AD7D9A}"/>
              </a:ext>
            </a:extLst>
          </p:cNvPr>
          <p:cNvGraphicFramePr/>
          <p:nvPr/>
        </p:nvGraphicFramePr>
        <p:xfrm>
          <a:off x="19534251" y="5033059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88" name="Min-Value:">
            <a:extLst>
              <a:ext uri="{FF2B5EF4-FFF2-40B4-BE49-F238E27FC236}">
                <a16:creationId xmlns:a16="http://schemas.microsoft.com/office/drawing/2014/main" id="{E919F2A9-441A-954B-8D3A-B8E8B5EE4066}"/>
              </a:ext>
            </a:extLst>
          </p:cNvPr>
          <p:cNvSpPr>
            <a:spLocks noGrp="1"/>
          </p:cNvSpPr>
          <p:nvPr/>
        </p:nvSpPr>
        <p:spPr>
          <a:xfrm>
            <a:off x="9523755" y="803017"/>
            <a:ext cx="4162015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808990">
              <a:buNone/>
              <a:defRPr sz="588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Min-Value:</a:t>
            </a:r>
          </a:p>
        </p:txBody>
      </p:sp>
      <p:sp>
        <p:nvSpPr>
          <p:cNvPr id="2290" name="Line">
            <a:extLst>
              <a:ext uri="{FF2B5EF4-FFF2-40B4-BE49-F238E27FC236}">
                <a16:creationId xmlns:a16="http://schemas.microsoft.com/office/drawing/2014/main" id="{CD0F3B13-09B9-5F27-0BD6-FE9DBB8CE058}"/>
              </a:ext>
            </a:extLst>
          </p:cNvPr>
          <p:cNvSpPr>
            <a:spLocks noGrp="1"/>
          </p:cNvSpPr>
          <p:nvPr/>
        </p:nvSpPr>
        <p:spPr>
          <a:xfrm>
            <a:off x="18092815" y="3346523"/>
            <a:ext cx="3032369" cy="1349208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291" name="Line">
            <a:extLst>
              <a:ext uri="{FF2B5EF4-FFF2-40B4-BE49-F238E27FC236}">
                <a16:creationId xmlns:a16="http://schemas.microsoft.com/office/drawing/2014/main" id="{3310388A-42A8-6A1B-21B5-65923AC99555}"/>
              </a:ext>
            </a:extLst>
          </p:cNvPr>
          <p:cNvSpPr>
            <a:spLocks noGrp="1"/>
          </p:cNvSpPr>
          <p:nvPr/>
        </p:nvSpPr>
        <p:spPr>
          <a:xfrm>
            <a:off x="10313141" y="8945003"/>
            <a:ext cx="1" cy="703397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17" name="Table 1-1-1-2">
            <a:extLst>
              <a:ext uri="{FF2B5EF4-FFF2-40B4-BE49-F238E27FC236}">
                <a16:creationId xmlns:a16="http://schemas.microsoft.com/office/drawing/2014/main" id="{FF3FCEC1-4B34-1AF1-3CF6-83222F698527}"/>
              </a:ext>
            </a:extLst>
          </p:cNvPr>
          <p:cNvGraphicFramePr/>
          <p:nvPr/>
        </p:nvGraphicFramePr>
        <p:xfrm>
          <a:off x="8519316" y="9789875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93" name="Line">
            <a:extLst>
              <a:ext uri="{FF2B5EF4-FFF2-40B4-BE49-F238E27FC236}">
                <a16:creationId xmlns:a16="http://schemas.microsoft.com/office/drawing/2014/main" id="{C98DF7A8-A54B-15AE-ED33-8FA6F547881D}"/>
              </a:ext>
            </a:extLst>
          </p:cNvPr>
          <p:cNvSpPr>
            <a:spLocks noGrp="1"/>
          </p:cNvSpPr>
          <p:nvPr/>
        </p:nvSpPr>
        <p:spPr>
          <a:xfrm>
            <a:off x="21328076" y="8945003"/>
            <a:ext cx="1" cy="703397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19" name="Table 1-1-1-2-1">
            <a:extLst>
              <a:ext uri="{FF2B5EF4-FFF2-40B4-BE49-F238E27FC236}">
                <a16:creationId xmlns:a16="http://schemas.microsoft.com/office/drawing/2014/main" id="{06688928-07A1-9D93-DBD4-D54134369F5D}"/>
              </a:ext>
            </a:extLst>
          </p:cNvPr>
          <p:cNvGraphicFramePr/>
          <p:nvPr/>
        </p:nvGraphicFramePr>
        <p:xfrm>
          <a:off x="19534251" y="9789875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95" name="Value:">
            <a:extLst>
              <a:ext uri="{FF2B5EF4-FFF2-40B4-BE49-F238E27FC236}">
                <a16:creationId xmlns:a16="http://schemas.microsoft.com/office/drawing/2014/main" id="{8070AD05-E7BE-1620-38A2-385F5D4EE144}"/>
              </a:ext>
            </a:extLst>
          </p:cNvPr>
          <p:cNvSpPr>
            <a:spLocks noGrp="1"/>
          </p:cNvSpPr>
          <p:nvPr/>
        </p:nvSpPr>
        <p:spPr>
          <a:xfrm>
            <a:off x="15177735" y="10928752"/>
            <a:ext cx="4162016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fontScale="94035"/>
          </a:bodyPr>
          <a:lstStyle>
            <a:lvl1pPr algn="r" defTabSz="808990">
              <a:buNone/>
              <a:defRPr sz="588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 dirty="0">
                <a:latin typeface="Times New Roman"/>
                <a:ea typeface="Times New Roman"/>
                <a:cs typeface="Times New Roman"/>
              </a:rPr>
              <a:t>Valor:</a:t>
            </a:r>
          </a:p>
        </p:txBody>
      </p:sp>
      <p:sp>
        <p:nvSpPr>
          <p:cNvPr id="2296" name="0">
            <a:extLst>
              <a:ext uri="{FF2B5EF4-FFF2-40B4-BE49-F238E27FC236}">
                <a16:creationId xmlns:a16="http://schemas.microsoft.com/office/drawing/2014/main" id="{6E879F94-0D01-5F9F-FBBF-EAE294E5682E}"/>
              </a:ext>
            </a:extLst>
          </p:cNvPr>
          <p:cNvSpPr>
            <a:spLocks noGrp="1"/>
          </p:cNvSpPr>
          <p:nvPr/>
        </p:nvSpPr>
        <p:spPr>
          <a:xfrm>
            <a:off x="18322774" y="11799989"/>
            <a:ext cx="720943" cy="944261"/>
          </a:xfrm>
          <a:prstGeom prst="rect">
            <a:avLst/>
          </a:prstGeom>
          <a:ln w="12700"/>
        </p:spPr>
        <p:txBody>
          <a:bodyPr lIns="50800" tIns="50800" rIns="50800" bIns="50800" anchor="b">
            <a:normAutofit/>
          </a:bodyPr>
          <a:lstStyle>
            <a:lvl1pPr defTabSz="751205">
              <a:buNone/>
              <a:defRPr sz="546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0</a:t>
            </a:r>
          </a:p>
        </p:txBody>
      </p:sp>
      <p:sp>
        <p:nvSpPr>
          <p:cNvPr id="2297" name="Value:">
            <a:extLst>
              <a:ext uri="{FF2B5EF4-FFF2-40B4-BE49-F238E27FC236}">
                <a16:creationId xmlns:a16="http://schemas.microsoft.com/office/drawing/2014/main" id="{43977B01-A516-01BA-E2D3-1A8E4FB349C6}"/>
              </a:ext>
            </a:extLst>
          </p:cNvPr>
          <p:cNvSpPr>
            <a:spLocks noGrp="1"/>
          </p:cNvSpPr>
          <p:nvPr/>
        </p:nvSpPr>
        <p:spPr>
          <a:xfrm>
            <a:off x="4007224" y="11074400"/>
            <a:ext cx="4162015" cy="94426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fontScale="94035"/>
          </a:bodyPr>
          <a:lstStyle>
            <a:lvl1pPr algn="r" defTabSz="808990">
              <a:buNone/>
              <a:defRPr sz="588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Valor:</a:t>
            </a:r>
          </a:p>
        </p:txBody>
      </p:sp>
      <p:sp>
        <p:nvSpPr>
          <p:cNvPr id="2298" name="1">
            <a:extLst>
              <a:ext uri="{FF2B5EF4-FFF2-40B4-BE49-F238E27FC236}">
                <a16:creationId xmlns:a16="http://schemas.microsoft.com/office/drawing/2014/main" id="{96B6A8B9-BDF2-14BF-93ED-506994DA101F}"/>
              </a:ext>
            </a:extLst>
          </p:cNvPr>
          <p:cNvSpPr>
            <a:spLocks noGrp="1"/>
          </p:cNvSpPr>
          <p:nvPr/>
        </p:nvSpPr>
        <p:spPr>
          <a:xfrm>
            <a:off x="7152262" y="11945637"/>
            <a:ext cx="720943" cy="944261"/>
          </a:xfrm>
          <a:prstGeom prst="rect">
            <a:avLst/>
          </a:prstGeom>
          <a:ln w="12700"/>
        </p:spPr>
        <p:txBody>
          <a:bodyPr lIns="50800" tIns="50800" rIns="50800" bIns="50800" anchor="b">
            <a:normAutofit/>
          </a:bodyPr>
          <a:lstStyle>
            <a:lvl1pPr defTabSz="751205">
              <a:buNone/>
              <a:defRPr sz="546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1</a:t>
            </a:r>
          </a:p>
        </p:txBody>
      </p:sp>
      <p:sp>
        <p:nvSpPr>
          <p:cNvPr id="2299" name="Max-Value:">
            <a:extLst>
              <a:ext uri="{FF2B5EF4-FFF2-40B4-BE49-F238E27FC236}">
                <a16:creationId xmlns:a16="http://schemas.microsoft.com/office/drawing/2014/main" id="{0F32055C-40BA-DA79-362F-4F45F1655C27}"/>
              </a:ext>
            </a:extLst>
          </p:cNvPr>
          <p:cNvSpPr>
            <a:spLocks noGrp="1"/>
          </p:cNvSpPr>
          <p:nvPr/>
        </p:nvSpPr>
        <p:spPr>
          <a:xfrm>
            <a:off x="4007224" y="5950251"/>
            <a:ext cx="4162015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792479">
              <a:buNone/>
              <a:defRPr sz="576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  <p:sp>
        <p:nvSpPr>
          <p:cNvPr id="2300" name="1">
            <a:extLst>
              <a:ext uri="{FF2B5EF4-FFF2-40B4-BE49-F238E27FC236}">
                <a16:creationId xmlns:a16="http://schemas.microsoft.com/office/drawing/2014/main" id="{F37801E8-239A-7880-FE3D-71262721861B}"/>
              </a:ext>
            </a:extLst>
          </p:cNvPr>
          <p:cNvSpPr>
            <a:spLocks noGrp="1"/>
          </p:cNvSpPr>
          <p:nvPr/>
        </p:nvSpPr>
        <p:spPr>
          <a:xfrm>
            <a:off x="7152262" y="6821489"/>
            <a:ext cx="720943" cy="944260"/>
          </a:xfrm>
          <a:prstGeom prst="rect">
            <a:avLst/>
          </a:prstGeom>
          <a:ln w="12700"/>
        </p:spPr>
        <p:txBody>
          <a:bodyPr lIns="50800" tIns="50800" rIns="50800" bIns="50800" anchor="b">
            <a:normAutofit/>
          </a:bodyPr>
          <a:lstStyle>
            <a:lvl1pPr defTabSz="751205">
              <a:buNone/>
              <a:defRPr sz="546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 dirty="0"/>
              <a:t>1</a:t>
            </a:r>
          </a:p>
        </p:txBody>
      </p:sp>
      <p:sp>
        <p:nvSpPr>
          <p:cNvPr id="2301" name="Max-Value:">
            <a:extLst>
              <a:ext uri="{FF2B5EF4-FFF2-40B4-BE49-F238E27FC236}">
                <a16:creationId xmlns:a16="http://schemas.microsoft.com/office/drawing/2014/main" id="{27BCB530-92B0-288D-B6C8-BC60269F0F20}"/>
              </a:ext>
            </a:extLst>
          </p:cNvPr>
          <p:cNvSpPr>
            <a:spLocks noGrp="1"/>
          </p:cNvSpPr>
          <p:nvPr/>
        </p:nvSpPr>
        <p:spPr>
          <a:xfrm>
            <a:off x="15177735" y="5919135"/>
            <a:ext cx="4162016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792479">
              <a:buNone/>
              <a:defRPr sz="576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  <p:sp>
        <p:nvSpPr>
          <p:cNvPr id="2302" name="0">
            <a:extLst>
              <a:ext uri="{FF2B5EF4-FFF2-40B4-BE49-F238E27FC236}">
                <a16:creationId xmlns:a16="http://schemas.microsoft.com/office/drawing/2014/main" id="{6D3CBD43-B156-11B7-D64A-D823B93AA87D}"/>
              </a:ext>
            </a:extLst>
          </p:cNvPr>
          <p:cNvSpPr>
            <a:spLocks noGrp="1"/>
          </p:cNvSpPr>
          <p:nvPr/>
        </p:nvSpPr>
        <p:spPr>
          <a:xfrm>
            <a:off x="18322774" y="6790373"/>
            <a:ext cx="720943" cy="944261"/>
          </a:xfrm>
          <a:prstGeom prst="rect">
            <a:avLst/>
          </a:prstGeom>
          <a:ln w="12700"/>
        </p:spPr>
        <p:txBody>
          <a:bodyPr lIns="50800" tIns="50800" rIns="50800" bIns="50800" anchor="b">
            <a:normAutofit/>
          </a:bodyPr>
          <a:lstStyle>
            <a:lvl1pPr defTabSz="751205">
              <a:buNone/>
              <a:defRPr sz="546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342607683"/>
      </p:ext>
    </p:extLst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C86B6-16D6-656B-AC82-48A65F510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8" name="Table 1-1">
            <a:extLst>
              <a:ext uri="{FF2B5EF4-FFF2-40B4-BE49-F238E27FC236}">
                <a16:creationId xmlns:a16="http://schemas.microsoft.com/office/drawing/2014/main" id="{C14FC2E8-1A44-AA16-E99D-B3398A6F370F}"/>
              </a:ext>
            </a:extLst>
          </p:cNvPr>
          <p:cNvGraphicFramePr/>
          <p:nvPr/>
        </p:nvGraphicFramePr>
        <p:xfrm>
          <a:off x="14089014" y="521292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84" name="Player(s) = O">
            <a:extLst>
              <a:ext uri="{FF2B5EF4-FFF2-40B4-BE49-F238E27FC236}">
                <a16:creationId xmlns:a16="http://schemas.microsoft.com/office/drawing/2014/main" id="{33A69AB4-2054-C701-9126-22D50635F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515" y="542293"/>
            <a:ext cx="6695163" cy="2286001"/>
          </a:xfrm>
          <a:prstGeom prst="rect">
            <a:avLst/>
          </a:prstGeom>
        </p:spPr>
        <p:txBody>
          <a:bodyPr/>
          <a:lstStyle/>
          <a:p>
            <a:pPr>
              <a:buNone/>
              <a:defRPr sz="8000"/>
            </a:pPr>
            <a:r>
              <a:rPr cap="small">
                <a:latin typeface="Times New Roman"/>
                <a:ea typeface="Times New Roman"/>
                <a:cs typeface="Times New Roman"/>
              </a:rPr>
              <a:t>Player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 = </a:t>
            </a:r>
            <a:r>
              <a:t>O</a:t>
            </a:r>
          </a:p>
        </p:txBody>
      </p:sp>
      <p:sp>
        <p:nvSpPr>
          <p:cNvPr id="2285" name="Line">
            <a:extLst>
              <a:ext uri="{FF2B5EF4-FFF2-40B4-BE49-F238E27FC236}">
                <a16:creationId xmlns:a16="http://schemas.microsoft.com/office/drawing/2014/main" id="{CC91E337-4CE8-AC1A-981E-0D96626CC2A9}"/>
              </a:ext>
            </a:extLst>
          </p:cNvPr>
          <p:cNvSpPr>
            <a:spLocks noGrp="1"/>
          </p:cNvSpPr>
          <p:nvPr/>
        </p:nvSpPr>
        <p:spPr>
          <a:xfrm flipH="1">
            <a:off x="10640494" y="3346523"/>
            <a:ext cx="3032369" cy="1349208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11" name="Table 1-1-1">
            <a:extLst>
              <a:ext uri="{FF2B5EF4-FFF2-40B4-BE49-F238E27FC236}">
                <a16:creationId xmlns:a16="http://schemas.microsoft.com/office/drawing/2014/main" id="{27AA94B4-84B7-B900-BA10-A3D5E38C9D4A}"/>
              </a:ext>
            </a:extLst>
          </p:cNvPr>
          <p:cNvGraphicFramePr/>
          <p:nvPr/>
        </p:nvGraphicFramePr>
        <p:xfrm>
          <a:off x="8519316" y="5033059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12" name="Table 1-1-1-1">
            <a:extLst>
              <a:ext uri="{FF2B5EF4-FFF2-40B4-BE49-F238E27FC236}">
                <a16:creationId xmlns:a16="http://schemas.microsoft.com/office/drawing/2014/main" id="{5B341270-49A5-9076-730E-3FDE2F2F8087}"/>
              </a:ext>
            </a:extLst>
          </p:cNvPr>
          <p:cNvGraphicFramePr/>
          <p:nvPr/>
        </p:nvGraphicFramePr>
        <p:xfrm>
          <a:off x="19534251" y="5033059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88" name="Min-Value:">
            <a:extLst>
              <a:ext uri="{FF2B5EF4-FFF2-40B4-BE49-F238E27FC236}">
                <a16:creationId xmlns:a16="http://schemas.microsoft.com/office/drawing/2014/main" id="{921C5228-5A00-9508-E3E8-D2D4B7349F93}"/>
              </a:ext>
            </a:extLst>
          </p:cNvPr>
          <p:cNvSpPr>
            <a:spLocks noGrp="1"/>
          </p:cNvSpPr>
          <p:nvPr/>
        </p:nvSpPr>
        <p:spPr>
          <a:xfrm>
            <a:off x="9523755" y="803017"/>
            <a:ext cx="4162015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808990">
              <a:buNone/>
              <a:defRPr sz="588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Min-Value:</a:t>
            </a:r>
          </a:p>
        </p:txBody>
      </p:sp>
      <p:sp>
        <p:nvSpPr>
          <p:cNvPr id="2289" name="0">
            <a:extLst>
              <a:ext uri="{FF2B5EF4-FFF2-40B4-BE49-F238E27FC236}">
                <a16:creationId xmlns:a16="http://schemas.microsoft.com/office/drawing/2014/main" id="{E4DE343C-827F-9449-D548-9FEA0DE06386}"/>
              </a:ext>
            </a:extLst>
          </p:cNvPr>
          <p:cNvSpPr>
            <a:spLocks noGrp="1"/>
          </p:cNvSpPr>
          <p:nvPr/>
        </p:nvSpPr>
        <p:spPr>
          <a:xfrm>
            <a:off x="12597499" y="1674255"/>
            <a:ext cx="720943" cy="944261"/>
          </a:xfrm>
          <a:prstGeom prst="rect">
            <a:avLst/>
          </a:prstGeom>
          <a:ln w="12700"/>
        </p:spPr>
        <p:txBody>
          <a:bodyPr lIns="50800" tIns="50800" rIns="50800" bIns="50800" anchor="b">
            <a:normAutofit/>
          </a:bodyPr>
          <a:lstStyle>
            <a:lvl1pPr defTabSz="751205">
              <a:buNone/>
              <a:defRPr sz="546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0</a:t>
            </a:r>
          </a:p>
        </p:txBody>
      </p:sp>
      <p:sp>
        <p:nvSpPr>
          <p:cNvPr id="2290" name="Line">
            <a:extLst>
              <a:ext uri="{FF2B5EF4-FFF2-40B4-BE49-F238E27FC236}">
                <a16:creationId xmlns:a16="http://schemas.microsoft.com/office/drawing/2014/main" id="{D9B49789-C0E0-9C60-7F41-CFC71737EE9E}"/>
              </a:ext>
            </a:extLst>
          </p:cNvPr>
          <p:cNvSpPr>
            <a:spLocks noGrp="1"/>
          </p:cNvSpPr>
          <p:nvPr/>
        </p:nvSpPr>
        <p:spPr>
          <a:xfrm>
            <a:off x="18092815" y="3346523"/>
            <a:ext cx="3032369" cy="1349208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291" name="Line">
            <a:extLst>
              <a:ext uri="{FF2B5EF4-FFF2-40B4-BE49-F238E27FC236}">
                <a16:creationId xmlns:a16="http://schemas.microsoft.com/office/drawing/2014/main" id="{F7643100-767F-1AF5-05E7-BA7714030320}"/>
              </a:ext>
            </a:extLst>
          </p:cNvPr>
          <p:cNvSpPr>
            <a:spLocks noGrp="1"/>
          </p:cNvSpPr>
          <p:nvPr/>
        </p:nvSpPr>
        <p:spPr>
          <a:xfrm>
            <a:off x="10313141" y="8945003"/>
            <a:ext cx="1" cy="703397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17" name="Table 1-1-1-2">
            <a:extLst>
              <a:ext uri="{FF2B5EF4-FFF2-40B4-BE49-F238E27FC236}">
                <a16:creationId xmlns:a16="http://schemas.microsoft.com/office/drawing/2014/main" id="{EAECE5CB-4313-EDFE-C2B2-1109CA290DAF}"/>
              </a:ext>
            </a:extLst>
          </p:cNvPr>
          <p:cNvGraphicFramePr/>
          <p:nvPr/>
        </p:nvGraphicFramePr>
        <p:xfrm>
          <a:off x="8519316" y="9789875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93" name="Line">
            <a:extLst>
              <a:ext uri="{FF2B5EF4-FFF2-40B4-BE49-F238E27FC236}">
                <a16:creationId xmlns:a16="http://schemas.microsoft.com/office/drawing/2014/main" id="{3A3629D4-F2FC-F0F5-4495-7B46473EE209}"/>
              </a:ext>
            </a:extLst>
          </p:cNvPr>
          <p:cNvSpPr>
            <a:spLocks noGrp="1"/>
          </p:cNvSpPr>
          <p:nvPr/>
        </p:nvSpPr>
        <p:spPr>
          <a:xfrm>
            <a:off x="21328076" y="8945003"/>
            <a:ext cx="1" cy="703397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19" name="Table 1-1-1-2-1">
            <a:extLst>
              <a:ext uri="{FF2B5EF4-FFF2-40B4-BE49-F238E27FC236}">
                <a16:creationId xmlns:a16="http://schemas.microsoft.com/office/drawing/2014/main" id="{C318F135-CBFD-27AB-B62C-D2F4B892FE6C}"/>
              </a:ext>
            </a:extLst>
          </p:cNvPr>
          <p:cNvGraphicFramePr/>
          <p:nvPr/>
        </p:nvGraphicFramePr>
        <p:xfrm>
          <a:off x="19534251" y="9789875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95" name="Value:">
            <a:extLst>
              <a:ext uri="{FF2B5EF4-FFF2-40B4-BE49-F238E27FC236}">
                <a16:creationId xmlns:a16="http://schemas.microsoft.com/office/drawing/2014/main" id="{524C0394-6B17-B0FD-8F9B-817489175763}"/>
              </a:ext>
            </a:extLst>
          </p:cNvPr>
          <p:cNvSpPr>
            <a:spLocks noGrp="1"/>
          </p:cNvSpPr>
          <p:nvPr/>
        </p:nvSpPr>
        <p:spPr>
          <a:xfrm>
            <a:off x="15177735" y="10928752"/>
            <a:ext cx="4162016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fontScale="94035"/>
          </a:bodyPr>
          <a:lstStyle>
            <a:lvl1pPr algn="r" defTabSz="808990">
              <a:buNone/>
              <a:defRPr sz="588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 dirty="0">
                <a:latin typeface="Times New Roman"/>
                <a:ea typeface="Times New Roman"/>
                <a:cs typeface="Times New Roman"/>
              </a:rPr>
              <a:t>Valor:</a:t>
            </a:r>
          </a:p>
        </p:txBody>
      </p:sp>
      <p:sp>
        <p:nvSpPr>
          <p:cNvPr id="2296" name="0">
            <a:extLst>
              <a:ext uri="{FF2B5EF4-FFF2-40B4-BE49-F238E27FC236}">
                <a16:creationId xmlns:a16="http://schemas.microsoft.com/office/drawing/2014/main" id="{518313D4-126E-F8E1-156E-3DA9BE836C48}"/>
              </a:ext>
            </a:extLst>
          </p:cNvPr>
          <p:cNvSpPr>
            <a:spLocks noGrp="1"/>
          </p:cNvSpPr>
          <p:nvPr/>
        </p:nvSpPr>
        <p:spPr>
          <a:xfrm>
            <a:off x="18322774" y="11799989"/>
            <a:ext cx="720943" cy="944261"/>
          </a:xfrm>
          <a:prstGeom prst="rect">
            <a:avLst/>
          </a:prstGeom>
          <a:ln w="12700"/>
        </p:spPr>
        <p:txBody>
          <a:bodyPr lIns="50800" tIns="50800" rIns="50800" bIns="50800" anchor="b">
            <a:normAutofit/>
          </a:bodyPr>
          <a:lstStyle>
            <a:lvl1pPr defTabSz="751205">
              <a:buNone/>
              <a:defRPr sz="546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0</a:t>
            </a:r>
          </a:p>
        </p:txBody>
      </p:sp>
      <p:sp>
        <p:nvSpPr>
          <p:cNvPr id="2297" name="Value:">
            <a:extLst>
              <a:ext uri="{FF2B5EF4-FFF2-40B4-BE49-F238E27FC236}">
                <a16:creationId xmlns:a16="http://schemas.microsoft.com/office/drawing/2014/main" id="{997F68FC-5755-3A6D-1E50-208A74F8107C}"/>
              </a:ext>
            </a:extLst>
          </p:cNvPr>
          <p:cNvSpPr>
            <a:spLocks noGrp="1"/>
          </p:cNvSpPr>
          <p:nvPr/>
        </p:nvSpPr>
        <p:spPr>
          <a:xfrm>
            <a:off x="4007224" y="11074400"/>
            <a:ext cx="4162015" cy="944260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fontScale="94035"/>
          </a:bodyPr>
          <a:lstStyle>
            <a:lvl1pPr algn="r" defTabSz="808990">
              <a:buNone/>
              <a:defRPr sz="588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Valor:</a:t>
            </a:r>
          </a:p>
        </p:txBody>
      </p:sp>
      <p:sp>
        <p:nvSpPr>
          <p:cNvPr id="2298" name="1">
            <a:extLst>
              <a:ext uri="{FF2B5EF4-FFF2-40B4-BE49-F238E27FC236}">
                <a16:creationId xmlns:a16="http://schemas.microsoft.com/office/drawing/2014/main" id="{06B5795B-34A1-D451-5888-35B2DCA41AC7}"/>
              </a:ext>
            </a:extLst>
          </p:cNvPr>
          <p:cNvSpPr>
            <a:spLocks noGrp="1"/>
          </p:cNvSpPr>
          <p:nvPr/>
        </p:nvSpPr>
        <p:spPr>
          <a:xfrm>
            <a:off x="7152262" y="11945637"/>
            <a:ext cx="720943" cy="944261"/>
          </a:xfrm>
          <a:prstGeom prst="rect">
            <a:avLst/>
          </a:prstGeom>
          <a:ln w="12700"/>
        </p:spPr>
        <p:txBody>
          <a:bodyPr lIns="50800" tIns="50800" rIns="50800" bIns="50800" anchor="b">
            <a:normAutofit/>
          </a:bodyPr>
          <a:lstStyle>
            <a:lvl1pPr defTabSz="751205">
              <a:buNone/>
              <a:defRPr sz="546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1</a:t>
            </a:r>
          </a:p>
        </p:txBody>
      </p:sp>
      <p:sp>
        <p:nvSpPr>
          <p:cNvPr id="2299" name="Max-Value:">
            <a:extLst>
              <a:ext uri="{FF2B5EF4-FFF2-40B4-BE49-F238E27FC236}">
                <a16:creationId xmlns:a16="http://schemas.microsoft.com/office/drawing/2014/main" id="{F7847C1C-2F4E-8BEB-CCAF-49EAEF7BA879}"/>
              </a:ext>
            </a:extLst>
          </p:cNvPr>
          <p:cNvSpPr>
            <a:spLocks noGrp="1"/>
          </p:cNvSpPr>
          <p:nvPr/>
        </p:nvSpPr>
        <p:spPr>
          <a:xfrm>
            <a:off x="4007224" y="5950251"/>
            <a:ext cx="4162015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792479">
              <a:buNone/>
              <a:defRPr sz="576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  <p:sp>
        <p:nvSpPr>
          <p:cNvPr id="2300" name="1">
            <a:extLst>
              <a:ext uri="{FF2B5EF4-FFF2-40B4-BE49-F238E27FC236}">
                <a16:creationId xmlns:a16="http://schemas.microsoft.com/office/drawing/2014/main" id="{B5CB5772-CF4C-48A9-9C2E-ED9D46AB3EB6}"/>
              </a:ext>
            </a:extLst>
          </p:cNvPr>
          <p:cNvSpPr>
            <a:spLocks noGrp="1"/>
          </p:cNvSpPr>
          <p:nvPr/>
        </p:nvSpPr>
        <p:spPr>
          <a:xfrm>
            <a:off x="7152262" y="6821489"/>
            <a:ext cx="720943" cy="944260"/>
          </a:xfrm>
          <a:prstGeom prst="rect">
            <a:avLst/>
          </a:prstGeom>
          <a:ln w="12700"/>
        </p:spPr>
        <p:txBody>
          <a:bodyPr lIns="50800" tIns="50800" rIns="50800" bIns="50800" anchor="b">
            <a:normAutofit/>
          </a:bodyPr>
          <a:lstStyle>
            <a:lvl1pPr defTabSz="751205">
              <a:buNone/>
              <a:defRPr sz="546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 dirty="0"/>
              <a:t>1</a:t>
            </a:r>
          </a:p>
        </p:txBody>
      </p:sp>
      <p:sp>
        <p:nvSpPr>
          <p:cNvPr id="2301" name="Max-Value:">
            <a:extLst>
              <a:ext uri="{FF2B5EF4-FFF2-40B4-BE49-F238E27FC236}">
                <a16:creationId xmlns:a16="http://schemas.microsoft.com/office/drawing/2014/main" id="{D236A55D-058E-46CD-D340-4C9688055A21}"/>
              </a:ext>
            </a:extLst>
          </p:cNvPr>
          <p:cNvSpPr>
            <a:spLocks noGrp="1"/>
          </p:cNvSpPr>
          <p:nvPr/>
        </p:nvSpPr>
        <p:spPr>
          <a:xfrm>
            <a:off x="15177735" y="5919135"/>
            <a:ext cx="4162016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792479">
              <a:buNone/>
              <a:defRPr sz="576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  <p:sp>
        <p:nvSpPr>
          <p:cNvPr id="2302" name="0">
            <a:extLst>
              <a:ext uri="{FF2B5EF4-FFF2-40B4-BE49-F238E27FC236}">
                <a16:creationId xmlns:a16="http://schemas.microsoft.com/office/drawing/2014/main" id="{CF4DABE0-650C-EE62-38BF-3DA98CF22F95}"/>
              </a:ext>
            </a:extLst>
          </p:cNvPr>
          <p:cNvSpPr>
            <a:spLocks noGrp="1"/>
          </p:cNvSpPr>
          <p:nvPr/>
        </p:nvSpPr>
        <p:spPr>
          <a:xfrm>
            <a:off x="18322774" y="6790373"/>
            <a:ext cx="720943" cy="944261"/>
          </a:xfrm>
          <a:prstGeom prst="rect">
            <a:avLst/>
          </a:prstGeom>
          <a:ln w="12700"/>
        </p:spPr>
        <p:txBody>
          <a:bodyPr lIns="50800" tIns="50800" rIns="50800" bIns="50800" anchor="b">
            <a:normAutofit/>
          </a:bodyPr>
          <a:lstStyle>
            <a:lvl1pPr defTabSz="751205">
              <a:buNone/>
              <a:defRPr sz="546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53684067"/>
      </p:ext>
    </p:extLst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Player(s) = X">
            <a:extLst>
              <a:ext uri="{FF2B5EF4-FFF2-40B4-BE49-F238E27FC236}">
                <a16:creationId xmlns:a16="http://schemas.microsoft.com/office/drawing/2014/main" id="{5947A957-A685-4451-AE0C-FCFA0B789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2" y="2191422"/>
            <a:ext cx="6695163" cy="2286001"/>
          </a:xfrm>
          <a:prstGeom prst="rect">
            <a:avLst/>
          </a:prstGeom>
        </p:spPr>
        <p:txBody>
          <a:bodyPr/>
          <a:lstStyle/>
          <a:p>
            <a:pPr>
              <a:buNone/>
              <a:defRPr sz="8000"/>
            </a:pPr>
            <a:r>
              <a:rPr cap="small">
                <a:latin typeface="Times New Roman"/>
                <a:ea typeface="Times New Roman"/>
                <a:cs typeface="Times New Roman"/>
              </a:rPr>
              <a:t>Player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 = </a:t>
            </a:r>
            <a:r>
              <a:t>X</a:t>
            </a:r>
          </a:p>
        </p:txBody>
      </p:sp>
      <p:graphicFrame>
        <p:nvGraphicFramePr>
          <p:cNvPr id="2385" name="Table 1-1"/>
          <p:cNvGraphicFramePr/>
          <p:nvPr/>
        </p:nvGraphicFramePr>
        <p:xfrm>
          <a:off x="6196407" y="6115022"/>
          <a:ext cx="1867914" cy="1950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28" name="Line">
            <a:extLst>
              <a:ext uri="{FF2B5EF4-FFF2-40B4-BE49-F238E27FC236}">
                <a16:creationId xmlns:a16="http://schemas.microsoft.com/office/drawing/2014/main" id="{1521183B-9B30-47AB-98EB-F25424722047}"/>
              </a:ext>
            </a:extLst>
          </p:cNvPr>
          <p:cNvSpPr>
            <a:spLocks noGrp="1"/>
          </p:cNvSpPr>
          <p:nvPr/>
        </p:nvSpPr>
        <p:spPr>
          <a:xfrm flipH="1">
            <a:off x="4404550" y="7583017"/>
            <a:ext cx="1575625" cy="70105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87" name="Table 1-1-1"/>
          <p:cNvGraphicFramePr/>
          <p:nvPr/>
        </p:nvGraphicFramePr>
        <p:xfrm>
          <a:off x="3302382" y="8459344"/>
          <a:ext cx="1867914" cy="1950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88" name="Table 1-1-1-1"/>
          <p:cNvGraphicFramePr/>
          <p:nvPr/>
        </p:nvGraphicFramePr>
        <p:xfrm>
          <a:off x="9025760" y="8459344"/>
          <a:ext cx="1867914" cy="1950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31" name="Min-Value:">
            <a:extLst>
              <a:ext uri="{FF2B5EF4-FFF2-40B4-BE49-F238E27FC236}">
                <a16:creationId xmlns:a16="http://schemas.microsoft.com/office/drawing/2014/main" id="{8C4D1AAC-788E-40A3-A6E1-D917FA643108}"/>
              </a:ext>
            </a:extLst>
          </p:cNvPr>
          <p:cNvSpPr>
            <a:spLocks noGrp="1"/>
          </p:cNvSpPr>
          <p:nvPr/>
        </p:nvSpPr>
        <p:spPr>
          <a:xfrm>
            <a:off x="3824290" y="6261407"/>
            <a:ext cx="2162591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lnSpcReduction="10000"/>
          </a:bodyPr>
          <a:lstStyle>
            <a:lvl1pPr algn="l" defTabSz="387984">
              <a:buNone/>
              <a:defRPr sz="282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Min-Value:</a:t>
            </a:r>
          </a:p>
        </p:txBody>
      </p:sp>
      <p:sp>
        <p:nvSpPr>
          <p:cNvPr id="2332" name="0">
            <a:extLst>
              <a:ext uri="{FF2B5EF4-FFF2-40B4-BE49-F238E27FC236}">
                <a16:creationId xmlns:a16="http://schemas.microsoft.com/office/drawing/2014/main" id="{8E642328-61DC-465D-B5EE-1A23F33E99CD}"/>
              </a:ext>
            </a:extLst>
          </p:cNvPr>
          <p:cNvSpPr>
            <a:spLocks noGrp="1"/>
          </p:cNvSpPr>
          <p:nvPr/>
        </p:nvSpPr>
        <p:spPr>
          <a:xfrm>
            <a:off x="5421413" y="6714103"/>
            <a:ext cx="374603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b">
            <a:normAutofit lnSpcReduction="10000"/>
          </a:bodyPr>
          <a:lstStyle>
            <a:lvl1pPr defTabSz="363220">
              <a:buNone/>
              <a:defRPr sz="264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0</a:t>
            </a:r>
          </a:p>
        </p:txBody>
      </p:sp>
      <p:sp>
        <p:nvSpPr>
          <p:cNvPr id="2333" name="Line">
            <a:extLst>
              <a:ext uri="{FF2B5EF4-FFF2-40B4-BE49-F238E27FC236}">
                <a16:creationId xmlns:a16="http://schemas.microsoft.com/office/drawing/2014/main" id="{F1A653F2-5318-4ABC-847F-BC510755AA7C}"/>
              </a:ext>
            </a:extLst>
          </p:cNvPr>
          <p:cNvSpPr>
            <a:spLocks noGrp="1"/>
          </p:cNvSpPr>
          <p:nvPr/>
        </p:nvSpPr>
        <p:spPr>
          <a:xfrm>
            <a:off x="8276788" y="7583017"/>
            <a:ext cx="1575625" cy="70105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34" name="Line">
            <a:extLst>
              <a:ext uri="{FF2B5EF4-FFF2-40B4-BE49-F238E27FC236}">
                <a16:creationId xmlns:a16="http://schemas.microsoft.com/office/drawing/2014/main" id="{A92D6DAB-41A8-43E6-86D0-FDD2A85D65F0}"/>
              </a:ext>
            </a:extLst>
          </p:cNvPr>
          <p:cNvSpPr>
            <a:spLocks noGrp="1"/>
          </p:cNvSpPr>
          <p:nvPr/>
        </p:nvSpPr>
        <p:spPr>
          <a:xfrm>
            <a:off x="4234457" y="10491997"/>
            <a:ext cx="1" cy="365487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93" name="Table 1-1-1-2"/>
          <p:cNvGraphicFramePr/>
          <p:nvPr/>
        </p:nvGraphicFramePr>
        <p:xfrm>
          <a:off x="3302382" y="10930994"/>
          <a:ext cx="1867914" cy="1950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8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36" name="Line">
            <a:extLst>
              <a:ext uri="{FF2B5EF4-FFF2-40B4-BE49-F238E27FC236}">
                <a16:creationId xmlns:a16="http://schemas.microsoft.com/office/drawing/2014/main" id="{9B8EA1DA-BD1C-4983-A0FC-0623623B07C9}"/>
              </a:ext>
            </a:extLst>
          </p:cNvPr>
          <p:cNvSpPr>
            <a:spLocks noGrp="1"/>
          </p:cNvSpPr>
          <p:nvPr/>
        </p:nvSpPr>
        <p:spPr>
          <a:xfrm>
            <a:off x="9957835" y="10491997"/>
            <a:ext cx="1" cy="365487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95" name="Table 1-1-1-2-1"/>
          <p:cNvGraphicFramePr/>
          <p:nvPr/>
        </p:nvGraphicFramePr>
        <p:xfrm>
          <a:off x="9025760" y="10930994"/>
          <a:ext cx="1867914" cy="1950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8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38" name="Value:">
            <a:extLst>
              <a:ext uri="{FF2B5EF4-FFF2-40B4-BE49-F238E27FC236}">
                <a16:creationId xmlns:a16="http://schemas.microsoft.com/office/drawing/2014/main" id="{8BFD1DD3-A2E1-4E78-822E-113081DA16A3}"/>
              </a:ext>
            </a:extLst>
          </p:cNvPr>
          <p:cNvSpPr>
            <a:spLocks noGrp="1"/>
          </p:cNvSpPr>
          <p:nvPr/>
        </p:nvSpPr>
        <p:spPr>
          <a:xfrm>
            <a:off x="6762108" y="11522756"/>
            <a:ext cx="2162590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fontScale="90523" lnSpcReduction="10000"/>
          </a:bodyPr>
          <a:lstStyle>
            <a:lvl1pPr algn="r" defTabSz="387984">
              <a:buNone/>
              <a:defRPr sz="282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Valor:</a:t>
            </a:r>
          </a:p>
        </p:txBody>
      </p:sp>
      <p:sp>
        <p:nvSpPr>
          <p:cNvPr id="2339" name="0">
            <a:extLst>
              <a:ext uri="{FF2B5EF4-FFF2-40B4-BE49-F238E27FC236}">
                <a16:creationId xmlns:a16="http://schemas.microsoft.com/office/drawing/2014/main" id="{361635DA-7DDF-41C3-8673-43D5578F27E0}"/>
              </a:ext>
            </a:extLst>
          </p:cNvPr>
          <p:cNvSpPr>
            <a:spLocks noGrp="1"/>
          </p:cNvSpPr>
          <p:nvPr/>
        </p:nvSpPr>
        <p:spPr>
          <a:xfrm>
            <a:off x="8396275" y="11975453"/>
            <a:ext cx="374604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b">
            <a:normAutofit lnSpcReduction="10000"/>
          </a:bodyPr>
          <a:lstStyle>
            <a:lvl1pPr defTabSz="363220">
              <a:buNone/>
              <a:defRPr sz="264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0</a:t>
            </a:r>
          </a:p>
        </p:txBody>
      </p:sp>
      <p:sp>
        <p:nvSpPr>
          <p:cNvPr id="2340" name="Value:">
            <a:extLst>
              <a:ext uri="{FF2B5EF4-FFF2-40B4-BE49-F238E27FC236}">
                <a16:creationId xmlns:a16="http://schemas.microsoft.com/office/drawing/2014/main" id="{F98C0058-33C4-4562-B27E-0FBE7AD3E9EA}"/>
              </a:ext>
            </a:extLst>
          </p:cNvPr>
          <p:cNvSpPr>
            <a:spLocks noGrp="1"/>
          </p:cNvSpPr>
          <p:nvPr/>
        </p:nvSpPr>
        <p:spPr>
          <a:xfrm>
            <a:off x="957892" y="11598435"/>
            <a:ext cx="2162590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fontScale="90523" lnSpcReduction="10000"/>
          </a:bodyPr>
          <a:lstStyle>
            <a:lvl1pPr algn="r" defTabSz="387984">
              <a:buNone/>
              <a:defRPr sz="282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Valor:</a:t>
            </a:r>
          </a:p>
        </p:txBody>
      </p:sp>
      <p:sp>
        <p:nvSpPr>
          <p:cNvPr id="2341" name="1">
            <a:extLst>
              <a:ext uri="{FF2B5EF4-FFF2-40B4-BE49-F238E27FC236}">
                <a16:creationId xmlns:a16="http://schemas.microsoft.com/office/drawing/2014/main" id="{08EC8960-2904-4D26-B8E4-A2583C63093C}"/>
              </a:ext>
            </a:extLst>
          </p:cNvPr>
          <p:cNvSpPr>
            <a:spLocks noGrp="1"/>
          </p:cNvSpPr>
          <p:nvPr/>
        </p:nvSpPr>
        <p:spPr>
          <a:xfrm>
            <a:off x="2592059" y="12051132"/>
            <a:ext cx="374603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b">
            <a:normAutofit lnSpcReduction="10000"/>
          </a:bodyPr>
          <a:lstStyle>
            <a:lvl1pPr defTabSz="363220">
              <a:buNone/>
              <a:defRPr sz="264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1</a:t>
            </a:r>
          </a:p>
        </p:txBody>
      </p:sp>
      <p:sp>
        <p:nvSpPr>
          <p:cNvPr id="2342" name="Max-Value:">
            <a:extLst>
              <a:ext uri="{FF2B5EF4-FFF2-40B4-BE49-F238E27FC236}">
                <a16:creationId xmlns:a16="http://schemas.microsoft.com/office/drawing/2014/main" id="{B1A0DBBB-2F96-4C72-A1F4-F128E59E5C5B}"/>
              </a:ext>
            </a:extLst>
          </p:cNvPr>
          <p:cNvSpPr>
            <a:spLocks noGrp="1"/>
          </p:cNvSpPr>
          <p:nvPr/>
        </p:nvSpPr>
        <p:spPr>
          <a:xfrm>
            <a:off x="957892" y="8935918"/>
            <a:ext cx="2162590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lnSpcReduction="10000"/>
          </a:bodyPr>
          <a:lstStyle>
            <a:lvl1pPr algn="l" defTabSz="387984">
              <a:buNone/>
              <a:defRPr sz="282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  <p:sp>
        <p:nvSpPr>
          <p:cNvPr id="2343" name="1">
            <a:extLst>
              <a:ext uri="{FF2B5EF4-FFF2-40B4-BE49-F238E27FC236}">
                <a16:creationId xmlns:a16="http://schemas.microsoft.com/office/drawing/2014/main" id="{6B656A41-F164-4EFC-8125-50ACA89AA6B9}"/>
              </a:ext>
            </a:extLst>
          </p:cNvPr>
          <p:cNvSpPr>
            <a:spLocks noGrp="1"/>
          </p:cNvSpPr>
          <p:nvPr/>
        </p:nvSpPr>
        <p:spPr>
          <a:xfrm>
            <a:off x="2592059" y="9388615"/>
            <a:ext cx="374603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b">
            <a:normAutofit lnSpcReduction="10000"/>
          </a:bodyPr>
          <a:lstStyle>
            <a:lvl1pPr defTabSz="363220">
              <a:buNone/>
              <a:defRPr sz="264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1</a:t>
            </a:r>
          </a:p>
        </p:txBody>
      </p:sp>
      <p:sp>
        <p:nvSpPr>
          <p:cNvPr id="2344" name="Max-Value:">
            <a:extLst>
              <a:ext uri="{FF2B5EF4-FFF2-40B4-BE49-F238E27FC236}">
                <a16:creationId xmlns:a16="http://schemas.microsoft.com/office/drawing/2014/main" id="{2EDAA2B1-24ED-4721-A1F8-EE4BF2D4E102}"/>
              </a:ext>
            </a:extLst>
          </p:cNvPr>
          <p:cNvSpPr>
            <a:spLocks noGrp="1"/>
          </p:cNvSpPr>
          <p:nvPr/>
        </p:nvSpPr>
        <p:spPr>
          <a:xfrm>
            <a:off x="6762108" y="8919750"/>
            <a:ext cx="2162590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lnSpcReduction="10000"/>
          </a:bodyPr>
          <a:lstStyle>
            <a:lvl1pPr algn="l" defTabSz="387984">
              <a:buNone/>
              <a:defRPr sz="282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  <p:sp>
        <p:nvSpPr>
          <p:cNvPr id="2345" name="0">
            <a:extLst>
              <a:ext uri="{FF2B5EF4-FFF2-40B4-BE49-F238E27FC236}">
                <a16:creationId xmlns:a16="http://schemas.microsoft.com/office/drawing/2014/main" id="{E771AFA4-98B8-4B08-ACA1-167D9114E5B6}"/>
              </a:ext>
            </a:extLst>
          </p:cNvPr>
          <p:cNvSpPr>
            <a:spLocks noGrp="1"/>
          </p:cNvSpPr>
          <p:nvPr/>
        </p:nvSpPr>
        <p:spPr>
          <a:xfrm>
            <a:off x="8396275" y="9372447"/>
            <a:ext cx="374604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b">
            <a:normAutofit lnSpcReduction="10000"/>
          </a:bodyPr>
          <a:lstStyle>
            <a:lvl1pPr defTabSz="363220">
              <a:buNone/>
              <a:defRPr sz="264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0</a:t>
            </a:r>
          </a:p>
        </p:txBody>
      </p:sp>
      <p:graphicFrame>
        <p:nvGraphicFramePr>
          <p:cNvPr id="2404" name="Table 1-1-2"/>
          <p:cNvGraphicFramePr/>
          <p:nvPr/>
        </p:nvGraphicFramePr>
        <p:xfrm>
          <a:off x="11288607" y="1174721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48" name="Line">
            <a:extLst>
              <a:ext uri="{FF2B5EF4-FFF2-40B4-BE49-F238E27FC236}">
                <a16:creationId xmlns:a16="http://schemas.microsoft.com/office/drawing/2014/main" id="{FE503227-4C05-4591-9B69-FCC2C0AB2D76}"/>
              </a:ext>
            </a:extLst>
          </p:cNvPr>
          <p:cNvSpPr>
            <a:spLocks noGrp="1"/>
          </p:cNvSpPr>
          <p:nvPr/>
        </p:nvSpPr>
        <p:spPr>
          <a:xfrm flipH="1">
            <a:off x="7280005" y="3709963"/>
            <a:ext cx="3648970" cy="2262500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49" name="Line">
            <a:extLst>
              <a:ext uri="{FF2B5EF4-FFF2-40B4-BE49-F238E27FC236}">
                <a16:creationId xmlns:a16="http://schemas.microsoft.com/office/drawing/2014/main" id="{F23C19DC-6258-4F45-BC3B-6899612CE0C8}"/>
              </a:ext>
            </a:extLst>
          </p:cNvPr>
          <p:cNvSpPr>
            <a:spLocks noGrp="1"/>
          </p:cNvSpPr>
          <p:nvPr/>
        </p:nvSpPr>
        <p:spPr>
          <a:xfrm>
            <a:off x="15232761" y="3823714"/>
            <a:ext cx="1547586" cy="2240380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407" name="Table 1-1-3"/>
          <p:cNvGraphicFramePr/>
          <p:nvPr/>
        </p:nvGraphicFramePr>
        <p:xfrm>
          <a:off x="16433450" y="6115022"/>
          <a:ext cx="1867914" cy="1950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51" name="Line">
            <a:extLst>
              <a:ext uri="{FF2B5EF4-FFF2-40B4-BE49-F238E27FC236}">
                <a16:creationId xmlns:a16="http://schemas.microsoft.com/office/drawing/2014/main" id="{6DC1DA98-7056-4738-A331-EB6525787A00}"/>
              </a:ext>
            </a:extLst>
          </p:cNvPr>
          <p:cNvSpPr>
            <a:spLocks noGrp="1"/>
          </p:cNvSpPr>
          <p:nvPr/>
        </p:nvSpPr>
        <p:spPr>
          <a:xfrm flipH="1">
            <a:off x="14641592" y="7583017"/>
            <a:ext cx="1575625" cy="70105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409" name="Table 1-1-1-3"/>
          <p:cNvGraphicFramePr/>
          <p:nvPr/>
        </p:nvGraphicFramePr>
        <p:xfrm>
          <a:off x="13539424" y="8459344"/>
          <a:ext cx="1867914" cy="1950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410" name="Table 1-1-1-1-1"/>
          <p:cNvGraphicFramePr/>
          <p:nvPr/>
        </p:nvGraphicFramePr>
        <p:xfrm>
          <a:off x="19262803" y="8459344"/>
          <a:ext cx="1867914" cy="1950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54" name="Min-Value:">
            <a:extLst>
              <a:ext uri="{FF2B5EF4-FFF2-40B4-BE49-F238E27FC236}">
                <a16:creationId xmlns:a16="http://schemas.microsoft.com/office/drawing/2014/main" id="{55957EF6-4193-45E5-AF9E-31356E3EECD2}"/>
              </a:ext>
            </a:extLst>
          </p:cNvPr>
          <p:cNvSpPr>
            <a:spLocks noGrp="1"/>
          </p:cNvSpPr>
          <p:nvPr/>
        </p:nvSpPr>
        <p:spPr>
          <a:xfrm>
            <a:off x="14061332" y="6261407"/>
            <a:ext cx="2162591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lnSpcReduction="10000"/>
          </a:bodyPr>
          <a:lstStyle>
            <a:lvl1pPr algn="l" defTabSz="387984">
              <a:buNone/>
              <a:defRPr sz="282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Min-Value:</a:t>
            </a:r>
          </a:p>
        </p:txBody>
      </p:sp>
      <p:sp>
        <p:nvSpPr>
          <p:cNvPr id="2355" name="-1">
            <a:extLst>
              <a:ext uri="{FF2B5EF4-FFF2-40B4-BE49-F238E27FC236}">
                <a16:creationId xmlns:a16="http://schemas.microsoft.com/office/drawing/2014/main" id="{E8279E07-997C-4EF0-AB57-AA814708DD78}"/>
              </a:ext>
            </a:extLst>
          </p:cNvPr>
          <p:cNvSpPr>
            <a:spLocks noGrp="1"/>
          </p:cNvSpPr>
          <p:nvPr/>
        </p:nvSpPr>
        <p:spPr>
          <a:xfrm>
            <a:off x="15376834" y="6714103"/>
            <a:ext cx="656224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b">
            <a:normAutofit lnSpcReduction="10000"/>
          </a:bodyPr>
          <a:lstStyle>
            <a:lvl1pPr defTabSz="363220">
              <a:buNone/>
              <a:defRPr sz="264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-1</a:t>
            </a:r>
          </a:p>
        </p:txBody>
      </p:sp>
      <p:sp>
        <p:nvSpPr>
          <p:cNvPr id="2356" name="Line">
            <a:extLst>
              <a:ext uri="{FF2B5EF4-FFF2-40B4-BE49-F238E27FC236}">
                <a16:creationId xmlns:a16="http://schemas.microsoft.com/office/drawing/2014/main" id="{0D7FFFF0-8210-495C-BB97-3B0480989FEF}"/>
              </a:ext>
            </a:extLst>
          </p:cNvPr>
          <p:cNvSpPr>
            <a:spLocks noGrp="1"/>
          </p:cNvSpPr>
          <p:nvPr/>
        </p:nvSpPr>
        <p:spPr>
          <a:xfrm>
            <a:off x="18513831" y="7583017"/>
            <a:ext cx="1575625" cy="70105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57" name="Line">
            <a:extLst>
              <a:ext uri="{FF2B5EF4-FFF2-40B4-BE49-F238E27FC236}">
                <a16:creationId xmlns:a16="http://schemas.microsoft.com/office/drawing/2014/main" id="{299572CB-3505-403D-BE1A-1C5DDFF48007}"/>
              </a:ext>
            </a:extLst>
          </p:cNvPr>
          <p:cNvSpPr>
            <a:spLocks noGrp="1"/>
          </p:cNvSpPr>
          <p:nvPr/>
        </p:nvSpPr>
        <p:spPr>
          <a:xfrm>
            <a:off x="20194878" y="10491997"/>
            <a:ext cx="1" cy="365487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415" name="Table 1-1-1-2-1-1"/>
          <p:cNvGraphicFramePr/>
          <p:nvPr/>
        </p:nvGraphicFramePr>
        <p:xfrm>
          <a:off x="19262803" y="10930994"/>
          <a:ext cx="1867914" cy="1950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8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59" name="Value:">
            <a:extLst>
              <a:ext uri="{FF2B5EF4-FFF2-40B4-BE49-F238E27FC236}">
                <a16:creationId xmlns:a16="http://schemas.microsoft.com/office/drawing/2014/main" id="{9F64A88A-1BE2-4385-95C2-4321F519EEEF}"/>
              </a:ext>
            </a:extLst>
          </p:cNvPr>
          <p:cNvSpPr>
            <a:spLocks noGrp="1"/>
          </p:cNvSpPr>
          <p:nvPr/>
        </p:nvSpPr>
        <p:spPr>
          <a:xfrm>
            <a:off x="16999151" y="11522756"/>
            <a:ext cx="2162590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fontScale="90523" lnSpcReduction="10000"/>
          </a:bodyPr>
          <a:lstStyle>
            <a:lvl1pPr algn="r" defTabSz="387984">
              <a:buNone/>
              <a:defRPr sz="282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Valor:</a:t>
            </a:r>
          </a:p>
        </p:txBody>
      </p:sp>
      <p:sp>
        <p:nvSpPr>
          <p:cNvPr id="2360" name="0">
            <a:extLst>
              <a:ext uri="{FF2B5EF4-FFF2-40B4-BE49-F238E27FC236}">
                <a16:creationId xmlns:a16="http://schemas.microsoft.com/office/drawing/2014/main" id="{F8D63CC7-9CB3-42E3-9460-F720CFF8FAC2}"/>
              </a:ext>
            </a:extLst>
          </p:cNvPr>
          <p:cNvSpPr>
            <a:spLocks noGrp="1"/>
          </p:cNvSpPr>
          <p:nvPr/>
        </p:nvSpPr>
        <p:spPr>
          <a:xfrm>
            <a:off x="18633318" y="11975453"/>
            <a:ext cx="374604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b">
            <a:normAutofit lnSpcReduction="10000"/>
          </a:bodyPr>
          <a:lstStyle>
            <a:lvl1pPr defTabSz="363220">
              <a:buNone/>
              <a:defRPr sz="264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0</a:t>
            </a:r>
          </a:p>
        </p:txBody>
      </p:sp>
      <p:sp>
        <p:nvSpPr>
          <p:cNvPr id="2361" name="Value:">
            <a:extLst>
              <a:ext uri="{FF2B5EF4-FFF2-40B4-BE49-F238E27FC236}">
                <a16:creationId xmlns:a16="http://schemas.microsoft.com/office/drawing/2014/main" id="{58E8BFA2-61AD-4739-914A-CA7F15804E0B}"/>
              </a:ext>
            </a:extLst>
          </p:cNvPr>
          <p:cNvSpPr>
            <a:spLocks noGrp="1"/>
          </p:cNvSpPr>
          <p:nvPr/>
        </p:nvSpPr>
        <p:spPr>
          <a:xfrm>
            <a:off x="11194934" y="8935918"/>
            <a:ext cx="2162590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fontScale="90523" lnSpcReduction="10000"/>
          </a:bodyPr>
          <a:lstStyle>
            <a:lvl1pPr algn="r" defTabSz="387984">
              <a:buNone/>
              <a:defRPr sz="282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Valor:</a:t>
            </a:r>
          </a:p>
        </p:txBody>
      </p:sp>
      <p:sp>
        <p:nvSpPr>
          <p:cNvPr id="2362" name="-1">
            <a:extLst>
              <a:ext uri="{FF2B5EF4-FFF2-40B4-BE49-F238E27FC236}">
                <a16:creationId xmlns:a16="http://schemas.microsoft.com/office/drawing/2014/main" id="{C3BA45CF-8B0D-4A97-8BE6-C8827C4F3BAC}"/>
              </a:ext>
            </a:extLst>
          </p:cNvPr>
          <p:cNvSpPr>
            <a:spLocks noGrp="1"/>
          </p:cNvSpPr>
          <p:nvPr/>
        </p:nvSpPr>
        <p:spPr>
          <a:xfrm>
            <a:off x="12578109" y="9388615"/>
            <a:ext cx="625595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b">
            <a:normAutofit lnSpcReduction="10000"/>
          </a:bodyPr>
          <a:lstStyle>
            <a:lvl1pPr defTabSz="363220">
              <a:buNone/>
              <a:defRPr sz="264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-1</a:t>
            </a:r>
          </a:p>
        </p:txBody>
      </p:sp>
      <p:sp>
        <p:nvSpPr>
          <p:cNvPr id="2363" name="Max-Value:">
            <a:extLst>
              <a:ext uri="{FF2B5EF4-FFF2-40B4-BE49-F238E27FC236}">
                <a16:creationId xmlns:a16="http://schemas.microsoft.com/office/drawing/2014/main" id="{7BDF8439-4D6C-4C19-8661-8386623B7801}"/>
              </a:ext>
            </a:extLst>
          </p:cNvPr>
          <p:cNvSpPr>
            <a:spLocks noGrp="1"/>
          </p:cNvSpPr>
          <p:nvPr/>
        </p:nvSpPr>
        <p:spPr>
          <a:xfrm>
            <a:off x="16999151" y="8919750"/>
            <a:ext cx="2162590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lnSpcReduction="10000"/>
          </a:bodyPr>
          <a:lstStyle>
            <a:lvl1pPr algn="l" defTabSz="387984">
              <a:buNone/>
              <a:defRPr sz="282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  <p:sp>
        <p:nvSpPr>
          <p:cNvPr id="2364" name="0">
            <a:extLst>
              <a:ext uri="{FF2B5EF4-FFF2-40B4-BE49-F238E27FC236}">
                <a16:creationId xmlns:a16="http://schemas.microsoft.com/office/drawing/2014/main" id="{E6FF07BE-CD40-44E6-83A1-1F8D0BA1077C}"/>
              </a:ext>
            </a:extLst>
          </p:cNvPr>
          <p:cNvSpPr>
            <a:spLocks noGrp="1"/>
          </p:cNvSpPr>
          <p:nvPr/>
        </p:nvSpPr>
        <p:spPr>
          <a:xfrm>
            <a:off x="18633318" y="9372447"/>
            <a:ext cx="374604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b">
            <a:normAutofit lnSpcReduction="10000"/>
          </a:bodyPr>
          <a:lstStyle>
            <a:lvl1pPr defTabSz="363220">
              <a:buNone/>
              <a:defRPr sz="264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0</a:t>
            </a:r>
          </a:p>
        </p:txBody>
      </p:sp>
      <p:sp>
        <p:nvSpPr>
          <p:cNvPr id="2366" name="Line">
            <a:extLst>
              <a:ext uri="{FF2B5EF4-FFF2-40B4-BE49-F238E27FC236}">
                <a16:creationId xmlns:a16="http://schemas.microsoft.com/office/drawing/2014/main" id="{BE59D3E5-B795-4960-81C1-2DCF1ED7856A}"/>
              </a:ext>
            </a:extLst>
          </p:cNvPr>
          <p:cNvSpPr>
            <a:spLocks noGrp="1"/>
          </p:cNvSpPr>
          <p:nvPr/>
        </p:nvSpPr>
        <p:spPr>
          <a:xfrm>
            <a:off x="15235298" y="3826251"/>
            <a:ext cx="6721410" cy="2137554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423" name="Table 1-1-3-1"/>
          <p:cNvGraphicFramePr/>
          <p:nvPr/>
        </p:nvGraphicFramePr>
        <p:xfrm>
          <a:off x="21471789" y="6104859"/>
          <a:ext cx="1867914" cy="1950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68" name="Value:">
            <a:extLst>
              <a:ext uri="{FF2B5EF4-FFF2-40B4-BE49-F238E27FC236}">
                <a16:creationId xmlns:a16="http://schemas.microsoft.com/office/drawing/2014/main" id="{57DC6F00-4453-44BE-A690-081E75414A3A}"/>
              </a:ext>
            </a:extLst>
          </p:cNvPr>
          <p:cNvSpPr>
            <a:spLocks noGrp="1"/>
          </p:cNvSpPr>
          <p:nvPr/>
        </p:nvSpPr>
        <p:spPr>
          <a:xfrm>
            <a:off x="19112372" y="6263943"/>
            <a:ext cx="2162591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fontScale="90523" lnSpcReduction="10000"/>
          </a:bodyPr>
          <a:lstStyle>
            <a:lvl1pPr algn="r" defTabSz="387984">
              <a:buNone/>
              <a:defRPr sz="282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Valor:</a:t>
            </a:r>
          </a:p>
        </p:txBody>
      </p:sp>
      <p:sp>
        <p:nvSpPr>
          <p:cNvPr id="2369" name="1">
            <a:extLst>
              <a:ext uri="{FF2B5EF4-FFF2-40B4-BE49-F238E27FC236}">
                <a16:creationId xmlns:a16="http://schemas.microsoft.com/office/drawing/2014/main" id="{83F07763-5F63-4742-A76F-E816FE248DE7}"/>
              </a:ext>
            </a:extLst>
          </p:cNvPr>
          <p:cNvSpPr>
            <a:spLocks noGrp="1"/>
          </p:cNvSpPr>
          <p:nvPr/>
        </p:nvSpPr>
        <p:spPr>
          <a:xfrm>
            <a:off x="20709494" y="6716640"/>
            <a:ext cx="374604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b">
            <a:normAutofit lnSpcReduction="10000"/>
          </a:bodyPr>
          <a:lstStyle>
            <a:lvl1pPr defTabSz="363220">
              <a:buNone/>
              <a:defRPr sz="264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1</a:t>
            </a:r>
          </a:p>
        </p:txBody>
      </p:sp>
      <p:sp>
        <p:nvSpPr>
          <p:cNvPr id="2371" name="Max-Value:">
            <a:extLst>
              <a:ext uri="{FF2B5EF4-FFF2-40B4-BE49-F238E27FC236}">
                <a16:creationId xmlns:a16="http://schemas.microsoft.com/office/drawing/2014/main" id="{6AD40E65-82F4-4C1E-B5AD-B693697DBF99}"/>
              </a:ext>
            </a:extLst>
          </p:cNvPr>
          <p:cNvSpPr>
            <a:spLocks noGrp="1"/>
          </p:cNvSpPr>
          <p:nvPr/>
        </p:nvSpPr>
        <p:spPr>
          <a:xfrm>
            <a:off x="7031849" y="1020826"/>
            <a:ext cx="4162015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792479">
              <a:buNone/>
              <a:defRPr sz="576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</p:spTree>
    <p:extLst>
      <p:ext uri="{BB962C8B-B14F-4D97-AF65-F5344CB8AC3E}">
        <p14:creationId xmlns:p14="http://schemas.microsoft.com/office/powerpoint/2010/main" val="134522038"/>
      </p:ext>
    </p:extLst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72322-727F-AA41-2785-21E20E749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Player(s) = X">
            <a:extLst>
              <a:ext uri="{FF2B5EF4-FFF2-40B4-BE49-F238E27FC236}">
                <a16:creationId xmlns:a16="http://schemas.microsoft.com/office/drawing/2014/main" id="{000CC156-D565-108B-B2A9-79CCD2908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2" y="2191422"/>
            <a:ext cx="6695163" cy="2286001"/>
          </a:xfrm>
          <a:prstGeom prst="rect">
            <a:avLst/>
          </a:prstGeom>
        </p:spPr>
        <p:txBody>
          <a:bodyPr/>
          <a:lstStyle/>
          <a:p>
            <a:pPr>
              <a:buNone/>
              <a:defRPr sz="8000"/>
            </a:pPr>
            <a:r>
              <a:rPr cap="small">
                <a:latin typeface="Times New Roman"/>
                <a:ea typeface="Times New Roman"/>
                <a:cs typeface="Times New Roman"/>
              </a:rPr>
              <a:t>Player</a:t>
            </a:r>
            <a:r>
              <a:rPr>
                <a:latin typeface="Times New Roman"/>
                <a:ea typeface="Times New Roman"/>
                <a:cs typeface="Times New Roman"/>
              </a:rPr>
              <a:t>(</a:t>
            </a:r>
            <a:r>
              <a:rPr i="1">
                <a:latin typeface="Times New Roman"/>
                <a:ea typeface="Times New Roman"/>
                <a:cs typeface="Times New Roman"/>
              </a:rPr>
              <a:t>s</a:t>
            </a:r>
            <a:r>
              <a:rPr>
                <a:latin typeface="Times New Roman"/>
                <a:ea typeface="Times New Roman"/>
                <a:cs typeface="Times New Roman"/>
              </a:rPr>
              <a:t>) = </a:t>
            </a:r>
            <a:r>
              <a:t>X</a:t>
            </a:r>
          </a:p>
        </p:txBody>
      </p:sp>
      <p:graphicFrame>
        <p:nvGraphicFramePr>
          <p:cNvPr id="2385" name="Table 1-1">
            <a:extLst>
              <a:ext uri="{FF2B5EF4-FFF2-40B4-BE49-F238E27FC236}">
                <a16:creationId xmlns:a16="http://schemas.microsoft.com/office/drawing/2014/main" id="{FCEC76D4-201D-148F-167F-0523BC2F03C1}"/>
              </a:ext>
            </a:extLst>
          </p:cNvPr>
          <p:cNvGraphicFramePr/>
          <p:nvPr/>
        </p:nvGraphicFramePr>
        <p:xfrm>
          <a:off x="6196407" y="6115022"/>
          <a:ext cx="1867914" cy="1950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28" name="Line">
            <a:extLst>
              <a:ext uri="{FF2B5EF4-FFF2-40B4-BE49-F238E27FC236}">
                <a16:creationId xmlns:a16="http://schemas.microsoft.com/office/drawing/2014/main" id="{CA82BC31-9C0B-4EDC-5584-3032A2A25F13}"/>
              </a:ext>
            </a:extLst>
          </p:cNvPr>
          <p:cNvSpPr>
            <a:spLocks noGrp="1"/>
          </p:cNvSpPr>
          <p:nvPr/>
        </p:nvSpPr>
        <p:spPr>
          <a:xfrm flipH="1">
            <a:off x="4404550" y="7583017"/>
            <a:ext cx="1575625" cy="70105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87" name="Table 1-1-1">
            <a:extLst>
              <a:ext uri="{FF2B5EF4-FFF2-40B4-BE49-F238E27FC236}">
                <a16:creationId xmlns:a16="http://schemas.microsoft.com/office/drawing/2014/main" id="{1F90BFBF-208E-09FE-63B6-25334AA85750}"/>
              </a:ext>
            </a:extLst>
          </p:cNvPr>
          <p:cNvGraphicFramePr/>
          <p:nvPr/>
        </p:nvGraphicFramePr>
        <p:xfrm>
          <a:off x="3302382" y="8459344"/>
          <a:ext cx="1867914" cy="1950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88" name="Table 1-1-1-1">
            <a:extLst>
              <a:ext uri="{FF2B5EF4-FFF2-40B4-BE49-F238E27FC236}">
                <a16:creationId xmlns:a16="http://schemas.microsoft.com/office/drawing/2014/main" id="{E78B9AE1-697E-BB93-A18F-476335E476D2}"/>
              </a:ext>
            </a:extLst>
          </p:cNvPr>
          <p:cNvGraphicFramePr/>
          <p:nvPr/>
        </p:nvGraphicFramePr>
        <p:xfrm>
          <a:off x="9025760" y="8459344"/>
          <a:ext cx="1867914" cy="1950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31" name="Min-Value:">
            <a:extLst>
              <a:ext uri="{FF2B5EF4-FFF2-40B4-BE49-F238E27FC236}">
                <a16:creationId xmlns:a16="http://schemas.microsoft.com/office/drawing/2014/main" id="{B459C7B6-0C39-786D-9B11-ECDCB93FEE41}"/>
              </a:ext>
            </a:extLst>
          </p:cNvPr>
          <p:cNvSpPr>
            <a:spLocks noGrp="1"/>
          </p:cNvSpPr>
          <p:nvPr/>
        </p:nvSpPr>
        <p:spPr>
          <a:xfrm>
            <a:off x="3824290" y="6261407"/>
            <a:ext cx="2162591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lnSpcReduction="10000"/>
          </a:bodyPr>
          <a:lstStyle>
            <a:lvl1pPr algn="l" defTabSz="387984">
              <a:buNone/>
              <a:defRPr sz="282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Min-Value:</a:t>
            </a:r>
          </a:p>
        </p:txBody>
      </p:sp>
      <p:sp>
        <p:nvSpPr>
          <p:cNvPr id="2332" name="0">
            <a:extLst>
              <a:ext uri="{FF2B5EF4-FFF2-40B4-BE49-F238E27FC236}">
                <a16:creationId xmlns:a16="http://schemas.microsoft.com/office/drawing/2014/main" id="{677D0CA8-AEBA-EC93-B29F-7BB3961A600B}"/>
              </a:ext>
            </a:extLst>
          </p:cNvPr>
          <p:cNvSpPr>
            <a:spLocks noGrp="1"/>
          </p:cNvSpPr>
          <p:nvPr/>
        </p:nvSpPr>
        <p:spPr>
          <a:xfrm>
            <a:off x="5421413" y="6714103"/>
            <a:ext cx="374603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b">
            <a:normAutofit lnSpcReduction="10000"/>
          </a:bodyPr>
          <a:lstStyle>
            <a:lvl1pPr defTabSz="363220">
              <a:buNone/>
              <a:defRPr sz="264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0</a:t>
            </a:r>
          </a:p>
        </p:txBody>
      </p:sp>
      <p:sp>
        <p:nvSpPr>
          <p:cNvPr id="2333" name="Line">
            <a:extLst>
              <a:ext uri="{FF2B5EF4-FFF2-40B4-BE49-F238E27FC236}">
                <a16:creationId xmlns:a16="http://schemas.microsoft.com/office/drawing/2014/main" id="{0ED8E200-8358-2AE1-71ED-B913172A86E4}"/>
              </a:ext>
            </a:extLst>
          </p:cNvPr>
          <p:cNvSpPr>
            <a:spLocks noGrp="1"/>
          </p:cNvSpPr>
          <p:nvPr/>
        </p:nvSpPr>
        <p:spPr>
          <a:xfrm>
            <a:off x="8276788" y="7583017"/>
            <a:ext cx="1575625" cy="70105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34" name="Line">
            <a:extLst>
              <a:ext uri="{FF2B5EF4-FFF2-40B4-BE49-F238E27FC236}">
                <a16:creationId xmlns:a16="http://schemas.microsoft.com/office/drawing/2014/main" id="{5E0EB746-992F-4D41-827A-5092D00D5DAC}"/>
              </a:ext>
            </a:extLst>
          </p:cNvPr>
          <p:cNvSpPr>
            <a:spLocks noGrp="1"/>
          </p:cNvSpPr>
          <p:nvPr/>
        </p:nvSpPr>
        <p:spPr>
          <a:xfrm>
            <a:off x="4234457" y="10491997"/>
            <a:ext cx="1" cy="365487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93" name="Table 1-1-1-2">
            <a:extLst>
              <a:ext uri="{FF2B5EF4-FFF2-40B4-BE49-F238E27FC236}">
                <a16:creationId xmlns:a16="http://schemas.microsoft.com/office/drawing/2014/main" id="{64BC03CA-FFFE-FD55-C2FD-6598F125BAD1}"/>
              </a:ext>
            </a:extLst>
          </p:cNvPr>
          <p:cNvGraphicFramePr/>
          <p:nvPr/>
        </p:nvGraphicFramePr>
        <p:xfrm>
          <a:off x="3302382" y="10930994"/>
          <a:ext cx="1867914" cy="1950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8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36" name="Line">
            <a:extLst>
              <a:ext uri="{FF2B5EF4-FFF2-40B4-BE49-F238E27FC236}">
                <a16:creationId xmlns:a16="http://schemas.microsoft.com/office/drawing/2014/main" id="{2B9C94E8-8C4F-15F0-3AC6-47B2A64076A7}"/>
              </a:ext>
            </a:extLst>
          </p:cNvPr>
          <p:cNvSpPr>
            <a:spLocks noGrp="1"/>
          </p:cNvSpPr>
          <p:nvPr/>
        </p:nvSpPr>
        <p:spPr>
          <a:xfrm>
            <a:off x="9957835" y="10491997"/>
            <a:ext cx="1" cy="365487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395" name="Table 1-1-1-2-1">
            <a:extLst>
              <a:ext uri="{FF2B5EF4-FFF2-40B4-BE49-F238E27FC236}">
                <a16:creationId xmlns:a16="http://schemas.microsoft.com/office/drawing/2014/main" id="{20E69D69-BD88-6216-2058-FCB7B027C631}"/>
              </a:ext>
            </a:extLst>
          </p:cNvPr>
          <p:cNvGraphicFramePr/>
          <p:nvPr/>
        </p:nvGraphicFramePr>
        <p:xfrm>
          <a:off x="9025760" y="10930994"/>
          <a:ext cx="1867914" cy="1950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8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38" name="Value:">
            <a:extLst>
              <a:ext uri="{FF2B5EF4-FFF2-40B4-BE49-F238E27FC236}">
                <a16:creationId xmlns:a16="http://schemas.microsoft.com/office/drawing/2014/main" id="{43E2C72B-CB3F-6493-C166-45CB4A796445}"/>
              </a:ext>
            </a:extLst>
          </p:cNvPr>
          <p:cNvSpPr>
            <a:spLocks noGrp="1"/>
          </p:cNvSpPr>
          <p:nvPr/>
        </p:nvSpPr>
        <p:spPr>
          <a:xfrm>
            <a:off x="6762108" y="11522756"/>
            <a:ext cx="2162590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fontScale="90523" lnSpcReduction="10000"/>
          </a:bodyPr>
          <a:lstStyle>
            <a:lvl1pPr algn="r" defTabSz="387984">
              <a:buNone/>
              <a:defRPr sz="282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Valor:</a:t>
            </a:r>
          </a:p>
        </p:txBody>
      </p:sp>
      <p:sp>
        <p:nvSpPr>
          <p:cNvPr id="2339" name="0">
            <a:extLst>
              <a:ext uri="{FF2B5EF4-FFF2-40B4-BE49-F238E27FC236}">
                <a16:creationId xmlns:a16="http://schemas.microsoft.com/office/drawing/2014/main" id="{0FC24BDC-329D-357A-195A-67E28A0289DE}"/>
              </a:ext>
            </a:extLst>
          </p:cNvPr>
          <p:cNvSpPr>
            <a:spLocks noGrp="1"/>
          </p:cNvSpPr>
          <p:nvPr/>
        </p:nvSpPr>
        <p:spPr>
          <a:xfrm>
            <a:off x="8396275" y="11975453"/>
            <a:ext cx="374604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b">
            <a:normAutofit lnSpcReduction="10000"/>
          </a:bodyPr>
          <a:lstStyle>
            <a:lvl1pPr defTabSz="363220">
              <a:buNone/>
              <a:defRPr sz="264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0</a:t>
            </a:r>
          </a:p>
        </p:txBody>
      </p:sp>
      <p:sp>
        <p:nvSpPr>
          <p:cNvPr id="2340" name="Value:">
            <a:extLst>
              <a:ext uri="{FF2B5EF4-FFF2-40B4-BE49-F238E27FC236}">
                <a16:creationId xmlns:a16="http://schemas.microsoft.com/office/drawing/2014/main" id="{2C569249-B02C-7AA5-31C6-65FEBA1A7D0E}"/>
              </a:ext>
            </a:extLst>
          </p:cNvPr>
          <p:cNvSpPr>
            <a:spLocks noGrp="1"/>
          </p:cNvSpPr>
          <p:nvPr/>
        </p:nvSpPr>
        <p:spPr>
          <a:xfrm>
            <a:off x="957892" y="11598435"/>
            <a:ext cx="2162590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fontScale="90523" lnSpcReduction="10000"/>
          </a:bodyPr>
          <a:lstStyle>
            <a:lvl1pPr algn="r" defTabSz="387984">
              <a:buNone/>
              <a:defRPr sz="282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Valor:</a:t>
            </a:r>
          </a:p>
        </p:txBody>
      </p:sp>
      <p:sp>
        <p:nvSpPr>
          <p:cNvPr id="2341" name="1">
            <a:extLst>
              <a:ext uri="{FF2B5EF4-FFF2-40B4-BE49-F238E27FC236}">
                <a16:creationId xmlns:a16="http://schemas.microsoft.com/office/drawing/2014/main" id="{0745370B-C9BC-07B6-6D16-BF3AEF0BD673}"/>
              </a:ext>
            </a:extLst>
          </p:cNvPr>
          <p:cNvSpPr>
            <a:spLocks noGrp="1"/>
          </p:cNvSpPr>
          <p:nvPr/>
        </p:nvSpPr>
        <p:spPr>
          <a:xfrm>
            <a:off x="2592059" y="12051132"/>
            <a:ext cx="374603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b">
            <a:normAutofit lnSpcReduction="10000"/>
          </a:bodyPr>
          <a:lstStyle>
            <a:lvl1pPr defTabSz="363220">
              <a:buNone/>
              <a:defRPr sz="264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1</a:t>
            </a:r>
          </a:p>
        </p:txBody>
      </p:sp>
      <p:sp>
        <p:nvSpPr>
          <p:cNvPr id="2342" name="Max-Value:">
            <a:extLst>
              <a:ext uri="{FF2B5EF4-FFF2-40B4-BE49-F238E27FC236}">
                <a16:creationId xmlns:a16="http://schemas.microsoft.com/office/drawing/2014/main" id="{C71C0C1D-2E87-78B8-B415-9A413B55BD34}"/>
              </a:ext>
            </a:extLst>
          </p:cNvPr>
          <p:cNvSpPr>
            <a:spLocks noGrp="1"/>
          </p:cNvSpPr>
          <p:nvPr/>
        </p:nvSpPr>
        <p:spPr>
          <a:xfrm>
            <a:off x="957892" y="8935918"/>
            <a:ext cx="2162590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lnSpcReduction="10000"/>
          </a:bodyPr>
          <a:lstStyle>
            <a:lvl1pPr algn="l" defTabSz="387984">
              <a:buNone/>
              <a:defRPr sz="282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  <p:sp>
        <p:nvSpPr>
          <p:cNvPr id="2343" name="1">
            <a:extLst>
              <a:ext uri="{FF2B5EF4-FFF2-40B4-BE49-F238E27FC236}">
                <a16:creationId xmlns:a16="http://schemas.microsoft.com/office/drawing/2014/main" id="{5E41BCA1-A1B2-AE96-5673-AA4FF5E9E7BD}"/>
              </a:ext>
            </a:extLst>
          </p:cNvPr>
          <p:cNvSpPr>
            <a:spLocks noGrp="1"/>
          </p:cNvSpPr>
          <p:nvPr/>
        </p:nvSpPr>
        <p:spPr>
          <a:xfrm>
            <a:off x="2592059" y="9388615"/>
            <a:ext cx="374603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b">
            <a:normAutofit lnSpcReduction="10000"/>
          </a:bodyPr>
          <a:lstStyle>
            <a:lvl1pPr defTabSz="363220">
              <a:buNone/>
              <a:defRPr sz="264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1</a:t>
            </a:r>
          </a:p>
        </p:txBody>
      </p:sp>
      <p:sp>
        <p:nvSpPr>
          <p:cNvPr id="2344" name="Max-Value:">
            <a:extLst>
              <a:ext uri="{FF2B5EF4-FFF2-40B4-BE49-F238E27FC236}">
                <a16:creationId xmlns:a16="http://schemas.microsoft.com/office/drawing/2014/main" id="{ABC72C13-3565-E9E1-1443-9D9C457A66B5}"/>
              </a:ext>
            </a:extLst>
          </p:cNvPr>
          <p:cNvSpPr>
            <a:spLocks noGrp="1"/>
          </p:cNvSpPr>
          <p:nvPr/>
        </p:nvSpPr>
        <p:spPr>
          <a:xfrm>
            <a:off x="6762108" y="8919750"/>
            <a:ext cx="2162590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lnSpcReduction="10000"/>
          </a:bodyPr>
          <a:lstStyle>
            <a:lvl1pPr algn="l" defTabSz="387984">
              <a:buNone/>
              <a:defRPr sz="282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  <p:sp>
        <p:nvSpPr>
          <p:cNvPr id="2345" name="0">
            <a:extLst>
              <a:ext uri="{FF2B5EF4-FFF2-40B4-BE49-F238E27FC236}">
                <a16:creationId xmlns:a16="http://schemas.microsoft.com/office/drawing/2014/main" id="{5FD83573-16CF-42D5-A2D5-91006B91F070}"/>
              </a:ext>
            </a:extLst>
          </p:cNvPr>
          <p:cNvSpPr>
            <a:spLocks noGrp="1"/>
          </p:cNvSpPr>
          <p:nvPr/>
        </p:nvSpPr>
        <p:spPr>
          <a:xfrm>
            <a:off x="8396275" y="9372447"/>
            <a:ext cx="374604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b">
            <a:normAutofit lnSpcReduction="10000"/>
          </a:bodyPr>
          <a:lstStyle>
            <a:lvl1pPr defTabSz="363220">
              <a:buNone/>
              <a:defRPr sz="264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0</a:t>
            </a:r>
          </a:p>
        </p:txBody>
      </p:sp>
      <p:graphicFrame>
        <p:nvGraphicFramePr>
          <p:cNvPr id="2404" name="Table 1-1-2">
            <a:extLst>
              <a:ext uri="{FF2B5EF4-FFF2-40B4-BE49-F238E27FC236}">
                <a16:creationId xmlns:a16="http://schemas.microsoft.com/office/drawing/2014/main" id="{4674FF03-FD06-58F7-F5FA-FD24B0564D00}"/>
              </a:ext>
            </a:extLst>
          </p:cNvPr>
          <p:cNvGraphicFramePr/>
          <p:nvPr/>
        </p:nvGraphicFramePr>
        <p:xfrm>
          <a:off x="11288607" y="1174721"/>
          <a:ext cx="3587649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9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7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48" name="Line">
            <a:extLst>
              <a:ext uri="{FF2B5EF4-FFF2-40B4-BE49-F238E27FC236}">
                <a16:creationId xmlns:a16="http://schemas.microsoft.com/office/drawing/2014/main" id="{BC723820-0832-C237-48AA-6248782C6224}"/>
              </a:ext>
            </a:extLst>
          </p:cNvPr>
          <p:cNvSpPr>
            <a:spLocks noGrp="1"/>
          </p:cNvSpPr>
          <p:nvPr/>
        </p:nvSpPr>
        <p:spPr>
          <a:xfrm flipH="1">
            <a:off x="7280005" y="3709963"/>
            <a:ext cx="3648970" cy="2262500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49" name="Line">
            <a:extLst>
              <a:ext uri="{FF2B5EF4-FFF2-40B4-BE49-F238E27FC236}">
                <a16:creationId xmlns:a16="http://schemas.microsoft.com/office/drawing/2014/main" id="{4AE542E9-914E-961D-A775-6AFCB61F12C8}"/>
              </a:ext>
            </a:extLst>
          </p:cNvPr>
          <p:cNvSpPr>
            <a:spLocks noGrp="1"/>
          </p:cNvSpPr>
          <p:nvPr/>
        </p:nvSpPr>
        <p:spPr>
          <a:xfrm>
            <a:off x="15232761" y="3823714"/>
            <a:ext cx="1547586" cy="2240380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407" name="Table 1-1-3">
            <a:extLst>
              <a:ext uri="{FF2B5EF4-FFF2-40B4-BE49-F238E27FC236}">
                <a16:creationId xmlns:a16="http://schemas.microsoft.com/office/drawing/2014/main" id="{636C56F1-EAC5-CDFD-6F59-8A3E7FAE7CD7}"/>
              </a:ext>
            </a:extLst>
          </p:cNvPr>
          <p:cNvGraphicFramePr/>
          <p:nvPr/>
        </p:nvGraphicFramePr>
        <p:xfrm>
          <a:off x="16433450" y="6115022"/>
          <a:ext cx="1867914" cy="1950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51" name="Line">
            <a:extLst>
              <a:ext uri="{FF2B5EF4-FFF2-40B4-BE49-F238E27FC236}">
                <a16:creationId xmlns:a16="http://schemas.microsoft.com/office/drawing/2014/main" id="{1091D468-5CC2-2A75-8E60-F6E2C14046CA}"/>
              </a:ext>
            </a:extLst>
          </p:cNvPr>
          <p:cNvSpPr>
            <a:spLocks noGrp="1"/>
          </p:cNvSpPr>
          <p:nvPr/>
        </p:nvSpPr>
        <p:spPr>
          <a:xfrm flipH="1">
            <a:off x="14641592" y="7583017"/>
            <a:ext cx="1575625" cy="70105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409" name="Table 1-1-1-3">
            <a:extLst>
              <a:ext uri="{FF2B5EF4-FFF2-40B4-BE49-F238E27FC236}">
                <a16:creationId xmlns:a16="http://schemas.microsoft.com/office/drawing/2014/main" id="{48C9E74D-BCCF-7E5F-CDBA-9825A2EFBF75}"/>
              </a:ext>
            </a:extLst>
          </p:cNvPr>
          <p:cNvGraphicFramePr/>
          <p:nvPr/>
        </p:nvGraphicFramePr>
        <p:xfrm>
          <a:off x="13539424" y="8459344"/>
          <a:ext cx="1867914" cy="1950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410" name="Table 1-1-1-1-1">
            <a:extLst>
              <a:ext uri="{FF2B5EF4-FFF2-40B4-BE49-F238E27FC236}">
                <a16:creationId xmlns:a16="http://schemas.microsoft.com/office/drawing/2014/main" id="{EBE10EE5-0035-E773-0825-AD7CCAAA1E74}"/>
              </a:ext>
            </a:extLst>
          </p:cNvPr>
          <p:cNvGraphicFramePr/>
          <p:nvPr/>
        </p:nvGraphicFramePr>
        <p:xfrm>
          <a:off x="19262803" y="8459344"/>
          <a:ext cx="1867914" cy="1950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54" name="Min-Value:">
            <a:extLst>
              <a:ext uri="{FF2B5EF4-FFF2-40B4-BE49-F238E27FC236}">
                <a16:creationId xmlns:a16="http://schemas.microsoft.com/office/drawing/2014/main" id="{DC2FB8D8-5874-36BD-1A3D-9994E24515C7}"/>
              </a:ext>
            </a:extLst>
          </p:cNvPr>
          <p:cNvSpPr>
            <a:spLocks noGrp="1"/>
          </p:cNvSpPr>
          <p:nvPr/>
        </p:nvSpPr>
        <p:spPr>
          <a:xfrm>
            <a:off x="14061332" y="6261407"/>
            <a:ext cx="2162591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lnSpcReduction="10000"/>
          </a:bodyPr>
          <a:lstStyle>
            <a:lvl1pPr algn="l" defTabSz="387984">
              <a:buNone/>
              <a:defRPr sz="282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Min-Value:</a:t>
            </a:r>
          </a:p>
        </p:txBody>
      </p:sp>
      <p:sp>
        <p:nvSpPr>
          <p:cNvPr id="2355" name="-1">
            <a:extLst>
              <a:ext uri="{FF2B5EF4-FFF2-40B4-BE49-F238E27FC236}">
                <a16:creationId xmlns:a16="http://schemas.microsoft.com/office/drawing/2014/main" id="{C6558426-C1B8-D15C-8657-1918097DBF5B}"/>
              </a:ext>
            </a:extLst>
          </p:cNvPr>
          <p:cNvSpPr>
            <a:spLocks noGrp="1"/>
          </p:cNvSpPr>
          <p:nvPr/>
        </p:nvSpPr>
        <p:spPr>
          <a:xfrm>
            <a:off x="15376834" y="6714103"/>
            <a:ext cx="656224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b">
            <a:normAutofit lnSpcReduction="10000"/>
          </a:bodyPr>
          <a:lstStyle>
            <a:lvl1pPr defTabSz="363220">
              <a:buNone/>
              <a:defRPr sz="264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-1</a:t>
            </a:r>
          </a:p>
        </p:txBody>
      </p:sp>
      <p:sp>
        <p:nvSpPr>
          <p:cNvPr id="2356" name="Line">
            <a:extLst>
              <a:ext uri="{FF2B5EF4-FFF2-40B4-BE49-F238E27FC236}">
                <a16:creationId xmlns:a16="http://schemas.microsoft.com/office/drawing/2014/main" id="{C2649498-2F9C-37FD-0236-2CB4C3744FE9}"/>
              </a:ext>
            </a:extLst>
          </p:cNvPr>
          <p:cNvSpPr>
            <a:spLocks noGrp="1"/>
          </p:cNvSpPr>
          <p:nvPr/>
        </p:nvSpPr>
        <p:spPr>
          <a:xfrm>
            <a:off x="18513831" y="7583017"/>
            <a:ext cx="1575625" cy="701051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57" name="Line">
            <a:extLst>
              <a:ext uri="{FF2B5EF4-FFF2-40B4-BE49-F238E27FC236}">
                <a16:creationId xmlns:a16="http://schemas.microsoft.com/office/drawing/2014/main" id="{FA12DAE1-F4B0-43AC-9384-AF3AB7C621FE}"/>
              </a:ext>
            </a:extLst>
          </p:cNvPr>
          <p:cNvSpPr>
            <a:spLocks noGrp="1"/>
          </p:cNvSpPr>
          <p:nvPr/>
        </p:nvSpPr>
        <p:spPr>
          <a:xfrm>
            <a:off x="20194878" y="10491997"/>
            <a:ext cx="1" cy="365487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415" name="Table 1-1-1-2-1-1">
            <a:extLst>
              <a:ext uri="{FF2B5EF4-FFF2-40B4-BE49-F238E27FC236}">
                <a16:creationId xmlns:a16="http://schemas.microsoft.com/office/drawing/2014/main" id="{95C1B4DD-9A75-CC1A-572B-E3F761C7452E}"/>
              </a:ext>
            </a:extLst>
          </p:cNvPr>
          <p:cNvGraphicFramePr/>
          <p:nvPr/>
        </p:nvGraphicFramePr>
        <p:xfrm>
          <a:off x="19262803" y="10930994"/>
          <a:ext cx="1867914" cy="1950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8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59" name="Value:">
            <a:extLst>
              <a:ext uri="{FF2B5EF4-FFF2-40B4-BE49-F238E27FC236}">
                <a16:creationId xmlns:a16="http://schemas.microsoft.com/office/drawing/2014/main" id="{CC403C14-7C80-9DD5-D6F3-D51DCBC357B6}"/>
              </a:ext>
            </a:extLst>
          </p:cNvPr>
          <p:cNvSpPr>
            <a:spLocks noGrp="1"/>
          </p:cNvSpPr>
          <p:nvPr/>
        </p:nvSpPr>
        <p:spPr>
          <a:xfrm>
            <a:off x="16999151" y="11522756"/>
            <a:ext cx="2162590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fontScale="90523" lnSpcReduction="10000"/>
          </a:bodyPr>
          <a:lstStyle>
            <a:lvl1pPr algn="r" defTabSz="387984">
              <a:buNone/>
              <a:defRPr sz="282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Valor:</a:t>
            </a:r>
          </a:p>
        </p:txBody>
      </p:sp>
      <p:sp>
        <p:nvSpPr>
          <p:cNvPr id="2360" name="0">
            <a:extLst>
              <a:ext uri="{FF2B5EF4-FFF2-40B4-BE49-F238E27FC236}">
                <a16:creationId xmlns:a16="http://schemas.microsoft.com/office/drawing/2014/main" id="{F2F3CCE9-1C52-A095-A8FC-3CB30BD73FA4}"/>
              </a:ext>
            </a:extLst>
          </p:cNvPr>
          <p:cNvSpPr>
            <a:spLocks noGrp="1"/>
          </p:cNvSpPr>
          <p:nvPr/>
        </p:nvSpPr>
        <p:spPr>
          <a:xfrm>
            <a:off x="18633318" y="11975453"/>
            <a:ext cx="374604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b">
            <a:normAutofit lnSpcReduction="10000"/>
          </a:bodyPr>
          <a:lstStyle>
            <a:lvl1pPr defTabSz="363220">
              <a:buNone/>
              <a:defRPr sz="264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0</a:t>
            </a:r>
          </a:p>
        </p:txBody>
      </p:sp>
      <p:sp>
        <p:nvSpPr>
          <p:cNvPr id="2361" name="Value:">
            <a:extLst>
              <a:ext uri="{FF2B5EF4-FFF2-40B4-BE49-F238E27FC236}">
                <a16:creationId xmlns:a16="http://schemas.microsoft.com/office/drawing/2014/main" id="{C8856DB6-E073-2881-F8A7-DF37320F00FF}"/>
              </a:ext>
            </a:extLst>
          </p:cNvPr>
          <p:cNvSpPr>
            <a:spLocks noGrp="1"/>
          </p:cNvSpPr>
          <p:nvPr/>
        </p:nvSpPr>
        <p:spPr>
          <a:xfrm>
            <a:off x="11194934" y="8935918"/>
            <a:ext cx="2162590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fontScale="90523" lnSpcReduction="10000"/>
          </a:bodyPr>
          <a:lstStyle>
            <a:lvl1pPr algn="r" defTabSz="387984">
              <a:buNone/>
              <a:defRPr sz="282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Valor:</a:t>
            </a:r>
          </a:p>
        </p:txBody>
      </p:sp>
      <p:sp>
        <p:nvSpPr>
          <p:cNvPr id="2362" name="-1">
            <a:extLst>
              <a:ext uri="{FF2B5EF4-FFF2-40B4-BE49-F238E27FC236}">
                <a16:creationId xmlns:a16="http://schemas.microsoft.com/office/drawing/2014/main" id="{9FC83D78-E2FE-2140-2121-D325F01B7A39}"/>
              </a:ext>
            </a:extLst>
          </p:cNvPr>
          <p:cNvSpPr>
            <a:spLocks noGrp="1"/>
          </p:cNvSpPr>
          <p:nvPr/>
        </p:nvSpPr>
        <p:spPr>
          <a:xfrm>
            <a:off x="12578109" y="9388615"/>
            <a:ext cx="625595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b">
            <a:normAutofit lnSpcReduction="10000"/>
          </a:bodyPr>
          <a:lstStyle>
            <a:lvl1pPr defTabSz="363220">
              <a:buNone/>
              <a:defRPr sz="264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-1</a:t>
            </a:r>
          </a:p>
        </p:txBody>
      </p:sp>
      <p:sp>
        <p:nvSpPr>
          <p:cNvPr id="2363" name="Max-Value:">
            <a:extLst>
              <a:ext uri="{FF2B5EF4-FFF2-40B4-BE49-F238E27FC236}">
                <a16:creationId xmlns:a16="http://schemas.microsoft.com/office/drawing/2014/main" id="{49E5A383-7CB7-D2FC-927D-00F8D6215A42}"/>
              </a:ext>
            </a:extLst>
          </p:cNvPr>
          <p:cNvSpPr>
            <a:spLocks noGrp="1"/>
          </p:cNvSpPr>
          <p:nvPr/>
        </p:nvSpPr>
        <p:spPr>
          <a:xfrm>
            <a:off x="16999151" y="8919750"/>
            <a:ext cx="2162590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lnSpcReduction="10000"/>
          </a:bodyPr>
          <a:lstStyle>
            <a:lvl1pPr algn="l" defTabSz="387984">
              <a:buNone/>
              <a:defRPr sz="282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  <p:sp>
        <p:nvSpPr>
          <p:cNvPr id="2364" name="0">
            <a:extLst>
              <a:ext uri="{FF2B5EF4-FFF2-40B4-BE49-F238E27FC236}">
                <a16:creationId xmlns:a16="http://schemas.microsoft.com/office/drawing/2014/main" id="{C3E7CD9B-C3F5-B249-E4D8-702693651CC5}"/>
              </a:ext>
            </a:extLst>
          </p:cNvPr>
          <p:cNvSpPr>
            <a:spLocks noGrp="1"/>
          </p:cNvSpPr>
          <p:nvPr/>
        </p:nvSpPr>
        <p:spPr>
          <a:xfrm>
            <a:off x="18633318" y="9372447"/>
            <a:ext cx="374604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b">
            <a:normAutofit lnSpcReduction="10000"/>
          </a:bodyPr>
          <a:lstStyle>
            <a:lvl1pPr defTabSz="363220">
              <a:buNone/>
              <a:defRPr sz="264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0</a:t>
            </a:r>
          </a:p>
        </p:txBody>
      </p:sp>
      <p:sp>
        <p:nvSpPr>
          <p:cNvPr id="2366" name="Line">
            <a:extLst>
              <a:ext uri="{FF2B5EF4-FFF2-40B4-BE49-F238E27FC236}">
                <a16:creationId xmlns:a16="http://schemas.microsoft.com/office/drawing/2014/main" id="{544CC56E-8588-36DD-0B95-8F3E9B97A059}"/>
              </a:ext>
            </a:extLst>
          </p:cNvPr>
          <p:cNvSpPr>
            <a:spLocks noGrp="1"/>
          </p:cNvSpPr>
          <p:nvPr/>
        </p:nvSpPr>
        <p:spPr>
          <a:xfrm>
            <a:off x="15235298" y="3826251"/>
            <a:ext cx="6721410" cy="2137554"/>
          </a:xfrm>
          <a:prstGeom prst="line">
            <a:avLst/>
          </a:prstGeom>
          <a:ln w="63500">
            <a:solidFill>
              <a:srgbClr val="FFFFFF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2423" name="Table 1-1-3-1">
            <a:extLst>
              <a:ext uri="{FF2B5EF4-FFF2-40B4-BE49-F238E27FC236}">
                <a16:creationId xmlns:a16="http://schemas.microsoft.com/office/drawing/2014/main" id="{4772098F-F53D-C857-9C78-70D87DD46913}"/>
              </a:ext>
            </a:extLst>
          </p:cNvPr>
          <p:cNvGraphicFramePr/>
          <p:nvPr/>
        </p:nvGraphicFramePr>
        <p:xfrm>
          <a:off x="21471789" y="6104859"/>
          <a:ext cx="1867914" cy="1950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0"/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0"/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63500">
                      <a:solidFill>
                        <a:srgbClr val="D6D7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0"/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chemeClr val="accent4">
                              <a:lumOff val="1019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63500">
                      <a:solidFill>
                        <a:srgbClr val="D6D7D6"/>
                      </a:solidFill>
                    </a:lnR>
                    <a:lnT w="63500">
                      <a:solidFill>
                        <a:srgbClr val="D6D7D6"/>
                      </a:solidFill>
                    </a:lnT>
                    <a:lnB w="0"/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36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</a:t>
                      </a:r>
                    </a:p>
                  </a:txBody>
                  <a:tcPr marL="50800" marR="50800" marT="50800" marB="50800" anchor="ctr" horzOverflow="overflow">
                    <a:lnL w="63500">
                      <a:solidFill>
                        <a:srgbClr val="D6D7D6"/>
                      </a:solidFill>
                    </a:lnL>
                    <a:lnR w="0"/>
                    <a:lnT w="63500">
                      <a:solidFill>
                        <a:srgbClr val="D6D7D6"/>
                      </a:solidFill>
                    </a:lnT>
                    <a:lnB w="0"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68" name="Value:">
            <a:extLst>
              <a:ext uri="{FF2B5EF4-FFF2-40B4-BE49-F238E27FC236}">
                <a16:creationId xmlns:a16="http://schemas.microsoft.com/office/drawing/2014/main" id="{9E645E41-093D-0268-82C0-9307FE26D61B}"/>
              </a:ext>
            </a:extLst>
          </p:cNvPr>
          <p:cNvSpPr>
            <a:spLocks noGrp="1"/>
          </p:cNvSpPr>
          <p:nvPr/>
        </p:nvSpPr>
        <p:spPr>
          <a:xfrm>
            <a:off x="19112372" y="6263943"/>
            <a:ext cx="2162591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fontScale="90523" lnSpcReduction="10000"/>
          </a:bodyPr>
          <a:lstStyle>
            <a:lvl1pPr algn="r" defTabSz="387984">
              <a:buNone/>
              <a:defRPr sz="282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Valor:</a:t>
            </a:r>
          </a:p>
        </p:txBody>
      </p:sp>
      <p:sp>
        <p:nvSpPr>
          <p:cNvPr id="2369" name="1">
            <a:extLst>
              <a:ext uri="{FF2B5EF4-FFF2-40B4-BE49-F238E27FC236}">
                <a16:creationId xmlns:a16="http://schemas.microsoft.com/office/drawing/2014/main" id="{012A46C0-B695-D3BB-B2BA-54BFF4A60879}"/>
              </a:ext>
            </a:extLst>
          </p:cNvPr>
          <p:cNvSpPr>
            <a:spLocks noGrp="1"/>
          </p:cNvSpPr>
          <p:nvPr/>
        </p:nvSpPr>
        <p:spPr>
          <a:xfrm>
            <a:off x="20709494" y="6716640"/>
            <a:ext cx="374604" cy="49064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b">
            <a:normAutofit lnSpcReduction="10000"/>
          </a:bodyPr>
          <a:lstStyle>
            <a:lvl1pPr defTabSz="363220">
              <a:buNone/>
              <a:defRPr sz="264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1</a:t>
            </a:r>
          </a:p>
        </p:txBody>
      </p:sp>
      <p:sp>
        <p:nvSpPr>
          <p:cNvPr id="2371" name="Max-Value:">
            <a:extLst>
              <a:ext uri="{FF2B5EF4-FFF2-40B4-BE49-F238E27FC236}">
                <a16:creationId xmlns:a16="http://schemas.microsoft.com/office/drawing/2014/main" id="{44992F71-7496-3319-3D3A-84ED644F88FD}"/>
              </a:ext>
            </a:extLst>
          </p:cNvPr>
          <p:cNvSpPr>
            <a:spLocks noGrp="1"/>
          </p:cNvSpPr>
          <p:nvPr/>
        </p:nvSpPr>
        <p:spPr>
          <a:xfrm>
            <a:off x="7031849" y="1020826"/>
            <a:ext cx="4162015" cy="944261"/>
          </a:xfrm>
          <a:prstGeom prst="rect">
            <a:avLst/>
          </a:prstGeom>
          <a:ln w="12700"/>
        </p:spPr>
        <p:txBody>
          <a:bodyPr lIns="50800" tIns="50800" rIns="50800" bIns="50800" anchor="ctr">
            <a:normAutofit lnSpcReduction="10000"/>
          </a:bodyPr>
          <a:lstStyle>
            <a:lvl1pPr algn="l" defTabSz="792479">
              <a:buNone/>
              <a:defRPr sz="5760" b="0" cap="small">
                <a:latin typeface="Times New Roman"/>
                <a:ea typeface="Times New Roman"/>
                <a:cs typeface="Times New Roman"/>
              </a:defRPr>
            </a:lvl1pPr>
          </a:lstStyle>
          <a:p>
            <a:pPr>
              <a:buNone/>
              <a:defRPr cap="none">
                <a:latin typeface="Helvetica"/>
                <a:ea typeface="Helvetica"/>
                <a:cs typeface="Helvetica"/>
              </a:defRPr>
            </a:pPr>
            <a:r>
              <a:rPr cap="small">
                <a:latin typeface="Times New Roman"/>
                <a:ea typeface="Times New Roman"/>
                <a:cs typeface="Times New Roman"/>
              </a:rPr>
              <a:t>Max-Value:</a:t>
            </a:r>
          </a:p>
        </p:txBody>
      </p:sp>
      <p:sp>
        <p:nvSpPr>
          <p:cNvPr id="2372" name="1">
            <a:extLst>
              <a:ext uri="{FF2B5EF4-FFF2-40B4-BE49-F238E27FC236}">
                <a16:creationId xmlns:a16="http://schemas.microsoft.com/office/drawing/2014/main" id="{66901513-93CF-36C5-87B2-091DEB2CA013}"/>
              </a:ext>
            </a:extLst>
          </p:cNvPr>
          <p:cNvSpPr>
            <a:spLocks noGrp="1"/>
          </p:cNvSpPr>
          <p:nvPr/>
        </p:nvSpPr>
        <p:spPr>
          <a:xfrm>
            <a:off x="10105593" y="1892064"/>
            <a:ext cx="720942" cy="944261"/>
          </a:xfrm>
          <a:prstGeom prst="rect">
            <a:avLst/>
          </a:prstGeom>
          <a:ln w="12700"/>
        </p:spPr>
        <p:txBody>
          <a:bodyPr lIns="50800" tIns="50800" rIns="50800" bIns="50800" anchor="b">
            <a:normAutofit/>
          </a:bodyPr>
          <a:lstStyle>
            <a:lvl1pPr defTabSz="751205">
              <a:buNone/>
              <a:defRPr sz="5460" b="0" cap="small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  <a:defRPr cap="none"/>
            </a:pPr>
            <a:r>
              <a:rPr cap="small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17417965"/>
      </p:ext>
    </p:extLst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Triangle">
            <a:extLst>
              <a:ext uri="{FF2B5EF4-FFF2-40B4-BE49-F238E27FC236}">
                <a16:creationId xmlns:a16="http://schemas.microsoft.com/office/drawing/2014/main" id="{6CEFDF88-D2AF-4E84-9C01-14397DC17E12}"/>
              </a:ext>
            </a:extLst>
          </p:cNvPr>
          <p:cNvSpPr>
            <a:spLocks noGrp="1"/>
          </p:cNvSpPr>
          <p:nvPr/>
        </p:nvSpPr>
        <p:spPr>
          <a:xfrm>
            <a:off x="11010167" y="3149543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76" name="Triangle">
            <a:extLst>
              <a:ext uri="{FF2B5EF4-FFF2-40B4-BE49-F238E27FC236}">
                <a16:creationId xmlns:a16="http://schemas.microsoft.com/office/drawing/2014/main" id="{F96E4741-BF8F-45CE-A9E4-9377EC55ECBD}"/>
              </a:ext>
            </a:extLst>
          </p:cNvPr>
          <p:cNvSpPr>
            <a:spLocks noGrp="1"/>
          </p:cNvSpPr>
          <p:nvPr/>
        </p:nvSpPr>
        <p:spPr>
          <a:xfrm>
            <a:off x="6031666" y="820425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77" name="5">
            <a:extLst>
              <a:ext uri="{FF2B5EF4-FFF2-40B4-BE49-F238E27FC236}">
                <a16:creationId xmlns:a16="http://schemas.microsoft.com/office/drawing/2014/main" id="{836FCABC-749E-47FE-B5C3-7A4D55592E5A}"/>
              </a:ext>
            </a:extLst>
          </p:cNvPr>
          <p:cNvSpPr>
            <a:spLocks noGrp="1"/>
          </p:cNvSpPr>
          <p:nvPr/>
        </p:nvSpPr>
        <p:spPr>
          <a:xfrm>
            <a:off x="6909139" y="8290058"/>
            <a:ext cx="608720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378" name="Triangle">
            <a:extLst>
              <a:ext uri="{FF2B5EF4-FFF2-40B4-BE49-F238E27FC236}">
                <a16:creationId xmlns:a16="http://schemas.microsoft.com/office/drawing/2014/main" id="{2E8681F6-A46A-49D8-9B79-DDE49357D01E}"/>
              </a:ext>
            </a:extLst>
          </p:cNvPr>
          <p:cNvSpPr>
            <a:spLocks noGrp="1"/>
          </p:cNvSpPr>
          <p:nvPr/>
        </p:nvSpPr>
        <p:spPr>
          <a:xfrm>
            <a:off x="11010167" y="820425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79" name="3">
            <a:extLst>
              <a:ext uri="{FF2B5EF4-FFF2-40B4-BE49-F238E27FC236}">
                <a16:creationId xmlns:a16="http://schemas.microsoft.com/office/drawing/2014/main" id="{DBDAF6A0-EC9D-4E9C-A731-B19B67E07752}"/>
              </a:ext>
            </a:extLst>
          </p:cNvPr>
          <p:cNvSpPr>
            <a:spLocks noGrp="1"/>
          </p:cNvSpPr>
          <p:nvPr/>
        </p:nvSpPr>
        <p:spPr>
          <a:xfrm>
            <a:off x="11887639" y="8290058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2380" name="Triangle">
            <a:extLst>
              <a:ext uri="{FF2B5EF4-FFF2-40B4-BE49-F238E27FC236}">
                <a16:creationId xmlns:a16="http://schemas.microsoft.com/office/drawing/2014/main" id="{2EDE9135-60E9-4386-B247-9153B879236A}"/>
              </a:ext>
            </a:extLst>
          </p:cNvPr>
          <p:cNvSpPr>
            <a:spLocks noGrp="1"/>
          </p:cNvSpPr>
          <p:nvPr/>
        </p:nvSpPr>
        <p:spPr>
          <a:xfrm>
            <a:off x="15988667" y="820425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81" name="9">
            <a:extLst>
              <a:ext uri="{FF2B5EF4-FFF2-40B4-BE49-F238E27FC236}">
                <a16:creationId xmlns:a16="http://schemas.microsoft.com/office/drawing/2014/main" id="{8935133D-6979-4D5E-91D8-F20D0CA33689}"/>
              </a:ext>
            </a:extLst>
          </p:cNvPr>
          <p:cNvSpPr>
            <a:spLocks noGrp="1"/>
          </p:cNvSpPr>
          <p:nvPr/>
        </p:nvSpPr>
        <p:spPr>
          <a:xfrm>
            <a:off x="16866141" y="8290058"/>
            <a:ext cx="608720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2382" name="Line">
            <a:extLst>
              <a:ext uri="{FF2B5EF4-FFF2-40B4-BE49-F238E27FC236}">
                <a16:creationId xmlns:a16="http://schemas.microsoft.com/office/drawing/2014/main" id="{110A6E8E-1D1D-44D7-B6A2-92611185B6A6}"/>
              </a:ext>
            </a:extLst>
          </p:cNvPr>
          <p:cNvSpPr>
            <a:spLocks noGrp="1"/>
          </p:cNvSpPr>
          <p:nvPr/>
        </p:nvSpPr>
        <p:spPr>
          <a:xfrm flipH="1">
            <a:off x="7248890" y="5592967"/>
            <a:ext cx="4424673" cy="2564582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83" name="Line">
            <a:extLst>
              <a:ext uri="{FF2B5EF4-FFF2-40B4-BE49-F238E27FC236}">
                <a16:creationId xmlns:a16="http://schemas.microsoft.com/office/drawing/2014/main" id="{CA67AF9C-C5B0-4DF6-9E80-560C59A8DE4A}"/>
              </a:ext>
            </a:extLst>
          </p:cNvPr>
          <p:cNvSpPr>
            <a:spLocks noGrp="1"/>
          </p:cNvSpPr>
          <p:nvPr/>
        </p:nvSpPr>
        <p:spPr>
          <a:xfrm>
            <a:off x="12416623" y="5587386"/>
            <a:ext cx="4424672" cy="2564583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84" name="Line">
            <a:extLst>
              <a:ext uri="{FF2B5EF4-FFF2-40B4-BE49-F238E27FC236}">
                <a16:creationId xmlns:a16="http://schemas.microsoft.com/office/drawing/2014/main" id="{07814A15-4938-4880-AC9C-F983D7193D59}"/>
              </a:ext>
            </a:extLst>
          </p:cNvPr>
          <p:cNvSpPr>
            <a:spLocks noGrp="1"/>
          </p:cNvSpPr>
          <p:nvPr/>
        </p:nvSpPr>
        <p:spPr>
          <a:xfrm flipH="1">
            <a:off x="12049244" y="5526710"/>
            <a:ext cx="1" cy="2625258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1438708"/>
      </p:ext>
    </p:extLst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7432B-5F6A-EBF8-7269-CB0A546BF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Triangle">
            <a:extLst>
              <a:ext uri="{FF2B5EF4-FFF2-40B4-BE49-F238E27FC236}">
                <a16:creationId xmlns:a16="http://schemas.microsoft.com/office/drawing/2014/main" id="{C7B77F93-9E79-A4E5-B485-094248FDDAB8}"/>
              </a:ext>
            </a:extLst>
          </p:cNvPr>
          <p:cNvSpPr>
            <a:spLocks noGrp="1"/>
          </p:cNvSpPr>
          <p:nvPr/>
        </p:nvSpPr>
        <p:spPr>
          <a:xfrm>
            <a:off x="11010167" y="3149543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75" name="9">
            <a:extLst>
              <a:ext uri="{FF2B5EF4-FFF2-40B4-BE49-F238E27FC236}">
                <a16:creationId xmlns:a16="http://schemas.microsoft.com/office/drawing/2014/main" id="{EC65B52C-E869-E193-FBD0-4F564B9D1A21}"/>
              </a:ext>
            </a:extLst>
          </p:cNvPr>
          <p:cNvSpPr>
            <a:spLocks noGrp="1"/>
          </p:cNvSpPr>
          <p:nvPr/>
        </p:nvSpPr>
        <p:spPr>
          <a:xfrm>
            <a:off x="11887641" y="4307257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2376" name="Triangle">
            <a:extLst>
              <a:ext uri="{FF2B5EF4-FFF2-40B4-BE49-F238E27FC236}">
                <a16:creationId xmlns:a16="http://schemas.microsoft.com/office/drawing/2014/main" id="{C39FC0CD-DD4E-32CD-DD73-EB41548CC0AB}"/>
              </a:ext>
            </a:extLst>
          </p:cNvPr>
          <p:cNvSpPr>
            <a:spLocks noGrp="1"/>
          </p:cNvSpPr>
          <p:nvPr/>
        </p:nvSpPr>
        <p:spPr>
          <a:xfrm>
            <a:off x="6031666" y="820425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77" name="5">
            <a:extLst>
              <a:ext uri="{FF2B5EF4-FFF2-40B4-BE49-F238E27FC236}">
                <a16:creationId xmlns:a16="http://schemas.microsoft.com/office/drawing/2014/main" id="{91EB1508-5383-3AD8-3D13-1637856892CA}"/>
              </a:ext>
            </a:extLst>
          </p:cNvPr>
          <p:cNvSpPr>
            <a:spLocks noGrp="1"/>
          </p:cNvSpPr>
          <p:nvPr/>
        </p:nvSpPr>
        <p:spPr>
          <a:xfrm>
            <a:off x="6909139" y="8290058"/>
            <a:ext cx="608720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378" name="Triangle">
            <a:extLst>
              <a:ext uri="{FF2B5EF4-FFF2-40B4-BE49-F238E27FC236}">
                <a16:creationId xmlns:a16="http://schemas.microsoft.com/office/drawing/2014/main" id="{C457C9BC-A1F8-2646-4FCF-07C46BC646D0}"/>
              </a:ext>
            </a:extLst>
          </p:cNvPr>
          <p:cNvSpPr>
            <a:spLocks noGrp="1"/>
          </p:cNvSpPr>
          <p:nvPr/>
        </p:nvSpPr>
        <p:spPr>
          <a:xfrm>
            <a:off x="11010167" y="820425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79" name="3">
            <a:extLst>
              <a:ext uri="{FF2B5EF4-FFF2-40B4-BE49-F238E27FC236}">
                <a16:creationId xmlns:a16="http://schemas.microsoft.com/office/drawing/2014/main" id="{DAB40D24-09A2-44F2-84ED-E19EF1335ED5}"/>
              </a:ext>
            </a:extLst>
          </p:cNvPr>
          <p:cNvSpPr>
            <a:spLocks noGrp="1"/>
          </p:cNvSpPr>
          <p:nvPr/>
        </p:nvSpPr>
        <p:spPr>
          <a:xfrm>
            <a:off x="11887639" y="8290058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2380" name="Triangle">
            <a:extLst>
              <a:ext uri="{FF2B5EF4-FFF2-40B4-BE49-F238E27FC236}">
                <a16:creationId xmlns:a16="http://schemas.microsoft.com/office/drawing/2014/main" id="{0BD52C6E-1EF3-E6E6-1782-5ADACB4F486D}"/>
              </a:ext>
            </a:extLst>
          </p:cNvPr>
          <p:cNvSpPr>
            <a:spLocks noGrp="1"/>
          </p:cNvSpPr>
          <p:nvPr/>
        </p:nvSpPr>
        <p:spPr>
          <a:xfrm>
            <a:off x="15988667" y="820425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81" name="9">
            <a:extLst>
              <a:ext uri="{FF2B5EF4-FFF2-40B4-BE49-F238E27FC236}">
                <a16:creationId xmlns:a16="http://schemas.microsoft.com/office/drawing/2014/main" id="{0C9DD349-7867-9751-D62E-A5FA87C446D0}"/>
              </a:ext>
            </a:extLst>
          </p:cNvPr>
          <p:cNvSpPr>
            <a:spLocks noGrp="1"/>
          </p:cNvSpPr>
          <p:nvPr/>
        </p:nvSpPr>
        <p:spPr>
          <a:xfrm>
            <a:off x="16866141" y="8290058"/>
            <a:ext cx="608720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2382" name="Line">
            <a:extLst>
              <a:ext uri="{FF2B5EF4-FFF2-40B4-BE49-F238E27FC236}">
                <a16:creationId xmlns:a16="http://schemas.microsoft.com/office/drawing/2014/main" id="{72CAD999-E1E8-7474-6496-3E998CF2A972}"/>
              </a:ext>
            </a:extLst>
          </p:cNvPr>
          <p:cNvSpPr>
            <a:spLocks noGrp="1"/>
          </p:cNvSpPr>
          <p:nvPr/>
        </p:nvSpPr>
        <p:spPr>
          <a:xfrm flipH="1">
            <a:off x="7248890" y="5592967"/>
            <a:ext cx="4424673" cy="2564582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83" name="Line">
            <a:extLst>
              <a:ext uri="{FF2B5EF4-FFF2-40B4-BE49-F238E27FC236}">
                <a16:creationId xmlns:a16="http://schemas.microsoft.com/office/drawing/2014/main" id="{6D703E46-B58F-4345-1EDC-C9EFBE6E2481}"/>
              </a:ext>
            </a:extLst>
          </p:cNvPr>
          <p:cNvSpPr>
            <a:spLocks noGrp="1"/>
          </p:cNvSpPr>
          <p:nvPr/>
        </p:nvSpPr>
        <p:spPr>
          <a:xfrm>
            <a:off x="12416623" y="5587386"/>
            <a:ext cx="4424672" cy="2564583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84" name="Line">
            <a:extLst>
              <a:ext uri="{FF2B5EF4-FFF2-40B4-BE49-F238E27FC236}">
                <a16:creationId xmlns:a16="http://schemas.microsoft.com/office/drawing/2014/main" id="{E54D3E91-557A-FDDE-72E6-74789D199945}"/>
              </a:ext>
            </a:extLst>
          </p:cNvPr>
          <p:cNvSpPr>
            <a:spLocks noGrp="1"/>
          </p:cNvSpPr>
          <p:nvPr/>
        </p:nvSpPr>
        <p:spPr>
          <a:xfrm flipH="1">
            <a:off x="12049244" y="5526710"/>
            <a:ext cx="1" cy="2625258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1570318"/>
      </p:ext>
    </p:extLst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7" name="Triangle">
            <a:extLst>
              <a:ext uri="{FF2B5EF4-FFF2-40B4-BE49-F238E27FC236}">
                <a16:creationId xmlns:a16="http://schemas.microsoft.com/office/drawing/2014/main" id="{DB98085D-524C-4D3E-BDC8-905669F38520}"/>
              </a:ext>
            </a:extLst>
          </p:cNvPr>
          <p:cNvSpPr>
            <a:spLocks noGrp="1"/>
          </p:cNvSpPr>
          <p:nvPr/>
        </p:nvSpPr>
        <p:spPr>
          <a:xfrm>
            <a:off x="7411784" y="4985365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89" name="Triangle">
            <a:extLst>
              <a:ext uri="{FF2B5EF4-FFF2-40B4-BE49-F238E27FC236}">
                <a16:creationId xmlns:a16="http://schemas.microsoft.com/office/drawing/2014/main" id="{C4610293-F148-46FA-AE69-B752A97C7B0E}"/>
              </a:ext>
            </a:extLst>
          </p:cNvPr>
          <p:cNvSpPr>
            <a:spLocks noGrp="1"/>
          </p:cNvSpPr>
          <p:nvPr/>
        </p:nvSpPr>
        <p:spPr>
          <a:xfrm>
            <a:off x="2433283" y="10040078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0" name="5">
            <a:extLst>
              <a:ext uri="{FF2B5EF4-FFF2-40B4-BE49-F238E27FC236}">
                <a16:creationId xmlns:a16="http://schemas.microsoft.com/office/drawing/2014/main" id="{BEBA38F1-4356-48DF-8B4F-BE02A2A353D5}"/>
              </a:ext>
            </a:extLst>
          </p:cNvPr>
          <p:cNvSpPr>
            <a:spLocks noGrp="1"/>
          </p:cNvSpPr>
          <p:nvPr/>
        </p:nvSpPr>
        <p:spPr>
          <a:xfrm>
            <a:off x="3310755" y="10125880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391" name="Triangle">
            <a:extLst>
              <a:ext uri="{FF2B5EF4-FFF2-40B4-BE49-F238E27FC236}">
                <a16:creationId xmlns:a16="http://schemas.microsoft.com/office/drawing/2014/main" id="{1FABCAF6-D77A-4EFF-9213-A13E1E6B657E}"/>
              </a:ext>
            </a:extLst>
          </p:cNvPr>
          <p:cNvSpPr>
            <a:spLocks noGrp="1"/>
          </p:cNvSpPr>
          <p:nvPr/>
        </p:nvSpPr>
        <p:spPr>
          <a:xfrm>
            <a:off x="7411784" y="10040078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2" name="3">
            <a:extLst>
              <a:ext uri="{FF2B5EF4-FFF2-40B4-BE49-F238E27FC236}">
                <a16:creationId xmlns:a16="http://schemas.microsoft.com/office/drawing/2014/main" id="{736F6F88-0778-40DE-A27C-96FEB44D7A86}"/>
              </a:ext>
            </a:extLst>
          </p:cNvPr>
          <p:cNvSpPr>
            <a:spLocks noGrp="1"/>
          </p:cNvSpPr>
          <p:nvPr/>
        </p:nvSpPr>
        <p:spPr>
          <a:xfrm>
            <a:off x="8289257" y="10125880"/>
            <a:ext cx="608720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2393" name="Triangle">
            <a:extLst>
              <a:ext uri="{FF2B5EF4-FFF2-40B4-BE49-F238E27FC236}">
                <a16:creationId xmlns:a16="http://schemas.microsoft.com/office/drawing/2014/main" id="{8330340D-CCB3-48C4-AC5B-DA28491DDE38}"/>
              </a:ext>
            </a:extLst>
          </p:cNvPr>
          <p:cNvSpPr>
            <a:spLocks noGrp="1"/>
          </p:cNvSpPr>
          <p:nvPr/>
        </p:nvSpPr>
        <p:spPr>
          <a:xfrm>
            <a:off x="12390284" y="10040078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4" name="9">
            <a:extLst>
              <a:ext uri="{FF2B5EF4-FFF2-40B4-BE49-F238E27FC236}">
                <a16:creationId xmlns:a16="http://schemas.microsoft.com/office/drawing/2014/main" id="{D012FE5D-C6A7-42F4-B7F0-2F7AD26E4A36}"/>
              </a:ext>
            </a:extLst>
          </p:cNvPr>
          <p:cNvSpPr>
            <a:spLocks noGrp="1"/>
          </p:cNvSpPr>
          <p:nvPr/>
        </p:nvSpPr>
        <p:spPr>
          <a:xfrm>
            <a:off x="13267757" y="10125880"/>
            <a:ext cx="608720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2395" name="Line">
            <a:extLst>
              <a:ext uri="{FF2B5EF4-FFF2-40B4-BE49-F238E27FC236}">
                <a16:creationId xmlns:a16="http://schemas.microsoft.com/office/drawing/2014/main" id="{29545D04-4877-49E2-8530-11C503271EFA}"/>
              </a:ext>
            </a:extLst>
          </p:cNvPr>
          <p:cNvSpPr>
            <a:spLocks noGrp="1"/>
          </p:cNvSpPr>
          <p:nvPr/>
        </p:nvSpPr>
        <p:spPr>
          <a:xfrm flipH="1">
            <a:off x="3650507" y="7428789"/>
            <a:ext cx="4424673" cy="2564582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6" name="Line">
            <a:extLst>
              <a:ext uri="{FF2B5EF4-FFF2-40B4-BE49-F238E27FC236}">
                <a16:creationId xmlns:a16="http://schemas.microsoft.com/office/drawing/2014/main" id="{137F8E10-A769-48CD-A8A9-A7B8358F91DD}"/>
              </a:ext>
            </a:extLst>
          </p:cNvPr>
          <p:cNvSpPr>
            <a:spLocks noGrp="1"/>
          </p:cNvSpPr>
          <p:nvPr/>
        </p:nvSpPr>
        <p:spPr>
          <a:xfrm>
            <a:off x="8818240" y="7423208"/>
            <a:ext cx="4424673" cy="2564583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7" name="Line">
            <a:extLst>
              <a:ext uri="{FF2B5EF4-FFF2-40B4-BE49-F238E27FC236}">
                <a16:creationId xmlns:a16="http://schemas.microsoft.com/office/drawing/2014/main" id="{716E5840-8EEC-4C21-8E11-B09B6962F2C1}"/>
              </a:ext>
            </a:extLst>
          </p:cNvPr>
          <p:cNvSpPr>
            <a:spLocks noGrp="1"/>
          </p:cNvSpPr>
          <p:nvPr/>
        </p:nvSpPr>
        <p:spPr>
          <a:xfrm flipH="1">
            <a:off x="8450862" y="7362532"/>
            <a:ext cx="1" cy="2625258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9" name="Triangle">
            <a:extLst>
              <a:ext uri="{FF2B5EF4-FFF2-40B4-BE49-F238E27FC236}">
                <a16:creationId xmlns:a16="http://schemas.microsoft.com/office/drawing/2014/main" id="{195A9095-E4D5-40FE-A1FA-D274AA6B540E}"/>
              </a:ext>
            </a:extLst>
          </p:cNvPr>
          <p:cNvSpPr>
            <a:spLocks noGrp="1"/>
          </p:cNvSpPr>
          <p:nvPr/>
        </p:nvSpPr>
        <p:spPr>
          <a:xfrm>
            <a:off x="17741024" y="4859926"/>
            <a:ext cx="2363666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0" name="Triangle">
            <a:extLst>
              <a:ext uri="{FF2B5EF4-FFF2-40B4-BE49-F238E27FC236}">
                <a16:creationId xmlns:a16="http://schemas.microsoft.com/office/drawing/2014/main" id="{FB8C8A59-4945-426B-BA2C-B4B2CF96A721}"/>
              </a:ext>
            </a:extLst>
          </p:cNvPr>
          <p:cNvSpPr>
            <a:spLocks noGrp="1"/>
          </p:cNvSpPr>
          <p:nvPr/>
        </p:nvSpPr>
        <p:spPr>
          <a:xfrm>
            <a:off x="16351026" y="10128195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1" name="2">
            <a:extLst>
              <a:ext uri="{FF2B5EF4-FFF2-40B4-BE49-F238E27FC236}">
                <a16:creationId xmlns:a16="http://schemas.microsoft.com/office/drawing/2014/main" id="{0442DC90-2ABE-40A9-A2F0-10E80B98AC3B}"/>
              </a:ext>
            </a:extLst>
          </p:cNvPr>
          <p:cNvSpPr>
            <a:spLocks noGrp="1"/>
          </p:cNvSpPr>
          <p:nvPr/>
        </p:nvSpPr>
        <p:spPr>
          <a:xfrm>
            <a:off x="17228498" y="10213997"/>
            <a:ext cx="608721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2402" name="Triangle">
            <a:extLst>
              <a:ext uri="{FF2B5EF4-FFF2-40B4-BE49-F238E27FC236}">
                <a16:creationId xmlns:a16="http://schemas.microsoft.com/office/drawing/2014/main" id="{12B9C28E-D378-49D5-B5AF-05D39E5F8C37}"/>
              </a:ext>
            </a:extLst>
          </p:cNvPr>
          <p:cNvSpPr>
            <a:spLocks noGrp="1"/>
          </p:cNvSpPr>
          <p:nvPr/>
        </p:nvSpPr>
        <p:spPr>
          <a:xfrm>
            <a:off x="19587050" y="10128195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3" name="8">
            <a:extLst>
              <a:ext uri="{FF2B5EF4-FFF2-40B4-BE49-F238E27FC236}">
                <a16:creationId xmlns:a16="http://schemas.microsoft.com/office/drawing/2014/main" id="{744A8139-E3E8-44AB-9781-C162D895790D}"/>
              </a:ext>
            </a:extLst>
          </p:cNvPr>
          <p:cNvSpPr>
            <a:spLocks noGrp="1"/>
          </p:cNvSpPr>
          <p:nvPr/>
        </p:nvSpPr>
        <p:spPr>
          <a:xfrm>
            <a:off x="20464524" y="10213997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2404" name="Line">
            <a:extLst>
              <a:ext uri="{FF2B5EF4-FFF2-40B4-BE49-F238E27FC236}">
                <a16:creationId xmlns:a16="http://schemas.microsoft.com/office/drawing/2014/main" id="{39AA94AD-ED80-45AE-96F9-E6DE8DCF6826}"/>
              </a:ext>
            </a:extLst>
          </p:cNvPr>
          <p:cNvSpPr>
            <a:spLocks noGrp="1"/>
          </p:cNvSpPr>
          <p:nvPr/>
        </p:nvSpPr>
        <p:spPr>
          <a:xfrm flipH="1">
            <a:off x="17368784" y="7288130"/>
            <a:ext cx="1165747" cy="278777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5" name="Line">
            <a:extLst>
              <a:ext uri="{FF2B5EF4-FFF2-40B4-BE49-F238E27FC236}">
                <a16:creationId xmlns:a16="http://schemas.microsoft.com/office/drawing/2014/main" id="{13BA416A-9FFF-4D4A-BA9F-FF7753692DF9}"/>
              </a:ext>
            </a:extLst>
          </p:cNvPr>
          <p:cNvSpPr>
            <a:spLocks noGrp="1"/>
          </p:cNvSpPr>
          <p:nvPr/>
        </p:nvSpPr>
        <p:spPr>
          <a:xfrm>
            <a:off x="19424955" y="7288130"/>
            <a:ext cx="1165747" cy="278777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7" name="Triangle">
            <a:extLst>
              <a:ext uri="{FF2B5EF4-FFF2-40B4-BE49-F238E27FC236}">
                <a16:creationId xmlns:a16="http://schemas.microsoft.com/office/drawing/2014/main" id="{CD6BFC65-5191-495D-BD78-EDB178AEBB0A}"/>
              </a:ext>
            </a:extLst>
          </p:cNvPr>
          <p:cNvSpPr>
            <a:spLocks noGrp="1"/>
          </p:cNvSpPr>
          <p:nvPr/>
        </p:nvSpPr>
        <p:spPr>
          <a:xfrm>
            <a:off x="12950366" y="860967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9" name="Line">
            <a:extLst>
              <a:ext uri="{FF2B5EF4-FFF2-40B4-BE49-F238E27FC236}">
                <a16:creationId xmlns:a16="http://schemas.microsoft.com/office/drawing/2014/main" id="{F41EB30F-11EA-4412-B642-45641D6FCCDB}"/>
              </a:ext>
            </a:extLst>
          </p:cNvPr>
          <p:cNvSpPr>
            <a:spLocks noGrp="1"/>
          </p:cNvSpPr>
          <p:nvPr/>
        </p:nvSpPr>
        <p:spPr>
          <a:xfrm flipH="1">
            <a:off x="8600430" y="3232175"/>
            <a:ext cx="5396186" cy="1785231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10" name="Line">
            <a:extLst>
              <a:ext uri="{FF2B5EF4-FFF2-40B4-BE49-F238E27FC236}">
                <a16:creationId xmlns:a16="http://schemas.microsoft.com/office/drawing/2014/main" id="{7139FB00-6ED4-40EC-A075-FDC4F50B99AA}"/>
              </a:ext>
            </a:extLst>
          </p:cNvPr>
          <p:cNvSpPr>
            <a:spLocks noGrp="1"/>
          </p:cNvSpPr>
          <p:nvPr/>
        </p:nvSpPr>
        <p:spPr>
          <a:xfrm>
            <a:off x="14259380" y="3195211"/>
            <a:ext cx="4604697" cy="171509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3387066"/>
      </p:ext>
    </p:extLst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0B609-FEAD-6E0D-02E3-284C67A1A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7" name="Triangle">
            <a:extLst>
              <a:ext uri="{FF2B5EF4-FFF2-40B4-BE49-F238E27FC236}">
                <a16:creationId xmlns:a16="http://schemas.microsoft.com/office/drawing/2014/main" id="{A15A0C96-9B24-3E8A-8A20-0DE7207B5F90}"/>
              </a:ext>
            </a:extLst>
          </p:cNvPr>
          <p:cNvSpPr>
            <a:spLocks noGrp="1"/>
          </p:cNvSpPr>
          <p:nvPr/>
        </p:nvSpPr>
        <p:spPr>
          <a:xfrm>
            <a:off x="7411784" y="4985365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88" name="9">
            <a:extLst>
              <a:ext uri="{FF2B5EF4-FFF2-40B4-BE49-F238E27FC236}">
                <a16:creationId xmlns:a16="http://schemas.microsoft.com/office/drawing/2014/main" id="{AAED420C-DDF0-C80D-A59E-AE4505410B85}"/>
              </a:ext>
            </a:extLst>
          </p:cNvPr>
          <p:cNvSpPr>
            <a:spLocks noGrp="1"/>
          </p:cNvSpPr>
          <p:nvPr/>
        </p:nvSpPr>
        <p:spPr>
          <a:xfrm>
            <a:off x="8289258" y="6143080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2389" name="Triangle">
            <a:extLst>
              <a:ext uri="{FF2B5EF4-FFF2-40B4-BE49-F238E27FC236}">
                <a16:creationId xmlns:a16="http://schemas.microsoft.com/office/drawing/2014/main" id="{06752C56-C3C5-35A0-7632-1C1A0ADC1BAA}"/>
              </a:ext>
            </a:extLst>
          </p:cNvPr>
          <p:cNvSpPr>
            <a:spLocks noGrp="1"/>
          </p:cNvSpPr>
          <p:nvPr/>
        </p:nvSpPr>
        <p:spPr>
          <a:xfrm>
            <a:off x="2433283" y="10040078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0" name="5">
            <a:extLst>
              <a:ext uri="{FF2B5EF4-FFF2-40B4-BE49-F238E27FC236}">
                <a16:creationId xmlns:a16="http://schemas.microsoft.com/office/drawing/2014/main" id="{938B3424-49D7-20D9-5B4F-C910C4B785C3}"/>
              </a:ext>
            </a:extLst>
          </p:cNvPr>
          <p:cNvSpPr>
            <a:spLocks noGrp="1"/>
          </p:cNvSpPr>
          <p:nvPr/>
        </p:nvSpPr>
        <p:spPr>
          <a:xfrm>
            <a:off x="3310755" y="10125880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391" name="Triangle">
            <a:extLst>
              <a:ext uri="{FF2B5EF4-FFF2-40B4-BE49-F238E27FC236}">
                <a16:creationId xmlns:a16="http://schemas.microsoft.com/office/drawing/2014/main" id="{29710C94-1C60-9F21-EFFF-0A20345D2ED4}"/>
              </a:ext>
            </a:extLst>
          </p:cNvPr>
          <p:cNvSpPr>
            <a:spLocks noGrp="1"/>
          </p:cNvSpPr>
          <p:nvPr/>
        </p:nvSpPr>
        <p:spPr>
          <a:xfrm>
            <a:off x="7411784" y="10040078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2" name="3">
            <a:extLst>
              <a:ext uri="{FF2B5EF4-FFF2-40B4-BE49-F238E27FC236}">
                <a16:creationId xmlns:a16="http://schemas.microsoft.com/office/drawing/2014/main" id="{D05A1657-E76D-E91F-36B6-08D47DE23C64}"/>
              </a:ext>
            </a:extLst>
          </p:cNvPr>
          <p:cNvSpPr>
            <a:spLocks noGrp="1"/>
          </p:cNvSpPr>
          <p:nvPr/>
        </p:nvSpPr>
        <p:spPr>
          <a:xfrm>
            <a:off x="8289257" y="10125880"/>
            <a:ext cx="608720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2393" name="Triangle">
            <a:extLst>
              <a:ext uri="{FF2B5EF4-FFF2-40B4-BE49-F238E27FC236}">
                <a16:creationId xmlns:a16="http://schemas.microsoft.com/office/drawing/2014/main" id="{E9428A8C-0DE5-C909-2CB7-FE4E33DDAAB0}"/>
              </a:ext>
            </a:extLst>
          </p:cNvPr>
          <p:cNvSpPr>
            <a:spLocks noGrp="1"/>
          </p:cNvSpPr>
          <p:nvPr/>
        </p:nvSpPr>
        <p:spPr>
          <a:xfrm>
            <a:off x="12390284" y="10040078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4" name="9">
            <a:extLst>
              <a:ext uri="{FF2B5EF4-FFF2-40B4-BE49-F238E27FC236}">
                <a16:creationId xmlns:a16="http://schemas.microsoft.com/office/drawing/2014/main" id="{FEC07746-9E00-3061-61A7-2861FE9DBBAB}"/>
              </a:ext>
            </a:extLst>
          </p:cNvPr>
          <p:cNvSpPr>
            <a:spLocks noGrp="1"/>
          </p:cNvSpPr>
          <p:nvPr/>
        </p:nvSpPr>
        <p:spPr>
          <a:xfrm>
            <a:off x="13267757" y="10125880"/>
            <a:ext cx="608720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2395" name="Line">
            <a:extLst>
              <a:ext uri="{FF2B5EF4-FFF2-40B4-BE49-F238E27FC236}">
                <a16:creationId xmlns:a16="http://schemas.microsoft.com/office/drawing/2014/main" id="{A899F423-8655-C779-8942-32ADAF18BD21}"/>
              </a:ext>
            </a:extLst>
          </p:cNvPr>
          <p:cNvSpPr>
            <a:spLocks noGrp="1"/>
          </p:cNvSpPr>
          <p:nvPr/>
        </p:nvSpPr>
        <p:spPr>
          <a:xfrm flipH="1">
            <a:off x="3650507" y="7428789"/>
            <a:ext cx="4424673" cy="2564582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6" name="Line">
            <a:extLst>
              <a:ext uri="{FF2B5EF4-FFF2-40B4-BE49-F238E27FC236}">
                <a16:creationId xmlns:a16="http://schemas.microsoft.com/office/drawing/2014/main" id="{3376FD7A-371C-CA5A-9053-9D2E10A7665C}"/>
              </a:ext>
            </a:extLst>
          </p:cNvPr>
          <p:cNvSpPr>
            <a:spLocks noGrp="1"/>
          </p:cNvSpPr>
          <p:nvPr/>
        </p:nvSpPr>
        <p:spPr>
          <a:xfrm>
            <a:off x="8818240" y="7423208"/>
            <a:ext cx="4424673" cy="2564583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7" name="Line">
            <a:extLst>
              <a:ext uri="{FF2B5EF4-FFF2-40B4-BE49-F238E27FC236}">
                <a16:creationId xmlns:a16="http://schemas.microsoft.com/office/drawing/2014/main" id="{D3BC6637-3E12-742E-0510-7653A8BE5C35}"/>
              </a:ext>
            </a:extLst>
          </p:cNvPr>
          <p:cNvSpPr>
            <a:spLocks noGrp="1"/>
          </p:cNvSpPr>
          <p:nvPr/>
        </p:nvSpPr>
        <p:spPr>
          <a:xfrm flipH="1">
            <a:off x="8450862" y="7362532"/>
            <a:ext cx="1" cy="2625258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9" name="Triangle">
            <a:extLst>
              <a:ext uri="{FF2B5EF4-FFF2-40B4-BE49-F238E27FC236}">
                <a16:creationId xmlns:a16="http://schemas.microsoft.com/office/drawing/2014/main" id="{EEF30634-4651-BE91-2079-EFBFEB59BFFE}"/>
              </a:ext>
            </a:extLst>
          </p:cNvPr>
          <p:cNvSpPr>
            <a:spLocks noGrp="1"/>
          </p:cNvSpPr>
          <p:nvPr/>
        </p:nvSpPr>
        <p:spPr>
          <a:xfrm>
            <a:off x="17741024" y="4859926"/>
            <a:ext cx="2363666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0" name="Triangle">
            <a:extLst>
              <a:ext uri="{FF2B5EF4-FFF2-40B4-BE49-F238E27FC236}">
                <a16:creationId xmlns:a16="http://schemas.microsoft.com/office/drawing/2014/main" id="{7C51A418-A401-CE14-C978-BE5FC6409E12}"/>
              </a:ext>
            </a:extLst>
          </p:cNvPr>
          <p:cNvSpPr>
            <a:spLocks noGrp="1"/>
          </p:cNvSpPr>
          <p:nvPr/>
        </p:nvSpPr>
        <p:spPr>
          <a:xfrm>
            <a:off x="16351026" y="10128195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1" name="2">
            <a:extLst>
              <a:ext uri="{FF2B5EF4-FFF2-40B4-BE49-F238E27FC236}">
                <a16:creationId xmlns:a16="http://schemas.microsoft.com/office/drawing/2014/main" id="{C6FF35C1-A94E-3D24-9CAF-163E84FB1862}"/>
              </a:ext>
            </a:extLst>
          </p:cNvPr>
          <p:cNvSpPr>
            <a:spLocks noGrp="1"/>
          </p:cNvSpPr>
          <p:nvPr/>
        </p:nvSpPr>
        <p:spPr>
          <a:xfrm>
            <a:off x="17228498" y="10213997"/>
            <a:ext cx="608721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2402" name="Triangle">
            <a:extLst>
              <a:ext uri="{FF2B5EF4-FFF2-40B4-BE49-F238E27FC236}">
                <a16:creationId xmlns:a16="http://schemas.microsoft.com/office/drawing/2014/main" id="{A8603C58-50A2-6AB1-53EB-7D8B1115C7D1}"/>
              </a:ext>
            </a:extLst>
          </p:cNvPr>
          <p:cNvSpPr>
            <a:spLocks noGrp="1"/>
          </p:cNvSpPr>
          <p:nvPr/>
        </p:nvSpPr>
        <p:spPr>
          <a:xfrm>
            <a:off x="19587050" y="10128195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3" name="8">
            <a:extLst>
              <a:ext uri="{FF2B5EF4-FFF2-40B4-BE49-F238E27FC236}">
                <a16:creationId xmlns:a16="http://schemas.microsoft.com/office/drawing/2014/main" id="{CBAABDD5-FEAE-F779-6EE4-F02D10761884}"/>
              </a:ext>
            </a:extLst>
          </p:cNvPr>
          <p:cNvSpPr>
            <a:spLocks noGrp="1"/>
          </p:cNvSpPr>
          <p:nvPr/>
        </p:nvSpPr>
        <p:spPr>
          <a:xfrm>
            <a:off x="20464524" y="10213997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2404" name="Line">
            <a:extLst>
              <a:ext uri="{FF2B5EF4-FFF2-40B4-BE49-F238E27FC236}">
                <a16:creationId xmlns:a16="http://schemas.microsoft.com/office/drawing/2014/main" id="{CF39DFAC-0712-48C9-23B0-91ED59C5E522}"/>
              </a:ext>
            </a:extLst>
          </p:cNvPr>
          <p:cNvSpPr>
            <a:spLocks noGrp="1"/>
          </p:cNvSpPr>
          <p:nvPr/>
        </p:nvSpPr>
        <p:spPr>
          <a:xfrm flipH="1">
            <a:off x="17368784" y="7288130"/>
            <a:ext cx="1165747" cy="278777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5" name="Line">
            <a:extLst>
              <a:ext uri="{FF2B5EF4-FFF2-40B4-BE49-F238E27FC236}">
                <a16:creationId xmlns:a16="http://schemas.microsoft.com/office/drawing/2014/main" id="{87B91CCA-B6EC-90B6-EC2C-F310C2A0C330}"/>
              </a:ext>
            </a:extLst>
          </p:cNvPr>
          <p:cNvSpPr>
            <a:spLocks noGrp="1"/>
          </p:cNvSpPr>
          <p:nvPr/>
        </p:nvSpPr>
        <p:spPr>
          <a:xfrm>
            <a:off x="19424955" y="7288130"/>
            <a:ext cx="1165747" cy="278777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7" name="Triangle">
            <a:extLst>
              <a:ext uri="{FF2B5EF4-FFF2-40B4-BE49-F238E27FC236}">
                <a16:creationId xmlns:a16="http://schemas.microsoft.com/office/drawing/2014/main" id="{5E83BCE4-468B-F9CE-60C2-BA0AD6B1DE4E}"/>
              </a:ext>
            </a:extLst>
          </p:cNvPr>
          <p:cNvSpPr>
            <a:spLocks noGrp="1"/>
          </p:cNvSpPr>
          <p:nvPr/>
        </p:nvSpPr>
        <p:spPr>
          <a:xfrm>
            <a:off x="12950366" y="860967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9" name="Line">
            <a:extLst>
              <a:ext uri="{FF2B5EF4-FFF2-40B4-BE49-F238E27FC236}">
                <a16:creationId xmlns:a16="http://schemas.microsoft.com/office/drawing/2014/main" id="{2567A36B-DC8D-4E8A-3285-27BE5C21F9FE}"/>
              </a:ext>
            </a:extLst>
          </p:cNvPr>
          <p:cNvSpPr>
            <a:spLocks noGrp="1"/>
          </p:cNvSpPr>
          <p:nvPr/>
        </p:nvSpPr>
        <p:spPr>
          <a:xfrm flipH="1">
            <a:off x="8600430" y="3232175"/>
            <a:ext cx="5396186" cy="1785231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10" name="Line">
            <a:extLst>
              <a:ext uri="{FF2B5EF4-FFF2-40B4-BE49-F238E27FC236}">
                <a16:creationId xmlns:a16="http://schemas.microsoft.com/office/drawing/2014/main" id="{E6E79CA3-3361-304C-49BE-7409E11AAB4E}"/>
              </a:ext>
            </a:extLst>
          </p:cNvPr>
          <p:cNvSpPr>
            <a:spLocks noGrp="1"/>
          </p:cNvSpPr>
          <p:nvPr/>
        </p:nvSpPr>
        <p:spPr>
          <a:xfrm>
            <a:off x="14259380" y="3195211"/>
            <a:ext cx="4604697" cy="171509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2608568"/>
      </p:ext>
    </p:extLst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725B3-8A1C-56FE-5BAC-5A67614A1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7" name="Triangle">
            <a:extLst>
              <a:ext uri="{FF2B5EF4-FFF2-40B4-BE49-F238E27FC236}">
                <a16:creationId xmlns:a16="http://schemas.microsoft.com/office/drawing/2014/main" id="{DF4AA507-7D27-F220-2C55-47DF6D964378}"/>
              </a:ext>
            </a:extLst>
          </p:cNvPr>
          <p:cNvSpPr>
            <a:spLocks noGrp="1"/>
          </p:cNvSpPr>
          <p:nvPr/>
        </p:nvSpPr>
        <p:spPr>
          <a:xfrm>
            <a:off x="7411784" y="4985365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88" name="9">
            <a:extLst>
              <a:ext uri="{FF2B5EF4-FFF2-40B4-BE49-F238E27FC236}">
                <a16:creationId xmlns:a16="http://schemas.microsoft.com/office/drawing/2014/main" id="{E3A7FEC5-6F17-DE64-2AD7-8B30D9464FBD}"/>
              </a:ext>
            </a:extLst>
          </p:cNvPr>
          <p:cNvSpPr>
            <a:spLocks noGrp="1"/>
          </p:cNvSpPr>
          <p:nvPr/>
        </p:nvSpPr>
        <p:spPr>
          <a:xfrm>
            <a:off x="8289258" y="6143080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2389" name="Triangle">
            <a:extLst>
              <a:ext uri="{FF2B5EF4-FFF2-40B4-BE49-F238E27FC236}">
                <a16:creationId xmlns:a16="http://schemas.microsoft.com/office/drawing/2014/main" id="{992FC583-3894-DAC8-23A8-07C08A005176}"/>
              </a:ext>
            </a:extLst>
          </p:cNvPr>
          <p:cNvSpPr>
            <a:spLocks noGrp="1"/>
          </p:cNvSpPr>
          <p:nvPr/>
        </p:nvSpPr>
        <p:spPr>
          <a:xfrm>
            <a:off x="2433283" y="10040078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0" name="5">
            <a:extLst>
              <a:ext uri="{FF2B5EF4-FFF2-40B4-BE49-F238E27FC236}">
                <a16:creationId xmlns:a16="http://schemas.microsoft.com/office/drawing/2014/main" id="{A6E46191-6177-621D-B8FE-EC1AEDBDEA39}"/>
              </a:ext>
            </a:extLst>
          </p:cNvPr>
          <p:cNvSpPr>
            <a:spLocks noGrp="1"/>
          </p:cNvSpPr>
          <p:nvPr/>
        </p:nvSpPr>
        <p:spPr>
          <a:xfrm>
            <a:off x="3310755" y="10125880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391" name="Triangle">
            <a:extLst>
              <a:ext uri="{FF2B5EF4-FFF2-40B4-BE49-F238E27FC236}">
                <a16:creationId xmlns:a16="http://schemas.microsoft.com/office/drawing/2014/main" id="{1A5C03EB-3564-B1F6-28DA-0787034F37B6}"/>
              </a:ext>
            </a:extLst>
          </p:cNvPr>
          <p:cNvSpPr>
            <a:spLocks noGrp="1"/>
          </p:cNvSpPr>
          <p:nvPr/>
        </p:nvSpPr>
        <p:spPr>
          <a:xfrm>
            <a:off x="7411784" y="10040078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2" name="3">
            <a:extLst>
              <a:ext uri="{FF2B5EF4-FFF2-40B4-BE49-F238E27FC236}">
                <a16:creationId xmlns:a16="http://schemas.microsoft.com/office/drawing/2014/main" id="{EDF28DAA-EE72-09F0-07B0-A5E1128D9091}"/>
              </a:ext>
            </a:extLst>
          </p:cNvPr>
          <p:cNvSpPr>
            <a:spLocks noGrp="1"/>
          </p:cNvSpPr>
          <p:nvPr/>
        </p:nvSpPr>
        <p:spPr>
          <a:xfrm>
            <a:off x="8289257" y="10125880"/>
            <a:ext cx="608720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2393" name="Triangle">
            <a:extLst>
              <a:ext uri="{FF2B5EF4-FFF2-40B4-BE49-F238E27FC236}">
                <a16:creationId xmlns:a16="http://schemas.microsoft.com/office/drawing/2014/main" id="{CB2FE358-BEB8-7A66-30FA-30773CBA50B7}"/>
              </a:ext>
            </a:extLst>
          </p:cNvPr>
          <p:cNvSpPr>
            <a:spLocks noGrp="1"/>
          </p:cNvSpPr>
          <p:nvPr/>
        </p:nvSpPr>
        <p:spPr>
          <a:xfrm>
            <a:off x="12390284" y="10040078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4" name="9">
            <a:extLst>
              <a:ext uri="{FF2B5EF4-FFF2-40B4-BE49-F238E27FC236}">
                <a16:creationId xmlns:a16="http://schemas.microsoft.com/office/drawing/2014/main" id="{0F640FD4-E73A-6E40-76A8-C8BD8C2E1713}"/>
              </a:ext>
            </a:extLst>
          </p:cNvPr>
          <p:cNvSpPr>
            <a:spLocks noGrp="1"/>
          </p:cNvSpPr>
          <p:nvPr/>
        </p:nvSpPr>
        <p:spPr>
          <a:xfrm>
            <a:off x="13267757" y="10125880"/>
            <a:ext cx="608720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2395" name="Line">
            <a:extLst>
              <a:ext uri="{FF2B5EF4-FFF2-40B4-BE49-F238E27FC236}">
                <a16:creationId xmlns:a16="http://schemas.microsoft.com/office/drawing/2014/main" id="{AA743F57-CA40-E3AF-3A5B-B6DC1D9083F4}"/>
              </a:ext>
            </a:extLst>
          </p:cNvPr>
          <p:cNvSpPr>
            <a:spLocks noGrp="1"/>
          </p:cNvSpPr>
          <p:nvPr/>
        </p:nvSpPr>
        <p:spPr>
          <a:xfrm flipH="1">
            <a:off x="3650507" y="7428789"/>
            <a:ext cx="4424673" cy="2564582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6" name="Line">
            <a:extLst>
              <a:ext uri="{FF2B5EF4-FFF2-40B4-BE49-F238E27FC236}">
                <a16:creationId xmlns:a16="http://schemas.microsoft.com/office/drawing/2014/main" id="{325E4077-CFBB-5362-E057-EBBA06980D64}"/>
              </a:ext>
            </a:extLst>
          </p:cNvPr>
          <p:cNvSpPr>
            <a:spLocks noGrp="1"/>
          </p:cNvSpPr>
          <p:nvPr/>
        </p:nvSpPr>
        <p:spPr>
          <a:xfrm>
            <a:off x="8818240" y="7423208"/>
            <a:ext cx="4424673" cy="2564583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7" name="Line">
            <a:extLst>
              <a:ext uri="{FF2B5EF4-FFF2-40B4-BE49-F238E27FC236}">
                <a16:creationId xmlns:a16="http://schemas.microsoft.com/office/drawing/2014/main" id="{45A3C8E5-C151-EA52-FE65-CBF8D79E5F9D}"/>
              </a:ext>
            </a:extLst>
          </p:cNvPr>
          <p:cNvSpPr>
            <a:spLocks noGrp="1"/>
          </p:cNvSpPr>
          <p:nvPr/>
        </p:nvSpPr>
        <p:spPr>
          <a:xfrm flipH="1">
            <a:off x="8450862" y="7362532"/>
            <a:ext cx="1" cy="2625258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9" name="Triangle">
            <a:extLst>
              <a:ext uri="{FF2B5EF4-FFF2-40B4-BE49-F238E27FC236}">
                <a16:creationId xmlns:a16="http://schemas.microsoft.com/office/drawing/2014/main" id="{DB1D86F0-BC5E-68EC-9075-80996ED084EF}"/>
              </a:ext>
            </a:extLst>
          </p:cNvPr>
          <p:cNvSpPr>
            <a:spLocks noGrp="1"/>
          </p:cNvSpPr>
          <p:nvPr/>
        </p:nvSpPr>
        <p:spPr>
          <a:xfrm>
            <a:off x="17741024" y="4859926"/>
            <a:ext cx="2363666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0" name="Triangle">
            <a:extLst>
              <a:ext uri="{FF2B5EF4-FFF2-40B4-BE49-F238E27FC236}">
                <a16:creationId xmlns:a16="http://schemas.microsoft.com/office/drawing/2014/main" id="{F2B589B6-DDBE-789E-1A7A-95E284370E30}"/>
              </a:ext>
            </a:extLst>
          </p:cNvPr>
          <p:cNvSpPr>
            <a:spLocks noGrp="1"/>
          </p:cNvSpPr>
          <p:nvPr/>
        </p:nvSpPr>
        <p:spPr>
          <a:xfrm>
            <a:off x="16351026" y="10128195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1" name="2">
            <a:extLst>
              <a:ext uri="{FF2B5EF4-FFF2-40B4-BE49-F238E27FC236}">
                <a16:creationId xmlns:a16="http://schemas.microsoft.com/office/drawing/2014/main" id="{4E97CD78-2ECB-5A16-C4E3-80B0E0E9E8BB}"/>
              </a:ext>
            </a:extLst>
          </p:cNvPr>
          <p:cNvSpPr>
            <a:spLocks noGrp="1"/>
          </p:cNvSpPr>
          <p:nvPr/>
        </p:nvSpPr>
        <p:spPr>
          <a:xfrm>
            <a:off x="17228498" y="10213997"/>
            <a:ext cx="608721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2402" name="Triangle">
            <a:extLst>
              <a:ext uri="{FF2B5EF4-FFF2-40B4-BE49-F238E27FC236}">
                <a16:creationId xmlns:a16="http://schemas.microsoft.com/office/drawing/2014/main" id="{F53AD548-3B75-EB3C-2D8E-097C7A298037}"/>
              </a:ext>
            </a:extLst>
          </p:cNvPr>
          <p:cNvSpPr>
            <a:spLocks noGrp="1"/>
          </p:cNvSpPr>
          <p:nvPr/>
        </p:nvSpPr>
        <p:spPr>
          <a:xfrm>
            <a:off x="19587050" y="10128195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3" name="8">
            <a:extLst>
              <a:ext uri="{FF2B5EF4-FFF2-40B4-BE49-F238E27FC236}">
                <a16:creationId xmlns:a16="http://schemas.microsoft.com/office/drawing/2014/main" id="{5CD13D8E-00E4-FA63-18F7-D7D8747DAFBC}"/>
              </a:ext>
            </a:extLst>
          </p:cNvPr>
          <p:cNvSpPr>
            <a:spLocks noGrp="1"/>
          </p:cNvSpPr>
          <p:nvPr/>
        </p:nvSpPr>
        <p:spPr>
          <a:xfrm>
            <a:off x="20464524" y="10213997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2404" name="Line">
            <a:extLst>
              <a:ext uri="{FF2B5EF4-FFF2-40B4-BE49-F238E27FC236}">
                <a16:creationId xmlns:a16="http://schemas.microsoft.com/office/drawing/2014/main" id="{CE777130-959F-E54E-94CF-A845CFE6782E}"/>
              </a:ext>
            </a:extLst>
          </p:cNvPr>
          <p:cNvSpPr>
            <a:spLocks noGrp="1"/>
          </p:cNvSpPr>
          <p:nvPr/>
        </p:nvSpPr>
        <p:spPr>
          <a:xfrm flipH="1">
            <a:off x="17368784" y="7288130"/>
            <a:ext cx="1165747" cy="278777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5" name="Line">
            <a:extLst>
              <a:ext uri="{FF2B5EF4-FFF2-40B4-BE49-F238E27FC236}">
                <a16:creationId xmlns:a16="http://schemas.microsoft.com/office/drawing/2014/main" id="{B246C62B-D393-E9D9-B7E2-610F257220B9}"/>
              </a:ext>
            </a:extLst>
          </p:cNvPr>
          <p:cNvSpPr>
            <a:spLocks noGrp="1"/>
          </p:cNvSpPr>
          <p:nvPr/>
        </p:nvSpPr>
        <p:spPr>
          <a:xfrm>
            <a:off x="19424955" y="7288130"/>
            <a:ext cx="1165747" cy="278777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6" name="8">
            <a:extLst>
              <a:ext uri="{FF2B5EF4-FFF2-40B4-BE49-F238E27FC236}">
                <a16:creationId xmlns:a16="http://schemas.microsoft.com/office/drawing/2014/main" id="{55C15BB6-8382-A979-BF69-9C194C8C9EBD}"/>
              </a:ext>
            </a:extLst>
          </p:cNvPr>
          <p:cNvSpPr>
            <a:spLocks noGrp="1"/>
          </p:cNvSpPr>
          <p:nvPr/>
        </p:nvSpPr>
        <p:spPr>
          <a:xfrm>
            <a:off x="18618497" y="6044502"/>
            <a:ext cx="608721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2407" name="Triangle">
            <a:extLst>
              <a:ext uri="{FF2B5EF4-FFF2-40B4-BE49-F238E27FC236}">
                <a16:creationId xmlns:a16="http://schemas.microsoft.com/office/drawing/2014/main" id="{4173E4C9-D5A5-B0CF-3B42-2658B72B62F9}"/>
              </a:ext>
            </a:extLst>
          </p:cNvPr>
          <p:cNvSpPr>
            <a:spLocks noGrp="1"/>
          </p:cNvSpPr>
          <p:nvPr/>
        </p:nvSpPr>
        <p:spPr>
          <a:xfrm>
            <a:off x="12950366" y="860967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9" name="Line">
            <a:extLst>
              <a:ext uri="{FF2B5EF4-FFF2-40B4-BE49-F238E27FC236}">
                <a16:creationId xmlns:a16="http://schemas.microsoft.com/office/drawing/2014/main" id="{2C00D118-5FFE-3961-CBEB-18145EC5B020}"/>
              </a:ext>
            </a:extLst>
          </p:cNvPr>
          <p:cNvSpPr>
            <a:spLocks noGrp="1"/>
          </p:cNvSpPr>
          <p:nvPr/>
        </p:nvSpPr>
        <p:spPr>
          <a:xfrm flipH="1">
            <a:off x="8600430" y="3232175"/>
            <a:ext cx="5396186" cy="1785231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10" name="Line">
            <a:extLst>
              <a:ext uri="{FF2B5EF4-FFF2-40B4-BE49-F238E27FC236}">
                <a16:creationId xmlns:a16="http://schemas.microsoft.com/office/drawing/2014/main" id="{0D6F42E0-CE44-8B6D-3529-8EDAF746EE63}"/>
              </a:ext>
            </a:extLst>
          </p:cNvPr>
          <p:cNvSpPr>
            <a:spLocks noGrp="1"/>
          </p:cNvSpPr>
          <p:nvPr/>
        </p:nvSpPr>
        <p:spPr>
          <a:xfrm>
            <a:off x="14259380" y="3195211"/>
            <a:ext cx="4604697" cy="171509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8145524"/>
      </p:ext>
    </p:extLst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D0C1C-70A7-88CF-9FCB-85EA30D16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7" name="Triangle">
            <a:extLst>
              <a:ext uri="{FF2B5EF4-FFF2-40B4-BE49-F238E27FC236}">
                <a16:creationId xmlns:a16="http://schemas.microsoft.com/office/drawing/2014/main" id="{B5E70AC7-3F30-AE67-C658-D65FAFD480A2}"/>
              </a:ext>
            </a:extLst>
          </p:cNvPr>
          <p:cNvSpPr>
            <a:spLocks noGrp="1"/>
          </p:cNvSpPr>
          <p:nvPr/>
        </p:nvSpPr>
        <p:spPr>
          <a:xfrm>
            <a:off x="7411784" y="4985365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88" name="9">
            <a:extLst>
              <a:ext uri="{FF2B5EF4-FFF2-40B4-BE49-F238E27FC236}">
                <a16:creationId xmlns:a16="http://schemas.microsoft.com/office/drawing/2014/main" id="{A35453B7-03E2-6EFE-A72E-45B35603009C}"/>
              </a:ext>
            </a:extLst>
          </p:cNvPr>
          <p:cNvSpPr>
            <a:spLocks noGrp="1"/>
          </p:cNvSpPr>
          <p:nvPr/>
        </p:nvSpPr>
        <p:spPr>
          <a:xfrm>
            <a:off x="8289258" y="6143080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2389" name="Triangle">
            <a:extLst>
              <a:ext uri="{FF2B5EF4-FFF2-40B4-BE49-F238E27FC236}">
                <a16:creationId xmlns:a16="http://schemas.microsoft.com/office/drawing/2014/main" id="{4E9575DF-93EF-E81A-0DBC-A87F9C838916}"/>
              </a:ext>
            </a:extLst>
          </p:cNvPr>
          <p:cNvSpPr>
            <a:spLocks noGrp="1"/>
          </p:cNvSpPr>
          <p:nvPr/>
        </p:nvSpPr>
        <p:spPr>
          <a:xfrm>
            <a:off x="2433283" y="10040078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0" name="5">
            <a:extLst>
              <a:ext uri="{FF2B5EF4-FFF2-40B4-BE49-F238E27FC236}">
                <a16:creationId xmlns:a16="http://schemas.microsoft.com/office/drawing/2014/main" id="{8F2A1B05-96F9-19F3-899B-276DE232AF41}"/>
              </a:ext>
            </a:extLst>
          </p:cNvPr>
          <p:cNvSpPr>
            <a:spLocks noGrp="1"/>
          </p:cNvSpPr>
          <p:nvPr/>
        </p:nvSpPr>
        <p:spPr>
          <a:xfrm>
            <a:off x="3310755" y="10125880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391" name="Triangle">
            <a:extLst>
              <a:ext uri="{FF2B5EF4-FFF2-40B4-BE49-F238E27FC236}">
                <a16:creationId xmlns:a16="http://schemas.microsoft.com/office/drawing/2014/main" id="{4975B711-D6D3-94C1-7D96-B79F99A14930}"/>
              </a:ext>
            </a:extLst>
          </p:cNvPr>
          <p:cNvSpPr>
            <a:spLocks noGrp="1"/>
          </p:cNvSpPr>
          <p:nvPr/>
        </p:nvSpPr>
        <p:spPr>
          <a:xfrm>
            <a:off x="7411784" y="10040078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2" name="3">
            <a:extLst>
              <a:ext uri="{FF2B5EF4-FFF2-40B4-BE49-F238E27FC236}">
                <a16:creationId xmlns:a16="http://schemas.microsoft.com/office/drawing/2014/main" id="{F28B829C-1201-D25B-2D17-6B28BFEA922D}"/>
              </a:ext>
            </a:extLst>
          </p:cNvPr>
          <p:cNvSpPr>
            <a:spLocks noGrp="1"/>
          </p:cNvSpPr>
          <p:nvPr/>
        </p:nvSpPr>
        <p:spPr>
          <a:xfrm>
            <a:off x="8289257" y="10125880"/>
            <a:ext cx="608720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2393" name="Triangle">
            <a:extLst>
              <a:ext uri="{FF2B5EF4-FFF2-40B4-BE49-F238E27FC236}">
                <a16:creationId xmlns:a16="http://schemas.microsoft.com/office/drawing/2014/main" id="{3079578D-2D80-4667-5C65-CD36410BD0A3}"/>
              </a:ext>
            </a:extLst>
          </p:cNvPr>
          <p:cNvSpPr>
            <a:spLocks noGrp="1"/>
          </p:cNvSpPr>
          <p:nvPr/>
        </p:nvSpPr>
        <p:spPr>
          <a:xfrm>
            <a:off x="12390284" y="10040078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4" name="9">
            <a:extLst>
              <a:ext uri="{FF2B5EF4-FFF2-40B4-BE49-F238E27FC236}">
                <a16:creationId xmlns:a16="http://schemas.microsoft.com/office/drawing/2014/main" id="{A6661BA0-B64A-A595-3EA8-5C2A37AB5E59}"/>
              </a:ext>
            </a:extLst>
          </p:cNvPr>
          <p:cNvSpPr>
            <a:spLocks noGrp="1"/>
          </p:cNvSpPr>
          <p:nvPr/>
        </p:nvSpPr>
        <p:spPr>
          <a:xfrm>
            <a:off x="13267757" y="10125880"/>
            <a:ext cx="608720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2395" name="Line">
            <a:extLst>
              <a:ext uri="{FF2B5EF4-FFF2-40B4-BE49-F238E27FC236}">
                <a16:creationId xmlns:a16="http://schemas.microsoft.com/office/drawing/2014/main" id="{173D6F9A-CDFB-DB7C-B78F-49269919CE5F}"/>
              </a:ext>
            </a:extLst>
          </p:cNvPr>
          <p:cNvSpPr>
            <a:spLocks noGrp="1"/>
          </p:cNvSpPr>
          <p:nvPr/>
        </p:nvSpPr>
        <p:spPr>
          <a:xfrm flipH="1">
            <a:off x="3650507" y="7428789"/>
            <a:ext cx="4424673" cy="2564582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6" name="Line">
            <a:extLst>
              <a:ext uri="{FF2B5EF4-FFF2-40B4-BE49-F238E27FC236}">
                <a16:creationId xmlns:a16="http://schemas.microsoft.com/office/drawing/2014/main" id="{BF5FB072-86F5-13C8-9465-6F018C962C35}"/>
              </a:ext>
            </a:extLst>
          </p:cNvPr>
          <p:cNvSpPr>
            <a:spLocks noGrp="1"/>
          </p:cNvSpPr>
          <p:nvPr/>
        </p:nvSpPr>
        <p:spPr>
          <a:xfrm>
            <a:off x="8818240" y="7423208"/>
            <a:ext cx="4424673" cy="2564583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7" name="Line">
            <a:extLst>
              <a:ext uri="{FF2B5EF4-FFF2-40B4-BE49-F238E27FC236}">
                <a16:creationId xmlns:a16="http://schemas.microsoft.com/office/drawing/2014/main" id="{EA19E363-2C83-95E1-1D50-DA3CDBF6F9C6}"/>
              </a:ext>
            </a:extLst>
          </p:cNvPr>
          <p:cNvSpPr>
            <a:spLocks noGrp="1"/>
          </p:cNvSpPr>
          <p:nvPr/>
        </p:nvSpPr>
        <p:spPr>
          <a:xfrm flipH="1">
            <a:off x="8450862" y="7362532"/>
            <a:ext cx="1" cy="2625258"/>
          </a:xfrm>
          <a:prstGeom prst="line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99" name="Triangle">
            <a:extLst>
              <a:ext uri="{FF2B5EF4-FFF2-40B4-BE49-F238E27FC236}">
                <a16:creationId xmlns:a16="http://schemas.microsoft.com/office/drawing/2014/main" id="{6837F201-53E8-5A61-7363-A997395E4C72}"/>
              </a:ext>
            </a:extLst>
          </p:cNvPr>
          <p:cNvSpPr>
            <a:spLocks noGrp="1"/>
          </p:cNvSpPr>
          <p:nvPr/>
        </p:nvSpPr>
        <p:spPr>
          <a:xfrm>
            <a:off x="17741024" y="4859926"/>
            <a:ext cx="2363666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0" name="Triangle">
            <a:extLst>
              <a:ext uri="{FF2B5EF4-FFF2-40B4-BE49-F238E27FC236}">
                <a16:creationId xmlns:a16="http://schemas.microsoft.com/office/drawing/2014/main" id="{0300281F-7078-F740-1097-025A48F56033}"/>
              </a:ext>
            </a:extLst>
          </p:cNvPr>
          <p:cNvSpPr>
            <a:spLocks noGrp="1"/>
          </p:cNvSpPr>
          <p:nvPr/>
        </p:nvSpPr>
        <p:spPr>
          <a:xfrm>
            <a:off x="16351026" y="10128195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1" name="2">
            <a:extLst>
              <a:ext uri="{FF2B5EF4-FFF2-40B4-BE49-F238E27FC236}">
                <a16:creationId xmlns:a16="http://schemas.microsoft.com/office/drawing/2014/main" id="{5E4B0E07-F6E0-B62C-4823-D0333084A77C}"/>
              </a:ext>
            </a:extLst>
          </p:cNvPr>
          <p:cNvSpPr>
            <a:spLocks noGrp="1"/>
          </p:cNvSpPr>
          <p:nvPr/>
        </p:nvSpPr>
        <p:spPr>
          <a:xfrm>
            <a:off x="17228498" y="10213997"/>
            <a:ext cx="608721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2402" name="Triangle">
            <a:extLst>
              <a:ext uri="{FF2B5EF4-FFF2-40B4-BE49-F238E27FC236}">
                <a16:creationId xmlns:a16="http://schemas.microsoft.com/office/drawing/2014/main" id="{8772BFB9-A978-4B85-493E-3718B660FED1}"/>
              </a:ext>
            </a:extLst>
          </p:cNvPr>
          <p:cNvSpPr>
            <a:spLocks noGrp="1"/>
          </p:cNvSpPr>
          <p:nvPr/>
        </p:nvSpPr>
        <p:spPr>
          <a:xfrm>
            <a:off x="19587050" y="10128195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3" name="8">
            <a:extLst>
              <a:ext uri="{FF2B5EF4-FFF2-40B4-BE49-F238E27FC236}">
                <a16:creationId xmlns:a16="http://schemas.microsoft.com/office/drawing/2014/main" id="{22C19709-D169-4BAA-6D34-BB3257CE529F}"/>
              </a:ext>
            </a:extLst>
          </p:cNvPr>
          <p:cNvSpPr>
            <a:spLocks noGrp="1"/>
          </p:cNvSpPr>
          <p:nvPr/>
        </p:nvSpPr>
        <p:spPr>
          <a:xfrm>
            <a:off x="20464524" y="10213997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2404" name="Line">
            <a:extLst>
              <a:ext uri="{FF2B5EF4-FFF2-40B4-BE49-F238E27FC236}">
                <a16:creationId xmlns:a16="http://schemas.microsoft.com/office/drawing/2014/main" id="{D3D479C1-322A-C9DD-710C-3B8C1887DB46}"/>
              </a:ext>
            </a:extLst>
          </p:cNvPr>
          <p:cNvSpPr>
            <a:spLocks noGrp="1"/>
          </p:cNvSpPr>
          <p:nvPr/>
        </p:nvSpPr>
        <p:spPr>
          <a:xfrm flipH="1">
            <a:off x="17368784" y="7288130"/>
            <a:ext cx="1165747" cy="278777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5" name="Line">
            <a:extLst>
              <a:ext uri="{FF2B5EF4-FFF2-40B4-BE49-F238E27FC236}">
                <a16:creationId xmlns:a16="http://schemas.microsoft.com/office/drawing/2014/main" id="{C4AC911E-7128-2C78-B519-397375F16C3B}"/>
              </a:ext>
            </a:extLst>
          </p:cNvPr>
          <p:cNvSpPr>
            <a:spLocks noGrp="1"/>
          </p:cNvSpPr>
          <p:nvPr/>
        </p:nvSpPr>
        <p:spPr>
          <a:xfrm>
            <a:off x="19424955" y="7288130"/>
            <a:ext cx="1165747" cy="278777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6" name="8">
            <a:extLst>
              <a:ext uri="{FF2B5EF4-FFF2-40B4-BE49-F238E27FC236}">
                <a16:creationId xmlns:a16="http://schemas.microsoft.com/office/drawing/2014/main" id="{4468A2E1-0804-0EFC-4997-FA26BA756220}"/>
              </a:ext>
            </a:extLst>
          </p:cNvPr>
          <p:cNvSpPr>
            <a:spLocks noGrp="1"/>
          </p:cNvSpPr>
          <p:nvPr/>
        </p:nvSpPr>
        <p:spPr>
          <a:xfrm>
            <a:off x="18618497" y="6044502"/>
            <a:ext cx="608721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2407" name="Triangle">
            <a:extLst>
              <a:ext uri="{FF2B5EF4-FFF2-40B4-BE49-F238E27FC236}">
                <a16:creationId xmlns:a16="http://schemas.microsoft.com/office/drawing/2014/main" id="{687157AC-448A-900F-DAC0-FAD8618F6FEB}"/>
              </a:ext>
            </a:extLst>
          </p:cNvPr>
          <p:cNvSpPr>
            <a:spLocks noGrp="1"/>
          </p:cNvSpPr>
          <p:nvPr/>
        </p:nvSpPr>
        <p:spPr>
          <a:xfrm>
            <a:off x="12950366" y="860967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08" name="8">
            <a:extLst>
              <a:ext uri="{FF2B5EF4-FFF2-40B4-BE49-F238E27FC236}">
                <a16:creationId xmlns:a16="http://schemas.microsoft.com/office/drawing/2014/main" id="{F47C6345-7AD5-10BB-D246-9A68F16C6284}"/>
              </a:ext>
            </a:extLst>
          </p:cNvPr>
          <p:cNvSpPr>
            <a:spLocks noGrp="1"/>
          </p:cNvSpPr>
          <p:nvPr/>
        </p:nvSpPr>
        <p:spPr>
          <a:xfrm>
            <a:off x="13827839" y="946769"/>
            <a:ext cx="608721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2409" name="Line">
            <a:extLst>
              <a:ext uri="{FF2B5EF4-FFF2-40B4-BE49-F238E27FC236}">
                <a16:creationId xmlns:a16="http://schemas.microsoft.com/office/drawing/2014/main" id="{BF0B423C-F787-5C97-B9D8-80FBDE050909}"/>
              </a:ext>
            </a:extLst>
          </p:cNvPr>
          <p:cNvSpPr>
            <a:spLocks noGrp="1"/>
          </p:cNvSpPr>
          <p:nvPr/>
        </p:nvSpPr>
        <p:spPr>
          <a:xfrm flipH="1">
            <a:off x="8600430" y="3232175"/>
            <a:ext cx="5396186" cy="1785231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10" name="Line">
            <a:extLst>
              <a:ext uri="{FF2B5EF4-FFF2-40B4-BE49-F238E27FC236}">
                <a16:creationId xmlns:a16="http://schemas.microsoft.com/office/drawing/2014/main" id="{C2CA9136-957F-4259-822A-074789520302}"/>
              </a:ext>
            </a:extLst>
          </p:cNvPr>
          <p:cNvSpPr>
            <a:spLocks noGrp="1"/>
          </p:cNvSpPr>
          <p:nvPr/>
        </p:nvSpPr>
        <p:spPr>
          <a:xfrm>
            <a:off x="14259380" y="3195211"/>
            <a:ext cx="4604697" cy="171509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2945150"/>
      </p:ext>
    </p:extLst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Minimax">
            <a:extLst>
              <a:ext uri="{FF2B5EF4-FFF2-40B4-BE49-F238E27FC236}">
                <a16:creationId xmlns:a16="http://schemas.microsoft.com/office/drawing/2014/main" id="{8B8C1640-C19D-4BD9-B8D6-E23895F4804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Minimax</a:t>
            </a:r>
          </a:p>
        </p:txBody>
      </p:sp>
      <p:sp>
        <p:nvSpPr>
          <p:cNvPr id="2413" name="Given a state s:…">
            <a:extLst>
              <a:ext uri="{FF2B5EF4-FFF2-40B4-BE49-F238E27FC236}">
                <a16:creationId xmlns:a16="http://schemas.microsoft.com/office/drawing/2014/main" id="{81E659EB-C18E-47D0-8BF6-0DA8E6FD2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Dado um </a:t>
            </a:r>
            <a:r>
              <a:rPr dirty="0" err="1"/>
              <a:t>estado</a:t>
            </a:r>
            <a:r>
              <a:rPr dirty="0"/>
              <a:t> s:</a:t>
            </a:r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dirty="0">
                <a:latin typeface="Times Roman"/>
                <a:ea typeface="Times Roman"/>
                <a:cs typeface="Times Roman"/>
              </a:rPr>
              <a:t>MAX </a:t>
            </a:r>
            <a:r>
              <a:rPr dirty="0" err="1">
                <a:latin typeface="Times Roman"/>
                <a:ea typeface="Times Roman"/>
                <a:cs typeface="Times Roman"/>
              </a:rPr>
              <a:t>escolhe</a:t>
            </a:r>
            <a:r>
              <a:rPr dirty="0">
                <a:latin typeface="Times Roman"/>
                <a:ea typeface="Times Roman"/>
                <a:cs typeface="Times Roman"/>
              </a:rPr>
              <a:t> a </a:t>
            </a:r>
            <a:r>
              <a:rPr dirty="0" err="1">
                <a:latin typeface="Times Roman"/>
                <a:ea typeface="Times Roman"/>
                <a:cs typeface="Times Roman"/>
              </a:rPr>
              <a:t>ação</a:t>
            </a:r>
            <a:r>
              <a:rPr dirty="0">
                <a:latin typeface="Times Roman"/>
                <a:ea typeface="Times Roman"/>
                <a:cs typeface="Times Roman"/>
              </a:rPr>
              <a:t> a </a:t>
            </a:r>
            <a:r>
              <a:rPr dirty="0" err="1">
                <a:latin typeface="Times Roman"/>
                <a:ea typeface="Times Roman"/>
                <a:cs typeface="Times Roman"/>
              </a:rPr>
              <a:t>em</a:t>
            </a:r>
            <a:r>
              <a:rPr dirty="0">
                <a:latin typeface="Times Roman"/>
                <a:ea typeface="Times Roman"/>
                <a:cs typeface="Times Roman"/>
              </a:rPr>
              <a:t> Actions(s) </a:t>
            </a:r>
            <a:r>
              <a:rPr dirty="0" err="1">
                <a:latin typeface="Times Roman"/>
                <a:ea typeface="Times Roman"/>
                <a:cs typeface="Times Roman"/>
              </a:rPr>
              <a:t>que</a:t>
            </a:r>
            <a:r>
              <a:rPr dirty="0">
                <a:latin typeface="Times Roman"/>
                <a:ea typeface="Times Roman"/>
                <a:cs typeface="Times Roman"/>
              </a:rPr>
              <a:t> </a:t>
            </a:r>
            <a:r>
              <a:rPr dirty="0" err="1">
                <a:latin typeface="Times Roman"/>
                <a:ea typeface="Times Roman"/>
                <a:cs typeface="Times Roman"/>
              </a:rPr>
              <a:t>produz</a:t>
            </a:r>
            <a:r>
              <a:rPr dirty="0">
                <a:latin typeface="Times Roman"/>
                <a:ea typeface="Times Roman"/>
                <a:cs typeface="Times Roman"/>
              </a:rPr>
              <a:t> o </a:t>
            </a:r>
            <a:r>
              <a:rPr lang="pt-BR" dirty="0">
                <a:latin typeface="Times Roman"/>
                <a:ea typeface="Times Roman"/>
                <a:cs typeface="Times Roman"/>
              </a:rPr>
              <a:t>MAIOR</a:t>
            </a:r>
            <a:r>
              <a:rPr dirty="0">
                <a:latin typeface="Times Roman"/>
                <a:ea typeface="Times Roman"/>
                <a:cs typeface="Times Roman"/>
              </a:rPr>
              <a:t> valor de Min-Value(Result(s, a))</a:t>
            </a:r>
          </a:p>
          <a:p>
            <a:pPr marL="2127250" lvl="2" indent="-857250">
              <a:buFont typeface="Arial" panose="020B0604020202020204" pitchFamily="34" charset="0"/>
              <a:buChar char="•"/>
            </a:pPr>
            <a:r>
              <a:rPr dirty="0">
                <a:latin typeface="Times Roman"/>
                <a:ea typeface="Times Roman"/>
                <a:cs typeface="Times Roman"/>
              </a:rPr>
              <a:t>MIN </a:t>
            </a:r>
            <a:r>
              <a:rPr dirty="0" err="1">
                <a:latin typeface="Times Roman"/>
                <a:ea typeface="Times Roman"/>
                <a:cs typeface="Times Roman"/>
              </a:rPr>
              <a:t>escolhe</a:t>
            </a:r>
            <a:r>
              <a:rPr dirty="0">
                <a:latin typeface="Times Roman"/>
                <a:ea typeface="Times Roman"/>
                <a:cs typeface="Times Roman"/>
              </a:rPr>
              <a:t> a </a:t>
            </a:r>
            <a:r>
              <a:rPr dirty="0" err="1">
                <a:latin typeface="Times Roman"/>
                <a:ea typeface="Times Roman"/>
                <a:cs typeface="Times Roman"/>
              </a:rPr>
              <a:t>ação</a:t>
            </a:r>
            <a:r>
              <a:rPr dirty="0">
                <a:latin typeface="Times Roman"/>
                <a:ea typeface="Times Roman"/>
                <a:cs typeface="Times Roman"/>
              </a:rPr>
              <a:t> a </a:t>
            </a:r>
            <a:r>
              <a:rPr dirty="0" err="1">
                <a:latin typeface="Times Roman"/>
                <a:ea typeface="Times Roman"/>
                <a:cs typeface="Times Roman"/>
              </a:rPr>
              <a:t>em</a:t>
            </a:r>
            <a:r>
              <a:rPr dirty="0">
                <a:latin typeface="Times Roman"/>
                <a:ea typeface="Times Roman"/>
                <a:cs typeface="Times Roman"/>
              </a:rPr>
              <a:t> Actions(s) </a:t>
            </a:r>
            <a:r>
              <a:rPr dirty="0" err="1">
                <a:latin typeface="Times Roman"/>
                <a:ea typeface="Times Roman"/>
                <a:cs typeface="Times Roman"/>
              </a:rPr>
              <a:t>que</a:t>
            </a:r>
            <a:r>
              <a:rPr dirty="0">
                <a:latin typeface="Times Roman"/>
                <a:ea typeface="Times Roman"/>
                <a:cs typeface="Times Roman"/>
              </a:rPr>
              <a:t> </a:t>
            </a:r>
            <a:r>
              <a:rPr dirty="0" err="1">
                <a:latin typeface="Times Roman"/>
                <a:ea typeface="Times Roman"/>
                <a:cs typeface="Times Roman"/>
              </a:rPr>
              <a:t>produz</a:t>
            </a:r>
            <a:r>
              <a:rPr dirty="0">
                <a:latin typeface="Times Roman"/>
                <a:ea typeface="Times Roman"/>
                <a:cs typeface="Times Roman"/>
              </a:rPr>
              <a:t> o </a:t>
            </a:r>
            <a:r>
              <a:rPr lang="pt-BR" dirty="0">
                <a:latin typeface="Times Roman"/>
                <a:ea typeface="Times Roman"/>
                <a:cs typeface="Times Roman"/>
              </a:rPr>
              <a:t>MENOR</a:t>
            </a:r>
            <a:r>
              <a:rPr dirty="0">
                <a:latin typeface="Times Roman"/>
                <a:ea typeface="Times Roman"/>
                <a:cs typeface="Times Roman"/>
              </a:rPr>
              <a:t> valor de Max-Value(Result(s, a))</a:t>
            </a:r>
          </a:p>
        </p:txBody>
      </p:sp>
    </p:spTree>
    <p:extLst>
      <p:ext uri="{BB962C8B-B14F-4D97-AF65-F5344CB8AC3E}">
        <p14:creationId xmlns:p14="http://schemas.microsoft.com/office/powerpoint/2010/main" val="583792750"/>
      </p:ext>
    </p:extLst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Minimax">
            <a:extLst>
              <a:ext uri="{FF2B5EF4-FFF2-40B4-BE49-F238E27FC236}">
                <a16:creationId xmlns:a16="http://schemas.microsoft.com/office/drawing/2014/main" id="{261E7C49-C485-407D-9D79-AEF12146484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Minimax</a:t>
            </a:r>
          </a:p>
        </p:txBody>
      </p:sp>
      <p:sp>
        <p:nvSpPr>
          <p:cNvPr id="2416" name="function Max-Value(state):…">
            <a:extLst>
              <a:ext uri="{FF2B5EF4-FFF2-40B4-BE49-F238E27FC236}">
                <a16:creationId xmlns:a16="http://schemas.microsoft.com/office/drawing/2014/main" id="{A3A7328D-82CB-4BD5-B03F-92B3FB37F967}"/>
              </a:ext>
            </a:extLst>
          </p:cNvPr>
          <p:cNvSpPr>
            <a:spLocks noGrp="1"/>
          </p:cNvSpPr>
          <p:nvPr/>
        </p:nvSpPr>
        <p:spPr>
          <a:xfrm>
            <a:off x="2120427" y="3988711"/>
            <a:ext cx="20143146" cy="7618178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function </a:t>
            </a:r>
            <a:r>
              <a:rPr cap="small"/>
              <a:t>Max-Value</a:t>
            </a:r>
            <a:r>
              <a:t>(</a:t>
            </a:r>
            <a:r>
              <a:rPr i="1"/>
              <a:t>state</a:t>
            </a:r>
            <a:r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if </a:t>
            </a:r>
            <a:r>
              <a:rPr cap="small"/>
              <a:t>Terminal</a:t>
            </a:r>
            <a:r>
              <a:t>(</a:t>
            </a:r>
            <a:r>
              <a:rPr i="1"/>
              <a:t>state</a:t>
            </a:r>
            <a:r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    return </a:t>
            </a:r>
            <a:r>
              <a:rPr cap="small"/>
              <a:t>Utility</a:t>
            </a:r>
            <a:r>
              <a:t>(</a:t>
            </a:r>
            <a:r>
              <a:rPr i="1"/>
              <a:t>state</a:t>
            </a:r>
            <a:r>
              <a:t>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</a:t>
            </a:r>
            <a:r>
              <a:rPr i="1"/>
              <a:t>v</a:t>
            </a:r>
            <a:r>
              <a:t> = -∞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for </a:t>
            </a:r>
            <a:r>
              <a:rPr i="1"/>
              <a:t>action</a:t>
            </a:r>
            <a:r>
              <a:t> in </a:t>
            </a:r>
            <a:r>
              <a:rPr cap="small"/>
              <a:t>Actions</a:t>
            </a:r>
            <a:r>
              <a:t>(</a:t>
            </a:r>
            <a:r>
              <a:rPr i="1"/>
              <a:t>state</a:t>
            </a:r>
            <a:r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    </a:t>
            </a:r>
            <a:r>
              <a:rPr i="1"/>
              <a:t>v</a:t>
            </a:r>
            <a:r>
              <a:t> = </a:t>
            </a:r>
            <a:r>
              <a:rPr cap="small"/>
              <a:t>Max</a:t>
            </a:r>
            <a:r>
              <a:t>(</a:t>
            </a:r>
            <a:r>
              <a:rPr i="1"/>
              <a:t>v, </a:t>
            </a:r>
            <a:r>
              <a:rPr cap="small"/>
              <a:t>Min-Value</a:t>
            </a:r>
            <a:r>
              <a:t>(</a:t>
            </a:r>
            <a:r>
              <a:rPr cap="small"/>
              <a:t>Result</a:t>
            </a:r>
            <a:r>
              <a:t>(</a:t>
            </a:r>
            <a:r>
              <a:rPr i="1"/>
              <a:t>state</a:t>
            </a:r>
            <a:r>
              <a:t>, </a:t>
            </a:r>
            <a:r>
              <a:rPr i="1"/>
              <a:t>action</a:t>
            </a:r>
            <a:r>
              <a:t>)))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return </a:t>
            </a:r>
            <a:r>
              <a:rPr i="1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263573261"/>
      </p:ext>
    </p:extLst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Minimax">
            <a:extLst>
              <a:ext uri="{FF2B5EF4-FFF2-40B4-BE49-F238E27FC236}">
                <a16:creationId xmlns:a16="http://schemas.microsoft.com/office/drawing/2014/main" id="{72382473-5419-4851-BD50-84963A498EA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Minimax</a:t>
            </a:r>
          </a:p>
        </p:txBody>
      </p:sp>
      <p:sp>
        <p:nvSpPr>
          <p:cNvPr id="2419" name="function Min-Value(state):…">
            <a:extLst>
              <a:ext uri="{FF2B5EF4-FFF2-40B4-BE49-F238E27FC236}">
                <a16:creationId xmlns:a16="http://schemas.microsoft.com/office/drawing/2014/main" id="{AD02CB44-298B-4B22-91C9-41418B2433B4}"/>
              </a:ext>
            </a:extLst>
          </p:cNvPr>
          <p:cNvSpPr>
            <a:spLocks noGrp="1"/>
          </p:cNvSpPr>
          <p:nvPr/>
        </p:nvSpPr>
        <p:spPr>
          <a:xfrm>
            <a:off x="2120427" y="3988711"/>
            <a:ext cx="20143146" cy="7618178"/>
          </a:xfrm>
          <a:prstGeom prst="rect">
            <a:avLst/>
          </a:prstGeom>
          <a:ln w="12700"/>
        </p:spPr>
        <p:txBody>
          <a:bodyPr wrap="none" lIns="50800" tIns="50800" rIns="50800" bIns="50800">
            <a:spAutoFit/>
          </a:bodyPr>
          <a:lstStyle/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function </a:t>
            </a:r>
            <a:r>
              <a:rPr cap="small"/>
              <a:t>Min-Value</a:t>
            </a:r>
            <a:r>
              <a:t>(</a:t>
            </a:r>
            <a:r>
              <a:rPr i="1"/>
              <a:t>state</a:t>
            </a:r>
            <a:r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if </a:t>
            </a:r>
            <a:r>
              <a:rPr cap="small"/>
              <a:t>Terminal</a:t>
            </a:r>
            <a:r>
              <a:t>(</a:t>
            </a:r>
            <a:r>
              <a:rPr i="1"/>
              <a:t>state</a:t>
            </a:r>
            <a:r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    return </a:t>
            </a:r>
            <a:r>
              <a:rPr cap="small"/>
              <a:t>Utility</a:t>
            </a:r>
            <a:r>
              <a:t>(</a:t>
            </a:r>
            <a:r>
              <a:rPr i="1"/>
              <a:t>state</a:t>
            </a:r>
            <a:r>
              <a:t>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</a:t>
            </a:r>
            <a:r>
              <a:rPr i="1"/>
              <a:t>v</a:t>
            </a:r>
            <a:r>
              <a:t> = ∞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for </a:t>
            </a:r>
            <a:r>
              <a:rPr i="1"/>
              <a:t>action</a:t>
            </a:r>
            <a:r>
              <a:t> in </a:t>
            </a:r>
            <a:r>
              <a:rPr cap="small"/>
              <a:t>Actions</a:t>
            </a:r>
            <a:r>
              <a:t>(</a:t>
            </a:r>
            <a:r>
              <a:rPr i="1"/>
              <a:t>state</a:t>
            </a:r>
            <a:r>
              <a:t>):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    </a:t>
            </a:r>
            <a:r>
              <a:rPr i="1"/>
              <a:t>v</a:t>
            </a:r>
            <a:r>
              <a:t> = </a:t>
            </a:r>
            <a:r>
              <a:rPr cap="small"/>
              <a:t>Min</a:t>
            </a:r>
            <a:r>
              <a:t>(</a:t>
            </a:r>
            <a:r>
              <a:rPr i="1"/>
              <a:t>v, </a:t>
            </a:r>
            <a:r>
              <a:rPr cap="small"/>
              <a:t>Max-Value</a:t>
            </a:r>
            <a:r>
              <a:t>(</a:t>
            </a:r>
            <a:r>
              <a:rPr cap="small"/>
              <a:t>Result</a:t>
            </a:r>
            <a:r>
              <a:t>(</a:t>
            </a:r>
            <a:r>
              <a:rPr i="1"/>
              <a:t>state</a:t>
            </a:r>
            <a:r>
              <a:t>, </a:t>
            </a:r>
            <a:r>
              <a:rPr i="1"/>
              <a:t>action</a:t>
            </a:r>
            <a:r>
              <a:t>)))</a:t>
            </a:r>
          </a:p>
          <a:p>
            <a:pPr algn="l">
              <a:buNone/>
              <a:defRPr sz="7400" b="0">
                <a:latin typeface="Times New Roman"/>
                <a:ea typeface="Times New Roman"/>
                <a:cs typeface="Times New Roman"/>
              </a:defRPr>
            </a:pPr>
            <a:r>
              <a:t>    return </a:t>
            </a:r>
            <a:r>
              <a:rPr i="1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253778244"/>
      </p:ext>
    </p:extLst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1" name="total possible Tic-Tac-Toe games">
            <a:extLst>
              <a:ext uri="{FF2B5EF4-FFF2-40B4-BE49-F238E27FC236}">
                <a16:creationId xmlns:a16="http://schemas.microsoft.com/office/drawing/2014/main" id="{515DA5D1-4B4E-47FB-9643-BF8D87E07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8000" y="10247694"/>
            <a:ext cx="20828000" cy="1587501"/>
          </a:xfrm>
          <a:prstGeom prst="rect">
            <a:avLst/>
          </a:prstGeom>
        </p:spPr>
        <p:txBody>
          <a:bodyPr/>
          <a:lstStyle>
            <a:lvl1pPr>
              <a:buNone/>
              <a:defRPr sz="6700"/>
            </a:lvl1pPr>
          </a:lstStyle>
          <a:p>
            <a:pPr>
              <a:buNone/>
            </a:pPr>
            <a:r>
              <a:t>total de partidas possíveis de jogo da velha</a:t>
            </a:r>
          </a:p>
        </p:txBody>
      </p:sp>
    </p:spTree>
    <p:extLst>
      <p:ext uri="{BB962C8B-B14F-4D97-AF65-F5344CB8AC3E}">
        <p14:creationId xmlns:p14="http://schemas.microsoft.com/office/powerpoint/2010/main" val="431112858"/>
      </p:ext>
    </p:extLst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E426A-7239-CC8E-1FFF-43DA2B365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" name="255,168">
            <a:extLst>
              <a:ext uri="{FF2B5EF4-FFF2-40B4-BE49-F238E27FC236}">
                <a16:creationId xmlns:a16="http://schemas.microsoft.com/office/drawing/2014/main" id="{FEE95AB1-B0CA-335B-A1E1-4B2B1F845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8000" y="3481094"/>
            <a:ext cx="20828000" cy="6183319"/>
          </a:xfrm>
          <a:prstGeom prst="rect">
            <a:avLst/>
          </a:prstGeom>
        </p:spPr>
        <p:txBody>
          <a:bodyPr anchor="ctr"/>
          <a:lstStyle>
            <a:lvl1pPr>
              <a:buNone/>
              <a:defRPr sz="2860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t>255.168</a:t>
            </a:r>
          </a:p>
        </p:txBody>
      </p:sp>
      <p:sp>
        <p:nvSpPr>
          <p:cNvPr id="2541" name="total possible Tic-Tac-Toe games">
            <a:extLst>
              <a:ext uri="{FF2B5EF4-FFF2-40B4-BE49-F238E27FC236}">
                <a16:creationId xmlns:a16="http://schemas.microsoft.com/office/drawing/2014/main" id="{81D02D36-F084-9BAA-CB45-9BF4996630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8000" y="10247694"/>
            <a:ext cx="20828000" cy="1587501"/>
          </a:xfrm>
          <a:prstGeom prst="rect">
            <a:avLst/>
          </a:prstGeom>
        </p:spPr>
        <p:txBody>
          <a:bodyPr/>
          <a:lstStyle>
            <a:lvl1pPr>
              <a:buNone/>
              <a:defRPr sz="6700"/>
            </a:lvl1pPr>
          </a:lstStyle>
          <a:p>
            <a:pPr>
              <a:buNone/>
            </a:pPr>
            <a:r>
              <a:t>total de partidas possíveis de jogo da velha</a:t>
            </a:r>
          </a:p>
        </p:txBody>
      </p:sp>
    </p:spTree>
    <p:extLst>
      <p:ext uri="{BB962C8B-B14F-4D97-AF65-F5344CB8AC3E}">
        <p14:creationId xmlns:p14="http://schemas.microsoft.com/office/powerpoint/2010/main" val="989720587"/>
      </p:ext>
    </p:extLst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7" name="total possible chess games">
            <a:extLst>
              <a:ext uri="{FF2B5EF4-FFF2-40B4-BE49-F238E27FC236}">
                <a16:creationId xmlns:a16="http://schemas.microsoft.com/office/drawing/2014/main" id="{1BB0DC02-DE49-43E0-B001-9F3BB2121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8000" y="10247694"/>
            <a:ext cx="20828000" cy="2253327"/>
          </a:xfrm>
          <a:prstGeom prst="rect">
            <a:avLst/>
          </a:prstGeom>
        </p:spPr>
        <p:txBody>
          <a:bodyPr/>
          <a:lstStyle>
            <a:lvl1pPr>
              <a:buNone/>
              <a:defRPr sz="6700"/>
            </a:lvl1pPr>
          </a:lstStyle>
          <a:p>
            <a:pPr>
              <a:buNone/>
            </a:pPr>
            <a:r>
              <a:t>total de partidas possíveis de xadrez</a:t>
            </a:r>
          </a:p>
        </p:txBody>
      </p:sp>
    </p:spTree>
    <p:extLst>
      <p:ext uri="{BB962C8B-B14F-4D97-AF65-F5344CB8AC3E}">
        <p14:creationId xmlns:p14="http://schemas.microsoft.com/office/powerpoint/2010/main" val="1253522877"/>
      </p:ext>
    </p:extLst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0047E-56C0-9833-FD2E-36E8ECBC6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7" name="total possible chess games">
            <a:extLst>
              <a:ext uri="{FF2B5EF4-FFF2-40B4-BE49-F238E27FC236}">
                <a16:creationId xmlns:a16="http://schemas.microsoft.com/office/drawing/2014/main" id="{EB09F517-1C11-7227-7F2D-90B7F737BE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8000" y="10247694"/>
            <a:ext cx="20828000" cy="2253327"/>
          </a:xfrm>
          <a:prstGeom prst="rect">
            <a:avLst/>
          </a:prstGeom>
        </p:spPr>
        <p:txBody>
          <a:bodyPr/>
          <a:lstStyle>
            <a:lvl1pPr>
              <a:buNone/>
              <a:defRPr sz="6700"/>
            </a:lvl1pPr>
          </a:lstStyle>
          <a:p>
            <a:pPr>
              <a:buNone/>
            </a:pPr>
            <a:r>
              <a:t>total de partidas possíveis de xadrez</a:t>
            </a:r>
          </a:p>
        </p:txBody>
      </p:sp>
      <p:sp>
        <p:nvSpPr>
          <p:cNvPr id="2549" name="29000">
            <a:extLst>
              <a:ext uri="{FF2B5EF4-FFF2-40B4-BE49-F238E27FC236}">
                <a16:creationId xmlns:a16="http://schemas.microsoft.com/office/drawing/2014/main" id="{FF6BC247-4F26-F7FF-1B37-DF798758E0C2}"/>
              </a:ext>
            </a:extLst>
          </p:cNvPr>
          <p:cNvSpPr>
            <a:spLocks noGrp="1"/>
          </p:cNvSpPr>
          <p:nvPr/>
        </p:nvSpPr>
        <p:spPr>
          <a:xfrm>
            <a:off x="11870614" y="4440541"/>
            <a:ext cx="4433028" cy="1452539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lnSpcReduction="10000"/>
          </a:bodyPr>
          <a:lstStyle>
            <a:lvl1pPr defTabSz="610870">
              <a:buNone/>
              <a:defRPr sz="888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rPr lang="pt-BR" dirty="0"/>
              <a:t>120</a:t>
            </a:r>
            <a:endParaRPr dirty="0"/>
          </a:p>
        </p:txBody>
      </p:sp>
      <p:sp>
        <p:nvSpPr>
          <p:cNvPr id="2550" name="10">
            <a:extLst>
              <a:ext uri="{FF2B5EF4-FFF2-40B4-BE49-F238E27FC236}">
                <a16:creationId xmlns:a16="http://schemas.microsoft.com/office/drawing/2014/main" id="{11E2E24C-49A4-7D19-7FE1-BE739B48466A}"/>
              </a:ext>
            </a:extLst>
          </p:cNvPr>
          <p:cNvSpPr>
            <a:spLocks noGrp="1"/>
          </p:cNvSpPr>
          <p:nvPr/>
        </p:nvSpPr>
        <p:spPr>
          <a:xfrm>
            <a:off x="8057786" y="4414724"/>
            <a:ext cx="4069657" cy="43688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8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45835236"/>
      </p:ext>
    </p:extLst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4002F-C6C0-60AD-C4C1-255022ADD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7" name="total possible chess games">
            <a:extLst>
              <a:ext uri="{FF2B5EF4-FFF2-40B4-BE49-F238E27FC236}">
                <a16:creationId xmlns:a16="http://schemas.microsoft.com/office/drawing/2014/main" id="{F2607639-D059-7262-E4C8-D702C25B0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8000" y="10247694"/>
            <a:ext cx="20828000" cy="2253327"/>
          </a:xfrm>
          <a:prstGeom prst="rect">
            <a:avLst/>
          </a:prstGeom>
        </p:spPr>
        <p:txBody>
          <a:bodyPr/>
          <a:lstStyle>
            <a:lvl1pPr>
              <a:buNone/>
              <a:defRPr sz="6700"/>
            </a:lvl1pPr>
          </a:lstStyle>
          <a:p>
            <a:pPr>
              <a:buNone/>
            </a:pPr>
            <a:r>
              <a:rPr dirty="0"/>
              <a:t>total de </a:t>
            </a:r>
            <a:r>
              <a:rPr dirty="0" err="1"/>
              <a:t>partidas</a:t>
            </a:r>
            <a:r>
              <a:rPr dirty="0"/>
              <a:t> </a:t>
            </a:r>
            <a:r>
              <a:rPr dirty="0" err="1"/>
              <a:t>possíveis</a:t>
            </a:r>
            <a:r>
              <a:rPr dirty="0"/>
              <a:t> </a:t>
            </a:r>
            <a:r>
              <a:rPr lang="pt-BR" dirty="0"/>
              <a:t>no jogo</a:t>
            </a:r>
            <a:r>
              <a:rPr dirty="0"/>
              <a:t> </a:t>
            </a:r>
            <a:r>
              <a:rPr lang="pt-BR" dirty="0"/>
              <a:t>Go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4503737"/>
      </p:ext>
    </p:extLst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8E60F-9269-16A7-DA48-651EBCF70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7" name="total possible chess games">
            <a:extLst>
              <a:ext uri="{FF2B5EF4-FFF2-40B4-BE49-F238E27FC236}">
                <a16:creationId xmlns:a16="http://schemas.microsoft.com/office/drawing/2014/main" id="{A0310953-BEE3-49B4-58AA-FF7BDD5D5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8000" y="10247694"/>
            <a:ext cx="20828000" cy="2253327"/>
          </a:xfrm>
          <a:prstGeom prst="rect">
            <a:avLst/>
          </a:prstGeom>
        </p:spPr>
        <p:txBody>
          <a:bodyPr/>
          <a:lstStyle>
            <a:lvl1pPr>
              <a:buNone/>
              <a:defRPr sz="6700"/>
            </a:lvl1pPr>
          </a:lstStyle>
          <a:p>
            <a:pPr>
              <a:buNone/>
            </a:pPr>
            <a:r>
              <a:rPr dirty="0"/>
              <a:t>total de </a:t>
            </a:r>
            <a:r>
              <a:rPr dirty="0" err="1"/>
              <a:t>partidas</a:t>
            </a:r>
            <a:r>
              <a:rPr dirty="0"/>
              <a:t> </a:t>
            </a:r>
            <a:r>
              <a:rPr dirty="0" err="1"/>
              <a:t>possíveis</a:t>
            </a:r>
            <a:r>
              <a:rPr dirty="0"/>
              <a:t> </a:t>
            </a:r>
            <a:r>
              <a:rPr lang="pt-BR" dirty="0"/>
              <a:t>no jogo</a:t>
            </a:r>
            <a:r>
              <a:rPr dirty="0"/>
              <a:t> </a:t>
            </a:r>
            <a:r>
              <a:rPr lang="pt-BR" dirty="0"/>
              <a:t>Go</a:t>
            </a:r>
            <a:endParaRPr dirty="0"/>
          </a:p>
        </p:txBody>
      </p:sp>
      <p:sp>
        <p:nvSpPr>
          <p:cNvPr id="2549" name="29000">
            <a:extLst>
              <a:ext uri="{FF2B5EF4-FFF2-40B4-BE49-F238E27FC236}">
                <a16:creationId xmlns:a16="http://schemas.microsoft.com/office/drawing/2014/main" id="{A07D3273-5670-8C0B-ECDB-A3F5F0A31025}"/>
              </a:ext>
            </a:extLst>
          </p:cNvPr>
          <p:cNvSpPr>
            <a:spLocks noGrp="1"/>
          </p:cNvSpPr>
          <p:nvPr/>
        </p:nvSpPr>
        <p:spPr>
          <a:xfrm>
            <a:off x="11870614" y="4440541"/>
            <a:ext cx="4433028" cy="1452539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>
            <a:normAutofit lnSpcReduction="10000"/>
          </a:bodyPr>
          <a:lstStyle>
            <a:lvl1pPr defTabSz="610870">
              <a:buNone/>
              <a:defRPr sz="8880" b="0">
                <a:latin typeface="Consolas"/>
                <a:ea typeface="Consolas"/>
                <a:cs typeface="Consolas"/>
              </a:defRPr>
            </a:lvl1pPr>
          </a:lstStyle>
          <a:p>
            <a:pPr>
              <a:buNone/>
            </a:pPr>
            <a:r>
              <a:rPr lang="pt-BR" dirty="0"/>
              <a:t>360</a:t>
            </a:r>
            <a:endParaRPr dirty="0"/>
          </a:p>
        </p:txBody>
      </p:sp>
      <p:sp>
        <p:nvSpPr>
          <p:cNvPr id="2550" name="10">
            <a:extLst>
              <a:ext uri="{FF2B5EF4-FFF2-40B4-BE49-F238E27FC236}">
                <a16:creationId xmlns:a16="http://schemas.microsoft.com/office/drawing/2014/main" id="{42D38444-10C7-FE3F-B137-646D0D472FD3}"/>
              </a:ext>
            </a:extLst>
          </p:cNvPr>
          <p:cNvSpPr>
            <a:spLocks noGrp="1"/>
          </p:cNvSpPr>
          <p:nvPr/>
        </p:nvSpPr>
        <p:spPr>
          <a:xfrm>
            <a:off x="8057786" y="4414724"/>
            <a:ext cx="4069657" cy="436880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2800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57614569"/>
      </p:ext>
    </p:extLst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Optimizations">
            <a:extLst>
              <a:ext uri="{FF2B5EF4-FFF2-40B4-BE49-F238E27FC236}">
                <a16:creationId xmlns:a16="http://schemas.microsoft.com/office/drawing/2014/main" id="{3A6C6B2A-1DBE-4A42-951E-15A6584FD38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Otimizações</a:t>
            </a:r>
          </a:p>
        </p:txBody>
      </p:sp>
    </p:spTree>
    <p:extLst>
      <p:ext uri="{BB962C8B-B14F-4D97-AF65-F5344CB8AC3E}">
        <p14:creationId xmlns:p14="http://schemas.microsoft.com/office/powerpoint/2010/main" val="731828053"/>
      </p:ext>
    </p:extLst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1762A0DD-F9F0-480C-84D1-874068CAA73F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D1F19D1C-A1A4-4C27-A76E-C6FC856DED06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E4C2C419-2A81-43C8-BBC4-316C91C5375E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D064AD4C-0F6A-46E4-A7B9-4376A8BAD657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43733694-ACBC-4622-8A58-F52B8CF59BEF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3A1C6C21-E5E9-45E1-A617-BBCB4FAFFC81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C301524F-6E5E-44B6-BDD6-ACF2FAB8819E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9B5D2056-E740-4AB2-B0E0-019ACF347E20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1B25E495-4D17-45E6-958B-54C6A3EF252E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54068514-1D70-4D3D-A690-5346DE6983DF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6F06DFB9-7442-4482-AB16-714616A5F205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03266A2B-76D9-4535-B778-383D8D48F80E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F5F79A31-832A-4CAE-949B-8AF8E524C547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C44F7AE6-48CD-411F-8C37-D0F3787ECE9C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98782C72-1D5A-44AD-999A-0D97CC2F85CF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84841DF5-5DC5-46BB-99EF-46726FD2651A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5CCE5A61-C526-49A8-8886-3C153385D0E5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7B132651-58FA-4892-994B-A5421BC575E3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3A9A414F-CA37-4894-8552-298B902A2BC8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05144F77-9C4A-4887-99D4-2707F769B59B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587D203C-8A34-4D58-9D3B-A2682B517772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6049D5AC-5F90-4547-A1FE-2B28C3D230FD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32DF6840-DDF6-4DAC-B621-8CCD058BF6DC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CF2B1C95-7D0F-48F3-AABF-FBABC1929BDA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EF546B70-1218-45F2-B1C5-FF855980113D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669B95B3-A508-4D36-899C-5369824EA097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608B3D72-266A-4B5A-AB74-C530AAC75369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6607778"/>
      </p:ext>
    </p:extLst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E06B9-2EB0-5030-A658-6E94EE7C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1847E4BF-3FFD-D9DA-B241-CDAA0D598D25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4297ADDE-55D2-4ABF-01F1-0BA8F937843D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DD390CDD-FB2C-868F-8499-B214E1B3C60F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5DD3E4C6-2E8B-7432-1568-0AE1C14CB24C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8E7B527D-A545-9AD5-ABAE-E0066D114405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4B53BA9F-0112-A38B-FD4C-E42E32C690AB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CF4DF8CE-0CEF-91AF-1E45-889975CE16BD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F80F72B1-DA8F-8046-3E96-583905BC0EAA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BEC8D9CF-27A6-4C71-543C-1D4AB1A7CE64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504FEC67-03A7-0BF6-9C13-15751DC52A66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AB2E15D4-9843-A895-F90C-22B7D3BF648A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0D626D7F-D300-EC9F-F9DC-B666DC1EA9DC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4942022A-B049-D6BF-83DB-23B315BB4444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AA48A231-F5AD-2A62-316C-C31AF15F60ED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2481D55E-4490-65B3-4466-FF0040BE14B5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0915931D-8495-64DB-96FC-BEA8C2F0CBAA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E42B1744-1E11-CA16-5D01-2A3FCD5023ED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A341BD9B-43D4-D75C-9FB1-E83387826056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D7B3758F-3D26-9C37-C684-30DAA84779EA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C2E8C818-D014-0E10-AA6D-813F4F0C2FF7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814B6BEF-1599-876E-E778-F501E1415678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23DF76F7-2073-BA17-4CD5-6644E3232CC8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5B3D7A3A-79BB-947E-134E-8FC87EAF855A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9" name="Triangle">
            <a:extLst>
              <a:ext uri="{FF2B5EF4-FFF2-40B4-BE49-F238E27FC236}">
                <a16:creationId xmlns:a16="http://schemas.microsoft.com/office/drawing/2014/main" id="{B7CA7388-EFDE-39D3-B4DF-42FDE688FB15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4AC21DE8-6C72-55B6-7B71-14218A067894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8B79C3BA-D812-ADFD-3035-F3578F9E8A8F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552B5D6C-4E7F-7148-26FB-BC77215ECD1E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B23EE579-FE0E-E86E-5E10-F974F83CB33A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8423616"/>
      </p:ext>
    </p:extLst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CC6A-C6C7-8738-B622-E413BC3BB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6531E105-94CD-7E77-A49B-5F30BEDC5842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A261747D-6BFC-D1A5-9455-C478F8A1DA3C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DAF53B62-DE66-CC2F-3FF9-59B484A46995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6BE30B4A-4B6A-587A-CFCA-A37B4E07DE4F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A205F50C-A73A-0B20-C549-777154F70339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B704D9DB-FF61-64A6-74CF-EBDDC3A7C9D7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655E45F7-6E62-8AC1-F687-6B78266BC6C9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05310DF4-FB71-626D-7816-E0511C7A5894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B75A355B-EE74-FE3E-CC07-26AC603252CE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4CFDE610-7D0A-34FE-2E05-42BBCC4E2766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DEEDEA5B-5605-DF0F-1CA4-3D5399848408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371F8C6D-2B2B-1231-D441-101277321BAB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1FA67CD2-A888-2A36-CA95-00D6F04BD044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CB728201-1FF2-E2F7-F68D-5C84B874FC3B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E544480C-FDD7-7ABF-488B-6A5CCD63DC02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BFD6B28D-1310-B95F-65EF-63089962C8E8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7AA8CDE2-4092-D03D-635E-05EAC88E9D7D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A29F6BFB-ADB7-3495-C75E-FEB747DB5406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A7EDD196-D2F7-ED0C-9E2C-AC4B3A80AAF1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06BD20DE-5FBF-44E0-B624-0B0276EE59C4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86ED73BE-0EE5-E98B-6D6E-EB7F4494F261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B90D53D3-FA25-59DD-A793-FAD20B5D0251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60E93622-0B15-1317-53A7-A6C646C27847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9" name="Triangle">
            <a:extLst>
              <a:ext uri="{FF2B5EF4-FFF2-40B4-BE49-F238E27FC236}">
                <a16:creationId xmlns:a16="http://schemas.microsoft.com/office/drawing/2014/main" id="{757DE921-9FBA-4E64-BC74-3D958AAFF316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CDFB4CE4-318C-63ED-72E4-4BA6D39F0478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26093534-CFF0-FC2A-5B36-547EF97EC6CF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27E83E9C-6705-F19F-2A37-4DEA266BA2BB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9DE2ECB5-24F8-F5F2-1874-25EBAC698800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" name="Triangle">
            <a:extLst>
              <a:ext uri="{FF2B5EF4-FFF2-40B4-BE49-F238E27FC236}">
                <a16:creationId xmlns:a16="http://schemas.microsoft.com/office/drawing/2014/main" id="{2C72987E-6B6C-5173-A6FC-A0785862D8E5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" name="4">
            <a:extLst>
              <a:ext uri="{FF2B5EF4-FFF2-40B4-BE49-F238E27FC236}">
                <a16:creationId xmlns:a16="http://schemas.microsoft.com/office/drawing/2014/main" id="{B0CA0AD5-090B-E614-BC82-89C06A10ABD3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68933371"/>
      </p:ext>
    </p:extLst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1896D-7EC9-4ACB-C0DB-A0DF4EAD4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AA3815B8-CC00-29D8-8874-57B91D4E32E9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7FA873C1-222B-9DA8-471C-523BE8BFFEC8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271AAF16-A6DC-3390-C4CA-CD45FA3DF506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F838A92B-40B8-6CC8-C137-9F2C2B0493D7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85C54FC5-1EAB-1952-D9E6-EC6349B2F882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FFC4EA1C-7E17-0F0D-DAF1-D9CA15954337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E4433161-5353-47BF-768B-C153B62BF0EF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9BB792AB-94F4-4138-7F1C-4768756EE286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A43E5C31-A12C-B152-2323-53C4EF31822C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C618604A-B646-331C-336F-78E9F8A31731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F9B81FD1-0062-E104-6D0E-335227D5D74C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E6C0A3AE-446F-8C80-3A14-405A46AE9E8E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0233EB8C-265C-2D0B-0E0B-C5794AAD9F5D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5A6B6C68-7B7A-1D54-89AB-AACAABA50EB5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047C5EB7-DFF3-732A-4421-1BFB134F5A49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9AEF2904-472E-16D7-A9FC-D9E41C1F79C1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314F58E8-23B5-643E-FD42-3A5752750BC4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3B042892-54BE-6FE7-3B1D-EAE2E6811DE8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AE681B99-7F0C-AD65-0E9D-39BF7FDB9A3C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9362D496-DC4B-6505-3FFF-6086541B5E3B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24558DB3-970A-F2B4-2463-459976F9FD48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9C720876-F149-E77A-F78F-C173A4FE11B6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5FBB3C12-8E5A-F30C-7295-5A97054BBC27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9" name="Triangle">
            <a:extLst>
              <a:ext uri="{FF2B5EF4-FFF2-40B4-BE49-F238E27FC236}">
                <a16:creationId xmlns:a16="http://schemas.microsoft.com/office/drawing/2014/main" id="{6D01F36A-FD49-EECA-0490-7E5C12C493EB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6B8EB3FA-E40A-A077-78A8-733064C2823A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DBD9D726-D490-1473-AB44-D83712D43017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C4635299-46C4-FACC-B164-27AD6260B0FB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66F86E9C-D473-8F1C-439B-01695DD016F9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" name="Triangle">
            <a:extLst>
              <a:ext uri="{FF2B5EF4-FFF2-40B4-BE49-F238E27FC236}">
                <a16:creationId xmlns:a16="http://schemas.microsoft.com/office/drawing/2014/main" id="{A13A130A-B9D9-0EF1-52C3-F52C498CDF89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" name="4">
            <a:extLst>
              <a:ext uri="{FF2B5EF4-FFF2-40B4-BE49-F238E27FC236}">
                <a16:creationId xmlns:a16="http://schemas.microsoft.com/office/drawing/2014/main" id="{A05CDB64-36B0-0CEE-9E6A-C5D3B1314DA0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4</a:t>
            </a:r>
          </a:p>
        </p:txBody>
      </p:sp>
      <p:sp>
        <p:nvSpPr>
          <p:cNvPr id="6" name="Triangle">
            <a:extLst>
              <a:ext uri="{FF2B5EF4-FFF2-40B4-BE49-F238E27FC236}">
                <a16:creationId xmlns:a16="http://schemas.microsoft.com/office/drawing/2014/main" id="{042D21AE-7C93-4CA9-6060-A84E4277DBAA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" name="8">
            <a:extLst>
              <a:ext uri="{FF2B5EF4-FFF2-40B4-BE49-F238E27FC236}">
                <a16:creationId xmlns:a16="http://schemas.microsoft.com/office/drawing/2014/main" id="{F8F3EFB7-2B70-62B8-7E79-EFEFE5F8565C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224844628"/>
      </p:ext>
    </p:extLst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E9DD9-9BB6-ABB7-8D17-6A25A573D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817272F8-B114-8DC9-6797-C0367EBBB3FB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DFA67D71-2D47-F128-A1FD-79C042BFEBD9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F9F604CB-B38C-6667-8AA3-22AA50FD6461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B63BA322-E294-A2C9-6AC7-301A3BC01382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0F01E963-E5F4-31CB-7574-5513A1FF38F8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8ACA0A2F-4A1B-E5B5-8330-CAA55AD34828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329CA390-105B-1EAD-62A1-4BB8EEDFAE0C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88BCDE5A-D6A1-4B80-8814-00E5595CB25E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4C7F6C94-951E-F78A-A0A4-135F0739C46C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C214ABCE-9967-2DEB-D3DF-FAE04191DFDB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A7FF3ECD-4FA2-4A32-3103-BDD43BCB3FB7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A759FB88-FD8C-6DDA-0012-6A36DC658E54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745EC612-1080-9B5F-A290-E481F4EFEC4A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84B235F7-6B71-86CD-DCD6-B83CB4F114FA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353BA4F3-A9FE-1BC3-5B18-B5BEAB32FD78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CDAF39A6-D087-2064-7823-67FA10E41F05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F8510696-6D9C-7CCC-FB86-A3185B9A1F49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04E5AA80-47B2-52D6-91BA-F3CAA04CA154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9BA1B566-AC8A-C45D-5E8D-1EF8D1270F5A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6E5227ED-6DBF-6D0F-A8E2-882A0F6238AD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AE604E9B-03D5-30D1-88D7-236F003D9059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AF55D211-05E1-8B66-BB47-DB73F033B2A8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6024C2DC-13B2-F9FA-F794-D1995661533E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9" name="Triangle">
            <a:extLst>
              <a:ext uri="{FF2B5EF4-FFF2-40B4-BE49-F238E27FC236}">
                <a16:creationId xmlns:a16="http://schemas.microsoft.com/office/drawing/2014/main" id="{8C1DC19B-A7A3-4D49-9FFA-3E31E09F78E3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94C37805-EA1D-D020-3115-BED8641AE50F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740969C4-9488-6C7E-E4FB-49CC6A38B8FB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4B46F968-BF0A-B5CF-95BB-03D56937F589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F04E5440-184C-F047-BF18-97076C001CF4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" name="Triangle">
            <a:extLst>
              <a:ext uri="{FF2B5EF4-FFF2-40B4-BE49-F238E27FC236}">
                <a16:creationId xmlns:a16="http://schemas.microsoft.com/office/drawing/2014/main" id="{2B5044FC-FA95-8621-A287-2A58B4415174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" name="4">
            <a:extLst>
              <a:ext uri="{FF2B5EF4-FFF2-40B4-BE49-F238E27FC236}">
                <a16:creationId xmlns:a16="http://schemas.microsoft.com/office/drawing/2014/main" id="{0666A0BF-24B5-4A60-25D5-382FC2B7B917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4</a:t>
            </a:r>
          </a:p>
        </p:txBody>
      </p:sp>
      <p:sp>
        <p:nvSpPr>
          <p:cNvPr id="4" name="Triangle">
            <a:extLst>
              <a:ext uri="{FF2B5EF4-FFF2-40B4-BE49-F238E27FC236}">
                <a16:creationId xmlns:a16="http://schemas.microsoft.com/office/drawing/2014/main" id="{75CAD9A5-F625-74E2-47BE-C6C70A0D89F7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5" name="5">
            <a:extLst>
              <a:ext uri="{FF2B5EF4-FFF2-40B4-BE49-F238E27FC236}">
                <a16:creationId xmlns:a16="http://schemas.microsoft.com/office/drawing/2014/main" id="{74FC3580-EE50-339D-D609-9AE929E20BBD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6" name="Triangle">
            <a:extLst>
              <a:ext uri="{FF2B5EF4-FFF2-40B4-BE49-F238E27FC236}">
                <a16:creationId xmlns:a16="http://schemas.microsoft.com/office/drawing/2014/main" id="{31BD5EA8-E907-2BCE-C4C3-4473E96C2970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" name="8">
            <a:extLst>
              <a:ext uri="{FF2B5EF4-FFF2-40B4-BE49-F238E27FC236}">
                <a16:creationId xmlns:a16="http://schemas.microsoft.com/office/drawing/2014/main" id="{B34BC1C3-376C-165C-8484-3AE565727E5C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459746306"/>
      </p:ext>
    </p:extLst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0562D-F29D-DCC1-68CE-B6769D7D3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47C072CB-A772-4D6C-ACF3-C5E1B7B36FEF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DD4FFEB5-9FC3-0422-7A2C-A086E7310BE0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0BD17B8A-A49C-FAA9-1EC2-56DE7CEB88E9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5818AD65-1B76-2379-46C6-F249D0A1A908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C1784FC0-5282-870F-FF32-42B84EE4078B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D11539E1-EBFE-B50E-77E8-13C762E94C44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A335592A-CFDB-76EE-B846-B64DC0918CCD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DADBF73B-0994-0929-262C-71830A59E2A9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4CF10E63-6A03-4A06-2F6C-EAB8ED6C6C18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84EFC315-BC9A-9058-3DD0-FC3358B0367F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1C11255B-203D-8EDE-556C-4F670A5B25C8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C2D68B0D-2B5B-CEAA-EAC0-DEB26E4CE7ED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53B6D8E6-D88A-8013-5E51-BBCB920501FB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019D6851-BC27-C0E2-FE59-4C5B7663D584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E1F665B2-DE89-07A0-93CC-4F7DFB6E6514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C872F9ED-60E3-B692-D060-6B33A423FFC6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E26B71FA-BE40-75B8-C910-C222B9EE45C9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D0565438-44DA-F78E-1A62-0740090745FB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21BDB12F-E98B-F60B-4BC8-561C7551222F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19CAC3D5-E065-3EEE-6FDD-F17EBC621ECD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CCFEEA3A-3679-C423-DB11-B03059FBB2F1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2E3933D6-B57C-A877-017E-499B2335FE16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11E9CBC5-BB81-38B6-2CFC-8186ECB59DE2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9" name="Triangle">
            <a:extLst>
              <a:ext uri="{FF2B5EF4-FFF2-40B4-BE49-F238E27FC236}">
                <a16:creationId xmlns:a16="http://schemas.microsoft.com/office/drawing/2014/main" id="{0BB89CD0-6963-42EB-BDD6-F6D56821AFE2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403419FA-B525-4F4F-F5C3-4057F2DEBD39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10826CAA-8400-D1FD-6491-DF2FD0B7DE20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B17DA1BF-FCDD-E9BA-298C-E2A22AB5198F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1EAA2F93-E682-E601-3826-FD68DF8A51EA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" name="Triangle">
            <a:extLst>
              <a:ext uri="{FF2B5EF4-FFF2-40B4-BE49-F238E27FC236}">
                <a16:creationId xmlns:a16="http://schemas.microsoft.com/office/drawing/2014/main" id="{07F05C01-61C1-63CE-BC37-84C55194AC6A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" name="4">
            <a:extLst>
              <a:ext uri="{FF2B5EF4-FFF2-40B4-BE49-F238E27FC236}">
                <a16:creationId xmlns:a16="http://schemas.microsoft.com/office/drawing/2014/main" id="{BAFF0044-C304-8482-3CE2-C99F7AC965DB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4</a:t>
            </a:r>
          </a:p>
        </p:txBody>
      </p:sp>
      <p:sp>
        <p:nvSpPr>
          <p:cNvPr id="4" name="Triangle">
            <a:extLst>
              <a:ext uri="{FF2B5EF4-FFF2-40B4-BE49-F238E27FC236}">
                <a16:creationId xmlns:a16="http://schemas.microsoft.com/office/drawing/2014/main" id="{3DC14210-BF18-D88D-0D39-55A7276C1053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5" name="5">
            <a:extLst>
              <a:ext uri="{FF2B5EF4-FFF2-40B4-BE49-F238E27FC236}">
                <a16:creationId xmlns:a16="http://schemas.microsoft.com/office/drawing/2014/main" id="{73AA9B3A-D19F-8E6B-80D8-E77955733196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6" name="Triangle">
            <a:extLst>
              <a:ext uri="{FF2B5EF4-FFF2-40B4-BE49-F238E27FC236}">
                <a16:creationId xmlns:a16="http://schemas.microsoft.com/office/drawing/2014/main" id="{1796363C-503A-1FA3-9920-66B4D3A4A6D0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" name="8">
            <a:extLst>
              <a:ext uri="{FF2B5EF4-FFF2-40B4-BE49-F238E27FC236}">
                <a16:creationId xmlns:a16="http://schemas.microsoft.com/office/drawing/2014/main" id="{C8C5A352-2028-FA13-6D92-46D77468898A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8</a:t>
            </a:r>
          </a:p>
        </p:txBody>
      </p:sp>
      <p:sp>
        <p:nvSpPr>
          <p:cNvPr id="8" name="4">
            <a:extLst>
              <a:ext uri="{FF2B5EF4-FFF2-40B4-BE49-F238E27FC236}">
                <a16:creationId xmlns:a16="http://schemas.microsoft.com/office/drawing/2014/main" id="{13F41F4B-A976-4BD5-46A9-0A17AAEFC2C5}"/>
              </a:ext>
            </a:extLst>
          </p:cNvPr>
          <p:cNvSpPr>
            <a:spLocks noGrp="1"/>
          </p:cNvSpPr>
          <p:nvPr/>
        </p:nvSpPr>
        <p:spPr>
          <a:xfrm>
            <a:off x="3865355" y="5004928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75480466"/>
      </p:ext>
    </p:extLst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8A65-5601-C4CB-8184-BE7BE10B3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00DE1529-214C-BCD5-CEA4-D76CE86FFB4B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F80C7124-D784-AE3F-8F3A-608592B14438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EF12BE96-23E0-B030-D6BE-1885BA471E19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B94FBD52-F355-59B7-5BBE-9AC1DDB525CB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D100823F-815A-F553-3339-719D63B927C7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CBF4FB8C-8D93-D48E-23F8-1BAF456D67B0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C5FDBD56-B71B-752C-D476-408297553D60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5192C698-47E2-3E0F-B072-D9483F13E0C3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781544F7-6AC2-D929-586E-962C5F4586B4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46B0A434-EF91-ED8A-113A-C7E13AEFD599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F22CBE99-0007-0F95-0231-3DD91D2D26D9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02CAFA3A-4495-D488-A89D-1C9F24E8EE80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F3E07FB5-17C7-9911-3BDA-38C9B30571BD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AEDA44EC-ED9B-3972-9468-22C46BAB38C2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B501F7FE-0252-CDC4-725B-057B3C9356E1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E918ED45-BBA9-F0A9-542A-82476E13E632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5668A4EB-CA75-A294-5ADF-A7DAAB23FB9B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96E40DCD-624C-EA60-F061-6FC057F867FB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A693225A-BFC7-01EC-E297-4D7A9F4B2FDF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7CF5D57E-AAA2-CD82-0A25-224AFB0EFD92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3A36CF0B-E8CD-7895-8BBF-BC31FFB48EB7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004F7DD2-E64C-0C7A-3941-DC80B3E81E05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2E9CD4DD-EB4A-254B-4C9F-519B971B992D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9" name="Triangle">
            <a:extLst>
              <a:ext uri="{FF2B5EF4-FFF2-40B4-BE49-F238E27FC236}">
                <a16:creationId xmlns:a16="http://schemas.microsoft.com/office/drawing/2014/main" id="{3F8E51E9-96F2-1E98-3518-EC3B0B30F2FC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C3D237FD-EAD9-670D-6598-D9847751C805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326F0217-FCBE-3380-8995-D95A2C8DEF99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CCCB5803-3F7C-4D22-ABE9-7DE834816132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84C6E9EE-EC93-244F-2180-1C4A3E0FAFF6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" name="Triangle">
            <a:extLst>
              <a:ext uri="{FF2B5EF4-FFF2-40B4-BE49-F238E27FC236}">
                <a16:creationId xmlns:a16="http://schemas.microsoft.com/office/drawing/2014/main" id="{04451E53-A20B-F007-4788-D2EEF8417C18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" name="4">
            <a:extLst>
              <a:ext uri="{FF2B5EF4-FFF2-40B4-BE49-F238E27FC236}">
                <a16:creationId xmlns:a16="http://schemas.microsoft.com/office/drawing/2014/main" id="{D52158B0-C46F-0217-EE5F-19834EFD0DDF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4</a:t>
            </a:r>
          </a:p>
        </p:txBody>
      </p:sp>
      <p:sp>
        <p:nvSpPr>
          <p:cNvPr id="4" name="Triangle">
            <a:extLst>
              <a:ext uri="{FF2B5EF4-FFF2-40B4-BE49-F238E27FC236}">
                <a16:creationId xmlns:a16="http://schemas.microsoft.com/office/drawing/2014/main" id="{AFB35C5D-1F65-35BE-348D-DE77EAF35925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5" name="5">
            <a:extLst>
              <a:ext uri="{FF2B5EF4-FFF2-40B4-BE49-F238E27FC236}">
                <a16:creationId xmlns:a16="http://schemas.microsoft.com/office/drawing/2014/main" id="{53EFE4C9-955A-4A86-4874-C2FB4E766896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6" name="Triangle">
            <a:extLst>
              <a:ext uri="{FF2B5EF4-FFF2-40B4-BE49-F238E27FC236}">
                <a16:creationId xmlns:a16="http://schemas.microsoft.com/office/drawing/2014/main" id="{27472B2C-1E44-C9AC-429D-ADDB836AFD0C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" name="8">
            <a:extLst>
              <a:ext uri="{FF2B5EF4-FFF2-40B4-BE49-F238E27FC236}">
                <a16:creationId xmlns:a16="http://schemas.microsoft.com/office/drawing/2014/main" id="{3217CE2A-69CE-98BD-5344-EACC47E3E6CB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8</a:t>
            </a:r>
          </a:p>
        </p:txBody>
      </p:sp>
      <p:sp>
        <p:nvSpPr>
          <p:cNvPr id="8" name="4">
            <a:extLst>
              <a:ext uri="{FF2B5EF4-FFF2-40B4-BE49-F238E27FC236}">
                <a16:creationId xmlns:a16="http://schemas.microsoft.com/office/drawing/2014/main" id="{5EE0063D-5D3D-E36E-8229-F73D699E759C}"/>
              </a:ext>
            </a:extLst>
          </p:cNvPr>
          <p:cNvSpPr>
            <a:spLocks noGrp="1"/>
          </p:cNvSpPr>
          <p:nvPr/>
        </p:nvSpPr>
        <p:spPr>
          <a:xfrm>
            <a:off x="3865355" y="5004928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10" name="Triangle">
            <a:extLst>
              <a:ext uri="{FF2B5EF4-FFF2-40B4-BE49-F238E27FC236}">
                <a16:creationId xmlns:a16="http://schemas.microsoft.com/office/drawing/2014/main" id="{50B0D2B2-56DB-3BF9-A526-93C8CE95D06E}"/>
              </a:ext>
            </a:extLst>
          </p:cNvPr>
          <p:cNvSpPr>
            <a:spLocks noGrp="1"/>
          </p:cNvSpPr>
          <p:nvPr/>
        </p:nvSpPr>
        <p:spPr>
          <a:xfrm>
            <a:off x="10857599" y="4905812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1003810"/>
      </p:ext>
    </p:extLst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E15FE-D165-3524-848F-E5B28A040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3DF663DB-8E11-ECCF-9465-09B9F1DDD845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A21014BD-87A5-EBDD-C23B-903E15AAEFC5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F666B28B-3F46-482B-6064-24F5AE295B08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9B938260-FF24-2BB1-1C31-3D3D1DC57E63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4B6F78A3-EBD7-290D-ABF4-A2316468233E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8A0B8600-DB61-5A75-4960-97CC62D7A3D3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105DEE74-61AF-2953-0AF8-998587148CD5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8A5F078C-772E-52B7-A3C3-A1B392750C09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F32E0293-C11E-4D66-D157-E8DE2A70021E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F1FCD8F7-CF3E-D9BD-DBBB-BB90C63AF10F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6DCD8B12-D6F6-0771-B795-F7B209D41B94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EB22C9D1-C510-3BFD-78EF-D3002B7FF3D6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0502A1DB-DA74-CAD2-2EEE-12BC03AC2025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1277A942-3FF1-B51F-ADCF-A2586C9C9237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077B7958-5ADD-1C8F-D1E6-4201C5FFEADD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2CDE2A5A-68E7-1103-A83A-0856A5C714BC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2C4A5CF3-291E-8A1E-73FB-9C59E23BCAD4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F0D788D1-4D81-41F8-9AFE-723C1BBEAB6B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4C55E5D3-8A8A-3E74-EA31-AC0483B0B29F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A5FC5B63-6FF2-3997-A882-73F536A72894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877714FA-0D50-1148-75CE-E21171574DEE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723CCE48-C4C6-D8DE-85B5-9334BDE239A3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61AEA644-A469-EBA5-3871-27D886EAAE79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9" name="Triangle">
            <a:extLst>
              <a:ext uri="{FF2B5EF4-FFF2-40B4-BE49-F238E27FC236}">
                <a16:creationId xmlns:a16="http://schemas.microsoft.com/office/drawing/2014/main" id="{DEC0AD2C-BE38-D989-B5BF-E2FDF204C9DF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FB54E405-9B48-DCAA-789A-0801B82597AB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A654E82C-2767-9123-398C-25161EDBD729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D1830FB1-EBE6-074B-D006-80AC256AA10E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BD7086D1-B1D5-A365-9E2B-16E20A899160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" name="Triangle">
            <a:extLst>
              <a:ext uri="{FF2B5EF4-FFF2-40B4-BE49-F238E27FC236}">
                <a16:creationId xmlns:a16="http://schemas.microsoft.com/office/drawing/2014/main" id="{0F5DC7B6-E655-6208-60CC-A4456D79FFF2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" name="4">
            <a:extLst>
              <a:ext uri="{FF2B5EF4-FFF2-40B4-BE49-F238E27FC236}">
                <a16:creationId xmlns:a16="http://schemas.microsoft.com/office/drawing/2014/main" id="{EDBF8245-0CF6-B06B-FFBA-C00AFE3CCF52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4</a:t>
            </a:r>
          </a:p>
        </p:txBody>
      </p:sp>
      <p:sp>
        <p:nvSpPr>
          <p:cNvPr id="4" name="Triangle">
            <a:extLst>
              <a:ext uri="{FF2B5EF4-FFF2-40B4-BE49-F238E27FC236}">
                <a16:creationId xmlns:a16="http://schemas.microsoft.com/office/drawing/2014/main" id="{19847BAC-A933-8676-27D3-9C0717E6AAC3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5" name="5">
            <a:extLst>
              <a:ext uri="{FF2B5EF4-FFF2-40B4-BE49-F238E27FC236}">
                <a16:creationId xmlns:a16="http://schemas.microsoft.com/office/drawing/2014/main" id="{599BB835-6873-C34A-7D56-C4BC571E7730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6" name="Triangle">
            <a:extLst>
              <a:ext uri="{FF2B5EF4-FFF2-40B4-BE49-F238E27FC236}">
                <a16:creationId xmlns:a16="http://schemas.microsoft.com/office/drawing/2014/main" id="{83442D8E-4F01-7000-4C3F-8ACC26E0DEDD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" name="8">
            <a:extLst>
              <a:ext uri="{FF2B5EF4-FFF2-40B4-BE49-F238E27FC236}">
                <a16:creationId xmlns:a16="http://schemas.microsoft.com/office/drawing/2014/main" id="{45F7E526-9F97-5D8A-116A-8C0058A54881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8</a:t>
            </a:r>
          </a:p>
        </p:txBody>
      </p:sp>
      <p:sp>
        <p:nvSpPr>
          <p:cNvPr id="8" name="4">
            <a:extLst>
              <a:ext uri="{FF2B5EF4-FFF2-40B4-BE49-F238E27FC236}">
                <a16:creationId xmlns:a16="http://schemas.microsoft.com/office/drawing/2014/main" id="{3F99402E-60B1-F9E8-3ADD-523796BDFD55}"/>
              </a:ext>
            </a:extLst>
          </p:cNvPr>
          <p:cNvSpPr>
            <a:spLocks noGrp="1"/>
          </p:cNvSpPr>
          <p:nvPr/>
        </p:nvSpPr>
        <p:spPr>
          <a:xfrm>
            <a:off x="3865355" y="5004928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10" name="Triangle">
            <a:extLst>
              <a:ext uri="{FF2B5EF4-FFF2-40B4-BE49-F238E27FC236}">
                <a16:creationId xmlns:a16="http://schemas.microsoft.com/office/drawing/2014/main" id="{489A0379-9D11-34E2-AF54-9BA721BDDC4D}"/>
              </a:ext>
            </a:extLst>
          </p:cNvPr>
          <p:cNvSpPr>
            <a:spLocks noGrp="1"/>
          </p:cNvSpPr>
          <p:nvPr/>
        </p:nvSpPr>
        <p:spPr>
          <a:xfrm>
            <a:off x="10857599" y="4905812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" name="Triangle">
            <a:extLst>
              <a:ext uri="{FF2B5EF4-FFF2-40B4-BE49-F238E27FC236}">
                <a16:creationId xmlns:a16="http://schemas.microsoft.com/office/drawing/2014/main" id="{28BBDB3A-A59D-F602-B3A4-8392F837560C}"/>
              </a:ext>
            </a:extLst>
          </p:cNvPr>
          <p:cNvSpPr>
            <a:spLocks noGrp="1"/>
          </p:cNvSpPr>
          <p:nvPr/>
        </p:nvSpPr>
        <p:spPr>
          <a:xfrm>
            <a:off x="8269000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" name="9">
            <a:extLst>
              <a:ext uri="{FF2B5EF4-FFF2-40B4-BE49-F238E27FC236}">
                <a16:creationId xmlns:a16="http://schemas.microsoft.com/office/drawing/2014/main" id="{9717D35C-4C8B-067F-B616-FD2331331224}"/>
              </a:ext>
            </a:extLst>
          </p:cNvPr>
          <p:cNvSpPr>
            <a:spLocks noGrp="1"/>
          </p:cNvSpPr>
          <p:nvPr/>
        </p:nvSpPr>
        <p:spPr>
          <a:xfrm>
            <a:off x="9146473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99664272"/>
      </p:ext>
    </p:extLst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2ABCA-D68C-BFD4-CF11-223B5A011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3720983A-C233-6DE7-27FD-3FE1F4D6FBE6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5C280C77-A917-3219-D3DD-C5E225C10770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C5415A60-E7F9-D29A-746F-23E4D55CD02F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B6FCF03B-C30A-5683-B687-F2CFCC3681DE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5F5EF0A4-A1D4-DB7D-F19F-5CB7263A34C8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9085D99D-4C58-42B1-EAB7-33811C1792D7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D42B73A2-023B-629E-449D-D183345850B8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4A027E7E-BABB-447B-9180-40A80C9C6572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E1058C4E-223B-752D-89C3-FA578D2FAC1E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5804C2EC-1EDC-C2A3-E305-C0161DAD2E42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9DC9A6FF-DE8A-1186-EE35-7223A03094F4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A0300F83-9911-C812-85EE-C39FED600E05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5D40E187-DEA2-6C23-C372-67778EEF8396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9EFFEEC2-7A02-6E76-09A0-040126950A52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BA3623A2-0574-9A97-0979-279822B1973E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0AEDB6A5-57C4-6DD1-DCAC-8216B0075B43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D7D86DE2-1A4B-8030-2E24-BB8E0CC0A8D8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0DA9F010-D836-DB28-3020-0F67FA5F47BA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755E373D-26BE-6E6A-C5D7-0A1CB1961933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3A59BDC6-071C-8A73-DBFE-866BDD70C108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79A0358A-64E1-4DCA-1AB5-CCD8C15B50E2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08F198E2-5423-FEBC-13AD-95994E5A5DAD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7163A9BD-39DB-FD3C-3C20-59C465E43123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9" name="Triangle">
            <a:extLst>
              <a:ext uri="{FF2B5EF4-FFF2-40B4-BE49-F238E27FC236}">
                <a16:creationId xmlns:a16="http://schemas.microsoft.com/office/drawing/2014/main" id="{26DB56A5-7EF6-36D1-34F5-D453F2CF816D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CAE5B882-8DDF-3462-C810-B7866B477001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C15C8ECB-3EEC-8D97-02BA-9955AD3C2B20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B1908B12-8450-2449-99AA-07CB2107A159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91738442-341E-6437-F846-0BFFF1B1759F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" name="Triangle">
            <a:extLst>
              <a:ext uri="{FF2B5EF4-FFF2-40B4-BE49-F238E27FC236}">
                <a16:creationId xmlns:a16="http://schemas.microsoft.com/office/drawing/2014/main" id="{3DA3D120-90ED-8CB5-BA1C-48DB00785223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" name="4">
            <a:extLst>
              <a:ext uri="{FF2B5EF4-FFF2-40B4-BE49-F238E27FC236}">
                <a16:creationId xmlns:a16="http://schemas.microsoft.com/office/drawing/2014/main" id="{C4A8C544-AFAE-A29F-F18C-EECCCB48FB34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4</a:t>
            </a:r>
          </a:p>
        </p:txBody>
      </p:sp>
      <p:sp>
        <p:nvSpPr>
          <p:cNvPr id="4" name="Triangle">
            <a:extLst>
              <a:ext uri="{FF2B5EF4-FFF2-40B4-BE49-F238E27FC236}">
                <a16:creationId xmlns:a16="http://schemas.microsoft.com/office/drawing/2014/main" id="{EF3A6AB7-45B4-8852-DDDC-23C5416417F2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5" name="5">
            <a:extLst>
              <a:ext uri="{FF2B5EF4-FFF2-40B4-BE49-F238E27FC236}">
                <a16:creationId xmlns:a16="http://schemas.microsoft.com/office/drawing/2014/main" id="{CC365599-A33A-DF8B-DC25-801831565DCA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6" name="Triangle">
            <a:extLst>
              <a:ext uri="{FF2B5EF4-FFF2-40B4-BE49-F238E27FC236}">
                <a16:creationId xmlns:a16="http://schemas.microsoft.com/office/drawing/2014/main" id="{5C7737C6-0319-671B-B728-8441C9515534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" name="8">
            <a:extLst>
              <a:ext uri="{FF2B5EF4-FFF2-40B4-BE49-F238E27FC236}">
                <a16:creationId xmlns:a16="http://schemas.microsoft.com/office/drawing/2014/main" id="{27199F17-11D7-839C-29B0-54D00221FCEF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8</a:t>
            </a:r>
          </a:p>
        </p:txBody>
      </p:sp>
      <p:sp>
        <p:nvSpPr>
          <p:cNvPr id="8" name="4">
            <a:extLst>
              <a:ext uri="{FF2B5EF4-FFF2-40B4-BE49-F238E27FC236}">
                <a16:creationId xmlns:a16="http://schemas.microsoft.com/office/drawing/2014/main" id="{21311C18-3915-C400-92AC-3DF28E75751B}"/>
              </a:ext>
            </a:extLst>
          </p:cNvPr>
          <p:cNvSpPr>
            <a:spLocks noGrp="1"/>
          </p:cNvSpPr>
          <p:nvPr/>
        </p:nvSpPr>
        <p:spPr>
          <a:xfrm>
            <a:off x="3865355" y="5004928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10" name="Triangle">
            <a:extLst>
              <a:ext uri="{FF2B5EF4-FFF2-40B4-BE49-F238E27FC236}">
                <a16:creationId xmlns:a16="http://schemas.microsoft.com/office/drawing/2014/main" id="{212C1E0A-E0F1-C274-25EC-E7A0C6AC3B3B}"/>
              </a:ext>
            </a:extLst>
          </p:cNvPr>
          <p:cNvSpPr>
            <a:spLocks noGrp="1"/>
          </p:cNvSpPr>
          <p:nvPr/>
        </p:nvSpPr>
        <p:spPr>
          <a:xfrm>
            <a:off x="10857599" y="4905812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" name="Triangle">
            <a:extLst>
              <a:ext uri="{FF2B5EF4-FFF2-40B4-BE49-F238E27FC236}">
                <a16:creationId xmlns:a16="http://schemas.microsoft.com/office/drawing/2014/main" id="{9155B101-0CE3-72BA-DEC4-43A493590A5C}"/>
              </a:ext>
            </a:extLst>
          </p:cNvPr>
          <p:cNvSpPr>
            <a:spLocks noGrp="1"/>
          </p:cNvSpPr>
          <p:nvPr/>
        </p:nvSpPr>
        <p:spPr>
          <a:xfrm>
            <a:off x="8269000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" name="9">
            <a:extLst>
              <a:ext uri="{FF2B5EF4-FFF2-40B4-BE49-F238E27FC236}">
                <a16:creationId xmlns:a16="http://schemas.microsoft.com/office/drawing/2014/main" id="{393ACE1C-D6C6-DC46-BB62-39D1B4431F02}"/>
              </a:ext>
            </a:extLst>
          </p:cNvPr>
          <p:cNvSpPr>
            <a:spLocks noGrp="1"/>
          </p:cNvSpPr>
          <p:nvPr/>
        </p:nvSpPr>
        <p:spPr>
          <a:xfrm>
            <a:off x="9146473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9</a:t>
            </a:r>
          </a:p>
        </p:txBody>
      </p:sp>
      <p:sp>
        <p:nvSpPr>
          <p:cNvPr id="14" name="Triangle">
            <a:extLst>
              <a:ext uri="{FF2B5EF4-FFF2-40B4-BE49-F238E27FC236}">
                <a16:creationId xmlns:a16="http://schemas.microsoft.com/office/drawing/2014/main" id="{0B759418-4D43-A76E-D217-7638F54AD521}"/>
              </a:ext>
            </a:extLst>
          </p:cNvPr>
          <p:cNvSpPr>
            <a:spLocks noGrp="1"/>
          </p:cNvSpPr>
          <p:nvPr/>
        </p:nvSpPr>
        <p:spPr>
          <a:xfrm>
            <a:off x="10857599" y="10140776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" name="3">
            <a:extLst>
              <a:ext uri="{FF2B5EF4-FFF2-40B4-BE49-F238E27FC236}">
                <a16:creationId xmlns:a16="http://schemas.microsoft.com/office/drawing/2014/main" id="{64797B7E-72BC-4D20-23C8-7580E0759A12}"/>
              </a:ext>
            </a:extLst>
          </p:cNvPr>
          <p:cNvSpPr>
            <a:spLocks noGrp="1"/>
          </p:cNvSpPr>
          <p:nvPr/>
        </p:nvSpPr>
        <p:spPr>
          <a:xfrm>
            <a:off x="11735072" y="11298490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26229864"/>
      </p:ext>
    </p:extLst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B2421-B23B-FB07-7871-27C328271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CC6EBDF2-9CE2-8DBF-5866-71C74363348C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CB2CA7D4-E957-ACF8-F915-58987129440B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D37C9A78-2686-3C48-658F-6C3F4636DC8D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63C43E55-4C22-03AC-2D16-403749879AAC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2D2FC92C-05B8-83C7-F9C5-3DD5F97F8978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3BDC8365-6F60-D73E-32B9-AE97C01BC8DB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1774E70A-04E0-59ED-D3FA-96E31F9BB344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B254702D-BD03-1364-C0DF-E3B8F8F067DB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EF3F2728-B728-179E-ED42-A28DFBA2EFA1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E91A73CF-E545-007E-C58A-622A3177091C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6EE88EE0-F756-6CA8-AC44-9A6CC49D1F3B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859D99B1-BE3D-AB5D-86C9-857BE9A96314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F1503573-9388-BA57-2D32-0ADDD9F9B3F5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653034A8-BCBA-3B44-0AA8-640445527D82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AC7F9043-F69F-E746-D575-DD10B17231D0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4A2BF95F-8213-D6FC-DA95-94ACED8C6987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5A1A1AE4-7975-65E1-2CB8-B0E47CC70B9D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1D32A985-3BA3-FB20-BDE0-9F6C23030B06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AAD8B210-3931-F201-B826-F7D49D2EE908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3B99579D-6CA1-FBE6-4C76-F4BACE7BBB80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DCEB4BC1-7E57-F5B8-E187-89AFBF237314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AA71A3C8-EE2C-E969-4023-137DF174A742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D85A757D-8278-B500-4920-778B8A77075A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9" name="Triangle">
            <a:extLst>
              <a:ext uri="{FF2B5EF4-FFF2-40B4-BE49-F238E27FC236}">
                <a16:creationId xmlns:a16="http://schemas.microsoft.com/office/drawing/2014/main" id="{FF1B4BD2-80A9-AE9B-423C-35F3B0A7BFF5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517EE50C-BD98-496B-71EC-A59A301C7BF9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716CF13F-FC25-E030-99C0-E0441B405D98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D14FDFBC-C88A-8D74-EC36-69E430B2FF5D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17855C70-E526-8BCD-9DF2-F5834000FB16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" name="Triangle">
            <a:extLst>
              <a:ext uri="{FF2B5EF4-FFF2-40B4-BE49-F238E27FC236}">
                <a16:creationId xmlns:a16="http://schemas.microsoft.com/office/drawing/2014/main" id="{3D78350A-ABFF-2B81-C14C-5891AFFF46AF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" name="4">
            <a:extLst>
              <a:ext uri="{FF2B5EF4-FFF2-40B4-BE49-F238E27FC236}">
                <a16:creationId xmlns:a16="http://schemas.microsoft.com/office/drawing/2014/main" id="{496846A6-DF9F-1FF7-ABEE-152DF226E14A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4</a:t>
            </a:r>
          </a:p>
        </p:txBody>
      </p:sp>
      <p:sp>
        <p:nvSpPr>
          <p:cNvPr id="4" name="Triangle">
            <a:extLst>
              <a:ext uri="{FF2B5EF4-FFF2-40B4-BE49-F238E27FC236}">
                <a16:creationId xmlns:a16="http://schemas.microsoft.com/office/drawing/2014/main" id="{96DCC851-F5C7-3C35-E8C4-FCB367D15AE8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5" name="5">
            <a:extLst>
              <a:ext uri="{FF2B5EF4-FFF2-40B4-BE49-F238E27FC236}">
                <a16:creationId xmlns:a16="http://schemas.microsoft.com/office/drawing/2014/main" id="{55489059-B46F-5EE2-79C7-A4ACEEFA2EA3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6" name="Triangle">
            <a:extLst>
              <a:ext uri="{FF2B5EF4-FFF2-40B4-BE49-F238E27FC236}">
                <a16:creationId xmlns:a16="http://schemas.microsoft.com/office/drawing/2014/main" id="{A34900AC-A6D7-D67F-EBC4-6A3474F6D9E9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" name="8">
            <a:extLst>
              <a:ext uri="{FF2B5EF4-FFF2-40B4-BE49-F238E27FC236}">
                <a16:creationId xmlns:a16="http://schemas.microsoft.com/office/drawing/2014/main" id="{27F803AF-BAE6-239D-5960-087A146CBA85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8</a:t>
            </a:r>
          </a:p>
        </p:txBody>
      </p:sp>
      <p:sp>
        <p:nvSpPr>
          <p:cNvPr id="8" name="4">
            <a:extLst>
              <a:ext uri="{FF2B5EF4-FFF2-40B4-BE49-F238E27FC236}">
                <a16:creationId xmlns:a16="http://schemas.microsoft.com/office/drawing/2014/main" id="{25815E32-37D6-01E8-4F81-760657243D37}"/>
              </a:ext>
            </a:extLst>
          </p:cNvPr>
          <p:cNvSpPr>
            <a:spLocks noGrp="1"/>
          </p:cNvSpPr>
          <p:nvPr/>
        </p:nvSpPr>
        <p:spPr>
          <a:xfrm>
            <a:off x="3865355" y="5004928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10" name="Triangle">
            <a:extLst>
              <a:ext uri="{FF2B5EF4-FFF2-40B4-BE49-F238E27FC236}">
                <a16:creationId xmlns:a16="http://schemas.microsoft.com/office/drawing/2014/main" id="{0E7FF083-26E3-7F68-9231-3D02DBD7DF69}"/>
              </a:ext>
            </a:extLst>
          </p:cNvPr>
          <p:cNvSpPr>
            <a:spLocks noGrp="1"/>
          </p:cNvSpPr>
          <p:nvPr/>
        </p:nvSpPr>
        <p:spPr>
          <a:xfrm>
            <a:off x="10857599" y="4905812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" name="Triangle">
            <a:extLst>
              <a:ext uri="{FF2B5EF4-FFF2-40B4-BE49-F238E27FC236}">
                <a16:creationId xmlns:a16="http://schemas.microsoft.com/office/drawing/2014/main" id="{C94985F1-BCD3-52AC-8F9E-DF1E77E425E5}"/>
              </a:ext>
            </a:extLst>
          </p:cNvPr>
          <p:cNvSpPr>
            <a:spLocks noGrp="1"/>
          </p:cNvSpPr>
          <p:nvPr/>
        </p:nvSpPr>
        <p:spPr>
          <a:xfrm>
            <a:off x="8269000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" name="9">
            <a:extLst>
              <a:ext uri="{FF2B5EF4-FFF2-40B4-BE49-F238E27FC236}">
                <a16:creationId xmlns:a16="http://schemas.microsoft.com/office/drawing/2014/main" id="{F2320415-39F9-09E5-DC32-FF45C4B19164}"/>
              </a:ext>
            </a:extLst>
          </p:cNvPr>
          <p:cNvSpPr>
            <a:spLocks noGrp="1"/>
          </p:cNvSpPr>
          <p:nvPr/>
        </p:nvSpPr>
        <p:spPr>
          <a:xfrm>
            <a:off x="9146473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9</a:t>
            </a:r>
          </a:p>
        </p:txBody>
      </p:sp>
      <p:sp>
        <p:nvSpPr>
          <p:cNvPr id="12" name="Triangle">
            <a:extLst>
              <a:ext uri="{FF2B5EF4-FFF2-40B4-BE49-F238E27FC236}">
                <a16:creationId xmlns:a16="http://schemas.microsoft.com/office/drawing/2014/main" id="{EDA000CA-E552-C50B-1DFF-3577D7BF707C}"/>
              </a:ext>
            </a:extLst>
          </p:cNvPr>
          <p:cNvSpPr>
            <a:spLocks noGrp="1"/>
          </p:cNvSpPr>
          <p:nvPr/>
        </p:nvSpPr>
        <p:spPr>
          <a:xfrm>
            <a:off x="13550118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" name="7">
            <a:extLst>
              <a:ext uri="{FF2B5EF4-FFF2-40B4-BE49-F238E27FC236}">
                <a16:creationId xmlns:a16="http://schemas.microsoft.com/office/drawing/2014/main" id="{BD3313FB-8AC3-4A63-0FE8-90DE32AA0484}"/>
              </a:ext>
            </a:extLst>
          </p:cNvPr>
          <p:cNvSpPr>
            <a:spLocks noGrp="1"/>
          </p:cNvSpPr>
          <p:nvPr/>
        </p:nvSpPr>
        <p:spPr>
          <a:xfrm>
            <a:off x="14427591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14" name="Triangle">
            <a:extLst>
              <a:ext uri="{FF2B5EF4-FFF2-40B4-BE49-F238E27FC236}">
                <a16:creationId xmlns:a16="http://schemas.microsoft.com/office/drawing/2014/main" id="{58608856-941B-91D1-120A-5A6531E5B295}"/>
              </a:ext>
            </a:extLst>
          </p:cNvPr>
          <p:cNvSpPr>
            <a:spLocks noGrp="1"/>
          </p:cNvSpPr>
          <p:nvPr/>
        </p:nvSpPr>
        <p:spPr>
          <a:xfrm>
            <a:off x="10857599" y="10140776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" name="3">
            <a:extLst>
              <a:ext uri="{FF2B5EF4-FFF2-40B4-BE49-F238E27FC236}">
                <a16:creationId xmlns:a16="http://schemas.microsoft.com/office/drawing/2014/main" id="{298CFA7F-36A3-E20C-DA0C-53D79A33BA5B}"/>
              </a:ext>
            </a:extLst>
          </p:cNvPr>
          <p:cNvSpPr>
            <a:spLocks noGrp="1"/>
          </p:cNvSpPr>
          <p:nvPr/>
        </p:nvSpPr>
        <p:spPr>
          <a:xfrm>
            <a:off x="11735072" y="11298490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21815127"/>
      </p:ext>
    </p:extLst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F3F1F-BED0-C210-2247-6CF9BBFD1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F83029FC-E382-6EF8-5BAE-5A1F19F9819F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0967043A-754B-3BF2-87A8-4197B4988BD7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2D3163FE-2F00-8565-EB66-80FF4CEB64B5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EDF5E374-77D9-99FD-5D0F-F3E24D0B7B67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1010499D-2767-DE0B-7BAB-F0A10C11D3F0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F4E10652-7B4A-B1C7-58CA-83277389A3B3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441DC121-8217-DB21-2F4F-EE1F56A0E7AB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422432D0-8E77-38A5-6711-7C4BB4C6A369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390FAC69-1976-733C-70E9-D600E183D3FD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01C049D2-BBCF-E250-FCF7-952BCE80C0CD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E8DF7323-74E8-448F-4EF9-F03A57F6129F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D0D325FA-5605-EEFB-90A8-798B55FDDE84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403AD04A-5B86-E5C4-0568-451A73483E89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996FD47E-4981-FCB3-C509-480C0C71083B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84D2BFC4-0941-5C6C-DAC0-AF3CDCE619DC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E6EF7508-7EAE-E0A7-AA1A-C096FA37551E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13C72763-AB4E-E88B-6303-0637CB751BA3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BA6BD0AE-9E9F-7893-A5B1-AA07FAE51573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0EAA3344-D6D0-63A3-6370-CD83055A722C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607E5021-9C43-6053-165A-DA296A34DF74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DCDB194E-5884-EF00-7AB2-0AB53093269F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BA1767AC-BD04-3921-7F87-C5789FA51F62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EB1DEBD3-6998-78B0-5919-EA60DC5CBE61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9" name="Triangle">
            <a:extLst>
              <a:ext uri="{FF2B5EF4-FFF2-40B4-BE49-F238E27FC236}">
                <a16:creationId xmlns:a16="http://schemas.microsoft.com/office/drawing/2014/main" id="{5741684C-ECA3-9D14-CB1D-A52805EF902E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B2913599-E7B0-A800-4D91-E5D6176E6088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E8316FB0-B564-CFAC-D5D8-5FD010164A45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044A8013-6069-5BC2-86BF-C3C7DFCD2B2A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61B293A7-0564-3B8A-8DE1-B35D402CD165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" name="Triangle">
            <a:extLst>
              <a:ext uri="{FF2B5EF4-FFF2-40B4-BE49-F238E27FC236}">
                <a16:creationId xmlns:a16="http://schemas.microsoft.com/office/drawing/2014/main" id="{4CB9AF8E-E7E3-10E4-DFD2-3C0D1017F10E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" name="4">
            <a:extLst>
              <a:ext uri="{FF2B5EF4-FFF2-40B4-BE49-F238E27FC236}">
                <a16:creationId xmlns:a16="http://schemas.microsoft.com/office/drawing/2014/main" id="{3C6FD213-67DB-FF31-BDFA-02D35780F713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4</a:t>
            </a:r>
          </a:p>
        </p:txBody>
      </p:sp>
      <p:sp>
        <p:nvSpPr>
          <p:cNvPr id="4" name="Triangle">
            <a:extLst>
              <a:ext uri="{FF2B5EF4-FFF2-40B4-BE49-F238E27FC236}">
                <a16:creationId xmlns:a16="http://schemas.microsoft.com/office/drawing/2014/main" id="{2157AEBE-1DA2-DC26-BF2C-EE206CA0078B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5" name="5">
            <a:extLst>
              <a:ext uri="{FF2B5EF4-FFF2-40B4-BE49-F238E27FC236}">
                <a16:creationId xmlns:a16="http://schemas.microsoft.com/office/drawing/2014/main" id="{853C2A79-0EE6-563B-9BC9-6F5803A9D888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6" name="Triangle">
            <a:extLst>
              <a:ext uri="{FF2B5EF4-FFF2-40B4-BE49-F238E27FC236}">
                <a16:creationId xmlns:a16="http://schemas.microsoft.com/office/drawing/2014/main" id="{B7FBF312-3E73-596B-5C7B-6EBBD625E56E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" name="8">
            <a:extLst>
              <a:ext uri="{FF2B5EF4-FFF2-40B4-BE49-F238E27FC236}">
                <a16:creationId xmlns:a16="http://schemas.microsoft.com/office/drawing/2014/main" id="{D11EA9EC-E54B-C763-28B9-24BE60EF738F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8</a:t>
            </a:r>
          </a:p>
        </p:txBody>
      </p:sp>
      <p:sp>
        <p:nvSpPr>
          <p:cNvPr id="8" name="4">
            <a:extLst>
              <a:ext uri="{FF2B5EF4-FFF2-40B4-BE49-F238E27FC236}">
                <a16:creationId xmlns:a16="http://schemas.microsoft.com/office/drawing/2014/main" id="{8EAC4779-DA6E-328B-4B19-2F85AAD2A8D9}"/>
              </a:ext>
            </a:extLst>
          </p:cNvPr>
          <p:cNvSpPr>
            <a:spLocks noGrp="1"/>
          </p:cNvSpPr>
          <p:nvPr/>
        </p:nvSpPr>
        <p:spPr>
          <a:xfrm>
            <a:off x="3865355" y="5004928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10" name="Triangle">
            <a:extLst>
              <a:ext uri="{FF2B5EF4-FFF2-40B4-BE49-F238E27FC236}">
                <a16:creationId xmlns:a16="http://schemas.microsoft.com/office/drawing/2014/main" id="{44FC7840-9F2E-D08B-148B-38A6445275FD}"/>
              </a:ext>
            </a:extLst>
          </p:cNvPr>
          <p:cNvSpPr>
            <a:spLocks noGrp="1"/>
          </p:cNvSpPr>
          <p:nvPr/>
        </p:nvSpPr>
        <p:spPr>
          <a:xfrm>
            <a:off x="10857599" y="4905812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" name="Triangle">
            <a:extLst>
              <a:ext uri="{FF2B5EF4-FFF2-40B4-BE49-F238E27FC236}">
                <a16:creationId xmlns:a16="http://schemas.microsoft.com/office/drawing/2014/main" id="{069B6A5F-396B-6592-B65B-1B623CB62A43}"/>
              </a:ext>
            </a:extLst>
          </p:cNvPr>
          <p:cNvSpPr>
            <a:spLocks noGrp="1"/>
          </p:cNvSpPr>
          <p:nvPr/>
        </p:nvSpPr>
        <p:spPr>
          <a:xfrm>
            <a:off x="8269000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" name="9">
            <a:extLst>
              <a:ext uri="{FF2B5EF4-FFF2-40B4-BE49-F238E27FC236}">
                <a16:creationId xmlns:a16="http://schemas.microsoft.com/office/drawing/2014/main" id="{55DCFEB8-FEF7-C6F7-9DFC-2A541B2276ED}"/>
              </a:ext>
            </a:extLst>
          </p:cNvPr>
          <p:cNvSpPr>
            <a:spLocks noGrp="1"/>
          </p:cNvSpPr>
          <p:nvPr/>
        </p:nvSpPr>
        <p:spPr>
          <a:xfrm>
            <a:off x="9146473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9</a:t>
            </a:r>
          </a:p>
        </p:txBody>
      </p:sp>
      <p:sp>
        <p:nvSpPr>
          <p:cNvPr id="12" name="Triangle">
            <a:extLst>
              <a:ext uri="{FF2B5EF4-FFF2-40B4-BE49-F238E27FC236}">
                <a16:creationId xmlns:a16="http://schemas.microsoft.com/office/drawing/2014/main" id="{F238836E-D6BC-4B0B-0591-49A1B83054B5}"/>
              </a:ext>
            </a:extLst>
          </p:cNvPr>
          <p:cNvSpPr>
            <a:spLocks noGrp="1"/>
          </p:cNvSpPr>
          <p:nvPr/>
        </p:nvSpPr>
        <p:spPr>
          <a:xfrm>
            <a:off x="13550118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" name="7">
            <a:extLst>
              <a:ext uri="{FF2B5EF4-FFF2-40B4-BE49-F238E27FC236}">
                <a16:creationId xmlns:a16="http://schemas.microsoft.com/office/drawing/2014/main" id="{0B4AE5EF-1EF4-F6A0-7847-D24406E2404A}"/>
              </a:ext>
            </a:extLst>
          </p:cNvPr>
          <p:cNvSpPr>
            <a:spLocks noGrp="1"/>
          </p:cNvSpPr>
          <p:nvPr/>
        </p:nvSpPr>
        <p:spPr>
          <a:xfrm>
            <a:off x="14427591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14" name="Triangle">
            <a:extLst>
              <a:ext uri="{FF2B5EF4-FFF2-40B4-BE49-F238E27FC236}">
                <a16:creationId xmlns:a16="http://schemas.microsoft.com/office/drawing/2014/main" id="{04DD8151-8015-F5AF-DA53-8A8A6DB5C0BF}"/>
              </a:ext>
            </a:extLst>
          </p:cNvPr>
          <p:cNvSpPr>
            <a:spLocks noGrp="1"/>
          </p:cNvSpPr>
          <p:nvPr/>
        </p:nvSpPr>
        <p:spPr>
          <a:xfrm>
            <a:off x="10857599" y="10140776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" name="3">
            <a:extLst>
              <a:ext uri="{FF2B5EF4-FFF2-40B4-BE49-F238E27FC236}">
                <a16:creationId xmlns:a16="http://schemas.microsoft.com/office/drawing/2014/main" id="{4537CA7F-AC84-436E-AB0A-18D6029E8459}"/>
              </a:ext>
            </a:extLst>
          </p:cNvPr>
          <p:cNvSpPr>
            <a:spLocks noGrp="1"/>
          </p:cNvSpPr>
          <p:nvPr/>
        </p:nvSpPr>
        <p:spPr>
          <a:xfrm>
            <a:off x="11735072" y="11298490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16" name="3">
            <a:extLst>
              <a:ext uri="{FF2B5EF4-FFF2-40B4-BE49-F238E27FC236}">
                <a16:creationId xmlns:a16="http://schemas.microsoft.com/office/drawing/2014/main" id="{EA1C19D9-A960-FE72-21B5-6C3C4B8F8B3A}"/>
              </a:ext>
            </a:extLst>
          </p:cNvPr>
          <p:cNvSpPr>
            <a:spLocks noGrp="1"/>
          </p:cNvSpPr>
          <p:nvPr/>
        </p:nvSpPr>
        <p:spPr>
          <a:xfrm>
            <a:off x="11735071" y="4991614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06152277"/>
      </p:ext>
    </p:extLst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90AC6-63A6-DDA1-DF9D-76DD6B961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0EFC0EAE-B17C-DA14-4DC0-8A1F4C259A3E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EE197E47-4987-D51B-7359-F002195AF034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8BDCF0FA-D12B-2905-A4A6-B0CC56524EB6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1DE072D6-8A83-ECAA-DCC8-F12B7AFDF4A8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820782AE-A5CD-E7FD-849B-F35A4CF5B26C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B487E67A-1EFE-0410-3C8C-A0DE9BDB876F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9B263AA1-CD90-FF2E-78E9-753D6C9FD65C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4476C80F-DE01-53E7-EC5D-CB9CAE9229A2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68C63F77-E911-F227-AFD7-DB7C6DDED9F2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F6F6611B-8B52-AC0A-30CE-2DD0E473F126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5EEE2C21-00AE-FC65-E95F-7B5FF54DC45D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0791B2CB-5D81-7F48-C5C3-0252DA6C74D7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A0CBA877-745D-F95D-A31B-F972CEC4432A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D1790CE8-F2DE-940C-7EE9-A9455409A4F7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B13C491B-C56F-CEAD-11AD-F4B918D850E5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9CAE363F-2903-C293-F252-9DA34DC16CD0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9F013AC6-1684-396F-BE37-CDA496BA13EB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B2705040-C1AB-C41F-88FF-F760F3D4A076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78AF9A65-644D-DF81-FD3B-63C4B791957E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C5E6608B-DDAC-1A71-4439-297B636F83CF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60B25D2C-44D8-A180-7FFC-8EA8F3F35170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1A82D082-A0B7-A4C9-2021-0700C726ED02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F69B2F2F-FFB8-C5AF-11FE-829C4FA7E503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9" name="Triangle">
            <a:extLst>
              <a:ext uri="{FF2B5EF4-FFF2-40B4-BE49-F238E27FC236}">
                <a16:creationId xmlns:a16="http://schemas.microsoft.com/office/drawing/2014/main" id="{BF99C9A2-B8EE-45D9-CBAF-E3C44B4F71E7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1B81EC53-34AA-A066-758F-5E4CA3DA5F4A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6AE68BC9-9E73-E109-9F13-367F25802760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1EC2E0A5-CE16-35F1-FC3C-FA24408D2204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F579A1A5-50A6-5D51-59EA-C08D4F6EDE4B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" name="Triangle">
            <a:extLst>
              <a:ext uri="{FF2B5EF4-FFF2-40B4-BE49-F238E27FC236}">
                <a16:creationId xmlns:a16="http://schemas.microsoft.com/office/drawing/2014/main" id="{34ECC944-A7D8-6BC1-640B-D1B7A04F3DC6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" name="4">
            <a:extLst>
              <a:ext uri="{FF2B5EF4-FFF2-40B4-BE49-F238E27FC236}">
                <a16:creationId xmlns:a16="http://schemas.microsoft.com/office/drawing/2014/main" id="{9C162021-BF38-61B0-C0D5-CB711E8DB2FE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4</a:t>
            </a:r>
          </a:p>
        </p:txBody>
      </p:sp>
      <p:sp>
        <p:nvSpPr>
          <p:cNvPr id="4" name="Triangle">
            <a:extLst>
              <a:ext uri="{FF2B5EF4-FFF2-40B4-BE49-F238E27FC236}">
                <a16:creationId xmlns:a16="http://schemas.microsoft.com/office/drawing/2014/main" id="{7948962D-0CA2-A879-43FA-3A9293409661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5" name="5">
            <a:extLst>
              <a:ext uri="{FF2B5EF4-FFF2-40B4-BE49-F238E27FC236}">
                <a16:creationId xmlns:a16="http://schemas.microsoft.com/office/drawing/2014/main" id="{6909FA1A-5DB2-1217-7EBF-100266655DCE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6" name="Triangle">
            <a:extLst>
              <a:ext uri="{FF2B5EF4-FFF2-40B4-BE49-F238E27FC236}">
                <a16:creationId xmlns:a16="http://schemas.microsoft.com/office/drawing/2014/main" id="{E1A59D97-3FAE-0CF8-BE03-5598EAEB621E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" name="8">
            <a:extLst>
              <a:ext uri="{FF2B5EF4-FFF2-40B4-BE49-F238E27FC236}">
                <a16:creationId xmlns:a16="http://schemas.microsoft.com/office/drawing/2014/main" id="{3CD24D0C-89A2-8D20-BE12-D9B0198D66E0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8</a:t>
            </a:r>
          </a:p>
        </p:txBody>
      </p:sp>
      <p:sp>
        <p:nvSpPr>
          <p:cNvPr id="8" name="4">
            <a:extLst>
              <a:ext uri="{FF2B5EF4-FFF2-40B4-BE49-F238E27FC236}">
                <a16:creationId xmlns:a16="http://schemas.microsoft.com/office/drawing/2014/main" id="{29DEE117-6216-8EF7-E809-A35CF72202D6}"/>
              </a:ext>
            </a:extLst>
          </p:cNvPr>
          <p:cNvSpPr>
            <a:spLocks noGrp="1"/>
          </p:cNvSpPr>
          <p:nvPr/>
        </p:nvSpPr>
        <p:spPr>
          <a:xfrm>
            <a:off x="3865355" y="5004928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10" name="Triangle">
            <a:extLst>
              <a:ext uri="{FF2B5EF4-FFF2-40B4-BE49-F238E27FC236}">
                <a16:creationId xmlns:a16="http://schemas.microsoft.com/office/drawing/2014/main" id="{7216B46B-6E4B-CE66-776B-E54382EA1992}"/>
              </a:ext>
            </a:extLst>
          </p:cNvPr>
          <p:cNvSpPr>
            <a:spLocks noGrp="1"/>
          </p:cNvSpPr>
          <p:nvPr/>
        </p:nvSpPr>
        <p:spPr>
          <a:xfrm>
            <a:off x="10857599" y="4905812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" name="Triangle">
            <a:extLst>
              <a:ext uri="{FF2B5EF4-FFF2-40B4-BE49-F238E27FC236}">
                <a16:creationId xmlns:a16="http://schemas.microsoft.com/office/drawing/2014/main" id="{A504BD2A-013C-B48B-ABF4-03AC4E769F86}"/>
              </a:ext>
            </a:extLst>
          </p:cNvPr>
          <p:cNvSpPr>
            <a:spLocks noGrp="1"/>
          </p:cNvSpPr>
          <p:nvPr/>
        </p:nvSpPr>
        <p:spPr>
          <a:xfrm>
            <a:off x="8269000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" name="9">
            <a:extLst>
              <a:ext uri="{FF2B5EF4-FFF2-40B4-BE49-F238E27FC236}">
                <a16:creationId xmlns:a16="http://schemas.microsoft.com/office/drawing/2014/main" id="{71559154-71C5-80CC-18CA-1434A522C69C}"/>
              </a:ext>
            </a:extLst>
          </p:cNvPr>
          <p:cNvSpPr>
            <a:spLocks noGrp="1"/>
          </p:cNvSpPr>
          <p:nvPr/>
        </p:nvSpPr>
        <p:spPr>
          <a:xfrm>
            <a:off x="9146473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9</a:t>
            </a:r>
          </a:p>
        </p:txBody>
      </p:sp>
      <p:sp>
        <p:nvSpPr>
          <p:cNvPr id="12" name="Triangle">
            <a:extLst>
              <a:ext uri="{FF2B5EF4-FFF2-40B4-BE49-F238E27FC236}">
                <a16:creationId xmlns:a16="http://schemas.microsoft.com/office/drawing/2014/main" id="{1906B45D-62FE-3F9F-F8D2-0BD618A8B9E6}"/>
              </a:ext>
            </a:extLst>
          </p:cNvPr>
          <p:cNvSpPr>
            <a:spLocks noGrp="1"/>
          </p:cNvSpPr>
          <p:nvPr/>
        </p:nvSpPr>
        <p:spPr>
          <a:xfrm>
            <a:off x="13550118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" name="7">
            <a:extLst>
              <a:ext uri="{FF2B5EF4-FFF2-40B4-BE49-F238E27FC236}">
                <a16:creationId xmlns:a16="http://schemas.microsoft.com/office/drawing/2014/main" id="{FFCCEA2C-F618-7013-C467-C27B3B011A8E}"/>
              </a:ext>
            </a:extLst>
          </p:cNvPr>
          <p:cNvSpPr>
            <a:spLocks noGrp="1"/>
          </p:cNvSpPr>
          <p:nvPr/>
        </p:nvSpPr>
        <p:spPr>
          <a:xfrm>
            <a:off x="14427591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14" name="Triangle">
            <a:extLst>
              <a:ext uri="{FF2B5EF4-FFF2-40B4-BE49-F238E27FC236}">
                <a16:creationId xmlns:a16="http://schemas.microsoft.com/office/drawing/2014/main" id="{4307E42A-49EA-8C73-E687-654BC6CC7EAF}"/>
              </a:ext>
            </a:extLst>
          </p:cNvPr>
          <p:cNvSpPr>
            <a:spLocks noGrp="1"/>
          </p:cNvSpPr>
          <p:nvPr/>
        </p:nvSpPr>
        <p:spPr>
          <a:xfrm>
            <a:off x="10857599" y="10140776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" name="3">
            <a:extLst>
              <a:ext uri="{FF2B5EF4-FFF2-40B4-BE49-F238E27FC236}">
                <a16:creationId xmlns:a16="http://schemas.microsoft.com/office/drawing/2014/main" id="{734337AB-6FE2-775C-6517-4CB0A6B744C9}"/>
              </a:ext>
            </a:extLst>
          </p:cNvPr>
          <p:cNvSpPr>
            <a:spLocks noGrp="1"/>
          </p:cNvSpPr>
          <p:nvPr/>
        </p:nvSpPr>
        <p:spPr>
          <a:xfrm>
            <a:off x="11735072" y="11298490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16" name="3">
            <a:extLst>
              <a:ext uri="{FF2B5EF4-FFF2-40B4-BE49-F238E27FC236}">
                <a16:creationId xmlns:a16="http://schemas.microsoft.com/office/drawing/2014/main" id="{B12E69E5-D337-104B-77C9-2B10A5F30D83}"/>
              </a:ext>
            </a:extLst>
          </p:cNvPr>
          <p:cNvSpPr>
            <a:spLocks noGrp="1"/>
          </p:cNvSpPr>
          <p:nvPr/>
        </p:nvSpPr>
        <p:spPr>
          <a:xfrm>
            <a:off x="11735071" y="4991614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17" name="Triangle">
            <a:extLst>
              <a:ext uri="{FF2B5EF4-FFF2-40B4-BE49-F238E27FC236}">
                <a16:creationId xmlns:a16="http://schemas.microsoft.com/office/drawing/2014/main" id="{1409C654-510B-3836-2BA4-53E11B788E61}"/>
              </a:ext>
            </a:extLst>
          </p:cNvPr>
          <p:cNvSpPr>
            <a:spLocks noGrp="1"/>
          </p:cNvSpPr>
          <p:nvPr/>
        </p:nvSpPr>
        <p:spPr>
          <a:xfrm>
            <a:off x="18701152" y="4898689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4710733"/>
      </p:ext>
    </p:extLst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BF6CE-ECF5-EEEB-01FC-C2FB47611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74152FF2-58C7-9B5C-A8CD-7F36442F469D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02505594-35D8-BF3A-EF9F-2275F52622E0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A53AA997-0B5F-91B8-C485-472FAC24E32F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62D01C7A-5236-E93C-F346-6F2F9CA2977F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7B3099E7-2872-025B-87A6-E30552D44B3F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071CD6F9-FDC4-7CC9-FCA8-F81609F15E11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35073DFF-20D3-4ECF-20B7-250A2217F906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728B68EF-DDF8-2621-D403-C56578F6F583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1A1D06F2-D67E-5FA7-EB0B-158AD6E0F24E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F05FBD80-9D42-5B55-0018-D4AF9F26469B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86E78861-BD41-D3A3-C72F-AAFB00ACAF9C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4A9672A7-D304-5A0B-924B-DC1E34D19A68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D43EAB8E-5B34-EA02-1F24-BDAA49B92B6B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4223D8C5-3AC9-06A8-1AD8-F844BD96C7C8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95B024DA-3AD8-1B74-5EF0-AA29BF952873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76FD1218-4508-818B-162A-CACA783CBF88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0A64B8E8-7DBE-A80F-0463-BFDB96A9466B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CB9EE2C0-E7C0-B594-6E4A-6C563B81F5E1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52DDE43C-D61D-7865-AA54-FD34874D0AFF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8A6ACB6E-5AEB-1120-1D37-0A4028B6B1B0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2525E705-7F20-4E3C-4D39-02D70484F26F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4950A2F1-8B93-F715-40C1-D924C83A3AFC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E69D5661-AA99-2E8C-DED4-E0815012A231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9" name="Triangle">
            <a:extLst>
              <a:ext uri="{FF2B5EF4-FFF2-40B4-BE49-F238E27FC236}">
                <a16:creationId xmlns:a16="http://schemas.microsoft.com/office/drawing/2014/main" id="{148402A6-F8AA-4466-03AC-4021E3739CF7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D003A1BA-C80C-E565-7D41-AD21E2C2B934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9C7250A1-EFF6-77BD-0CC5-454EF0F081D8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E2F354CA-616C-283B-1846-FEC48D2696EF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54831A51-E2C1-4124-7399-9DAACEC18E05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" name="Triangle">
            <a:extLst>
              <a:ext uri="{FF2B5EF4-FFF2-40B4-BE49-F238E27FC236}">
                <a16:creationId xmlns:a16="http://schemas.microsoft.com/office/drawing/2014/main" id="{70A971D5-6F76-00AC-0434-5CE7EC519DAC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" name="4">
            <a:extLst>
              <a:ext uri="{FF2B5EF4-FFF2-40B4-BE49-F238E27FC236}">
                <a16:creationId xmlns:a16="http://schemas.microsoft.com/office/drawing/2014/main" id="{CDC4A03C-9032-E552-6F76-00B5D87DFAA4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4</a:t>
            </a:r>
          </a:p>
        </p:txBody>
      </p:sp>
      <p:sp>
        <p:nvSpPr>
          <p:cNvPr id="4" name="Triangle">
            <a:extLst>
              <a:ext uri="{FF2B5EF4-FFF2-40B4-BE49-F238E27FC236}">
                <a16:creationId xmlns:a16="http://schemas.microsoft.com/office/drawing/2014/main" id="{DA0B0140-1367-FB4C-5182-EB00A2ED2D58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5" name="5">
            <a:extLst>
              <a:ext uri="{FF2B5EF4-FFF2-40B4-BE49-F238E27FC236}">
                <a16:creationId xmlns:a16="http://schemas.microsoft.com/office/drawing/2014/main" id="{D20B121E-1A43-BAF8-5D2A-C8378E1A9C82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6" name="Triangle">
            <a:extLst>
              <a:ext uri="{FF2B5EF4-FFF2-40B4-BE49-F238E27FC236}">
                <a16:creationId xmlns:a16="http://schemas.microsoft.com/office/drawing/2014/main" id="{814A6544-2BEC-A005-B8E2-BEB7C4471E0D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" name="8">
            <a:extLst>
              <a:ext uri="{FF2B5EF4-FFF2-40B4-BE49-F238E27FC236}">
                <a16:creationId xmlns:a16="http://schemas.microsoft.com/office/drawing/2014/main" id="{270D64B0-914F-6B6D-8C4D-22FD1687716B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8</a:t>
            </a:r>
          </a:p>
        </p:txBody>
      </p:sp>
      <p:sp>
        <p:nvSpPr>
          <p:cNvPr id="8" name="4">
            <a:extLst>
              <a:ext uri="{FF2B5EF4-FFF2-40B4-BE49-F238E27FC236}">
                <a16:creationId xmlns:a16="http://schemas.microsoft.com/office/drawing/2014/main" id="{126CB141-F604-8382-051F-E3CB504DEF63}"/>
              </a:ext>
            </a:extLst>
          </p:cNvPr>
          <p:cNvSpPr>
            <a:spLocks noGrp="1"/>
          </p:cNvSpPr>
          <p:nvPr/>
        </p:nvSpPr>
        <p:spPr>
          <a:xfrm>
            <a:off x="3865355" y="5004928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10" name="Triangle">
            <a:extLst>
              <a:ext uri="{FF2B5EF4-FFF2-40B4-BE49-F238E27FC236}">
                <a16:creationId xmlns:a16="http://schemas.microsoft.com/office/drawing/2014/main" id="{4E693FF8-0DF9-974B-4BE2-476BC3D7F72A}"/>
              </a:ext>
            </a:extLst>
          </p:cNvPr>
          <p:cNvSpPr>
            <a:spLocks noGrp="1"/>
          </p:cNvSpPr>
          <p:nvPr/>
        </p:nvSpPr>
        <p:spPr>
          <a:xfrm>
            <a:off x="10857599" y="4905812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" name="Triangle">
            <a:extLst>
              <a:ext uri="{FF2B5EF4-FFF2-40B4-BE49-F238E27FC236}">
                <a16:creationId xmlns:a16="http://schemas.microsoft.com/office/drawing/2014/main" id="{69D38ADF-3C32-E4B9-7BF2-250C8A1B9175}"/>
              </a:ext>
            </a:extLst>
          </p:cNvPr>
          <p:cNvSpPr>
            <a:spLocks noGrp="1"/>
          </p:cNvSpPr>
          <p:nvPr/>
        </p:nvSpPr>
        <p:spPr>
          <a:xfrm>
            <a:off x="8269000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" name="9">
            <a:extLst>
              <a:ext uri="{FF2B5EF4-FFF2-40B4-BE49-F238E27FC236}">
                <a16:creationId xmlns:a16="http://schemas.microsoft.com/office/drawing/2014/main" id="{CBDD0666-DBBE-6751-6DFE-2D0F36F17585}"/>
              </a:ext>
            </a:extLst>
          </p:cNvPr>
          <p:cNvSpPr>
            <a:spLocks noGrp="1"/>
          </p:cNvSpPr>
          <p:nvPr/>
        </p:nvSpPr>
        <p:spPr>
          <a:xfrm>
            <a:off x="9146473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9</a:t>
            </a:r>
          </a:p>
        </p:txBody>
      </p:sp>
      <p:sp>
        <p:nvSpPr>
          <p:cNvPr id="12" name="Triangle">
            <a:extLst>
              <a:ext uri="{FF2B5EF4-FFF2-40B4-BE49-F238E27FC236}">
                <a16:creationId xmlns:a16="http://schemas.microsoft.com/office/drawing/2014/main" id="{1178E76B-D382-DBBA-3673-78F62DB3450D}"/>
              </a:ext>
            </a:extLst>
          </p:cNvPr>
          <p:cNvSpPr>
            <a:spLocks noGrp="1"/>
          </p:cNvSpPr>
          <p:nvPr/>
        </p:nvSpPr>
        <p:spPr>
          <a:xfrm>
            <a:off x="13550118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" name="7">
            <a:extLst>
              <a:ext uri="{FF2B5EF4-FFF2-40B4-BE49-F238E27FC236}">
                <a16:creationId xmlns:a16="http://schemas.microsoft.com/office/drawing/2014/main" id="{E7D16DDB-E2E4-BE84-7A10-7B26459F2D60}"/>
              </a:ext>
            </a:extLst>
          </p:cNvPr>
          <p:cNvSpPr>
            <a:spLocks noGrp="1"/>
          </p:cNvSpPr>
          <p:nvPr/>
        </p:nvSpPr>
        <p:spPr>
          <a:xfrm>
            <a:off x="14427591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14" name="Triangle">
            <a:extLst>
              <a:ext uri="{FF2B5EF4-FFF2-40B4-BE49-F238E27FC236}">
                <a16:creationId xmlns:a16="http://schemas.microsoft.com/office/drawing/2014/main" id="{97E4E960-F762-803A-93B0-0EE486C2AEBE}"/>
              </a:ext>
            </a:extLst>
          </p:cNvPr>
          <p:cNvSpPr>
            <a:spLocks noGrp="1"/>
          </p:cNvSpPr>
          <p:nvPr/>
        </p:nvSpPr>
        <p:spPr>
          <a:xfrm>
            <a:off x="10857599" y="10140776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" name="3">
            <a:extLst>
              <a:ext uri="{FF2B5EF4-FFF2-40B4-BE49-F238E27FC236}">
                <a16:creationId xmlns:a16="http://schemas.microsoft.com/office/drawing/2014/main" id="{BFCD28A1-D434-8E77-318E-522DF8ABF95C}"/>
              </a:ext>
            </a:extLst>
          </p:cNvPr>
          <p:cNvSpPr>
            <a:spLocks noGrp="1"/>
          </p:cNvSpPr>
          <p:nvPr/>
        </p:nvSpPr>
        <p:spPr>
          <a:xfrm>
            <a:off x="11735072" y="11298490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16" name="3">
            <a:extLst>
              <a:ext uri="{FF2B5EF4-FFF2-40B4-BE49-F238E27FC236}">
                <a16:creationId xmlns:a16="http://schemas.microsoft.com/office/drawing/2014/main" id="{37FE2536-9541-2754-5296-B66160F97C8E}"/>
              </a:ext>
            </a:extLst>
          </p:cNvPr>
          <p:cNvSpPr>
            <a:spLocks noGrp="1"/>
          </p:cNvSpPr>
          <p:nvPr/>
        </p:nvSpPr>
        <p:spPr>
          <a:xfrm>
            <a:off x="11735071" y="4991614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17" name="Triangle">
            <a:extLst>
              <a:ext uri="{FF2B5EF4-FFF2-40B4-BE49-F238E27FC236}">
                <a16:creationId xmlns:a16="http://schemas.microsoft.com/office/drawing/2014/main" id="{35754B04-5083-1238-5CCD-3EB9729EC40B}"/>
              </a:ext>
            </a:extLst>
          </p:cNvPr>
          <p:cNvSpPr>
            <a:spLocks noGrp="1"/>
          </p:cNvSpPr>
          <p:nvPr/>
        </p:nvSpPr>
        <p:spPr>
          <a:xfrm>
            <a:off x="18701152" y="4898689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8" name="Triangle">
            <a:extLst>
              <a:ext uri="{FF2B5EF4-FFF2-40B4-BE49-F238E27FC236}">
                <a16:creationId xmlns:a16="http://schemas.microsoft.com/office/drawing/2014/main" id="{633F92D1-D7A2-2A36-A336-EF7A32A76126}"/>
              </a:ext>
            </a:extLst>
          </p:cNvPr>
          <p:cNvSpPr>
            <a:spLocks noGrp="1"/>
          </p:cNvSpPr>
          <p:nvPr/>
        </p:nvSpPr>
        <p:spPr>
          <a:xfrm>
            <a:off x="16138717" y="10123448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9" name="2">
            <a:extLst>
              <a:ext uri="{FF2B5EF4-FFF2-40B4-BE49-F238E27FC236}">
                <a16:creationId xmlns:a16="http://schemas.microsoft.com/office/drawing/2014/main" id="{A1D6F5AB-8245-458A-916B-2F12C77150A2}"/>
              </a:ext>
            </a:extLst>
          </p:cNvPr>
          <p:cNvSpPr>
            <a:spLocks noGrp="1"/>
          </p:cNvSpPr>
          <p:nvPr/>
        </p:nvSpPr>
        <p:spPr>
          <a:xfrm>
            <a:off x="17016190" y="11281162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30756097"/>
      </p:ext>
    </p:extLst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A3437-175A-7503-DC90-677A11B8B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987BB72C-8E6D-D817-737B-24FD780667E5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12B633C8-AEFD-1E88-40C3-05364BF48E5F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0536DFFA-F810-61B9-653C-C8998B3F9EB3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62AB0F94-0547-1939-24C3-8F24A2A4EEE0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249FB829-E1C9-56CE-979D-73FC4700979D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5AE75194-E93F-8476-80FD-76C47F017E92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8A36CA71-D83F-6B41-E511-3F962AE36D07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53BB7B8F-B40D-E18A-AC73-E8477D32E43C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0CF97212-871D-294A-FDEA-DE432FBDE38F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1357783F-B65A-9E62-4428-BF4C3971AAC9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8736638E-D570-855D-ED04-1A348F94AA92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63227AF4-5AAF-B549-9E69-5EDDC6D520AD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D297BB50-1C8A-6A0C-BC20-10090DF02D2E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4B73FF71-8578-0D61-FBD0-2EAA0BB8B70F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811DA1EB-8F2A-39D4-84C9-7E0CF8329B92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0874EE4D-AFEF-ED58-C0D9-A19C9486F1B0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98FCFC33-2536-E7F1-AAB5-E02DCCCAA7C4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473FFDB1-C2FA-F09F-1EA4-07EFC822A35E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34FF9305-A0B8-EE67-562A-0289253D7F17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89F18D51-774E-29D3-8D8F-E0F27429A125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66F2B29C-FE08-0C54-1806-1E905F183503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289A631D-07B6-43C2-0C7F-BA000C79E168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59FE4887-BF61-0B33-740C-8D39A1B8D8EF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9" name="Triangle">
            <a:extLst>
              <a:ext uri="{FF2B5EF4-FFF2-40B4-BE49-F238E27FC236}">
                <a16:creationId xmlns:a16="http://schemas.microsoft.com/office/drawing/2014/main" id="{F3326C44-3519-031D-73C9-EF022B4549A4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35EE8660-D42F-C457-E6C8-2CEF442CD49C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D26028F0-CE58-88DF-D477-1755BB0C9B02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530141E3-F6AA-D4CF-FCBD-5E56CDDB9C66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5285DB71-675F-C890-6142-37E6DDC0E0FB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" name="Triangle">
            <a:extLst>
              <a:ext uri="{FF2B5EF4-FFF2-40B4-BE49-F238E27FC236}">
                <a16:creationId xmlns:a16="http://schemas.microsoft.com/office/drawing/2014/main" id="{F0C6180E-EFB8-40D8-9B2B-EF4492A77EB7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" name="4">
            <a:extLst>
              <a:ext uri="{FF2B5EF4-FFF2-40B4-BE49-F238E27FC236}">
                <a16:creationId xmlns:a16="http://schemas.microsoft.com/office/drawing/2014/main" id="{33E417CB-B609-BC09-A3DE-7E58E4D4D0E0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4</a:t>
            </a:r>
          </a:p>
        </p:txBody>
      </p:sp>
      <p:sp>
        <p:nvSpPr>
          <p:cNvPr id="4" name="Triangle">
            <a:extLst>
              <a:ext uri="{FF2B5EF4-FFF2-40B4-BE49-F238E27FC236}">
                <a16:creationId xmlns:a16="http://schemas.microsoft.com/office/drawing/2014/main" id="{E90C8A14-013C-6DAB-9439-56A5866E4E8D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5" name="5">
            <a:extLst>
              <a:ext uri="{FF2B5EF4-FFF2-40B4-BE49-F238E27FC236}">
                <a16:creationId xmlns:a16="http://schemas.microsoft.com/office/drawing/2014/main" id="{6AC644B6-7F80-A67E-B276-F07FAE89FE63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6" name="Triangle">
            <a:extLst>
              <a:ext uri="{FF2B5EF4-FFF2-40B4-BE49-F238E27FC236}">
                <a16:creationId xmlns:a16="http://schemas.microsoft.com/office/drawing/2014/main" id="{B820C0DB-A83E-E96F-43FD-3A0CB169C8F6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" name="8">
            <a:extLst>
              <a:ext uri="{FF2B5EF4-FFF2-40B4-BE49-F238E27FC236}">
                <a16:creationId xmlns:a16="http://schemas.microsoft.com/office/drawing/2014/main" id="{D7F9F6C2-DA8F-896A-3CC9-4D85B6E9A26F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8</a:t>
            </a:r>
          </a:p>
        </p:txBody>
      </p:sp>
      <p:sp>
        <p:nvSpPr>
          <p:cNvPr id="8" name="4">
            <a:extLst>
              <a:ext uri="{FF2B5EF4-FFF2-40B4-BE49-F238E27FC236}">
                <a16:creationId xmlns:a16="http://schemas.microsoft.com/office/drawing/2014/main" id="{3554EC74-1BC5-5203-732D-95A6C9A3CD49}"/>
              </a:ext>
            </a:extLst>
          </p:cNvPr>
          <p:cNvSpPr>
            <a:spLocks noGrp="1"/>
          </p:cNvSpPr>
          <p:nvPr/>
        </p:nvSpPr>
        <p:spPr>
          <a:xfrm>
            <a:off x="3865355" y="5004928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10" name="Triangle">
            <a:extLst>
              <a:ext uri="{FF2B5EF4-FFF2-40B4-BE49-F238E27FC236}">
                <a16:creationId xmlns:a16="http://schemas.microsoft.com/office/drawing/2014/main" id="{C5CA44C8-B9E1-8483-9EC1-DEB3448D3878}"/>
              </a:ext>
            </a:extLst>
          </p:cNvPr>
          <p:cNvSpPr>
            <a:spLocks noGrp="1"/>
          </p:cNvSpPr>
          <p:nvPr/>
        </p:nvSpPr>
        <p:spPr>
          <a:xfrm>
            <a:off x="10857599" y="4905812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" name="Triangle">
            <a:extLst>
              <a:ext uri="{FF2B5EF4-FFF2-40B4-BE49-F238E27FC236}">
                <a16:creationId xmlns:a16="http://schemas.microsoft.com/office/drawing/2014/main" id="{B3B33212-985F-4CFE-A3E5-E86C6ECB15FC}"/>
              </a:ext>
            </a:extLst>
          </p:cNvPr>
          <p:cNvSpPr>
            <a:spLocks noGrp="1"/>
          </p:cNvSpPr>
          <p:nvPr/>
        </p:nvSpPr>
        <p:spPr>
          <a:xfrm>
            <a:off x="8269000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" name="9">
            <a:extLst>
              <a:ext uri="{FF2B5EF4-FFF2-40B4-BE49-F238E27FC236}">
                <a16:creationId xmlns:a16="http://schemas.microsoft.com/office/drawing/2014/main" id="{8FEDED7A-82EC-3A6B-A7C2-1C58661210F6}"/>
              </a:ext>
            </a:extLst>
          </p:cNvPr>
          <p:cNvSpPr>
            <a:spLocks noGrp="1"/>
          </p:cNvSpPr>
          <p:nvPr/>
        </p:nvSpPr>
        <p:spPr>
          <a:xfrm>
            <a:off x="9146473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9</a:t>
            </a:r>
          </a:p>
        </p:txBody>
      </p:sp>
      <p:sp>
        <p:nvSpPr>
          <p:cNvPr id="12" name="Triangle">
            <a:extLst>
              <a:ext uri="{FF2B5EF4-FFF2-40B4-BE49-F238E27FC236}">
                <a16:creationId xmlns:a16="http://schemas.microsoft.com/office/drawing/2014/main" id="{31FE8977-A400-06B1-29D3-962BB4E6FB0E}"/>
              </a:ext>
            </a:extLst>
          </p:cNvPr>
          <p:cNvSpPr>
            <a:spLocks noGrp="1"/>
          </p:cNvSpPr>
          <p:nvPr/>
        </p:nvSpPr>
        <p:spPr>
          <a:xfrm>
            <a:off x="13550118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" name="7">
            <a:extLst>
              <a:ext uri="{FF2B5EF4-FFF2-40B4-BE49-F238E27FC236}">
                <a16:creationId xmlns:a16="http://schemas.microsoft.com/office/drawing/2014/main" id="{FA85B802-99F9-0925-0094-B1A23AECAA3F}"/>
              </a:ext>
            </a:extLst>
          </p:cNvPr>
          <p:cNvSpPr>
            <a:spLocks noGrp="1"/>
          </p:cNvSpPr>
          <p:nvPr/>
        </p:nvSpPr>
        <p:spPr>
          <a:xfrm>
            <a:off x="14427591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14" name="Triangle">
            <a:extLst>
              <a:ext uri="{FF2B5EF4-FFF2-40B4-BE49-F238E27FC236}">
                <a16:creationId xmlns:a16="http://schemas.microsoft.com/office/drawing/2014/main" id="{61F48E6B-17C4-6EC1-4FE8-16E93A3CE42A}"/>
              </a:ext>
            </a:extLst>
          </p:cNvPr>
          <p:cNvSpPr>
            <a:spLocks noGrp="1"/>
          </p:cNvSpPr>
          <p:nvPr/>
        </p:nvSpPr>
        <p:spPr>
          <a:xfrm>
            <a:off x="10857599" y="10140776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" name="3">
            <a:extLst>
              <a:ext uri="{FF2B5EF4-FFF2-40B4-BE49-F238E27FC236}">
                <a16:creationId xmlns:a16="http://schemas.microsoft.com/office/drawing/2014/main" id="{E1CE1E5B-A30B-9EDE-C28B-F931C3C97DDA}"/>
              </a:ext>
            </a:extLst>
          </p:cNvPr>
          <p:cNvSpPr>
            <a:spLocks noGrp="1"/>
          </p:cNvSpPr>
          <p:nvPr/>
        </p:nvSpPr>
        <p:spPr>
          <a:xfrm>
            <a:off x="11735072" y="11298490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16" name="3">
            <a:extLst>
              <a:ext uri="{FF2B5EF4-FFF2-40B4-BE49-F238E27FC236}">
                <a16:creationId xmlns:a16="http://schemas.microsoft.com/office/drawing/2014/main" id="{904A78BB-7717-5A33-0591-A4E3E397A27F}"/>
              </a:ext>
            </a:extLst>
          </p:cNvPr>
          <p:cNvSpPr>
            <a:spLocks noGrp="1"/>
          </p:cNvSpPr>
          <p:nvPr/>
        </p:nvSpPr>
        <p:spPr>
          <a:xfrm>
            <a:off x="11735071" y="4991614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17" name="Triangle">
            <a:extLst>
              <a:ext uri="{FF2B5EF4-FFF2-40B4-BE49-F238E27FC236}">
                <a16:creationId xmlns:a16="http://schemas.microsoft.com/office/drawing/2014/main" id="{43D3996B-0916-75D4-44FC-F849DD4466CB}"/>
              </a:ext>
            </a:extLst>
          </p:cNvPr>
          <p:cNvSpPr>
            <a:spLocks noGrp="1"/>
          </p:cNvSpPr>
          <p:nvPr/>
        </p:nvSpPr>
        <p:spPr>
          <a:xfrm>
            <a:off x="18701152" y="4898689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8" name="Triangle">
            <a:extLst>
              <a:ext uri="{FF2B5EF4-FFF2-40B4-BE49-F238E27FC236}">
                <a16:creationId xmlns:a16="http://schemas.microsoft.com/office/drawing/2014/main" id="{F3E09627-F576-D279-A895-D381C9C39C82}"/>
              </a:ext>
            </a:extLst>
          </p:cNvPr>
          <p:cNvSpPr>
            <a:spLocks noGrp="1"/>
          </p:cNvSpPr>
          <p:nvPr/>
        </p:nvSpPr>
        <p:spPr>
          <a:xfrm>
            <a:off x="16138717" y="10123448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9" name="2">
            <a:extLst>
              <a:ext uri="{FF2B5EF4-FFF2-40B4-BE49-F238E27FC236}">
                <a16:creationId xmlns:a16="http://schemas.microsoft.com/office/drawing/2014/main" id="{22D663D9-1634-730D-E55C-852FE094BBC7}"/>
              </a:ext>
            </a:extLst>
          </p:cNvPr>
          <p:cNvSpPr>
            <a:spLocks noGrp="1"/>
          </p:cNvSpPr>
          <p:nvPr/>
        </p:nvSpPr>
        <p:spPr>
          <a:xfrm>
            <a:off x="17016190" y="11281162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22" name="Triangle">
            <a:extLst>
              <a:ext uri="{FF2B5EF4-FFF2-40B4-BE49-F238E27FC236}">
                <a16:creationId xmlns:a16="http://schemas.microsoft.com/office/drawing/2014/main" id="{3F9564A2-ECCE-1C5C-D98A-A6D28350250A}"/>
              </a:ext>
            </a:extLst>
          </p:cNvPr>
          <p:cNvSpPr>
            <a:spLocks noGrp="1"/>
          </p:cNvSpPr>
          <p:nvPr/>
        </p:nvSpPr>
        <p:spPr>
          <a:xfrm>
            <a:off x="18727315" y="101274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" name="4">
            <a:extLst>
              <a:ext uri="{FF2B5EF4-FFF2-40B4-BE49-F238E27FC236}">
                <a16:creationId xmlns:a16="http://schemas.microsoft.com/office/drawing/2014/main" id="{F8B4B871-9E6C-06F5-D3B8-C2DADA2B5A12}"/>
              </a:ext>
            </a:extLst>
          </p:cNvPr>
          <p:cNvSpPr>
            <a:spLocks noGrp="1"/>
          </p:cNvSpPr>
          <p:nvPr/>
        </p:nvSpPr>
        <p:spPr>
          <a:xfrm>
            <a:off x="19604788" y="112851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12438697"/>
      </p:ext>
    </p:extLst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AAF05-80F2-C6E6-82B8-5803291D8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8606D609-087A-B906-5FD6-25F215AA159D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5E415DC8-32C5-2CE4-26BB-FCEF65AC8DC1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52C6B2C9-54AA-0D86-69F5-52C91C204CD0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30490F40-A34D-09C2-CE52-F566AAA46129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CCD8C918-1CDD-217B-0D88-BCF1A7FF781C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87D9DB9D-DC8A-20DF-A986-718B994259EE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BCB85A23-DF86-D0D7-3777-65DECC1652C3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9E14D5EF-C4BD-CD5C-66F9-ED01A2978399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EF3FB97C-FB85-F624-B2A4-3E2258228A7C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333A5801-420E-CAC7-3263-B5C2DA4FC86A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D2CE662F-E1F0-2037-FB44-18377495BDA1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6193F2B7-A52A-0986-2649-5F6A2B9182A8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09DA1A53-8A71-1749-9A84-94E82C34BC3E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CB4F0B33-6C6C-32C9-2D15-64B9694E73AE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629F01DD-3EB8-0B25-CC72-3590659AA268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88EBC147-A6D9-4F91-9682-54769BA05ADB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C69C96FD-607D-E837-143A-8061A221658D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3E056C3A-69F7-D114-1D01-76FD11D8FE9E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72D8F1A9-DD51-0A96-C4E0-CCBA53E2591A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9A8A1A86-EF09-5AF6-8157-58F37B7CC16A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CBBC43E5-26F8-BB26-F725-DC02CBF792BC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6B94E979-7774-9CBB-1F2B-BADB8B466173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5A73DB9B-534B-9640-FF5F-B5D540E7471D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9" name="Triangle">
            <a:extLst>
              <a:ext uri="{FF2B5EF4-FFF2-40B4-BE49-F238E27FC236}">
                <a16:creationId xmlns:a16="http://schemas.microsoft.com/office/drawing/2014/main" id="{8A7B1B02-2452-DCCF-8DF8-70141FCD70AE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B3E69411-8DA1-305B-A170-A8F51D0E2234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F47439B5-6AFC-D809-A65C-EC44D606EC80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75A5BA8C-DCC2-36D7-81E6-CBC4DEBBEA59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D55BD82E-B1A2-048B-EF1D-F75C586FB4BF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" name="Triangle">
            <a:extLst>
              <a:ext uri="{FF2B5EF4-FFF2-40B4-BE49-F238E27FC236}">
                <a16:creationId xmlns:a16="http://schemas.microsoft.com/office/drawing/2014/main" id="{76A26359-F700-6731-FE19-256B25F2B35A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" name="4">
            <a:extLst>
              <a:ext uri="{FF2B5EF4-FFF2-40B4-BE49-F238E27FC236}">
                <a16:creationId xmlns:a16="http://schemas.microsoft.com/office/drawing/2014/main" id="{929CC001-6551-E8E0-9F17-8140C8F5BF96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4</a:t>
            </a:r>
          </a:p>
        </p:txBody>
      </p:sp>
      <p:sp>
        <p:nvSpPr>
          <p:cNvPr id="4" name="Triangle">
            <a:extLst>
              <a:ext uri="{FF2B5EF4-FFF2-40B4-BE49-F238E27FC236}">
                <a16:creationId xmlns:a16="http://schemas.microsoft.com/office/drawing/2014/main" id="{D19B62B9-2C10-2EFC-1C6A-B3236DD0516F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5" name="5">
            <a:extLst>
              <a:ext uri="{FF2B5EF4-FFF2-40B4-BE49-F238E27FC236}">
                <a16:creationId xmlns:a16="http://schemas.microsoft.com/office/drawing/2014/main" id="{40F1F403-A5AC-464C-FEDF-5B61780ED0F5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6" name="Triangle">
            <a:extLst>
              <a:ext uri="{FF2B5EF4-FFF2-40B4-BE49-F238E27FC236}">
                <a16:creationId xmlns:a16="http://schemas.microsoft.com/office/drawing/2014/main" id="{62A00734-5BAB-ECE2-E1E2-A3438CA23DAD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" name="8">
            <a:extLst>
              <a:ext uri="{FF2B5EF4-FFF2-40B4-BE49-F238E27FC236}">
                <a16:creationId xmlns:a16="http://schemas.microsoft.com/office/drawing/2014/main" id="{CFC33C2C-D96A-EB31-63A6-B55F5667D49F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8</a:t>
            </a:r>
          </a:p>
        </p:txBody>
      </p:sp>
      <p:sp>
        <p:nvSpPr>
          <p:cNvPr id="8" name="4">
            <a:extLst>
              <a:ext uri="{FF2B5EF4-FFF2-40B4-BE49-F238E27FC236}">
                <a16:creationId xmlns:a16="http://schemas.microsoft.com/office/drawing/2014/main" id="{1DE7A35D-707B-BEDC-5158-B902E4088C34}"/>
              </a:ext>
            </a:extLst>
          </p:cNvPr>
          <p:cNvSpPr>
            <a:spLocks noGrp="1"/>
          </p:cNvSpPr>
          <p:nvPr/>
        </p:nvSpPr>
        <p:spPr>
          <a:xfrm>
            <a:off x="3865355" y="5004928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10" name="Triangle">
            <a:extLst>
              <a:ext uri="{FF2B5EF4-FFF2-40B4-BE49-F238E27FC236}">
                <a16:creationId xmlns:a16="http://schemas.microsoft.com/office/drawing/2014/main" id="{92C9D602-DFE3-C1A0-0546-5D2F16EC2F45}"/>
              </a:ext>
            </a:extLst>
          </p:cNvPr>
          <p:cNvSpPr>
            <a:spLocks noGrp="1"/>
          </p:cNvSpPr>
          <p:nvPr/>
        </p:nvSpPr>
        <p:spPr>
          <a:xfrm>
            <a:off x="10857599" y="4905812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" name="Triangle">
            <a:extLst>
              <a:ext uri="{FF2B5EF4-FFF2-40B4-BE49-F238E27FC236}">
                <a16:creationId xmlns:a16="http://schemas.microsoft.com/office/drawing/2014/main" id="{07F2CB13-E877-2F61-A3EE-86CCFF592A57}"/>
              </a:ext>
            </a:extLst>
          </p:cNvPr>
          <p:cNvSpPr>
            <a:spLocks noGrp="1"/>
          </p:cNvSpPr>
          <p:nvPr/>
        </p:nvSpPr>
        <p:spPr>
          <a:xfrm>
            <a:off x="8269000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" name="9">
            <a:extLst>
              <a:ext uri="{FF2B5EF4-FFF2-40B4-BE49-F238E27FC236}">
                <a16:creationId xmlns:a16="http://schemas.microsoft.com/office/drawing/2014/main" id="{4239668E-7097-DEAC-ED77-4041A963ADB9}"/>
              </a:ext>
            </a:extLst>
          </p:cNvPr>
          <p:cNvSpPr>
            <a:spLocks noGrp="1"/>
          </p:cNvSpPr>
          <p:nvPr/>
        </p:nvSpPr>
        <p:spPr>
          <a:xfrm>
            <a:off x="9146473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9</a:t>
            </a:r>
          </a:p>
        </p:txBody>
      </p:sp>
      <p:sp>
        <p:nvSpPr>
          <p:cNvPr id="12" name="Triangle">
            <a:extLst>
              <a:ext uri="{FF2B5EF4-FFF2-40B4-BE49-F238E27FC236}">
                <a16:creationId xmlns:a16="http://schemas.microsoft.com/office/drawing/2014/main" id="{10365687-3342-DE06-D1BC-23C7A662FF76}"/>
              </a:ext>
            </a:extLst>
          </p:cNvPr>
          <p:cNvSpPr>
            <a:spLocks noGrp="1"/>
          </p:cNvSpPr>
          <p:nvPr/>
        </p:nvSpPr>
        <p:spPr>
          <a:xfrm>
            <a:off x="13550118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" name="7">
            <a:extLst>
              <a:ext uri="{FF2B5EF4-FFF2-40B4-BE49-F238E27FC236}">
                <a16:creationId xmlns:a16="http://schemas.microsoft.com/office/drawing/2014/main" id="{D3C74B10-E6A5-16F6-3E55-68AD10327A4F}"/>
              </a:ext>
            </a:extLst>
          </p:cNvPr>
          <p:cNvSpPr>
            <a:spLocks noGrp="1"/>
          </p:cNvSpPr>
          <p:nvPr/>
        </p:nvSpPr>
        <p:spPr>
          <a:xfrm>
            <a:off x="14427591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14" name="Triangle">
            <a:extLst>
              <a:ext uri="{FF2B5EF4-FFF2-40B4-BE49-F238E27FC236}">
                <a16:creationId xmlns:a16="http://schemas.microsoft.com/office/drawing/2014/main" id="{0E07AB19-2A7B-FF65-515B-9D639455343C}"/>
              </a:ext>
            </a:extLst>
          </p:cNvPr>
          <p:cNvSpPr>
            <a:spLocks noGrp="1"/>
          </p:cNvSpPr>
          <p:nvPr/>
        </p:nvSpPr>
        <p:spPr>
          <a:xfrm>
            <a:off x="10857599" y="10140776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" name="3">
            <a:extLst>
              <a:ext uri="{FF2B5EF4-FFF2-40B4-BE49-F238E27FC236}">
                <a16:creationId xmlns:a16="http://schemas.microsoft.com/office/drawing/2014/main" id="{101DA5A8-AAE4-6B79-AD40-0A9FE97A51F8}"/>
              </a:ext>
            </a:extLst>
          </p:cNvPr>
          <p:cNvSpPr>
            <a:spLocks noGrp="1"/>
          </p:cNvSpPr>
          <p:nvPr/>
        </p:nvSpPr>
        <p:spPr>
          <a:xfrm>
            <a:off x="11735072" y="11298490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16" name="3">
            <a:extLst>
              <a:ext uri="{FF2B5EF4-FFF2-40B4-BE49-F238E27FC236}">
                <a16:creationId xmlns:a16="http://schemas.microsoft.com/office/drawing/2014/main" id="{205ADD68-EECA-CE52-26E8-9F26226F3C5A}"/>
              </a:ext>
            </a:extLst>
          </p:cNvPr>
          <p:cNvSpPr>
            <a:spLocks noGrp="1"/>
          </p:cNvSpPr>
          <p:nvPr/>
        </p:nvSpPr>
        <p:spPr>
          <a:xfrm>
            <a:off x="11735071" y="4991614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17" name="Triangle">
            <a:extLst>
              <a:ext uri="{FF2B5EF4-FFF2-40B4-BE49-F238E27FC236}">
                <a16:creationId xmlns:a16="http://schemas.microsoft.com/office/drawing/2014/main" id="{202E4F75-2414-3FDA-8BCD-C4F5AC7FE441}"/>
              </a:ext>
            </a:extLst>
          </p:cNvPr>
          <p:cNvSpPr>
            <a:spLocks noGrp="1"/>
          </p:cNvSpPr>
          <p:nvPr/>
        </p:nvSpPr>
        <p:spPr>
          <a:xfrm>
            <a:off x="18701152" y="4898689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8" name="Triangle">
            <a:extLst>
              <a:ext uri="{FF2B5EF4-FFF2-40B4-BE49-F238E27FC236}">
                <a16:creationId xmlns:a16="http://schemas.microsoft.com/office/drawing/2014/main" id="{2B377CF8-E267-9E9F-643B-D84ADA2EB09C}"/>
              </a:ext>
            </a:extLst>
          </p:cNvPr>
          <p:cNvSpPr>
            <a:spLocks noGrp="1"/>
          </p:cNvSpPr>
          <p:nvPr/>
        </p:nvSpPr>
        <p:spPr>
          <a:xfrm>
            <a:off x="16138717" y="10123448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9" name="2">
            <a:extLst>
              <a:ext uri="{FF2B5EF4-FFF2-40B4-BE49-F238E27FC236}">
                <a16:creationId xmlns:a16="http://schemas.microsoft.com/office/drawing/2014/main" id="{07D2A1B5-CEA7-E401-C62A-BB081263B9EB}"/>
              </a:ext>
            </a:extLst>
          </p:cNvPr>
          <p:cNvSpPr>
            <a:spLocks noGrp="1"/>
          </p:cNvSpPr>
          <p:nvPr/>
        </p:nvSpPr>
        <p:spPr>
          <a:xfrm>
            <a:off x="17016190" y="11281162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20" name="Triangle">
            <a:extLst>
              <a:ext uri="{FF2B5EF4-FFF2-40B4-BE49-F238E27FC236}">
                <a16:creationId xmlns:a16="http://schemas.microsoft.com/office/drawing/2014/main" id="{3A79FB43-FD98-7309-193E-25A6DA405809}"/>
              </a:ext>
            </a:extLst>
          </p:cNvPr>
          <p:cNvSpPr>
            <a:spLocks noGrp="1"/>
          </p:cNvSpPr>
          <p:nvPr/>
        </p:nvSpPr>
        <p:spPr>
          <a:xfrm>
            <a:off x="21419835" y="10123448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1" name="6">
            <a:extLst>
              <a:ext uri="{FF2B5EF4-FFF2-40B4-BE49-F238E27FC236}">
                <a16:creationId xmlns:a16="http://schemas.microsoft.com/office/drawing/2014/main" id="{78B50DB6-EB44-686E-577A-2D18E578C73B}"/>
              </a:ext>
            </a:extLst>
          </p:cNvPr>
          <p:cNvSpPr>
            <a:spLocks noGrp="1"/>
          </p:cNvSpPr>
          <p:nvPr/>
        </p:nvSpPr>
        <p:spPr>
          <a:xfrm>
            <a:off x="22297308" y="11281162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22" name="Triangle">
            <a:extLst>
              <a:ext uri="{FF2B5EF4-FFF2-40B4-BE49-F238E27FC236}">
                <a16:creationId xmlns:a16="http://schemas.microsoft.com/office/drawing/2014/main" id="{B49718C1-7FA9-9A66-11A9-47527C4821E9}"/>
              </a:ext>
            </a:extLst>
          </p:cNvPr>
          <p:cNvSpPr>
            <a:spLocks noGrp="1"/>
          </p:cNvSpPr>
          <p:nvPr/>
        </p:nvSpPr>
        <p:spPr>
          <a:xfrm>
            <a:off x="18727315" y="101274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" name="4">
            <a:extLst>
              <a:ext uri="{FF2B5EF4-FFF2-40B4-BE49-F238E27FC236}">
                <a16:creationId xmlns:a16="http://schemas.microsoft.com/office/drawing/2014/main" id="{F1A9E90D-BFAF-1516-BE81-C1716E637F0C}"/>
              </a:ext>
            </a:extLst>
          </p:cNvPr>
          <p:cNvSpPr>
            <a:spLocks noGrp="1"/>
          </p:cNvSpPr>
          <p:nvPr/>
        </p:nvSpPr>
        <p:spPr>
          <a:xfrm>
            <a:off x="19604788" y="112851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14092830"/>
      </p:ext>
    </p:extLst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E4C9D-0BDA-A1B6-F259-E0A36C594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11E98936-C2CE-ADF1-627B-98054585DCF1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7A492B9E-F37D-81F2-2005-FC865C1CEB76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87DDE81B-AE82-E4E0-404A-87562F4C4CF0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2EAFA623-B700-DA59-E0D8-C76A57BB69A5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BAD0E1A5-E1FD-484B-6C74-BEA49A4F6215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AA630B78-B90C-B386-0557-A62C968432F1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16DE53D0-14E6-CAD6-2A32-CD4A854470E1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13F602FD-2659-E766-CBE8-FBB7B8F78E22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92A00541-6D5D-797B-042A-BF4743E1D5CE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5E3DF405-37E8-A7B1-1767-58D3E583667B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73E9F0B9-484C-B9E9-BB40-E428041664BF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C18D6B89-590B-570C-51CE-93B3CC43FA39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FAD7C0D2-9E76-3A5F-F563-BBDF3C77AF7B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7364E0C3-82BA-921B-AE02-A1CC9ABB7190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DF8F7879-22E5-5298-CC64-EB9229DF4578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7437EAC2-91FA-2FB8-36DA-D278EA8DA96F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D7A2618A-4105-C808-1A8F-923E89414CF4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EE1B8470-1F70-980C-77BF-3A6609DCC730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3E2A9CDB-486E-47DD-411F-4C90A816D666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46F6F24B-A8BA-1162-B8AD-74431E1350B7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354489E4-1466-5852-5BA3-911D700538F9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1B0BB8CA-C9DE-2321-6393-9E2CDD2E58AF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CD60C5AD-C8E3-26E8-5BC9-CBA32B542985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9" name="Triangle">
            <a:extLst>
              <a:ext uri="{FF2B5EF4-FFF2-40B4-BE49-F238E27FC236}">
                <a16:creationId xmlns:a16="http://schemas.microsoft.com/office/drawing/2014/main" id="{01A22FDF-9103-4859-77CF-9444AF57A94B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C248600D-A987-47E0-3686-6C3DE1D0BB62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C34DB497-431D-1B6E-BD57-33D5C5450DDB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DC5F659E-A09B-7B4A-BA69-CD888637C06D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C2E42B70-AFD8-6C4E-7265-C03AB9165F47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" name="Triangle">
            <a:extLst>
              <a:ext uri="{FF2B5EF4-FFF2-40B4-BE49-F238E27FC236}">
                <a16:creationId xmlns:a16="http://schemas.microsoft.com/office/drawing/2014/main" id="{045C5D24-45D2-5630-A8A6-662D82CA5120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" name="4">
            <a:extLst>
              <a:ext uri="{FF2B5EF4-FFF2-40B4-BE49-F238E27FC236}">
                <a16:creationId xmlns:a16="http://schemas.microsoft.com/office/drawing/2014/main" id="{C85BD205-0F71-B39C-AC6B-137DFE562068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4</a:t>
            </a:r>
          </a:p>
        </p:txBody>
      </p:sp>
      <p:sp>
        <p:nvSpPr>
          <p:cNvPr id="4" name="Triangle">
            <a:extLst>
              <a:ext uri="{FF2B5EF4-FFF2-40B4-BE49-F238E27FC236}">
                <a16:creationId xmlns:a16="http://schemas.microsoft.com/office/drawing/2014/main" id="{B7151249-E31F-DC8D-BE24-B4AB5BD53804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5" name="5">
            <a:extLst>
              <a:ext uri="{FF2B5EF4-FFF2-40B4-BE49-F238E27FC236}">
                <a16:creationId xmlns:a16="http://schemas.microsoft.com/office/drawing/2014/main" id="{6F642785-2A47-350C-8AF1-6E3CA544C039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6" name="Triangle">
            <a:extLst>
              <a:ext uri="{FF2B5EF4-FFF2-40B4-BE49-F238E27FC236}">
                <a16:creationId xmlns:a16="http://schemas.microsoft.com/office/drawing/2014/main" id="{253591C9-8C7A-F997-3A6F-FEF3726B25C0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" name="8">
            <a:extLst>
              <a:ext uri="{FF2B5EF4-FFF2-40B4-BE49-F238E27FC236}">
                <a16:creationId xmlns:a16="http://schemas.microsoft.com/office/drawing/2014/main" id="{A9238650-CE12-B5E5-4787-5CA837A0EB9D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8</a:t>
            </a:r>
          </a:p>
        </p:txBody>
      </p:sp>
      <p:sp>
        <p:nvSpPr>
          <p:cNvPr id="8" name="4">
            <a:extLst>
              <a:ext uri="{FF2B5EF4-FFF2-40B4-BE49-F238E27FC236}">
                <a16:creationId xmlns:a16="http://schemas.microsoft.com/office/drawing/2014/main" id="{D3E4E601-BC4A-4761-8C61-AD4CD8E59373}"/>
              </a:ext>
            </a:extLst>
          </p:cNvPr>
          <p:cNvSpPr>
            <a:spLocks noGrp="1"/>
          </p:cNvSpPr>
          <p:nvPr/>
        </p:nvSpPr>
        <p:spPr>
          <a:xfrm>
            <a:off x="3865355" y="5004928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10" name="Triangle">
            <a:extLst>
              <a:ext uri="{FF2B5EF4-FFF2-40B4-BE49-F238E27FC236}">
                <a16:creationId xmlns:a16="http://schemas.microsoft.com/office/drawing/2014/main" id="{5CFABB9A-F5E7-FC0B-360D-A8B38A4718B8}"/>
              </a:ext>
            </a:extLst>
          </p:cNvPr>
          <p:cNvSpPr>
            <a:spLocks noGrp="1"/>
          </p:cNvSpPr>
          <p:nvPr/>
        </p:nvSpPr>
        <p:spPr>
          <a:xfrm>
            <a:off x="10857599" y="4905812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" name="Triangle">
            <a:extLst>
              <a:ext uri="{FF2B5EF4-FFF2-40B4-BE49-F238E27FC236}">
                <a16:creationId xmlns:a16="http://schemas.microsoft.com/office/drawing/2014/main" id="{D8FB4C9C-0BB5-4F5D-1E34-2B773548990B}"/>
              </a:ext>
            </a:extLst>
          </p:cNvPr>
          <p:cNvSpPr>
            <a:spLocks noGrp="1"/>
          </p:cNvSpPr>
          <p:nvPr/>
        </p:nvSpPr>
        <p:spPr>
          <a:xfrm>
            <a:off x="8269000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" name="9">
            <a:extLst>
              <a:ext uri="{FF2B5EF4-FFF2-40B4-BE49-F238E27FC236}">
                <a16:creationId xmlns:a16="http://schemas.microsoft.com/office/drawing/2014/main" id="{875CA4E4-FEA4-3A4F-C372-595351AE427F}"/>
              </a:ext>
            </a:extLst>
          </p:cNvPr>
          <p:cNvSpPr>
            <a:spLocks noGrp="1"/>
          </p:cNvSpPr>
          <p:nvPr/>
        </p:nvSpPr>
        <p:spPr>
          <a:xfrm>
            <a:off x="9146473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9</a:t>
            </a:r>
          </a:p>
        </p:txBody>
      </p:sp>
      <p:sp>
        <p:nvSpPr>
          <p:cNvPr id="12" name="Triangle">
            <a:extLst>
              <a:ext uri="{FF2B5EF4-FFF2-40B4-BE49-F238E27FC236}">
                <a16:creationId xmlns:a16="http://schemas.microsoft.com/office/drawing/2014/main" id="{118A3309-D037-A604-FBDD-1B6D5461DDD3}"/>
              </a:ext>
            </a:extLst>
          </p:cNvPr>
          <p:cNvSpPr>
            <a:spLocks noGrp="1"/>
          </p:cNvSpPr>
          <p:nvPr/>
        </p:nvSpPr>
        <p:spPr>
          <a:xfrm>
            <a:off x="13550118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" name="7">
            <a:extLst>
              <a:ext uri="{FF2B5EF4-FFF2-40B4-BE49-F238E27FC236}">
                <a16:creationId xmlns:a16="http://schemas.microsoft.com/office/drawing/2014/main" id="{3E345AF4-7A1B-7A10-E823-BB5B9F7F8D40}"/>
              </a:ext>
            </a:extLst>
          </p:cNvPr>
          <p:cNvSpPr>
            <a:spLocks noGrp="1"/>
          </p:cNvSpPr>
          <p:nvPr/>
        </p:nvSpPr>
        <p:spPr>
          <a:xfrm>
            <a:off x="14427591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14" name="Triangle">
            <a:extLst>
              <a:ext uri="{FF2B5EF4-FFF2-40B4-BE49-F238E27FC236}">
                <a16:creationId xmlns:a16="http://schemas.microsoft.com/office/drawing/2014/main" id="{D7F47859-671F-7813-9ECC-32344DFD2738}"/>
              </a:ext>
            </a:extLst>
          </p:cNvPr>
          <p:cNvSpPr>
            <a:spLocks noGrp="1"/>
          </p:cNvSpPr>
          <p:nvPr/>
        </p:nvSpPr>
        <p:spPr>
          <a:xfrm>
            <a:off x="10857599" y="10140776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" name="3">
            <a:extLst>
              <a:ext uri="{FF2B5EF4-FFF2-40B4-BE49-F238E27FC236}">
                <a16:creationId xmlns:a16="http://schemas.microsoft.com/office/drawing/2014/main" id="{26D4D5D5-7B93-9850-1B51-F1DEA8DC0058}"/>
              </a:ext>
            </a:extLst>
          </p:cNvPr>
          <p:cNvSpPr>
            <a:spLocks noGrp="1"/>
          </p:cNvSpPr>
          <p:nvPr/>
        </p:nvSpPr>
        <p:spPr>
          <a:xfrm>
            <a:off x="11735072" y="11298490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16" name="3">
            <a:extLst>
              <a:ext uri="{FF2B5EF4-FFF2-40B4-BE49-F238E27FC236}">
                <a16:creationId xmlns:a16="http://schemas.microsoft.com/office/drawing/2014/main" id="{C8ACB34F-E57E-1A35-76E0-CBE186BA58B6}"/>
              </a:ext>
            </a:extLst>
          </p:cNvPr>
          <p:cNvSpPr>
            <a:spLocks noGrp="1"/>
          </p:cNvSpPr>
          <p:nvPr/>
        </p:nvSpPr>
        <p:spPr>
          <a:xfrm>
            <a:off x="11735071" y="4991614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17" name="Triangle">
            <a:extLst>
              <a:ext uri="{FF2B5EF4-FFF2-40B4-BE49-F238E27FC236}">
                <a16:creationId xmlns:a16="http://schemas.microsoft.com/office/drawing/2014/main" id="{412DAFA4-2EA7-65B2-D7C5-DDF4F1266EA8}"/>
              </a:ext>
            </a:extLst>
          </p:cNvPr>
          <p:cNvSpPr>
            <a:spLocks noGrp="1"/>
          </p:cNvSpPr>
          <p:nvPr/>
        </p:nvSpPr>
        <p:spPr>
          <a:xfrm>
            <a:off x="18701152" y="4898689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8" name="Triangle">
            <a:extLst>
              <a:ext uri="{FF2B5EF4-FFF2-40B4-BE49-F238E27FC236}">
                <a16:creationId xmlns:a16="http://schemas.microsoft.com/office/drawing/2014/main" id="{FAEBED04-DD5E-B053-9BC1-8FFE202C8566}"/>
              </a:ext>
            </a:extLst>
          </p:cNvPr>
          <p:cNvSpPr>
            <a:spLocks noGrp="1"/>
          </p:cNvSpPr>
          <p:nvPr/>
        </p:nvSpPr>
        <p:spPr>
          <a:xfrm>
            <a:off x="16138717" y="10123448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9" name="2">
            <a:extLst>
              <a:ext uri="{FF2B5EF4-FFF2-40B4-BE49-F238E27FC236}">
                <a16:creationId xmlns:a16="http://schemas.microsoft.com/office/drawing/2014/main" id="{A84525DC-3053-0A88-38DD-C1B0FD552F8D}"/>
              </a:ext>
            </a:extLst>
          </p:cNvPr>
          <p:cNvSpPr>
            <a:spLocks noGrp="1"/>
          </p:cNvSpPr>
          <p:nvPr/>
        </p:nvSpPr>
        <p:spPr>
          <a:xfrm>
            <a:off x="17016190" y="11281162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20" name="Triangle">
            <a:extLst>
              <a:ext uri="{FF2B5EF4-FFF2-40B4-BE49-F238E27FC236}">
                <a16:creationId xmlns:a16="http://schemas.microsoft.com/office/drawing/2014/main" id="{B578C38F-361F-7012-D777-F0A6C3C84CDD}"/>
              </a:ext>
            </a:extLst>
          </p:cNvPr>
          <p:cNvSpPr>
            <a:spLocks noGrp="1"/>
          </p:cNvSpPr>
          <p:nvPr/>
        </p:nvSpPr>
        <p:spPr>
          <a:xfrm>
            <a:off x="21419835" y="10123448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1" name="6">
            <a:extLst>
              <a:ext uri="{FF2B5EF4-FFF2-40B4-BE49-F238E27FC236}">
                <a16:creationId xmlns:a16="http://schemas.microsoft.com/office/drawing/2014/main" id="{D6791A21-AE89-76C6-82D2-ABB987D1748E}"/>
              </a:ext>
            </a:extLst>
          </p:cNvPr>
          <p:cNvSpPr>
            <a:spLocks noGrp="1"/>
          </p:cNvSpPr>
          <p:nvPr/>
        </p:nvSpPr>
        <p:spPr>
          <a:xfrm>
            <a:off x="22297308" y="11281162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22" name="Triangle">
            <a:extLst>
              <a:ext uri="{FF2B5EF4-FFF2-40B4-BE49-F238E27FC236}">
                <a16:creationId xmlns:a16="http://schemas.microsoft.com/office/drawing/2014/main" id="{4BE44D75-0E69-5AF2-77E5-635D3521108A}"/>
              </a:ext>
            </a:extLst>
          </p:cNvPr>
          <p:cNvSpPr>
            <a:spLocks noGrp="1"/>
          </p:cNvSpPr>
          <p:nvPr/>
        </p:nvSpPr>
        <p:spPr>
          <a:xfrm>
            <a:off x="18727315" y="101274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" name="4">
            <a:extLst>
              <a:ext uri="{FF2B5EF4-FFF2-40B4-BE49-F238E27FC236}">
                <a16:creationId xmlns:a16="http://schemas.microsoft.com/office/drawing/2014/main" id="{E50EA923-9181-DDD8-E12C-C0227EC3A710}"/>
              </a:ext>
            </a:extLst>
          </p:cNvPr>
          <p:cNvSpPr>
            <a:spLocks noGrp="1"/>
          </p:cNvSpPr>
          <p:nvPr/>
        </p:nvSpPr>
        <p:spPr>
          <a:xfrm>
            <a:off x="19604788" y="112851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24" name="2">
            <a:extLst>
              <a:ext uri="{FF2B5EF4-FFF2-40B4-BE49-F238E27FC236}">
                <a16:creationId xmlns:a16="http://schemas.microsoft.com/office/drawing/2014/main" id="{BA33FD4E-61F2-9005-2A7C-D70B242346A0}"/>
              </a:ext>
            </a:extLst>
          </p:cNvPr>
          <p:cNvSpPr>
            <a:spLocks noGrp="1"/>
          </p:cNvSpPr>
          <p:nvPr/>
        </p:nvSpPr>
        <p:spPr>
          <a:xfrm>
            <a:off x="19604787" y="4978300"/>
            <a:ext cx="608721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83857870"/>
      </p:ext>
    </p:extLst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C3940-1528-BC2F-966A-2D860341F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30C809B2-B6CB-E3AE-93C1-DE05EE267506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319E13CD-1ADB-0C26-B639-D60718213757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BD83D730-E649-E5F8-90EC-E7D35B65FE2F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95043BC5-5811-22FE-33FE-C9674BDC0B24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66A6ED8C-4BEF-263B-D2F1-7BEB4F131F8E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D4C1B64C-5FC9-336D-5F42-B85E550AE12E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06D4B5C2-51CE-1A2F-C50A-D67A08A2B204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4FFFCA24-0EBC-3BA9-2D89-CC7B90C4E742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0E1419A7-4680-7901-B15D-71DC08A985C3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CBA25F92-7F10-481D-DC69-1D0AEEB4FF84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3BDBE52C-0528-78C8-C131-81607612B961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A6BA55CE-48B6-3D3E-68FF-5469B19D79A4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FD737CB0-E60D-D814-8E79-6E3F7E5FDD2C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60D9BE77-A232-975B-EE48-D1501A74F6F8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D202D94B-CA2D-0944-0B52-08CA288F8E71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4CCD56EB-AF86-B385-04B3-53A62FD4F796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344A1EE7-DF8C-6110-517E-0513DFA68D7F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EF012E33-72E1-CFE5-829A-18105D823EFE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B692B42B-6AFA-8F13-2503-F7D6DA2E9CE3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79AEEFBE-6B94-F282-5E77-7EC66F2C7CBB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554F9DB6-9048-71FB-1C1D-77D8C61FCE65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4E31DA13-7184-1CF9-B6AF-07ABF9007AA2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17D6DEAB-655B-D120-3A8C-C449FC44B2D6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9" name="Triangle">
            <a:extLst>
              <a:ext uri="{FF2B5EF4-FFF2-40B4-BE49-F238E27FC236}">
                <a16:creationId xmlns:a16="http://schemas.microsoft.com/office/drawing/2014/main" id="{08F1C011-FA43-9CAF-61C9-3ED9FA41B16D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FA2F9779-9348-2A8B-D0A8-27E735FADA37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45D350AF-95BC-23CF-3590-07E5D69A21BF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9E4E181E-8DD4-1470-3061-C3374491CFA3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579DA976-4A2E-1CE2-06F9-A7CACE472552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" name="Triangle">
            <a:extLst>
              <a:ext uri="{FF2B5EF4-FFF2-40B4-BE49-F238E27FC236}">
                <a16:creationId xmlns:a16="http://schemas.microsoft.com/office/drawing/2014/main" id="{2210FFEE-663F-B703-685F-A361CB07A430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" name="4">
            <a:extLst>
              <a:ext uri="{FF2B5EF4-FFF2-40B4-BE49-F238E27FC236}">
                <a16:creationId xmlns:a16="http://schemas.microsoft.com/office/drawing/2014/main" id="{6F1E191E-BA84-8E90-D1A8-FA7EB79C6620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4</a:t>
            </a:r>
          </a:p>
        </p:txBody>
      </p:sp>
      <p:sp>
        <p:nvSpPr>
          <p:cNvPr id="4" name="Triangle">
            <a:extLst>
              <a:ext uri="{FF2B5EF4-FFF2-40B4-BE49-F238E27FC236}">
                <a16:creationId xmlns:a16="http://schemas.microsoft.com/office/drawing/2014/main" id="{DEB0DF45-8361-37EB-B9CF-DED770E3A621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5" name="5">
            <a:extLst>
              <a:ext uri="{FF2B5EF4-FFF2-40B4-BE49-F238E27FC236}">
                <a16:creationId xmlns:a16="http://schemas.microsoft.com/office/drawing/2014/main" id="{C2861948-EAC4-48E8-ACDD-FEF7AABA305F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6" name="Triangle">
            <a:extLst>
              <a:ext uri="{FF2B5EF4-FFF2-40B4-BE49-F238E27FC236}">
                <a16:creationId xmlns:a16="http://schemas.microsoft.com/office/drawing/2014/main" id="{FBA2A8F1-E8BD-2F38-5CB8-7164CA37F5F2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" name="8">
            <a:extLst>
              <a:ext uri="{FF2B5EF4-FFF2-40B4-BE49-F238E27FC236}">
                <a16:creationId xmlns:a16="http://schemas.microsoft.com/office/drawing/2014/main" id="{A08B7732-1992-EA2E-DDEF-FA3AD6521FF7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8</a:t>
            </a:r>
          </a:p>
        </p:txBody>
      </p:sp>
      <p:sp>
        <p:nvSpPr>
          <p:cNvPr id="8" name="4">
            <a:extLst>
              <a:ext uri="{FF2B5EF4-FFF2-40B4-BE49-F238E27FC236}">
                <a16:creationId xmlns:a16="http://schemas.microsoft.com/office/drawing/2014/main" id="{0E682EB7-09BF-7FFC-B702-310D24EF5BA5}"/>
              </a:ext>
            </a:extLst>
          </p:cNvPr>
          <p:cNvSpPr>
            <a:spLocks noGrp="1"/>
          </p:cNvSpPr>
          <p:nvPr/>
        </p:nvSpPr>
        <p:spPr>
          <a:xfrm>
            <a:off x="3865355" y="5004928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10" name="Triangle">
            <a:extLst>
              <a:ext uri="{FF2B5EF4-FFF2-40B4-BE49-F238E27FC236}">
                <a16:creationId xmlns:a16="http://schemas.microsoft.com/office/drawing/2014/main" id="{27B44153-24BB-CAE9-8E3A-0BAC76DA435C}"/>
              </a:ext>
            </a:extLst>
          </p:cNvPr>
          <p:cNvSpPr>
            <a:spLocks noGrp="1"/>
          </p:cNvSpPr>
          <p:nvPr/>
        </p:nvSpPr>
        <p:spPr>
          <a:xfrm>
            <a:off x="10857599" y="4905812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9" name="Triangle">
            <a:extLst>
              <a:ext uri="{FF2B5EF4-FFF2-40B4-BE49-F238E27FC236}">
                <a16:creationId xmlns:a16="http://schemas.microsoft.com/office/drawing/2014/main" id="{388AB9E8-A92A-0400-0BF7-0DF973B38958}"/>
              </a:ext>
            </a:extLst>
          </p:cNvPr>
          <p:cNvSpPr>
            <a:spLocks noGrp="1"/>
          </p:cNvSpPr>
          <p:nvPr/>
        </p:nvSpPr>
        <p:spPr>
          <a:xfrm>
            <a:off x="8269000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1" name="9">
            <a:extLst>
              <a:ext uri="{FF2B5EF4-FFF2-40B4-BE49-F238E27FC236}">
                <a16:creationId xmlns:a16="http://schemas.microsoft.com/office/drawing/2014/main" id="{CF0C7C1E-649C-181C-A08A-BC2122BFE5F8}"/>
              </a:ext>
            </a:extLst>
          </p:cNvPr>
          <p:cNvSpPr>
            <a:spLocks noGrp="1"/>
          </p:cNvSpPr>
          <p:nvPr/>
        </p:nvSpPr>
        <p:spPr>
          <a:xfrm>
            <a:off x="9146473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9</a:t>
            </a:r>
          </a:p>
        </p:txBody>
      </p:sp>
      <p:sp>
        <p:nvSpPr>
          <p:cNvPr id="12" name="Triangle">
            <a:extLst>
              <a:ext uri="{FF2B5EF4-FFF2-40B4-BE49-F238E27FC236}">
                <a16:creationId xmlns:a16="http://schemas.microsoft.com/office/drawing/2014/main" id="{53A2CA0A-30B0-A001-08A4-1FA6625C8F7E}"/>
              </a:ext>
            </a:extLst>
          </p:cNvPr>
          <p:cNvSpPr>
            <a:spLocks noGrp="1"/>
          </p:cNvSpPr>
          <p:nvPr/>
        </p:nvSpPr>
        <p:spPr>
          <a:xfrm>
            <a:off x="13550118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3" name="7">
            <a:extLst>
              <a:ext uri="{FF2B5EF4-FFF2-40B4-BE49-F238E27FC236}">
                <a16:creationId xmlns:a16="http://schemas.microsoft.com/office/drawing/2014/main" id="{6DD07E06-7763-F64C-FEA8-543C431647D2}"/>
              </a:ext>
            </a:extLst>
          </p:cNvPr>
          <p:cNvSpPr>
            <a:spLocks noGrp="1"/>
          </p:cNvSpPr>
          <p:nvPr/>
        </p:nvSpPr>
        <p:spPr>
          <a:xfrm>
            <a:off x="14427591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7</a:t>
            </a:r>
          </a:p>
        </p:txBody>
      </p:sp>
      <p:sp>
        <p:nvSpPr>
          <p:cNvPr id="14" name="Triangle">
            <a:extLst>
              <a:ext uri="{FF2B5EF4-FFF2-40B4-BE49-F238E27FC236}">
                <a16:creationId xmlns:a16="http://schemas.microsoft.com/office/drawing/2014/main" id="{9D53A261-4438-5CED-8F3A-584473EBC1E4}"/>
              </a:ext>
            </a:extLst>
          </p:cNvPr>
          <p:cNvSpPr>
            <a:spLocks noGrp="1"/>
          </p:cNvSpPr>
          <p:nvPr/>
        </p:nvSpPr>
        <p:spPr>
          <a:xfrm>
            <a:off x="10857599" y="10140776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5" name="3">
            <a:extLst>
              <a:ext uri="{FF2B5EF4-FFF2-40B4-BE49-F238E27FC236}">
                <a16:creationId xmlns:a16="http://schemas.microsoft.com/office/drawing/2014/main" id="{F02808BC-FE09-D96A-AD70-0E0A264B97F7}"/>
              </a:ext>
            </a:extLst>
          </p:cNvPr>
          <p:cNvSpPr>
            <a:spLocks noGrp="1"/>
          </p:cNvSpPr>
          <p:nvPr/>
        </p:nvSpPr>
        <p:spPr>
          <a:xfrm>
            <a:off x="11735072" y="11298490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16" name="3">
            <a:extLst>
              <a:ext uri="{FF2B5EF4-FFF2-40B4-BE49-F238E27FC236}">
                <a16:creationId xmlns:a16="http://schemas.microsoft.com/office/drawing/2014/main" id="{593BEBEB-B804-3798-8844-A4732F04E6B3}"/>
              </a:ext>
            </a:extLst>
          </p:cNvPr>
          <p:cNvSpPr>
            <a:spLocks noGrp="1"/>
          </p:cNvSpPr>
          <p:nvPr/>
        </p:nvSpPr>
        <p:spPr>
          <a:xfrm>
            <a:off x="11735071" y="4991614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17" name="Triangle">
            <a:extLst>
              <a:ext uri="{FF2B5EF4-FFF2-40B4-BE49-F238E27FC236}">
                <a16:creationId xmlns:a16="http://schemas.microsoft.com/office/drawing/2014/main" id="{40F7635B-3086-68C3-95CB-D96C2D945C87}"/>
              </a:ext>
            </a:extLst>
          </p:cNvPr>
          <p:cNvSpPr>
            <a:spLocks noGrp="1"/>
          </p:cNvSpPr>
          <p:nvPr/>
        </p:nvSpPr>
        <p:spPr>
          <a:xfrm>
            <a:off x="18701152" y="4898689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8" name="Triangle">
            <a:extLst>
              <a:ext uri="{FF2B5EF4-FFF2-40B4-BE49-F238E27FC236}">
                <a16:creationId xmlns:a16="http://schemas.microsoft.com/office/drawing/2014/main" id="{54D8C50C-6129-45D2-A1FB-67AAEF026078}"/>
              </a:ext>
            </a:extLst>
          </p:cNvPr>
          <p:cNvSpPr>
            <a:spLocks noGrp="1"/>
          </p:cNvSpPr>
          <p:nvPr/>
        </p:nvSpPr>
        <p:spPr>
          <a:xfrm>
            <a:off x="16138717" y="10123448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19" name="2">
            <a:extLst>
              <a:ext uri="{FF2B5EF4-FFF2-40B4-BE49-F238E27FC236}">
                <a16:creationId xmlns:a16="http://schemas.microsoft.com/office/drawing/2014/main" id="{E8EFEA50-6BDE-6C8B-6727-64B97D435144}"/>
              </a:ext>
            </a:extLst>
          </p:cNvPr>
          <p:cNvSpPr>
            <a:spLocks noGrp="1"/>
          </p:cNvSpPr>
          <p:nvPr/>
        </p:nvSpPr>
        <p:spPr>
          <a:xfrm>
            <a:off x="17016190" y="11281162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20" name="Triangle">
            <a:extLst>
              <a:ext uri="{FF2B5EF4-FFF2-40B4-BE49-F238E27FC236}">
                <a16:creationId xmlns:a16="http://schemas.microsoft.com/office/drawing/2014/main" id="{1AFD7409-B255-5E84-F7E1-FC2CE35CFDB7}"/>
              </a:ext>
            </a:extLst>
          </p:cNvPr>
          <p:cNvSpPr>
            <a:spLocks noGrp="1"/>
          </p:cNvSpPr>
          <p:nvPr/>
        </p:nvSpPr>
        <p:spPr>
          <a:xfrm>
            <a:off x="21419835" y="10123448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1" name="6">
            <a:extLst>
              <a:ext uri="{FF2B5EF4-FFF2-40B4-BE49-F238E27FC236}">
                <a16:creationId xmlns:a16="http://schemas.microsoft.com/office/drawing/2014/main" id="{98E08FD4-B8C3-2F32-AEEE-71C11230CCBF}"/>
              </a:ext>
            </a:extLst>
          </p:cNvPr>
          <p:cNvSpPr>
            <a:spLocks noGrp="1"/>
          </p:cNvSpPr>
          <p:nvPr/>
        </p:nvSpPr>
        <p:spPr>
          <a:xfrm>
            <a:off x="22297308" y="11281162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6</a:t>
            </a:r>
          </a:p>
        </p:txBody>
      </p:sp>
      <p:sp>
        <p:nvSpPr>
          <p:cNvPr id="22" name="Triangle">
            <a:extLst>
              <a:ext uri="{FF2B5EF4-FFF2-40B4-BE49-F238E27FC236}">
                <a16:creationId xmlns:a16="http://schemas.microsoft.com/office/drawing/2014/main" id="{B9B449A4-4F51-4CAD-D3FD-375D42928113}"/>
              </a:ext>
            </a:extLst>
          </p:cNvPr>
          <p:cNvSpPr>
            <a:spLocks noGrp="1"/>
          </p:cNvSpPr>
          <p:nvPr/>
        </p:nvSpPr>
        <p:spPr>
          <a:xfrm>
            <a:off x="18727315" y="101274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3" name="4">
            <a:extLst>
              <a:ext uri="{FF2B5EF4-FFF2-40B4-BE49-F238E27FC236}">
                <a16:creationId xmlns:a16="http://schemas.microsoft.com/office/drawing/2014/main" id="{F24864C1-055D-5B93-B671-6F0578579FFA}"/>
              </a:ext>
            </a:extLst>
          </p:cNvPr>
          <p:cNvSpPr>
            <a:spLocks noGrp="1"/>
          </p:cNvSpPr>
          <p:nvPr/>
        </p:nvSpPr>
        <p:spPr>
          <a:xfrm>
            <a:off x="19604788" y="112851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24" name="2">
            <a:extLst>
              <a:ext uri="{FF2B5EF4-FFF2-40B4-BE49-F238E27FC236}">
                <a16:creationId xmlns:a16="http://schemas.microsoft.com/office/drawing/2014/main" id="{C9002A61-DC56-07C4-440C-57DDA82636EE}"/>
              </a:ext>
            </a:extLst>
          </p:cNvPr>
          <p:cNvSpPr>
            <a:spLocks noGrp="1"/>
          </p:cNvSpPr>
          <p:nvPr/>
        </p:nvSpPr>
        <p:spPr>
          <a:xfrm>
            <a:off x="19604787" y="4978300"/>
            <a:ext cx="608721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25" name="4">
            <a:extLst>
              <a:ext uri="{FF2B5EF4-FFF2-40B4-BE49-F238E27FC236}">
                <a16:creationId xmlns:a16="http://schemas.microsoft.com/office/drawing/2014/main" id="{D6B95534-2FE6-E7F5-7609-143BB64CFACB}"/>
              </a:ext>
            </a:extLst>
          </p:cNvPr>
          <p:cNvSpPr>
            <a:spLocks noGrp="1"/>
          </p:cNvSpPr>
          <p:nvPr/>
        </p:nvSpPr>
        <p:spPr>
          <a:xfrm>
            <a:off x="11887640" y="1764264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65494934"/>
      </p:ext>
    </p:extLst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DEDF9-AB11-B87A-8E10-6D20B6B6D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6015D3A5-C86F-826F-0313-A0BCAC7A86F8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221345BF-0FCF-97F5-FADD-A80564D66E2D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B3F7F863-8231-815B-2A17-4F0ABA90F2E8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DC2267C1-B7B0-FE41-238B-B00564899C1B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207B8EB3-5084-6B8A-EBBD-3DC7BA8A1B7B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33008CDC-4D42-A554-D0EA-5D49DBC27AFC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ABF6FD4E-8FD6-9FC1-8CF5-7DAEE6C4F4FD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4C1CCD93-D50C-BA88-58B4-02ED1D9FF654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667F65F4-B4E1-B284-0AD6-0E340CFEE29D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17EF8451-65D9-8631-0DE8-2EFDF7D82BD9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521FFD39-AAA9-086B-402D-B039A926D913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4F2B0FD5-2AE4-5ECD-D5D1-36971D2B7A88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613AB193-E6F0-CBE2-A6BF-B453ACFCA6D4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10B94BF6-0F5C-8EC4-4D37-4912AF32B19F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B5755CBC-C3C6-5CE2-5660-6F1B044CF25F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DCBA5E9A-2E64-1C94-64B9-224896D43381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0180DACE-DAD5-C14F-6EF7-04BACAA3824D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BCA71213-A3F6-F539-C709-2502611E9EB1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741DC744-637F-22E8-F9B0-604D8FCB1025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3719F464-6C5D-27AE-65DF-087CE1BC9B3F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064D73DE-D7C3-0707-85CF-55CC1FC51493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39756E21-A86D-3B65-1667-31D39A506EEA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F06D08C9-D525-7BC4-FAB5-2E2AD5A859D2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7D093DF2-9006-BE9D-9704-CF46CD0117EC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CA15D742-77BE-6854-6203-C1AEEFDBD3F2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1FAD350C-5075-96DD-5FC6-7853284BBDA8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8E9ED3BD-99B1-F199-36E1-861BADEAD143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9052369"/>
      </p:ext>
    </p:extLst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231BA-C8AE-C4BB-440D-720DB52E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565071D8-11D9-E5B1-FCB1-3BCFDCDCFE1A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55A05971-0CFA-4B8D-C803-DFA4902A866F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2CCDD6F9-CBBE-A7C7-5C69-F39A0D43EB6B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5CDA119A-4C29-8646-ADD6-A29874B73CF3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B3501FB6-B1BD-2D04-8209-DBC59D53DEB1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AE32569B-A67E-59F8-6263-86BE54995E95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5C80FDF8-A45C-3073-FE5B-22507CA4DF43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BCC1190A-4848-E68C-9E63-7EC2FA4F3163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D89C1316-1A2C-C9B6-B9EB-D1A735FD36E0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D89F5714-F207-2B71-B8CB-D16EB83F80FE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58B75687-C678-6506-2470-024735012B37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ED9B9164-E171-A38D-BA17-1EDC88FE7BEF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1EA00590-E199-7F6B-0407-0C6FBF217DBB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1EE37076-2A9E-1017-D850-632E8078E1B8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A3288E7F-586C-72BD-4856-2EE56B11B682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5D75906F-6C9D-2D29-E82D-970B64D241A7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C9C24E2B-AEFE-CE36-8650-981ABD44664E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12FD1200-B29A-2A57-341B-C115A03BA633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138F603A-DBDF-6496-52A7-285F28093C38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AAB7994F-8092-DCAE-8679-DCB2E5883C12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21B56149-98ED-49F2-1D3F-692210DAE07D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4ED559E8-2890-BF2A-8784-620A686BFF24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534D336A-9050-DDFB-7D25-C028D44D91C9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9" name="Triangle">
            <a:extLst>
              <a:ext uri="{FF2B5EF4-FFF2-40B4-BE49-F238E27FC236}">
                <a16:creationId xmlns:a16="http://schemas.microsoft.com/office/drawing/2014/main" id="{B3771324-D196-A5EC-9BE4-7166D623C9E3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103C6875-9BD9-B65B-861E-A8AA17B92879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CD6B669C-5523-B780-2B94-F9E6DF8C696B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716C11E5-FF18-6238-9A70-13E32936D329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D43F86FC-5BEF-ABE7-A18F-A2B1DD7B0AFC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5991615"/>
      </p:ext>
    </p:extLst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DA88E-DB50-553A-198E-9C79FF858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A5BB951F-39A0-F363-310C-D07E15B57EBB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8858D199-41BA-A3F6-5DC2-C5881B3BA75E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09209D8D-FED1-66A5-3BC9-A3301549196B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EB117258-5C4C-64DD-FD27-9D7CED6B2626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B0430CC9-0C4E-02AF-6E28-0C8B9854F876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E871B605-A9A9-E9FE-0FE8-C3FEA1C7B2B3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0989AA11-451B-BA56-559F-90D9BE937061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8AF1C109-7757-B4AF-FF3D-EBFCD51FDDA3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0A7A3C82-A65C-D39C-44F4-A568E579B908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AB830130-66E6-1431-EBF4-F5A28B9457EB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1B1B78A6-30AE-8F67-D0D9-367B91F71393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4A9CD794-ACE7-FE9B-2AD0-E3E5D4DFDCE6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439EED5B-EF9E-63AE-56B9-FFC27117464B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2E1C117B-F494-E1A0-9AD0-A9002326154A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26E4483A-8E2E-1823-6AB7-0F737CF68732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39377E20-48A1-ECA4-0EFA-CD979BDFBCE2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78019F71-DA47-FC5A-CAF6-026DF0FEFB46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3AAFE858-811D-E15F-5557-E0BEB7925FAC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E2600EBF-BB60-E3F5-0B74-6C7C6E34309E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B337BDE5-F198-AB91-1799-EE5A2DA5ADE6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34EB5377-123E-40DE-65D5-7A64F4A39538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4CC94F64-CE24-03B1-0E7D-8CA7E5220586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DCA25584-ABD8-2D04-E06D-F662CA4E9DAE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9" name="Triangle">
            <a:extLst>
              <a:ext uri="{FF2B5EF4-FFF2-40B4-BE49-F238E27FC236}">
                <a16:creationId xmlns:a16="http://schemas.microsoft.com/office/drawing/2014/main" id="{A4B64469-C211-4485-339C-6BE63328602B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37706717-B39B-5B72-9983-5E74C526A381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FB26239B-BF67-965F-988D-63CDC89EE847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E4E3643A-7CA8-8A4A-CE56-9E6B353366BA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32698907-725B-DAE8-E274-575B0101D56B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" name="Triangle">
            <a:extLst>
              <a:ext uri="{FF2B5EF4-FFF2-40B4-BE49-F238E27FC236}">
                <a16:creationId xmlns:a16="http://schemas.microsoft.com/office/drawing/2014/main" id="{944A7C83-B253-DD4C-CDCF-1B2FF4B90D7C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" name="4">
            <a:extLst>
              <a:ext uri="{FF2B5EF4-FFF2-40B4-BE49-F238E27FC236}">
                <a16:creationId xmlns:a16="http://schemas.microsoft.com/office/drawing/2014/main" id="{B70CBB3B-2B55-F7B4-39FB-7BE5DB3942BB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93391513"/>
      </p:ext>
    </p:extLst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A47AD-F54D-E36E-2314-24B2F960F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F449091A-1964-1F36-E4FC-EAA38ED869E7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B64E96EE-5937-854B-BF1D-1FDC3DD8756F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83F99641-2544-5C01-FE8C-7AF1BDB28353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9EF77298-9E54-1D38-F55C-2DE1FA9236D7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62FB3D27-5E05-3E27-4A78-C2203A66CE82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83048F16-B32B-75B4-D2A9-C0D583F5F348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ACE4BA91-D477-1321-5D8C-82DBB4BA3DC9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5E7DBF8D-3B81-F05C-1589-1D20C3DDD119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647ACE04-C486-03FD-326F-8CC591DFE41E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A936DA4B-EB88-ABE2-9D3E-17D681899239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535920B9-0754-D61F-1C72-7406EB8E8C31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3D07A186-C84D-497A-714C-DAB72820F287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D9E86173-95AC-463E-2CCF-6D5CC056EA30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5CCB52EF-A17A-A7CF-DAFA-656D2957F18E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39C461ED-4837-8ED6-833A-319329A7948A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BE9E0448-02A9-63D4-929B-A09D9545F47C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BCE5FA39-5A03-AF95-43E5-3A05D98D9429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D4025085-DE9C-511D-6395-B6FD6DE63C1C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47141CA7-229B-7BB8-343B-839CA74DE3E4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9E6CF89C-03FB-7BBB-03C0-74C852FF0FBE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DA9A3A69-27E8-4D35-7D17-C1FFC2BBDF15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D81146D2-9B0D-F060-A8A8-A2EAC9CCA7E6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15C22BB3-30BC-99EF-48C5-EEFAC49EB03C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9" name="Triangle">
            <a:extLst>
              <a:ext uri="{FF2B5EF4-FFF2-40B4-BE49-F238E27FC236}">
                <a16:creationId xmlns:a16="http://schemas.microsoft.com/office/drawing/2014/main" id="{4615D80A-393B-223F-23C1-CBFB900F098F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E7ECC5BF-D2D3-D34E-DD23-533F7B5FF10C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4B7C6C43-F6A0-9941-A34F-64AA2894E80C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75515FE9-080B-9EB8-4B77-3656A89B4C06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A15CD3B2-0A2C-FD4C-66A4-0D3F7D86BD5B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" name="Triangle">
            <a:extLst>
              <a:ext uri="{FF2B5EF4-FFF2-40B4-BE49-F238E27FC236}">
                <a16:creationId xmlns:a16="http://schemas.microsoft.com/office/drawing/2014/main" id="{B854046F-8DB9-6DC3-F5E1-5D56246CA079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" name="4">
            <a:extLst>
              <a:ext uri="{FF2B5EF4-FFF2-40B4-BE49-F238E27FC236}">
                <a16:creationId xmlns:a16="http://schemas.microsoft.com/office/drawing/2014/main" id="{78C56FCE-E7C3-088F-D0AA-D4ED9525B8AA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4</a:t>
            </a:r>
          </a:p>
        </p:txBody>
      </p:sp>
      <p:sp>
        <p:nvSpPr>
          <p:cNvPr id="6" name="Triangle">
            <a:extLst>
              <a:ext uri="{FF2B5EF4-FFF2-40B4-BE49-F238E27FC236}">
                <a16:creationId xmlns:a16="http://schemas.microsoft.com/office/drawing/2014/main" id="{562CE231-FA7E-344E-B11C-7D93EC2D7873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" name="8">
            <a:extLst>
              <a:ext uri="{FF2B5EF4-FFF2-40B4-BE49-F238E27FC236}">
                <a16:creationId xmlns:a16="http://schemas.microsoft.com/office/drawing/2014/main" id="{FEFED298-2BAD-1DD8-4CC4-C7B039B304A2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61843944"/>
      </p:ext>
    </p:extLst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C776C-6349-9BD3-DF10-F77068D9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0E51D569-EFF5-BE1C-B207-84F02469B457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AAB25D4B-FC73-84D1-FF53-32644DA4D002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CAA7083F-B571-646C-C1D4-E9F99893E969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9F1A730C-295E-8DF4-5CF4-851E9BB6DBC8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2A3C4484-813A-627C-C4F1-0F1E97C2F67B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E3929E29-13F2-D856-949F-DF95EC4E6415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D1B0E45A-9DFC-AE27-F90A-1F04CA9D4E17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6000BCFC-A54B-CE97-4215-8413CCB77F5B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8F3AD1BC-A9ED-6DF8-B5EF-66C609029B1E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769BBB6B-FC31-1F9E-2311-E18D2BB8F287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097E5CA6-B3BA-2CBA-1C7F-00F2AF3B6EBF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185B21F5-215F-D815-9E8F-3D83738B3C08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BB82F511-343B-22DD-0E45-B77CBFD54463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85E03342-F602-5C4A-6425-815E5F392FC8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6C52A1D3-A22B-069C-B03A-80D388F57042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7C5C19AA-2088-554D-A51A-17DCED745580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62F8EB48-A16D-82F5-E1C2-2B061F46B539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BAE20F96-1C7E-D663-9D31-F61E0DD1E49B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195CB8C1-7279-DF52-BB2D-910B177F7793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314FFE21-40B0-EC14-F250-FD3220E86040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417B3B9D-85D1-EFC5-9D73-147E6D5F48BD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EEA3A4FF-9528-371B-4AE9-99482D10AB3B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20370761-1181-9F47-0369-19EB56BC8532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9" name="Triangle">
            <a:extLst>
              <a:ext uri="{FF2B5EF4-FFF2-40B4-BE49-F238E27FC236}">
                <a16:creationId xmlns:a16="http://schemas.microsoft.com/office/drawing/2014/main" id="{FC885C62-BBD9-D781-4532-143BE4812AF5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54D4C69B-C861-E933-8534-790BED917BC1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FE957092-2CD9-B3B4-7D08-56A0446524A6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25CD6FA5-CB2B-43B5-6F76-04FBFF5B456F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7985A855-C149-6CBD-F93D-1B84DA06FBC4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" name="Triangle">
            <a:extLst>
              <a:ext uri="{FF2B5EF4-FFF2-40B4-BE49-F238E27FC236}">
                <a16:creationId xmlns:a16="http://schemas.microsoft.com/office/drawing/2014/main" id="{A6D0128B-8850-E947-75A5-8A4E159A1F27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" name="4">
            <a:extLst>
              <a:ext uri="{FF2B5EF4-FFF2-40B4-BE49-F238E27FC236}">
                <a16:creationId xmlns:a16="http://schemas.microsoft.com/office/drawing/2014/main" id="{79136140-03F0-F3B2-7723-450D0542BB17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4</a:t>
            </a:r>
          </a:p>
        </p:txBody>
      </p:sp>
      <p:sp>
        <p:nvSpPr>
          <p:cNvPr id="4" name="Triangle">
            <a:extLst>
              <a:ext uri="{FF2B5EF4-FFF2-40B4-BE49-F238E27FC236}">
                <a16:creationId xmlns:a16="http://schemas.microsoft.com/office/drawing/2014/main" id="{31662F0A-A90E-8971-4E24-17928BDFE805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5" name="5">
            <a:extLst>
              <a:ext uri="{FF2B5EF4-FFF2-40B4-BE49-F238E27FC236}">
                <a16:creationId xmlns:a16="http://schemas.microsoft.com/office/drawing/2014/main" id="{41C77B6D-E4C0-5C6E-9558-0F08D821CF56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6" name="Triangle">
            <a:extLst>
              <a:ext uri="{FF2B5EF4-FFF2-40B4-BE49-F238E27FC236}">
                <a16:creationId xmlns:a16="http://schemas.microsoft.com/office/drawing/2014/main" id="{C5661C18-51F3-92A1-679D-1F7CA92F8C1C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" name="8">
            <a:extLst>
              <a:ext uri="{FF2B5EF4-FFF2-40B4-BE49-F238E27FC236}">
                <a16:creationId xmlns:a16="http://schemas.microsoft.com/office/drawing/2014/main" id="{9907B9C4-DD63-8EFC-0B5C-539E9D117DCB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12418814"/>
      </p:ext>
    </p:extLst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D14E5-7D21-C737-9022-D24A7BFA8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Triangle">
            <a:extLst>
              <a:ext uri="{FF2B5EF4-FFF2-40B4-BE49-F238E27FC236}">
                <a16:creationId xmlns:a16="http://schemas.microsoft.com/office/drawing/2014/main" id="{5F33DFD2-119A-9600-C85E-0190D49E4D3F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4" name="Triangle">
            <a:extLst>
              <a:ext uri="{FF2B5EF4-FFF2-40B4-BE49-F238E27FC236}">
                <a16:creationId xmlns:a16="http://schemas.microsoft.com/office/drawing/2014/main" id="{FD427B99-0D25-E04F-3F7A-805A6F6A6578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5" name="Triangle">
            <a:extLst>
              <a:ext uri="{FF2B5EF4-FFF2-40B4-BE49-F238E27FC236}">
                <a16:creationId xmlns:a16="http://schemas.microsoft.com/office/drawing/2014/main" id="{303ACC56-B958-D0C1-06A5-29AE6D3328AB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6" name="Triangle">
            <a:extLst>
              <a:ext uri="{FF2B5EF4-FFF2-40B4-BE49-F238E27FC236}">
                <a16:creationId xmlns:a16="http://schemas.microsoft.com/office/drawing/2014/main" id="{A8349BDF-3E1E-E933-DE8D-352B53DBFB12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7" name="Triangle">
            <a:extLst>
              <a:ext uri="{FF2B5EF4-FFF2-40B4-BE49-F238E27FC236}">
                <a16:creationId xmlns:a16="http://schemas.microsoft.com/office/drawing/2014/main" id="{42EB2AC2-4F50-1CF7-6508-FF9C94A02787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8" name="Triangle">
            <a:extLst>
              <a:ext uri="{FF2B5EF4-FFF2-40B4-BE49-F238E27FC236}">
                <a16:creationId xmlns:a16="http://schemas.microsoft.com/office/drawing/2014/main" id="{04144831-447B-6AA3-CE13-5034184C9E51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29" name="Triangle">
            <a:extLst>
              <a:ext uri="{FF2B5EF4-FFF2-40B4-BE49-F238E27FC236}">
                <a16:creationId xmlns:a16="http://schemas.microsoft.com/office/drawing/2014/main" id="{D1C950DB-C23C-3078-3EE9-ADC9FE1A2508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0" name="Triangle">
            <a:extLst>
              <a:ext uri="{FF2B5EF4-FFF2-40B4-BE49-F238E27FC236}">
                <a16:creationId xmlns:a16="http://schemas.microsoft.com/office/drawing/2014/main" id="{E25C5458-D67D-ACAF-E64D-EA92E7E2A024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1" name="Triangle">
            <a:extLst>
              <a:ext uri="{FF2B5EF4-FFF2-40B4-BE49-F238E27FC236}">
                <a16:creationId xmlns:a16="http://schemas.microsoft.com/office/drawing/2014/main" id="{B62FCE89-0E13-4EAA-B491-A0C0F4575F69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2" name="Triangle">
            <a:extLst>
              <a:ext uri="{FF2B5EF4-FFF2-40B4-BE49-F238E27FC236}">
                <a16:creationId xmlns:a16="http://schemas.microsoft.com/office/drawing/2014/main" id="{7A3BE614-E76D-F8E9-B7CD-1C77FDB0A01F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3" name="Triangle">
            <a:extLst>
              <a:ext uri="{FF2B5EF4-FFF2-40B4-BE49-F238E27FC236}">
                <a16:creationId xmlns:a16="http://schemas.microsoft.com/office/drawing/2014/main" id="{C7A7EC6F-426C-CB77-8378-4F6C3893BC65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4" name="Triangle">
            <a:extLst>
              <a:ext uri="{FF2B5EF4-FFF2-40B4-BE49-F238E27FC236}">
                <a16:creationId xmlns:a16="http://schemas.microsoft.com/office/drawing/2014/main" id="{493BA8BB-DDC8-3D0F-20B8-5A52D3020A98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5" name="Triangle">
            <a:extLst>
              <a:ext uri="{FF2B5EF4-FFF2-40B4-BE49-F238E27FC236}">
                <a16:creationId xmlns:a16="http://schemas.microsoft.com/office/drawing/2014/main" id="{BF8F2952-18FA-A53D-1053-F05BB3CC89F5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6" name="Triangle">
            <a:extLst>
              <a:ext uri="{FF2B5EF4-FFF2-40B4-BE49-F238E27FC236}">
                <a16:creationId xmlns:a16="http://schemas.microsoft.com/office/drawing/2014/main" id="{79C9E5B2-C2C6-DC49-59A6-2BBE82E32C59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8" name="Line">
            <a:extLst>
              <a:ext uri="{FF2B5EF4-FFF2-40B4-BE49-F238E27FC236}">
                <a16:creationId xmlns:a16="http://schemas.microsoft.com/office/drawing/2014/main" id="{3FC84A1F-CF85-6E34-8D80-855AFA8D3A0D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39" name="Line">
            <a:extLst>
              <a:ext uri="{FF2B5EF4-FFF2-40B4-BE49-F238E27FC236}">
                <a16:creationId xmlns:a16="http://schemas.microsoft.com/office/drawing/2014/main" id="{BDDB9716-4722-4AE0-5AE0-61DC06150BCF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0" name="5">
            <a:extLst>
              <a:ext uri="{FF2B5EF4-FFF2-40B4-BE49-F238E27FC236}">
                <a16:creationId xmlns:a16="http://schemas.microsoft.com/office/drawing/2014/main" id="{B5512DD9-B857-0855-76CB-3CE869F2CF42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443" name="Line">
            <a:extLst>
              <a:ext uri="{FF2B5EF4-FFF2-40B4-BE49-F238E27FC236}">
                <a16:creationId xmlns:a16="http://schemas.microsoft.com/office/drawing/2014/main" id="{92A6C238-AB30-1441-81B1-8A0A78914336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44" name="Line">
            <a:extLst>
              <a:ext uri="{FF2B5EF4-FFF2-40B4-BE49-F238E27FC236}">
                <a16:creationId xmlns:a16="http://schemas.microsoft.com/office/drawing/2014/main" id="{8F35F7E8-27B5-883E-803B-B62A6A0574FD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1" name="Line">
            <a:extLst>
              <a:ext uri="{FF2B5EF4-FFF2-40B4-BE49-F238E27FC236}">
                <a16:creationId xmlns:a16="http://schemas.microsoft.com/office/drawing/2014/main" id="{D17BE36E-640E-90CA-DCAD-3129CC44C5E4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7" name="Line">
            <a:extLst>
              <a:ext uri="{FF2B5EF4-FFF2-40B4-BE49-F238E27FC236}">
                <a16:creationId xmlns:a16="http://schemas.microsoft.com/office/drawing/2014/main" id="{549CC888-41A2-CD31-32ED-9AEBE2BF4D5E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58" name="Line">
            <a:extLst>
              <a:ext uri="{FF2B5EF4-FFF2-40B4-BE49-F238E27FC236}">
                <a16:creationId xmlns:a16="http://schemas.microsoft.com/office/drawing/2014/main" id="{3EC90E63-C8AA-00C8-BD46-9807FA363301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5" name="Line">
            <a:extLst>
              <a:ext uri="{FF2B5EF4-FFF2-40B4-BE49-F238E27FC236}">
                <a16:creationId xmlns:a16="http://schemas.microsoft.com/office/drawing/2014/main" id="{EC47B150-4321-BBE2-DC21-10E7A05FD951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69" name="Triangle">
            <a:extLst>
              <a:ext uri="{FF2B5EF4-FFF2-40B4-BE49-F238E27FC236}">
                <a16:creationId xmlns:a16="http://schemas.microsoft.com/office/drawing/2014/main" id="{58F81B34-DAA9-E851-156A-F5204071AE90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1" name="Line">
            <a:extLst>
              <a:ext uri="{FF2B5EF4-FFF2-40B4-BE49-F238E27FC236}">
                <a16:creationId xmlns:a16="http://schemas.microsoft.com/office/drawing/2014/main" id="{5C317DA2-DE20-0F98-49CA-C76E184B8180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2" name="Line">
            <a:extLst>
              <a:ext uri="{FF2B5EF4-FFF2-40B4-BE49-F238E27FC236}">
                <a16:creationId xmlns:a16="http://schemas.microsoft.com/office/drawing/2014/main" id="{675B84EF-BACF-E2FC-BB73-9D139C5A83FE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79" name="Line">
            <a:extLst>
              <a:ext uri="{FF2B5EF4-FFF2-40B4-BE49-F238E27FC236}">
                <a16:creationId xmlns:a16="http://schemas.microsoft.com/office/drawing/2014/main" id="{BAAE4282-9F20-C12F-D02B-054FC79C2F91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3" name="Line">
            <a:extLst>
              <a:ext uri="{FF2B5EF4-FFF2-40B4-BE49-F238E27FC236}">
                <a16:creationId xmlns:a16="http://schemas.microsoft.com/office/drawing/2014/main" id="{CE2B2670-7C63-7657-85C7-9B1D03A7E9D1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" name="Triangle">
            <a:extLst>
              <a:ext uri="{FF2B5EF4-FFF2-40B4-BE49-F238E27FC236}">
                <a16:creationId xmlns:a16="http://schemas.microsoft.com/office/drawing/2014/main" id="{4988A9F6-FA37-6F47-F50E-E4E37A8BF80B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" name="4">
            <a:extLst>
              <a:ext uri="{FF2B5EF4-FFF2-40B4-BE49-F238E27FC236}">
                <a16:creationId xmlns:a16="http://schemas.microsoft.com/office/drawing/2014/main" id="{F6C2DA2C-80C5-5BAB-2B5B-4AE4CC166387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4</a:t>
            </a:r>
          </a:p>
        </p:txBody>
      </p:sp>
      <p:sp>
        <p:nvSpPr>
          <p:cNvPr id="4" name="Triangle">
            <a:extLst>
              <a:ext uri="{FF2B5EF4-FFF2-40B4-BE49-F238E27FC236}">
                <a16:creationId xmlns:a16="http://schemas.microsoft.com/office/drawing/2014/main" id="{7D43721B-DD3F-B415-A00E-C49582814E1E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5" name="5">
            <a:extLst>
              <a:ext uri="{FF2B5EF4-FFF2-40B4-BE49-F238E27FC236}">
                <a16:creationId xmlns:a16="http://schemas.microsoft.com/office/drawing/2014/main" id="{4C84C036-C991-C7D3-5D2F-3A7B6399EE6A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6" name="Triangle">
            <a:extLst>
              <a:ext uri="{FF2B5EF4-FFF2-40B4-BE49-F238E27FC236}">
                <a16:creationId xmlns:a16="http://schemas.microsoft.com/office/drawing/2014/main" id="{C09C767A-25F3-6B7D-9C40-BA3A125141C3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7" name="8">
            <a:extLst>
              <a:ext uri="{FF2B5EF4-FFF2-40B4-BE49-F238E27FC236}">
                <a16:creationId xmlns:a16="http://schemas.microsoft.com/office/drawing/2014/main" id="{367865B4-F41D-4CE6-70A9-BAEF2C385ADA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8</a:t>
            </a:r>
          </a:p>
        </p:txBody>
      </p:sp>
      <p:sp>
        <p:nvSpPr>
          <p:cNvPr id="8" name="4">
            <a:extLst>
              <a:ext uri="{FF2B5EF4-FFF2-40B4-BE49-F238E27FC236}">
                <a16:creationId xmlns:a16="http://schemas.microsoft.com/office/drawing/2014/main" id="{343C8E14-8E7C-C1B4-2526-49E06BA4D0B9}"/>
              </a:ext>
            </a:extLst>
          </p:cNvPr>
          <p:cNvSpPr>
            <a:spLocks noGrp="1"/>
          </p:cNvSpPr>
          <p:nvPr/>
        </p:nvSpPr>
        <p:spPr>
          <a:xfrm>
            <a:off x="3865355" y="5004928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48164805"/>
      </p:ext>
    </p:extLst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Triangle">
            <a:extLst>
              <a:ext uri="{FF2B5EF4-FFF2-40B4-BE49-F238E27FC236}">
                <a16:creationId xmlns:a16="http://schemas.microsoft.com/office/drawing/2014/main" id="{3626C1AA-B8F7-4D09-9608-8B1EAC883F62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6" name="Triangle">
            <a:extLst>
              <a:ext uri="{FF2B5EF4-FFF2-40B4-BE49-F238E27FC236}">
                <a16:creationId xmlns:a16="http://schemas.microsoft.com/office/drawing/2014/main" id="{8F34D12F-B7EA-4608-8E59-F8DE1D3CC3C2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7" name="Triangle">
            <a:extLst>
              <a:ext uri="{FF2B5EF4-FFF2-40B4-BE49-F238E27FC236}">
                <a16:creationId xmlns:a16="http://schemas.microsoft.com/office/drawing/2014/main" id="{5E1D3348-FB7B-4BC1-85DE-971F92FEED2A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8" name="Triangle">
            <a:extLst>
              <a:ext uri="{FF2B5EF4-FFF2-40B4-BE49-F238E27FC236}">
                <a16:creationId xmlns:a16="http://schemas.microsoft.com/office/drawing/2014/main" id="{47F22A7E-A54F-4564-8704-E97A12A8E724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9" name="Triangle">
            <a:extLst>
              <a:ext uri="{FF2B5EF4-FFF2-40B4-BE49-F238E27FC236}">
                <a16:creationId xmlns:a16="http://schemas.microsoft.com/office/drawing/2014/main" id="{A78A1E2A-DDA8-4EC2-BA2E-2855A865DE4B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0" name="Triangle">
            <a:extLst>
              <a:ext uri="{FF2B5EF4-FFF2-40B4-BE49-F238E27FC236}">
                <a16:creationId xmlns:a16="http://schemas.microsoft.com/office/drawing/2014/main" id="{8ACCF621-7D56-4152-AF61-2FC3EF7BD021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1" name="Triangle">
            <a:extLst>
              <a:ext uri="{FF2B5EF4-FFF2-40B4-BE49-F238E27FC236}">
                <a16:creationId xmlns:a16="http://schemas.microsoft.com/office/drawing/2014/main" id="{A2A719AB-DD9C-4460-86C9-CE3165D98157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2" name="Triangle">
            <a:extLst>
              <a:ext uri="{FF2B5EF4-FFF2-40B4-BE49-F238E27FC236}">
                <a16:creationId xmlns:a16="http://schemas.microsoft.com/office/drawing/2014/main" id="{3A740FD5-BD7A-4143-99EA-D7475F180733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3" name="Triangle">
            <a:extLst>
              <a:ext uri="{FF2B5EF4-FFF2-40B4-BE49-F238E27FC236}">
                <a16:creationId xmlns:a16="http://schemas.microsoft.com/office/drawing/2014/main" id="{8394E7F6-088F-418C-9EC1-F763FDF0F052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4" name="Triangle">
            <a:extLst>
              <a:ext uri="{FF2B5EF4-FFF2-40B4-BE49-F238E27FC236}">
                <a16:creationId xmlns:a16="http://schemas.microsoft.com/office/drawing/2014/main" id="{2624677F-9E6A-459D-8559-2800A74946E1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5" name="Triangle">
            <a:extLst>
              <a:ext uri="{FF2B5EF4-FFF2-40B4-BE49-F238E27FC236}">
                <a16:creationId xmlns:a16="http://schemas.microsoft.com/office/drawing/2014/main" id="{556CDF56-7120-4E84-8D52-F07CEAF57075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6" name="Triangle">
            <a:extLst>
              <a:ext uri="{FF2B5EF4-FFF2-40B4-BE49-F238E27FC236}">
                <a16:creationId xmlns:a16="http://schemas.microsoft.com/office/drawing/2014/main" id="{318174AF-0D71-4A15-8F44-030A2A14A35E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7" name="Triangle">
            <a:extLst>
              <a:ext uri="{FF2B5EF4-FFF2-40B4-BE49-F238E27FC236}">
                <a16:creationId xmlns:a16="http://schemas.microsoft.com/office/drawing/2014/main" id="{7F13702A-D609-4C0E-835B-C6DE36ACFE01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8" name="Triangle">
            <a:extLst>
              <a:ext uri="{FF2B5EF4-FFF2-40B4-BE49-F238E27FC236}">
                <a16:creationId xmlns:a16="http://schemas.microsoft.com/office/drawing/2014/main" id="{94B968D1-F60F-4EA2-8ED7-A4BB446D7275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0" name="Line">
            <a:extLst>
              <a:ext uri="{FF2B5EF4-FFF2-40B4-BE49-F238E27FC236}">
                <a16:creationId xmlns:a16="http://schemas.microsoft.com/office/drawing/2014/main" id="{3BCBA863-FA23-487F-B7AB-FF6B3B76EDD2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1" name="Line">
            <a:extLst>
              <a:ext uri="{FF2B5EF4-FFF2-40B4-BE49-F238E27FC236}">
                <a16:creationId xmlns:a16="http://schemas.microsoft.com/office/drawing/2014/main" id="{B93325B6-5110-4B66-8E49-CC3A11F68F61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2" name="5">
            <a:extLst>
              <a:ext uri="{FF2B5EF4-FFF2-40B4-BE49-F238E27FC236}">
                <a16:creationId xmlns:a16="http://schemas.microsoft.com/office/drawing/2014/main" id="{7211EBB1-3262-40F9-BCDC-FB022764FA0E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505" name="Line">
            <a:extLst>
              <a:ext uri="{FF2B5EF4-FFF2-40B4-BE49-F238E27FC236}">
                <a16:creationId xmlns:a16="http://schemas.microsoft.com/office/drawing/2014/main" id="{1AD7DD76-38CC-4212-AE8D-D5E20684D64F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6" name="Line">
            <a:extLst>
              <a:ext uri="{FF2B5EF4-FFF2-40B4-BE49-F238E27FC236}">
                <a16:creationId xmlns:a16="http://schemas.microsoft.com/office/drawing/2014/main" id="{9DBD7B34-F208-4C19-BBB8-DCAF26DCD058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0" name="Line">
            <a:extLst>
              <a:ext uri="{FF2B5EF4-FFF2-40B4-BE49-F238E27FC236}">
                <a16:creationId xmlns:a16="http://schemas.microsoft.com/office/drawing/2014/main" id="{66ECEA31-FA58-4C55-A227-F3DE2FCB35F0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1" name="Triangle">
            <a:extLst>
              <a:ext uri="{FF2B5EF4-FFF2-40B4-BE49-F238E27FC236}">
                <a16:creationId xmlns:a16="http://schemas.microsoft.com/office/drawing/2014/main" id="{3765BEC1-FF37-4139-BAB8-A287FBDB0BA4}"/>
              </a:ext>
            </a:extLst>
          </p:cNvPr>
          <p:cNvSpPr>
            <a:spLocks noGrp="1"/>
          </p:cNvSpPr>
          <p:nvPr/>
        </p:nvSpPr>
        <p:spPr>
          <a:xfrm>
            <a:off x="10857599" y="4905812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3" name="Line">
            <a:extLst>
              <a:ext uri="{FF2B5EF4-FFF2-40B4-BE49-F238E27FC236}">
                <a16:creationId xmlns:a16="http://schemas.microsoft.com/office/drawing/2014/main" id="{D6C46B40-7498-43EF-B493-8C66771831D9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4" name="Line">
            <a:extLst>
              <a:ext uri="{FF2B5EF4-FFF2-40B4-BE49-F238E27FC236}">
                <a16:creationId xmlns:a16="http://schemas.microsoft.com/office/drawing/2014/main" id="{C08E9902-D3AC-478E-9A76-947897EACAD3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8" name="Line">
            <a:extLst>
              <a:ext uri="{FF2B5EF4-FFF2-40B4-BE49-F238E27FC236}">
                <a16:creationId xmlns:a16="http://schemas.microsoft.com/office/drawing/2014/main" id="{8E322629-CEDE-46CA-9014-C666148A7FFD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2" name="Triangle">
            <a:extLst>
              <a:ext uri="{FF2B5EF4-FFF2-40B4-BE49-F238E27FC236}">
                <a16:creationId xmlns:a16="http://schemas.microsoft.com/office/drawing/2014/main" id="{E1758085-FAD1-4590-86D3-D1CC79CFFBFE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3" name="4">
            <a:extLst>
              <a:ext uri="{FF2B5EF4-FFF2-40B4-BE49-F238E27FC236}">
                <a16:creationId xmlns:a16="http://schemas.microsoft.com/office/drawing/2014/main" id="{BBE89E42-9FFB-47E8-A3FA-50D9E9B3D664}"/>
              </a:ext>
            </a:extLst>
          </p:cNvPr>
          <p:cNvSpPr>
            <a:spLocks noGrp="1"/>
          </p:cNvSpPr>
          <p:nvPr/>
        </p:nvSpPr>
        <p:spPr>
          <a:xfrm>
            <a:off x="3865355" y="5004928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2524" name="Line">
            <a:extLst>
              <a:ext uri="{FF2B5EF4-FFF2-40B4-BE49-F238E27FC236}">
                <a16:creationId xmlns:a16="http://schemas.microsoft.com/office/drawing/2014/main" id="{D08547B9-5E00-44C1-8CCB-96000A13DFD2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5" name="Line">
            <a:extLst>
              <a:ext uri="{FF2B5EF4-FFF2-40B4-BE49-F238E27FC236}">
                <a16:creationId xmlns:a16="http://schemas.microsoft.com/office/drawing/2014/main" id="{0E3F4CE6-5A81-4382-BACF-9A9F149AAE32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6" name="Triangle">
            <a:extLst>
              <a:ext uri="{FF2B5EF4-FFF2-40B4-BE49-F238E27FC236}">
                <a16:creationId xmlns:a16="http://schemas.microsoft.com/office/drawing/2014/main" id="{34604617-7CE6-4E96-B742-6F51397F31C6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7" name="4">
            <a:extLst>
              <a:ext uri="{FF2B5EF4-FFF2-40B4-BE49-F238E27FC236}">
                <a16:creationId xmlns:a16="http://schemas.microsoft.com/office/drawing/2014/main" id="{34E57E41-C1F8-4282-80B0-8C9CD55EEA0F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2529" name="Triangle">
            <a:extLst>
              <a:ext uri="{FF2B5EF4-FFF2-40B4-BE49-F238E27FC236}">
                <a16:creationId xmlns:a16="http://schemas.microsoft.com/office/drawing/2014/main" id="{5B04D910-82FD-4539-8559-B7A4F9CA3998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0" name="5">
            <a:extLst>
              <a:ext uri="{FF2B5EF4-FFF2-40B4-BE49-F238E27FC236}">
                <a16:creationId xmlns:a16="http://schemas.microsoft.com/office/drawing/2014/main" id="{8E0B58C8-17F1-4ED8-9B94-4FC993C35CCB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532" name="Line">
            <a:extLst>
              <a:ext uri="{FF2B5EF4-FFF2-40B4-BE49-F238E27FC236}">
                <a16:creationId xmlns:a16="http://schemas.microsoft.com/office/drawing/2014/main" id="{0A60A193-192F-4FEF-AF25-EEFEA5C4C0E8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3" name="Triangle">
            <a:extLst>
              <a:ext uri="{FF2B5EF4-FFF2-40B4-BE49-F238E27FC236}">
                <a16:creationId xmlns:a16="http://schemas.microsoft.com/office/drawing/2014/main" id="{190A47A8-643C-4472-B54C-92E8B38FEA1F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4" name="8">
            <a:extLst>
              <a:ext uri="{FF2B5EF4-FFF2-40B4-BE49-F238E27FC236}">
                <a16:creationId xmlns:a16="http://schemas.microsoft.com/office/drawing/2014/main" id="{88F9B86C-AC16-47B0-95B1-6305B5FD1159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2536" name="Line">
            <a:extLst>
              <a:ext uri="{FF2B5EF4-FFF2-40B4-BE49-F238E27FC236}">
                <a16:creationId xmlns:a16="http://schemas.microsoft.com/office/drawing/2014/main" id="{B0A4A57C-5FEB-4242-87D1-682727D056B9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5394036"/>
      </p:ext>
    </p:extLst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96BF2-F63F-A291-4CFB-E8E64BF74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Triangle">
            <a:extLst>
              <a:ext uri="{FF2B5EF4-FFF2-40B4-BE49-F238E27FC236}">
                <a16:creationId xmlns:a16="http://schemas.microsoft.com/office/drawing/2014/main" id="{69BC13A5-8639-4D0F-283E-355FAC0F127D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6" name="Triangle">
            <a:extLst>
              <a:ext uri="{FF2B5EF4-FFF2-40B4-BE49-F238E27FC236}">
                <a16:creationId xmlns:a16="http://schemas.microsoft.com/office/drawing/2014/main" id="{85955713-1CB0-2787-698A-9C0F8FB8FBE4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7" name="Triangle">
            <a:extLst>
              <a:ext uri="{FF2B5EF4-FFF2-40B4-BE49-F238E27FC236}">
                <a16:creationId xmlns:a16="http://schemas.microsoft.com/office/drawing/2014/main" id="{8219E117-6421-5FA0-BE53-54A0C896F189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8" name="Triangle">
            <a:extLst>
              <a:ext uri="{FF2B5EF4-FFF2-40B4-BE49-F238E27FC236}">
                <a16:creationId xmlns:a16="http://schemas.microsoft.com/office/drawing/2014/main" id="{3EFDAA1E-21D4-773E-A2EB-970F6E66C127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9" name="Triangle">
            <a:extLst>
              <a:ext uri="{FF2B5EF4-FFF2-40B4-BE49-F238E27FC236}">
                <a16:creationId xmlns:a16="http://schemas.microsoft.com/office/drawing/2014/main" id="{ABA5617C-8083-C2E8-1241-6FA34CFB1639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0" name="Triangle">
            <a:extLst>
              <a:ext uri="{FF2B5EF4-FFF2-40B4-BE49-F238E27FC236}">
                <a16:creationId xmlns:a16="http://schemas.microsoft.com/office/drawing/2014/main" id="{9B5DE06A-1331-D796-87A8-889A40498477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1" name="Triangle">
            <a:extLst>
              <a:ext uri="{FF2B5EF4-FFF2-40B4-BE49-F238E27FC236}">
                <a16:creationId xmlns:a16="http://schemas.microsoft.com/office/drawing/2014/main" id="{DEBB93BA-6463-F29C-8270-D27300AA9A7F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2" name="Triangle">
            <a:extLst>
              <a:ext uri="{FF2B5EF4-FFF2-40B4-BE49-F238E27FC236}">
                <a16:creationId xmlns:a16="http://schemas.microsoft.com/office/drawing/2014/main" id="{4912584F-79E5-D941-C95E-55A55FD9755C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3" name="Triangle">
            <a:extLst>
              <a:ext uri="{FF2B5EF4-FFF2-40B4-BE49-F238E27FC236}">
                <a16:creationId xmlns:a16="http://schemas.microsoft.com/office/drawing/2014/main" id="{D71906A3-96DD-B63A-9125-E28810D0E35E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4" name="Triangle">
            <a:extLst>
              <a:ext uri="{FF2B5EF4-FFF2-40B4-BE49-F238E27FC236}">
                <a16:creationId xmlns:a16="http://schemas.microsoft.com/office/drawing/2014/main" id="{F9A6836A-D2E3-A9D0-8452-077ACDE695F4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5" name="Triangle">
            <a:extLst>
              <a:ext uri="{FF2B5EF4-FFF2-40B4-BE49-F238E27FC236}">
                <a16:creationId xmlns:a16="http://schemas.microsoft.com/office/drawing/2014/main" id="{F37ED9DB-286D-EBB9-966A-CB58C4F91F9D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6" name="Triangle">
            <a:extLst>
              <a:ext uri="{FF2B5EF4-FFF2-40B4-BE49-F238E27FC236}">
                <a16:creationId xmlns:a16="http://schemas.microsoft.com/office/drawing/2014/main" id="{EC7D5E27-A03D-FC4E-C188-045F149C1670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7" name="Triangle">
            <a:extLst>
              <a:ext uri="{FF2B5EF4-FFF2-40B4-BE49-F238E27FC236}">
                <a16:creationId xmlns:a16="http://schemas.microsoft.com/office/drawing/2014/main" id="{F9ABF1F8-C0E3-0CF9-77E1-EB77548B7EE4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8" name="Triangle">
            <a:extLst>
              <a:ext uri="{FF2B5EF4-FFF2-40B4-BE49-F238E27FC236}">
                <a16:creationId xmlns:a16="http://schemas.microsoft.com/office/drawing/2014/main" id="{B06C913F-1CA2-9625-9816-F0D70DB1FF6F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0" name="Line">
            <a:extLst>
              <a:ext uri="{FF2B5EF4-FFF2-40B4-BE49-F238E27FC236}">
                <a16:creationId xmlns:a16="http://schemas.microsoft.com/office/drawing/2014/main" id="{C0FFECFF-22E8-7FD5-0AF2-E7F4A5829E54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1" name="Line">
            <a:extLst>
              <a:ext uri="{FF2B5EF4-FFF2-40B4-BE49-F238E27FC236}">
                <a16:creationId xmlns:a16="http://schemas.microsoft.com/office/drawing/2014/main" id="{9864AC2C-13A1-BE8D-8886-30209B720BB8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2" name="5">
            <a:extLst>
              <a:ext uri="{FF2B5EF4-FFF2-40B4-BE49-F238E27FC236}">
                <a16:creationId xmlns:a16="http://schemas.microsoft.com/office/drawing/2014/main" id="{459EC233-CC9B-8658-898A-4BBA59E36A60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505" name="Line">
            <a:extLst>
              <a:ext uri="{FF2B5EF4-FFF2-40B4-BE49-F238E27FC236}">
                <a16:creationId xmlns:a16="http://schemas.microsoft.com/office/drawing/2014/main" id="{578A0053-9556-FD0B-D1F5-481CDED147ED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6" name="Line">
            <a:extLst>
              <a:ext uri="{FF2B5EF4-FFF2-40B4-BE49-F238E27FC236}">
                <a16:creationId xmlns:a16="http://schemas.microsoft.com/office/drawing/2014/main" id="{4EF28DA3-29DB-2E48-886D-A615F6E6680D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0" name="Line">
            <a:extLst>
              <a:ext uri="{FF2B5EF4-FFF2-40B4-BE49-F238E27FC236}">
                <a16:creationId xmlns:a16="http://schemas.microsoft.com/office/drawing/2014/main" id="{E21CB501-21A8-7BD7-4C2B-2F2A6989C985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1" name="Triangle">
            <a:extLst>
              <a:ext uri="{FF2B5EF4-FFF2-40B4-BE49-F238E27FC236}">
                <a16:creationId xmlns:a16="http://schemas.microsoft.com/office/drawing/2014/main" id="{167FEA8A-82BE-EE7A-D9B4-88C2D39BCF35}"/>
              </a:ext>
            </a:extLst>
          </p:cNvPr>
          <p:cNvSpPr>
            <a:spLocks noGrp="1"/>
          </p:cNvSpPr>
          <p:nvPr/>
        </p:nvSpPr>
        <p:spPr>
          <a:xfrm>
            <a:off x="10857599" y="4905812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3" name="Line">
            <a:extLst>
              <a:ext uri="{FF2B5EF4-FFF2-40B4-BE49-F238E27FC236}">
                <a16:creationId xmlns:a16="http://schemas.microsoft.com/office/drawing/2014/main" id="{EF0167F4-6B4D-CF40-E059-F45D852C4F22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4" name="Line">
            <a:extLst>
              <a:ext uri="{FF2B5EF4-FFF2-40B4-BE49-F238E27FC236}">
                <a16:creationId xmlns:a16="http://schemas.microsoft.com/office/drawing/2014/main" id="{763B817B-FDEB-EE21-E11C-7DD16C561D6F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5" name="Triangle">
            <a:extLst>
              <a:ext uri="{FF2B5EF4-FFF2-40B4-BE49-F238E27FC236}">
                <a16:creationId xmlns:a16="http://schemas.microsoft.com/office/drawing/2014/main" id="{F491BBB9-5F22-982A-DD21-7B19EB578444}"/>
              </a:ext>
            </a:extLst>
          </p:cNvPr>
          <p:cNvSpPr>
            <a:spLocks noGrp="1"/>
          </p:cNvSpPr>
          <p:nvPr/>
        </p:nvSpPr>
        <p:spPr>
          <a:xfrm>
            <a:off x="8269000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6" name="9">
            <a:extLst>
              <a:ext uri="{FF2B5EF4-FFF2-40B4-BE49-F238E27FC236}">
                <a16:creationId xmlns:a16="http://schemas.microsoft.com/office/drawing/2014/main" id="{C8EBD4DB-C191-E7D1-9777-D22022D63FB5}"/>
              </a:ext>
            </a:extLst>
          </p:cNvPr>
          <p:cNvSpPr>
            <a:spLocks noGrp="1"/>
          </p:cNvSpPr>
          <p:nvPr/>
        </p:nvSpPr>
        <p:spPr>
          <a:xfrm>
            <a:off x="9146473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2518" name="Line">
            <a:extLst>
              <a:ext uri="{FF2B5EF4-FFF2-40B4-BE49-F238E27FC236}">
                <a16:creationId xmlns:a16="http://schemas.microsoft.com/office/drawing/2014/main" id="{BD921F18-4638-20F1-8228-63F1D8FB9FDE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2" name="Triangle">
            <a:extLst>
              <a:ext uri="{FF2B5EF4-FFF2-40B4-BE49-F238E27FC236}">
                <a16:creationId xmlns:a16="http://schemas.microsoft.com/office/drawing/2014/main" id="{1DF6C242-369F-F623-767E-1968F5770496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3" name="4">
            <a:extLst>
              <a:ext uri="{FF2B5EF4-FFF2-40B4-BE49-F238E27FC236}">
                <a16:creationId xmlns:a16="http://schemas.microsoft.com/office/drawing/2014/main" id="{85FC9E07-74B5-0095-7CE2-ECFA247612E0}"/>
              </a:ext>
            </a:extLst>
          </p:cNvPr>
          <p:cNvSpPr>
            <a:spLocks noGrp="1"/>
          </p:cNvSpPr>
          <p:nvPr/>
        </p:nvSpPr>
        <p:spPr>
          <a:xfrm>
            <a:off x="3865355" y="5004928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2524" name="Line">
            <a:extLst>
              <a:ext uri="{FF2B5EF4-FFF2-40B4-BE49-F238E27FC236}">
                <a16:creationId xmlns:a16="http://schemas.microsoft.com/office/drawing/2014/main" id="{5053D52C-4939-359B-8FA8-6F3413E1B5AC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5" name="Line">
            <a:extLst>
              <a:ext uri="{FF2B5EF4-FFF2-40B4-BE49-F238E27FC236}">
                <a16:creationId xmlns:a16="http://schemas.microsoft.com/office/drawing/2014/main" id="{553A74A1-664D-6E98-812A-982D5BAA196E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6" name="Triangle">
            <a:extLst>
              <a:ext uri="{FF2B5EF4-FFF2-40B4-BE49-F238E27FC236}">
                <a16:creationId xmlns:a16="http://schemas.microsoft.com/office/drawing/2014/main" id="{006AADD8-D788-A119-DE82-143227651C45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7" name="4">
            <a:extLst>
              <a:ext uri="{FF2B5EF4-FFF2-40B4-BE49-F238E27FC236}">
                <a16:creationId xmlns:a16="http://schemas.microsoft.com/office/drawing/2014/main" id="{09C91788-2724-EFF1-7003-BBA5736C1AC2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2529" name="Triangle">
            <a:extLst>
              <a:ext uri="{FF2B5EF4-FFF2-40B4-BE49-F238E27FC236}">
                <a16:creationId xmlns:a16="http://schemas.microsoft.com/office/drawing/2014/main" id="{6E6AC86F-BFA6-4062-E936-D0DB21072F4B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0" name="5">
            <a:extLst>
              <a:ext uri="{FF2B5EF4-FFF2-40B4-BE49-F238E27FC236}">
                <a16:creationId xmlns:a16="http://schemas.microsoft.com/office/drawing/2014/main" id="{5CBBD611-4455-A748-DF08-F8C5CFECD60A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532" name="Line">
            <a:extLst>
              <a:ext uri="{FF2B5EF4-FFF2-40B4-BE49-F238E27FC236}">
                <a16:creationId xmlns:a16="http://schemas.microsoft.com/office/drawing/2014/main" id="{1E590758-BDFD-11DC-8009-1EAA376C783D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3" name="Triangle">
            <a:extLst>
              <a:ext uri="{FF2B5EF4-FFF2-40B4-BE49-F238E27FC236}">
                <a16:creationId xmlns:a16="http://schemas.microsoft.com/office/drawing/2014/main" id="{41837A34-AD22-A39A-D658-C520D87A1B54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4" name="8">
            <a:extLst>
              <a:ext uri="{FF2B5EF4-FFF2-40B4-BE49-F238E27FC236}">
                <a16:creationId xmlns:a16="http://schemas.microsoft.com/office/drawing/2014/main" id="{8986C128-3A7E-52CA-6E5F-5E963924A61B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2536" name="Line">
            <a:extLst>
              <a:ext uri="{FF2B5EF4-FFF2-40B4-BE49-F238E27FC236}">
                <a16:creationId xmlns:a16="http://schemas.microsoft.com/office/drawing/2014/main" id="{30B29A5B-AB9B-E28D-A14F-48BE1B1BC5E9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7706534"/>
      </p:ext>
    </p:extLst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001A4-CC42-B9F8-BA0C-3CBB01839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Triangle">
            <a:extLst>
              <a:ext uri="{FF2B5EF4-FFF2-40B4-BE49-F238E27FC236}">
                <a16:creationId xmlns:a16="http://schemas.microsoft.com/office/drawing/2014/main" id="{01ECE01B-3027-25F9-7834-5954B556CBFC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6" name="Triangle">
            <a:extLst>
              <a:ext uri="{FF2B5EF4-FFF2-40B4-BE49-F238E27FC236}">
                <a16:creationId xmlns:a16="http://schemas.microsoft.com/office/drawing/2014/main" id="{1442DACC-A33A-7048-25F9-0A03788359FB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7" name="Triangle">
            <a:extLst>
              <a:ext uri="{FF2B5EF4-FFF2-40B4-BE49-F238E27FC236}">
                <a16:creationId xmlns:a16="http://schemas.microsoft.com/office/drawing/2014/main" id="{CB3A8B7F-D3C5-B714-5DC1-1D9F3F67C9CB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8" name="Triangle">
            <a:extLst>
              <a:ext uri="{FF2B5EF4-FFF2-40B4-BE49-F238E27FC236}">
                <a16:creationId xmlns:a16="http://schemas.microsoft.com/office/drawing/2014/main" id="{81AE2E0B-52EF-68C1-A8B5-4B8461851952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9" name="Triangle">
            <a:extLst>
              <a:ext uri="{FF2B5EF4-FFF2-40B4-BE49-F238E27FC236}">
                <a16:creationId xmlns:a16="http://schemas.microsoft.com/office/drawing/2014/main" id="{27B57F57-9312-C517-48AF-B4FADD97639D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0" name="Triangle">
            <a:extLst>
              <a:ext uri="{FF2B5EF4-FFF2-40B4-BE49-F238E27FC236}">
                <a16:creationId xmlns:a16="http://schemas.microsoft.com/office/drawing/2014/main" id="{B70A06CC-1C7A-BCE8-1766-6AC3C694FDCE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1" name="Triangle">
            <a:extLst>
              <a:ext uri="{FF2B5EF4-FFF2-40B4-BE49-F238E27FC236}">
                <a16:creationId xmlns:a16="http://schemas.microsoft.com/office/drawing/2014/main" id="{BB8D033A-6EEE-223D-9973-BB027A201F36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2" name="Triangle">
            <a:extLst>
              <a:ext uri="{FF2B5EF4-FFF2-40B4-BE49-F238E27FC236}">
                <a16:creationId xmlns:a16="http://schemas.microsoft.com/office/drawing/2014/main" id="{E6B7424C-32D6-6637-B095-FAF45732F815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3" name="Triangle">
            <a:extLst>
              <a:ext uri="{FF2B5EF4-FFF2-40B4-BE49-F238E27FC236}">
                <a16:creationId xmlns:a16="http://schemas.microsoft.com/office/drawing/2014/main" id="{10CB3D1E-9AA9-0D12-BF70-AB9AE7A8977B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4" name="Triangle">
            <a:extLst>
              <a:ext uri="{FF2B5EF4-FFF2-40B4-BE49-F238E27FC236}">
                <a16:creationId xmlns:a16="http://schemas.microsoft.com/office/drawing/2014/main" id="{1556C0FF-A60F-426C-08B2-662B5C9DD1BD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5" name="Triangle">
            <a:extLst>
              <a:ext uri="{FF2B5EF4-FFF2-40B4-BE49-F238E27FC236}">
                <a16:creationId xmlns:a16="http://schemas.microsoft.com/office/drawing/2014/main" id="{606E88A3-FD9F-D702-679A-15828A3D532E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6" name="Triangle">
            <a:extLst>
              <a:ext uri="{FF2B5EF4-FFF2-40B4-BE49-F238E27FC236}">
                <a16:creationId xmlns:a16="http://schemas.microsoft.com/office/drawing/2014/main" id="{E3E9319D-F830-EB2E-E965-8A31FD3ACD64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7" name="Triangle">
            <a:extLst>
              <a:ext uri="{FF2B5EF4-FFF2-40B4-BE49-F238E27FC236}">
                <a16:creationId xmlns:a16="http://schemas.microsoft.com/office/drawing/2014/main" id="{17222678-F383-59D9-C91C-BA111C095C98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8" name="Triangle">
            <a:extLst>
              <a:ext uri="{FF2B5EF4-FFF2-40B4-BE49-F238E27FC236}">
                <a16:creationId xmlns:a16="http://schemas.microsoft.com/office/drawing/2014/main" id="{67A1EEF6-47E7-B77F-AE16-252FA2090D0A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0" name="Line">
            <a:extLst>
              <a:ext uri="{FF2B5EF4-FFF2-40B4-BE49-F238E27FC236}">
                <a16:creationId xmlns:a16="http://schemas.microsoft.com/office/drawing/2014/main" id="{74676071-F69E-C93F-2E21-F17F70528B82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1" name="Line">
            <a:extLst>
              <a:ext uri="{FF2B5EF4-FFF2-40B4-BE49-F238E27FC236}">
                <a16:creationId xmlns:a16="http://schemas.microsoft.com/office/drawing/2014/main" id="{3C4C2847-5BC6-64A1-B9B2-8A9DA1D9167A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2" name="5">
            <a:extLst>
              <a:ext uri="{FF2B5EF4-FFF2-40B4-BE49-F238E27FC236}">
                <a16:creationId xmlns:a16="http://schemas.microsoft.com/office/drawing/2014/main" id="{9FA444C9-E4DD-F888-A5FC-511F450A80BD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505" name="Line">
            <a:extLst>
              <a:ext uri="{FF2B5EF4-FFF2-40B4-BE49-F238E27FC236}">
                <a16:creationId xmlns:a16="http://schemas.microsoft.com/office/drawing/2014/main" id="{193BCCDF-3B09-0E2A-283E-6BEEB07117F3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6" name="Line">
            <a:extLst>
              <a:ext uri="{FF2B5EF4-FFF2-40B4-BE49-F238E27FC236}">
                <a16:creationId xmlns:a16="http://schemas.microsoft.com/office/drawing/2014/main" id="{B60A8F09-D707-9A2D-00B0-75B3514E6C2A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0" name="Line">
            <a:extLst>
              <a:ext uri="{FF2B5EF4-FFF2-40B4-BE49-F238E27FC236}">
                <a16:creationId xmlns:a16="http://schemas.microsoft.com/office/drawing/2014/main" id="{8E1F05B2-161A-9874-C6C9-E6A3665A0682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1" name="Triangle">
            <a:extLst>
              <a:ext uri="{FF2B5EF4-FFF2-40B4-BE49-F238E27FC236}">
                <a16:creationId xmlns:a16="http://schemas.microsoft.com/office/drawing/2014/main" id="{4EE00192-D377-E083-01E3-F8A45FEB0AAE}"/>
              </a:ext>
            </a:extLst>
          </p:cNvPr>
          <p:cNvSpPr>
            <a:spLocks noGrp="1"/>
          </p:cNvSpPr>
          <p:nvPr/>
        </p:nvSpPr>
        <p:spPr>
          <a:xfrm>
            <a:off x="10857599" y="4905812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3" name="Line">
            <a:extLst>
              <a:ext uri="{FF2B5EF4-FFF2-40B4-BE49-F238E27FC236}">
                <a16:creationId xmlns:a16="http://schemas.microsoft.com/office/drawing/2014/main" id="{DAD104C8-E5D3-94B3-4874-27F3FDE2DC60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4" name="Line">
            <a:extLst>
              <a:ext uri="{FF2B5EF4-FFF2-40B4-BE49-F238E27FC236}">
                <a16:creationId xmlns:a16="http://schemas.microsoft.com/office/drawing/2014/main" id="{44A7967C-511B-1603-806F-D8A7BFA4F620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5" name="Triangle">
            <a:extLst>
              <a:ext uri="{FF2B5EF4-FFF2-40B4-BE49-F238E27FC236}">
                <a16:creationId xmlns:a16="http://schemas.microsoft.com/office/drawing/2014/main" id="{DC317384-8852-44D1-9407-6570615084C9}"/>
              </a:ext>
            </a:extLst>
          </p:cNvPr>
          <p:cNvSpPr>
            <a:spLocks noGrp="1"/>
          </p:cNvSpPr>
          <p:nvPr/>
        </p:nvSpPr>
        <p:spPr>
          <a:xfrm>
            <a:off x="8269000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6" name="9">
            <a:extLst>
              <a:ext uri="{FF2B5EF4-FFF2-40B4-BE49-F238E27FC236}">
                <a16:creationId xmlns:a16="http://schemas.microsoft.com/office/drawing/2014/main" id="{163BB5A0-7DF4-D091-A818-B8171D84DD5B}"/>
              </a:ext>
            </a:extLst>
          </p:cNvPr>
          <p:cNvSpPr>
            <a:spLocks noGrp="1"/>
          </p:cNvSpPr>
          <p:nvPr/>
        </p:nvSpPr>
        <p:spPr>
          <a:xfrm>
            <a:off x="9146473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2518" name="Line">
            <a:extLst>
              <a:ext uri="{FF2B5EF4-FFF2-40B4-BE49-F238E27FC236}">
                <a16:creationId xmlns:a16="http://schemas.microsoft.com/office/drawing/2014/main" id="{907A892C-F298-6817-951B-5F3AE4D8A2AB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9" name="Triangle">
            <a:extLst>
              <a:ext uri="{FF2B5EF4-FFF2-40B4-BE49-F238E27FC236}">
                <a16:creationId xmlns:a16="http://schemas.microsoft.com/office/drawing/2014/main" id="{E7787E37-084B-8E6D-4B34-3E42E1575A9B}"/>
              </a:ext>
            </a:extLst>
          </p:cNvPr>
          <p:cNvSpPr>
            <a:spLocks noGrp="1"/>
          </p:cNvSpPr>
          <p:nvPr/>
        </p:nvSpPr>
        <p:spPr>
          <a:xfrm>
            <a:off x="10857599" y="10140776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0" name="3">
            <a:extLst>
              <a:ext uri="{FF2B5EF4-FFF2-40B4-BE49-F238E27FC236}">
                <a16:creationId xmlns:a16="http://schemas.microsoft.com/office/drawing/2014/main" id="{42086906-CB4C-44BD-CCEB-9BB721BF1A56}"/>
              </a:ext>
            </a:extLst>
          </p:cNvPr>
          <p:cNvSpPr>
            <a:spLocks noGrp="1"/>
          </p:cNvSpPr>
          <p:nvPr/>
        </p:nvSpPr>
        <p:spPr>
          <a:xfrm>
            <a:off x="11735072" y="11298490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2522" name="Triangle">
            <a:extLst>
              <a:ext uri="{FF2B5EF4-FFF2-40B4-BE49-F238E27FC236}">
                <a16:creationId xmlns:a16="http://schemas.microsoft.com/office/drawing/2014/main" id="{834852D2-6193-579C-ED06-340E0CE12CF4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3" name="4">
            <a:extLst>
              <a:ext uri="{FF2B5EF4-FFF2-40B4-BE49-F238E27FC236}">
                <a16:creationId xmlns:a16="http://schemas.microsoft.com/office/drawing/2014/main" id="{CF6B680F-4FC5-DEEF-DF12-2ACDE7B3A8BA}"/>
              </a:ext>
            </a:extLst>
          </p:cNvPr>
          <p:cNvSpPr>
            <a:spLocks noGrp="1"/>
          </p:cNvSpPr>
          <p:nvPr/>
        </p:nvSpPr>
        <p:spPr>
          <a:xfrm>
            <a:off x="3865355" y="5004928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2524" name="Line">
            <a:extLst>
              <a:ext uri="{FF2B5EF4-FFF2-40B4-BE49-F238E27FC236}">
                <a16:creationId xmlns:a16="http://schemas.microsoft.com/office/drawing/2014/main" id="{5B266508-1A1C-814F-F0D8-1088AE596A36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5" name="Line">
            <a:extLst>
              <a:ext uri="{FF2B5EF4-FFF2-40B4-BE49-F238E27FC236}">
                <a16:creationId xmlns:a16="http://schemas.microsoft.com/office/drawing/2014/main" id="{6F7820D1-46C9-DACA-377C-79752D4FC0A4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6" name="Triangle">
            <a:extLst>
              <a:ext uri="{FF2B5EF4-FFF2-40B4-BE49-F238E27FC236}">
                <a16:creationId xmlns:a16="http://schemas.microsoft.com/office/drawing/2014/main" id="{708175AE-B7A8-B376-8D03-49EFD0003BC8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7" name="4">
            <a:extLst>
              <a:ext uri="{FF2B5EF4-FFF2-40B4-BE49-F238E27FC236}">
                <a16:creationId xmlns:a16="http://schemas.microsoft.com/office/drawing/2014/main" id="{E4E46A71-EAB2-48EB-7847-E5A8B2D8A392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2529" name="Triangle">
            <a:extLst>
              <a:ext uri="{FF2B5EF4-FFF2-40B4-BE49-F238E27FC236}">
                <a16:creationId xmlns:a16="http://schemas.microsoft.com/office/drawing/2014/main" id="{828744CD-E3AB-73DB-16E5-2C77CA8F3C5A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0" name="5">
            <a:extLst>
              <a:ext uri="{FF2B5EF4-FFF2-40B4-BE49-F238E27FC236}">
                <a16:creationId xmlns:a16="http://schemas.microsoft.com/office/drawing/2014/main" id="{5A3FB032-6E0C-D1F5-51F3-CEE1D3F78F4F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532" name="Line">
            <a:extLst>
              <a:ext uri="{FF2B5EF4-FFF2-40B4-BE49-F238E27FC236}">
                <a16:creationId xmlns:a16="http://schemas.microsoft.com/office/drawing/2014/main" id="{C90EC9B6-B28A-BF83-5AA6-7FD1CFAA0168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3" name="Triangle">
            <a:extLst>
              <a:ext uri="{FF2B5EF4-FFF2-40B4-BE49-F238E27FC236}">
                <a16:creationId xmlns:a16="http://schemas.microsoft.com/office/drawing/2014/main" id="{1B460A1F-8B9F-78A2-CC9B-08C076BDFE9A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4" name="8">
            <a:extLst>
              <a:ext uri="{FF2B5EF4-FFF2-40B4-BE49-F238E27FC236}">
                <a16:creationId xmlns:a16="http://schemas.microsoft.com/office/drawing/2014/main" id="{853334AE-CED2-9231-18CD-BF38CC7E0603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2536" name="Line">
            <a:extLst>
              <a:ext uri="{FF2B5EF4-FFF2-40B4-BE49-F238E27FC236}">
                <a16:creationId xmlns:a16="http://schemas.microsoft.com/office/drawing/2014/main" id="{721FE263-5AE2-CD05-0BC9-7FD341256B0F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7310282"/>
      </p:ext>
    </p:extLst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1014C-3006-2362-87E3-E5EF16E7D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Triangle">
            <a:extLst>
              <a:ext uri="{FF2B5EF4-FFF2-40B4-BE49-F238E27FC236}">
                <a16:creationId xmlns:a16="http://schemas.microsoft.com/office/drawing/2014/main" id="{2EF8DF1C-3795-6C06-D91C-6A4FDC9B749A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6" name="Triangle">
            <a:extLst>
              <a:ext uri="{FF2B5EF4-FFF2-40B4-BE49-F238E27FC236}">
                <a16:creationId xmlns:a16="http://schemas.microsoft.com/office/drawing/2014/main" id="{0D103DCF-13B5-6C0E-33A6-8A400A3A879A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7" name="Triangle">
            <a:extLst>
              <a:ext uri="{FF2B5EF4-FFF2-40B4-BE49-F238E27FC236}">
                <a16:creationId xmlns:a16="http://schemas.microsoft.com/office/drawing/2014/main" id="{367E3D05-16B6-CA30-5AEA-81CAEF5B0B2F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8" name="Triangle">
            <a:extLst>
              <a:ext uri="{FF2B5EF4-FFF2-40B4-BE49-F238E27FC236}">
                <a16:creationId xmlns:a16="http://schemas.microsoft.com/office/drawing/2014/main" id="{8854BFBD-D457-D704-98A5-9647AD1F82F9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9" name="Triangle">
            <a:extLst>
              <a:ext uri="{FF2B5EF4-FFF2-40B4-BE49-F238E27FC236}">
                <a16:creationId xmlns:a16="http://schemas.microsoft.com/office/drawing/2014/main" id="{D4D8F2AB-89E3-914A-C4F7-13D89FED4EAE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0" name="Triangle">
            <a:extLst>
              <a:ext uri="{FF2B5EF4-FFF2-40B4-BE49-F238E27FC236}">
                <a16:creationId xmlns:a16="http://schemas.microsoft.com/office/drawing/2014/main" id="{3B344DBC-90A9-A0B0-6A85-27F656427E42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1" name="Triangle">
            <a:extLst>
              <a:ext uri="{FF2B5EF4-FFF2-40B4-BE49-F238E27FC236}">
                <a16:creationId xmlns:a16="http://schemas.microsoft.com/office/drawing/2014/main" id="{94F7E1B0-3C26-9203-2977-740697E023D1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2" name="Triangle">
            <a:extLst>
              <a:ext uri="{FF2B5EF4-FFF2-40B4-BE49-F238E27FC236}">
                <a16:creationId xmlns:a16="http://schemas.microsoft.com/office/drawing/2014/main" id="{D26D9BFA-88C8-1A86-A6BE-8AFA3945399C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3" name="Triangle">
            <a:extLst>
              <a:ext uri="{FF2B5EF4-FFF2-40B4-BE49-F238E27FC236}">
                <a16:creationId xmlns:a16="http://schemas.microsoft.com/office/drawing/2014/main" id="{61DF84A2-C8B5-EE13-C202-E8561689CE9E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4" name="Triangle">
            <a:extLst>
              <a:ext uri="{FF2B5EF4-FFF2-40B4-BE49-F238E27FC236}">
                <a16:creationId xmlns:a16="http://schemas.microsoft.com/office/drawing/2014/main" id="{68CD1E85-8F58-FC4C-3912-51EBFC014B31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5" name="Triangle">
            <a:extLst>
              <a:ext uri="{FF2B5EF4-FFF2-40B4-BE49-F238E27FC236}">
                <a16:creationId xmlns:a16="http://schemas.microsoft.com/office/drawing/2014/main" id="{CFA8851D-C2FD-57B5-19C9-116F720F3F22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6" name="Triangle">
            <a:extLst>
              <a:ext uri="{FF2B5EF4-FFF2-40B4-BE49-F238E27FC236}">
                <a16:creationId xmlns:a16="http://schemas.microsoft.com/office/drawing/2014/main" id="{DBBA36C0-D296-7B22-D0D0-B0713DEEE04D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7" name="Triangle">
            <a:extLst>
              <a:ext uri="{FF2B5EF4-FFF2-40B4-BE49-F238E27FC236}">
                <a16:creationId xmlns:a16="http://schemas.microsoft.com/office/drawing/2014/main" id="{85A8D690-A78D-9055-ECD9-2DC24A1828ED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8" name="Triangle">
            <a:extLst>
              <a:ext uri="{FF2B5EF4-FFF2-40B4-BE49-F238E27FC236}">
                <a16:creationId xmlns:a16="http://schemas.microsoft.com/office/drawing/2014/main" id="{3D20F481-4D1B-03D8-7D70-D88693E1BB26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0" name="Line">
            <a:extLst>
              <a:ext uri="{FF2B5EF4-FFF2-40B4-BE49-F238E27FC236}">
                <a16:creationId xmlns:a16="http://schemas.microsoft.com/office/drawing/2014/main" id="{4356ADEA-731D-3402-298D-7015574B2845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1" name="Line">
            <a:extLst>
              <a:ext uri="{FF2B5EF4-FFF2-40B4-BE49-F238E27FC236}">
                <a16:creationId xmlns:a16="http://schemas.microsoft.com/office/drawing/2014/main" id="{C59CD5CF-F410-7B66-D6AB-01461E1F19BF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2" name="5">
            <a:extLst>
              <a:ext uri="{FF2B5EF4-FFF2-40B4-BE49-F238E27FC236}">
                <a16:creationId xmlns:a16="http://schemas.microsoft.com/office/drawing/2014/main" id="{67FBCAC9-4233-5183-2038-AD4D945F9AED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505" name="Line">
            <a:extLst>
              <a:ext uri="{FF2B5EF4-FFF2-40B4-BE49-F238E27FC236}">
                <a16:creationId xmlns:a16="http://schemas.microsoft.com/office/drawing/2014/main" id="{8DEF64C3-CBA1-F54D-2C8B-5442D092FF3B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6" name="Line">
            <a:extLst>
              <a:ext uri="{FF2B5EF4-FFF2-40B4-BE49-F238E27FC236}">
                <a16:creationId xmlns:a16="http://schemas.microsoft.com/office/drawing/2014/main" id="{31F10232-6EC2-D510-261A-44CC00B68DED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0" name="Line">
            <a:extLst>
              <a:ext uri="{FF2B5EF4-FFF2-40B4-BE49-F238E27FC236}">
                <a16:creationId xmlns:a16="http://schemas.microsoft.com/office/drawing/2014/main" id="{40ED2564-39A9-83B0-39D2-B80FACE94F55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1" name="Triangle">
            <a:extLst>
              <a:ext uri="{FF2B5EF4-FFF2-40B4-BE49-F238E27FC236}">
                <a16:creationId xmlns:a16="http://schemas.microsoft.com/office/drawing/2014/main" id="{22C726E6-0D08-3CF1-7664-85F2AAAEFB96}"/>
              </a:ext>
            </a:extLst>
          </p:cNvPr>
          <p:cNvSpPr>
            <a:spLocks noGrp="1"/>
          </p:cNvSpPr>
          <p:nvPr/>
        </p:nvSpPr>
        <p:spPr>
          <a:xfrm>
            <a:off x="10857599" y="4905812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2" name="≤3">
            <a:extLst>
              <a:ext uri="{FF2B5EF4-FFF2-40B4-BE49-F238E27FC236}">
                <a16:creationId xmlns:a16="http://schemas.microsoft.com/office/drawing/2014/main" id="{12A79085-D1C5-3F30-64F2-5B0D2E8D4086}"/>
              </a:ext>
            </a:extLst>
          </p:cNvPr>
          <p:cNvSpPr>
            <a:spLocks noGrp="1"/>
          </p:cNvSpPr>
          <p:nvPr/>
        </p:nvSpPr>
        <p:spPr>
          <a:xfrm>
            <a:off x="11491117" y="4991614"/>
            <a:ext cx="1096628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≤3</a:t>
            </a:r>
          </a:p>
        </p:txBody>
      </p:sp>
      <p:sp>
        <p:nvSpPr>
          <p:cNvPr id="2513" name="Line">
            <a:extLst>
              <a:ext uri="{FF2B5EF4-FFF2-40B4-BE49-F238E27FC236}">
                <a16:creationId xmlns:a16="http://schemas.microsoft.com/office/drawing/2014/main" id="{95F0BF39-7509-4AF8-8D9A-D7223DF56117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4" name="Line">
            <a:extLst>
              <a:ext uri="{FF2B5EF4-FFF2-40B4-BE49-F238E27FC236}">
                <a16:creationId xmlns:a16="http://schemas.microsoft.com/office/drawing/2014/main" id="{9A32C07E-1EDD-2D26-1497-5820FF17E360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5" name="Triangle">
            <a:extLst>
              <a:ext uri="{FF2B5EF4-FFF2-40B4-BE49-F238E27FC236}">
                <a16:creationId xmlns:a16="http://schemas.microsoft.com/office/drawing/2014/main" id="{AC4D105F-2F53-9F96-534C-530DE32B0C34}"/>
              </a:ext>
            </a:extLst>
          </p:cNvPr>
          <p:cNvSpPr>
            <a:spLocks noGrp="1"/>
          </p:cNvSpPr>
          <p:nvPr/>
        </p:nvSpPr>
        <p:spPr>
          <a:xfrm>
            <a:off x="8269000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6" name="9">
            <a:extLst>
              <a:ext uri="{FF2B5EF4-FFF2-40B4-BE49-F238E27FC236}">
                <a16:creationId xmlns:a16="http://schemas.microsoft.com/office/drawing/2014/main" id="{8586068B-EC91-87AB-CE5A-02190A9B391C}"/>
              </a:ext>
            </a:extLst>
          </p:cNvPr>
          <p:cNvSpPr>
            <a:spLocks noGrp="1"/>
          </p:cNvSpPr>
          <p:nvPr/>
        </p:nvSpPr>
        <p:spPr>
          <a:xfrm>
            <a:off x="9146473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2518" name="Line">
            <a:extLst>
              <a:ext uri="{FF2B5EF4-FFF2-40B4-BE49-F238E27FC236}">
                <a16:creationId xmlns:a16="http://schemas.microsoft.com/office/drawing/2014/main" id="{8D464C2D-37A0-D194-F609-049E5C92411E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9" name="Triangle">
            <a:extLst>
              <a:ext uri="{FF2B5EF4-FFF2-40B4-BE49-F238E27FC236}">
                <a16:creationId xmlns:a16="http://schemas.microsoft.com/office/drawing/2014/main" id="{21DDD421-B62F-6B9E-0133-492906154468}"/>
              </a:ext>
            </a:extLst>
          </p:cNvPr>
          <p:cNvSpPr>
            <a:spLocks noGrp="1"/>
          </p:cNvSpPr>
          <p:nvPr/>
        </p:nvSpPr>
        <p:spPr>
          <a:xfrm>
            <a:off x="10857599" y="10140776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0" name="3">
            <a:extLst>
              <a:ext uri="{FF2B5EF4-FFF2-40B4-BE49-F238E27FC236}">
                <a16:creationId xmlns:a16="http://schemas.microsoft.com/office/drawing/2014/main" id="{06BD6063-FCEB-ED87-995F-145AAD8BBCA0}"/>
              </a:ext>
            </a:extLst>
          </p:cNvPr>
          <p:cNvSpPr>
            <a:spLocks noGrp="1"/>
          </p:cNvSpPr>
          <p:nvPr/>
        </p:nvSpPr>
        <p:spPr>
          <a:xfrm>
            <a:off x="11735072" y="11298490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2522" name="Triangle">
            <a:extLst>
              <a:ext uri="{FF2B5EF4-FFF2-40B4-BE49-F238E27FC236}">
                <a16:creationId xmlns:a16="http://schemas.microsoft.com/office/drawing/2014/main" id="{17AB50FC-EFAF-046D-CB94-AE6201335D67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3" name="4">
            <a:extLst>
              <a:ext uri="{FF2B5EF4-FFF2-40B4-BE49-F238E27FC236}">
                <a16:creationId xmlns:a16="http://schemas.microsoft.com/office/drawing/2014/main" id="{0EB784F4-CAB3-2129-F8CA-ECB70D6157EC}"/>
              </a:ext>
            </a:extLst>
          </p:cNvPr>
          <p:cNvSpPr>
            <a:spLocks noGrp="1"/>
          </p:cNvSpPr>
          <p:nvPr/>
        </p:nvSpPr>
        <p:spPr>
          <a:xfrm>
            <a:off x="3865355" y="5004928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2524" name="Line">
            <a:extLst>
              <a:ext uri="{FF2B5EF4-FFF2-40B4-BE49-F238E27FC236}">
                <a16:creationId xmlns:a16="http://schemas.microsoft.com/office/drawing/2014/main" id="{B5118EE1-E0EB-A051-9193-6002C73F5FDC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5" name="Line">
            <a:extLst>
              <a:ext uri="{FF2B5EF4-FFF2-40B4-BE49-F238E27FC236}">
                <a16:creationId xmlns:a16="http://schemas.microsoft.com/office/drawing/2014/main" id="{15110FBE-D7BF-785A-32D6-ED12DBCBDC17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6" name="Triangle">
            <a:extLst>
              <a:ext uri="{FF2B5EF4-FFF2-40B4-BE49-F238E27FC236}">
                <a16:creationId xmlns:a16="http://schemas.microsoft.com/office/drawing/2014/main" id="{AFCFFDB3-FB88-B47C-BC52-75404E63C751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7" name="4">
            <a:extLst>
              <a:ext uri="{FF2B5EF4-FFF2-40B4-BE49-F238E27FC236}">
                <a16:creationId xmlns:a16="http://schemas.microsoft.com/office/drawing/2014/main" id="{694616D7-DCC9-1DD3-BDDD-9000E3794A08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2529" name="Triangle">
            <a:extLst>
              <a:ext uri="{FF2B5EF4-FFF2-40B4-BE49-F238E27FC236}">
                <a16:creationId xmlns:a16="http://schemas.microsoft.com/office/drawing/2014/main" id="{89D234A7-3E44-E6A9-4C03-9388C691462A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0" name="5">
            <a:extLst>
              <a:ext uri="{FF2B5EF4-FFF2-40B4-BE49-F238E27FC236}">
                <a16:creationId xmlns:a16="http://schemas.microsoft.com/office/drawing/2014/main" id="{E6379DC8-15DF-816E-237C-33B6F8F2FAB3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532" name="Line">
            <a:extLst>
              <a:ext uri="{FF2B5EF4-FFF2-40B4-BE49-F238E27FC236}">
                <a16:creationId xmlns:a16="http://schemas.microsoft.com/office/drawing/2014/main" id="{8AD2FDD6-2DB5-DBBC-4E15-358CCFE3827D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3" name="Triangle">
            <a:extLst>
              <a:ext uri="{FF2B5EF4-FFF2-40B4-BE49-F238E27FC236}">
                <a16:creationId xmlns:a16="http://schemas.microsoft.com/office/drawing/2014/main" id="{73487461-0359-9F55-529B-0D3FC84BF23F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4" name="8">
            <a:extLst>
              <a:ext uri="{FF2B5EF4-FFF2-40B4-BE49-F238E27FC236}">
                <a16:creationId xmlns:a16="http://schemas.microsoft.com/office/drawing/2014/main" id="{9EAEE8D6-F3FF-3670-C9E0-1C49921CE6B8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2536" name="Line">
            <a:extLst>
              <a:ext uri="{FF2B5EF4-FFF2-40B4-BE49-F238E27FC236}">
                <a16:creationId xmlns:a16="http://schemas.microsoft.com/office/drawing/2014/main" id="{1797779C-8BF3-73E4-B819-5AFADE08322D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3796684"/>
      </p:ext>
    </p:extLst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A2DF0-3493-0B34-5279-EA80EB466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Triangle">
            <a:extLst>
              <a:ext uri="{FF2B5EF4-FFF2-40B4-BE49-F238E27FC236}">
                <a16:creationId xmlns:a16="http://schemas.microsoft.com/office/drawing/2014/main" id="{60C4696D-2510-E594-AE84-BA530753885C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6" name="Triangle">
            <a:extLst>
              <a:ext uri="{FF2B5EF4-FFF2-40B4-BE49-F238E27FC236}">
                <a16:creationId xmlns:a16="http://schemas.microsoft.com/office/drawing/2014/main" id="{E5DC97F7-D6A5-99FD-88ED-9ACCF9F4B7B0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7" name="Triangle">
            <a:extLst>
              <a:ext uri="{FF2B5EF4-FFF2-40B4-BE49-F238E27FC236}">
                <a16:creationId xmlns:a16="http://schemas.microsoft.com/office/drawing/2014/main" id="{46D0DB92-534C-0DA0-EF76-48C58FF4BE4B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8" name="Triangle">
            <a:extLst>
              <a:ext uri="{FF2B5EF4-FFF2-40B4-BE49-F238E27FC236}">
                <a16:creationId xmlns:a16="http://schemas.microsoft.com/office/drawing/2014/main" id="{282AC8B6-7D08-EADD-84EC-47F3857C26A8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9" name="Triangle">
            <a:extLst>
              <a:ext uri="{FF2B5EF4-FFF2-40B4-BE49-F238E27FC236}">
                <a16:creationId xmlns:a16="http://schemas.microsoft.com/office/drawing/2014/main" id="{22749ACB-3BDB-70B3-932E-75A7AE8F156B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0" name="Triangle">
            <a:extLst>
              <a:ext uri="{FF2B5EF4-FFF2-40B4-BE49-F238E27FC236}">
                <a16:creationId xmlns:a16="http://schemas.microsoft.com/office/drawing/2014/main" id="{7F23EC39-25E3-E411-5E5D-C12452CD2969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1" name="Triangle">
            <a:extLst>
              <a:ext uri="{FF2B5EF4-FFF2-40B4-BE49-F238E27FC236}">
                <a16:creationId xmlns:a16="http://schemas.microsoft.com/office/drawing/2014/main" id="{C82647A6-86EF-841B-6019-A2CF67D9F5D2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2" name="Triangle">
            <a:extLst>
              <a:ext uri="{FF2B5EF4-FFF2-40B4-BE49-F238E27FC236}">
                <a16:creationId xmlns:a16="http://schemas.microsoft.com/office/drawing/2014/main" id="{D3A7D812-AAF2-B7C6-2B1E-FAB3B48F6037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3" name="Triangle">
            <a:extLst>
              <a:ext uri="{FF2B5EF4-FFF2-40B4-BE49-F238E27FC236}">
                <a16:creationId xmlns:a16="http://schemas.microsoft.com/office/drawing/2014/main" id="{177D0234-52E4-56A9-54D9-F87C8B0FC76B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4" name="Triangle">
            <a:extLst>
              <a:ext uri="{FF2B5EF4-FFF2-40B4-BE49-F238E27FC236}">
                <a16:creationId xmlns:a16="http://schemas.microsoft.com/office/drawing/2014/main" id="{473C6D64-6973-0E53-C2F5-5FE24DB1A5AC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5" name="Triangle">
            <a:extLst>
              <a:ext uri="{FF2B5EF4-FFF2-40B4-BE49-F238E27FC236}">
                <a16:creationId xmlns:a16="http://schemas.microsoft.com/office/drawing/2014/main" id="{C9136F59-4652-509A-4ED3-7CC9024787C1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6" name="Triangle">
            <a:extLst>
              <a:ext uri="{FF2B5EF4-FFF2-40B4-BE49-F238E27FC236}">
                <a16:creationId xmlns:a16="http://schemas.microsoft.com/office/drawing/2014/main" id="{DA397861-A569-B2A7-D974-EC096EFB3071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7" name="Triangle">
            <a:extLst>
              <a:ext uri="{FF2B5EF4-FFF2-40B4-BE49-F238E27FC236}">
                <a16:creationId xmlns:a16="http://schemas.microsoft.com/office/drawing/2014/main" id="{000F4A94-A22A-2D4A-ACAE-5B43523B7096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8" name="Triangle">
            <a:extLst>
              <a:ext uri="{FF2B5EF4-FFF2-40B4-BE49-F238E27FC236}">
                <a16:creationId xmlns:a16="http://schemas.microsoft.com/office/drawing/2014/main" id="{8EE4CBEC-F4B6-06F8-276A-232CF55FC28A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0" name="Line">
            <a:extLst>
              <a:ext uri="{FF2B5EF4-FFF2-40B4-BE49-F238E27FC236}">
                <a16:creationId xmlns:a16="http://schemas.microsoft.com/office/drawing/2014/main" id="{CF3EE297-64F1-A29C-79E5-C0DB64446498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1" name="Line">
            <a:extLst>
              <a:ext uri="{FF2B5EF4-FFF2-40B4-BE49-F238E27FC236}">
                <a16:creationId xmlns:a16="http://schemas.microsoft.com/office/drawing/2014/main" id="{DB40D522-48E5-617D-1E7E-B3472B57562F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2" name="5">
            <a:extLst>
              <a:ext uri="{FF2B5EF4-FFF2-40B4-BE49-F238E27FC236}">
                <a16:creationId xmlns:a16="http://schemas.microsoft.com/office/drawing/2014/main" id="{F8A34971-9FA0-2192-F70A-34760464C59A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503" name="Triangle">
            <a:extLst>
              <a:ext uri="{FF2B5EF4-FFF2-40B4-BE49-F238E27FC236}">
                <a16:creationId xmlns:a16="http://schemas.microsoft.com/office/drawing/2014/main" id="{506A3D46-C600-4EDA-5294-FED9BEA834C5}"/>
              </a:ext>
            </a:extLst>
          </p:cNvPr>
          <p:cNvSpPr>
            <a:spLocks noGrp="1"/>
          </p:cNvSpPr>
          <p:nvPr/>
        </p:nvSpPr>
        <p:spPr>
          <a:xfrm>
            <a:off x="18727315" y="4892498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5" name="Line">
            <a:extLst>
              <a:ext uri="{FF2B5EF4-FFF2-40B4-BE49-F238E27FC236}">
                <a16:creationId xmlns:a16="http://schemas.microsoft.com/office/drawing/2014/main" id="{529FAF3D-F44D-78C9-0A6D-F092886DF2C8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6" name="Line">
            <a:extLst>
              <a:ext uri="{FF2B5EF4-FFF2-40B4-BE49-F238E27FC236}">
                <a16:creationId xmlns:a16="http://schemas.microsoft.com/office/drawing/2014/main" id="{43CFAB5F-7F3A-9524-44B8-CF21182C1DC1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0" name="Line">
            <a:extLst>
              <a:ext uri="{FF2B5EF4-FFF2-40B4-BE49-F238E27FC236}">
                <a16:creationId xmlns:a16="http://schemas.microsoft.com/office/drawing/2014/main" id="{FAF9FFCE-46A7-EA14-FEC7-5E8F25EEE6B1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1" name="Triangle">
            <a:extLst>
              <a:ext uri="{FF2B5EF4-FFF2-40B4-BE49-F238E27FC236}">
                <a16:creationId xmlns:a16="http://schemas.microsoft.com/office/drawing/2014/main" id="{E67971E6-F350-0805-2A21-22E6C407C1FB}"/>
              </a:ext>
            </a:extLst>
          </p:cNvPr>
          <p:cNvSpPr>
            <a:spLocks noGrp="1"/>
          </p:cNvSpPr>
          <p:nvPr/>
        </p:nvSpPr>
        <p:spPr>
          <a:xfrm>
            <a:off x="10857599" y="4905812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2" name="≤3">
            <a:extLst>
              <a:ext uri="{FF2B5EF4-FFF2-40B4-BE49-F238E27FC236}">
                <a16:creationId xmlns:a16="http://schemas.microsoft.com/office/drawing/2014/main" id="{10CC9DE9-01D3-F530-8726-42012B90C0E4}"/>
              </a:ext>
            </a:extLst>
          </p:cNvPr>
          <p:cNvSpPr>
            <a:spLocks noGrp="1"/>
          </p:cNvSpPr>
          <p:nvPr/>
        </p:nvSpPr>
        <p:spPr>
          <a:xfrm>
            <a:off x="11491117" y="4991614"/>
            <a:ext cx="1096628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≤3</a:t>
            </a:r>
          </a:p>
        </p:txBody>
      </p:sp>
      <p:sp>
        <p:nvSpPr>
          <p:cNvPr id="2513" name="Line">
            <a:extLst>
              <a:ext uri="{FF2B5EF4-FFF2-40B4-BE49-F238E27FC236}">
                <a16:creationId xmlns:a16="http://schemas.microsoft.com/office/drawing/2014/main" id="{976F0E76-6A20-0FF7-3C78-4356A0A5D027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4" name="Line">
            <a:extLst>
              <a:ext uri="{FF2B5EF4-FFF2-40B4-BE49-F238E27FC236}">
                <a16:creationId xmlns:a16="http://schemas.microsoft.com/office/drawing/2014/main" id="{6B8C26DB-63C7-021D-A2B1-15B587DE0149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5" name="Triangle">
            <a:extLst>
              <a:ext uri="{FF2B5EF4-FFF2-40B4-BE49-F238E27FC236}">
                <a16:creationId xmlns:a16="http://schemas.microsoft.com/office/drawing/2014/main" id="{01448B4C-5EDE-B712-4BF1-1EDC8F1F9244}"/>
              </a:ext>
            </a:extLst>
          </p:cNvPr>
          <p:cNvSpPr>
            <a:spLocks noGrp="1"/>
          </p:cNvSpPr>
          <p:nvPr/>
        </p:nvSpPr>
        <p:spPr>
          <a:xfrm>
            <a:off x="8269000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6" name="9">
            <a:extLst>
              <a:ext uri="{FF2B5EF4-FFF2-40B4-BE49-F238E27FC236}">
                <a16:creationId xmlns:a16="http://schemas.microsoft.com/office/drawing/2014/main" id="{69A3E09C-C6E0-7371-1AC6-2F9305781DC2}"/>
              </a:ext>
            </a:extLst>
          </p:cNvPr>
          <p:cNvSpPr>
            <a:spLocks noGrp="1"/>
          </p:cNvSpPr>
          <p:nvPr/>
        </p:nvSpPr>
        <p:spPr>
          <a:xfrm>
            <a:off x="9146473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2518" name="Line">
            <a:extLst>
              <a:ext uri="{FF2B5EF4-FFF2-40B4-BE49-F238E27FC236}">
                <a16:creationId xmlns:a16="http://schemas.microsoft.com/office/drawing/2014/main" id="{D701D5D3-A9A9-65D5-A50E-2DFBFB6DE15A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9" name="Triangle">
            <a:extLst>
              <a:ext uri="{FF2B5EF4-FFF2-40B4-BE49-F238E27FC236}">
                <a16:creationId xmlns:a16="http://schemas.microsoft.com/office/drawing/2014/main" id="{24A0CAF6-7222-7485-F1CC-92D485AF638A}"/>
              </a:ext>
            </a:extLst>
          </p:cNvPr>
          <p:cNvSpPr>
            <a:spLocks noGrp="1"/>
          </p:cNvSpPr>
          <p:nvPr/>
        </p:nvSpPr>
        <p:spPr>
          <a:xfrm>
            <a:off x="10857599" y="10140776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0" name="3">
            <a:extLst>
              <a:ext uri="{FF2B5EF4-FFF2-40B4-BE49-F238E27FC236}">
                <a16:creationId xmlns:a16="http://schemas.microsoft.com/office/drawing/2014/main" id="{95B542F5-A057-D293-6AF2-2D9CF219F9C1}"/>
              </a:ext>
            </a:extLst>
          </p:cNvPr>
          <p:cNvSpPr>
            <a:spLocks noGrp="1"/>
          </p:cNvSpPr>
          <p:nvPr/>
        </p:nvSpPr>
        <p:spPr>
          <a:xfrm>
            <a:off x="11735072" y="11298490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2522" name="Triangle">
            <a:extLst>
              <a:ext uri="{FF2B5EF4-FFF2-40B4-BE49-F238E27FC236}">
                <a16:creationId xmlns:a16="http://schemas.microsoft.com/office/drawing/2014/main" id="{8B30A3E7-4AE1-E794-2804-D00CDD0914E8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3" name="4">
            <a:extLst>
              <a:ext uri="{FF2B5EF4-FFF2-40B4-BE49-F238E27FC236}">
                <a16:creationId xmlns:a16="http://schemas.microsoft.com/office/drawing/2014/main" id="{150A0268-0A32-649C-D71D-ED74E628481B}"/>
              </a:ext>
            </a:extLst>
          </p:cNvPr>
          <p:cNvSpPr>
            <a:spLocks noGrp="1"/>
          </p:cNvSpPr>
          <p:nvPr/>
        </p:nvSpPr>
        <p:spPr>
          <a:xfrm>
            <a:off x="3865355" y="5004928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2524" name="Line">
            <a:extLst>
              <a:ext uri="{FF2B5EF4-FFF2-40B4-BE49-F238E27FC236}">
                <a16:creationId xmlns:a16="http://schemas.microsoft.com/office/drawing/2014/main" id="{2A370CC5-E94A-3D53-5F02-121B485CB69E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5" name="Line">
            <a:extLst>
              <a:ext uri="{FF2B5EF4-FFF2-40B4-BE49-F238E27FC236}">
                <a16:creationId xmlns:a16="http://schemas.microsoft.com/office/drawing/2014/main" id="{B1D93A4A-5438-9C25-A9B8-BA3BB8CB6E86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6" name="Triangle">
            <a:extLst>
              <a:ext uri="{FF2B5EF4-FFF2-40B4-BE49-F238E27FC236}">
                <a16:creationId xmlns:a16="http://schemas.microsoft.com/office/drawing/2014/main" id="{D985CB23-7CD3-7A8D-A328-140765E1379F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7" name="4">
            <a:extLst>
              <a:ext uri="{FF2B5EF4-FFF2-40B4-BE49-F238E27FC236}">
                <a16:creationId xmlns:a16="http://schemas.microsoft.com/office/drawing/2014/main" id="{A00B3AC4-6A7D-5EB9-72A7-71C1BE8DA02F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2529" name="Triangle">
            <a:extLst>
              <a:ext uri="{FF2B5EF4-FFF2-40B4-BE49-F238E27FC236}">
                <a16:creationId xmlns:a16="http://schemas.microsoft.com/office/drawing/2014/main" id="{FD4105D6-5A60-EAD7-B30D-80EF1526A1C3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0" name="5">
            <a:extLst>
              <a:ext uri="{FF2B5EF4-FFF2-40B4-BE49-F238E27FC236}">
                <a16:creationId xmlns:a16="http://schemas.microsoft.com/office/drawing/2014/main" id="{39190E1E-3D07-1BBB-0FC8-89C1F29798AC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532" name="Line">
            <a:extLst>
              <a:ext uri="{FF2B5EF4-FFF2-40B4-BE49-F238E27FC236}">
                <a16:creationId xmlns:a16="http://schemas.microsoft.com/office/drawing/2014/main" id="{87D65925-7E63-2278-FCE4-E6C0476722E1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3" name="Triangle">
            <a:extLst>
              <a:ext uri="{FF2B5EF4-FFF2-40B4-BE49-F238E27FC236}">
                <a16:creationId xmlns:a16="http://schemas.microsoft.com/office/drawing/2014/main" id="{9F48C044-FF10-1044-F308-2DEF2D4F7E51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4" name="8">
            <a:extLst>
              <a:ext uri="{FF2B5EF4-FFF2-40B4-BE49-F238E27FC236}">
                <a16:creationId xmlns:a16="http://schemas.microsoft.com/office/drawing/2014/main" id="{336D52DD-DA54-5136-CAB3-60F384A8D407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2536" name="Line">
            <a:extLst>
              <a:ext uri="{FF2B5EF4-FFF2-40B4-BE49-F238E27FC236}">
                <a16:creationId xmlns:a16="http://schemas.microsoft.com/office/drawing/2014/main" id="{0D1D5F7D-78CE-9E70-A595-FF9CEAA622F2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4136332"/>
      </p:ext>
    </p:extLst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7346-CF96-ADE8-547C-11DE77936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Triangle">
            <a:extLst>
              <a:ext uri="{FF2B5EF4-FFF2-40B4-BE49-F238E27FC236}">
                <a16:creationId xmlns:a16="http://schemas.microsoft.com/office/drawing/2014/main" id="{3CF0319E-4FB5-3D9A-B18B-0B82A260FAC3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6" name="Triangle">
            <a:extLst>
              <a:ext uri="{FF2B5EF4-FFF2-40B4-BE49-F238E27FC236}">
                <a16:creationId xmlns:a16="http://schemas.microsoft.com/office/drawing/2014/main" id="{8A631333-126A-BACD-C406-C9CB0E7FEB96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7" name="Triangle">
            <a:extLst>
              <a:ext uri="{FF2B5EF4-FFF2-40B4-BE49-F238E27FC236}">
                <a16:creationId xmlns:a16="http://schemas.microsoft.com/office/drawing/2014/main" id="{1B6068CD-C0F8-F7F5-ADB4-FF4135445A85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8" name="Triangle">
            <a:extLst>
              <a:ext uri="{FF2B5EF4-FFF2-40B4-BE49-F238E27FC236}">
                <a16:creationId xmlns:a16="http://schemas.microsoft.com/office/drawing/2014/main" id="{9BDAB7E5-0C12-0F03-1E64-67F0F0B825A6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9" name="Triangle">
            <a:extLst>
              <a:ext uri="{FF2B5EF4-FFF2-40B4-BE49-F238E27FC236}">
                <a16:creationId xmlns:a16="http://schemas.microsoft.com/office/drawing/2014/main" id="{5CF2D7AD-A3A4-C9FB-1897-1CE3AF2FBC33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0" name="Triangle">
            <a:extLst>
              <a:ext uri="{FF2B5EF4-FFF2-40B4-BE49-F238E27FC236}">
                <a16:creationId xmlns:a16="http://schemas.microsoft.com/office/drawing/2014/main" id="{9AD8F7C4-2AC4-5F64-4B4B-4130B4C442C6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1" name="Triangle">
            <a:extLst>
              <a:ext uri="{FF2B5EF4-FFF2-40B4-BE49-F238E27FC236}">
                <a16:creationId xmlns:a16="http://schemas.microsoft.com/office/drawing/2014/main" id="{21CF4D52-895B-257B-BA9C-68D46D48139C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2" name="Triangle">
            <a:extLst>
              <a:ext uri="{FF2B5EF4-FFF2-40B4-BE49-F238E27FC236}">
                <a16:creationId xmlns:a16="http://schemas.microsoft.com/office/drawing/2014/main" id="{5318B2CB-D109-24A0-EB62-E2379A337005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3" name="Triangle">
            <a:extLst>
              <a:ext uri="{FF2B5EF4-FFF2-40B4-BE49-F238E27FC236}">
                <a16:creationId xmlns:a16="http://schemas.microsoft.com/office/drawing/2014/main" id="{4208DCB1-7359-E0B0-1718-AB705FAA9817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4" name="Triangle">
            <a:extLst>
              <a:ext uri="{FF2B5EF4-FFF2-40B4-BE49-F238E27FC236}">
                <a16:creationId xmlns:a16="http://schemas.microsoft.com/office/drawing/2014/main" id="{8D22D50E-A6F5-D7F5-7878-BA3772D69FC6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5" name="Triangle">
            <a:extLst>
              <a:ext uri="{FF2B5EF4-FFF2-40B4-BE49-F238E27FC236}">
                <a16:creationId xmlns:a16="http://schemas.microsoft.com/office/drawing/2014/main" id="{4EF419D0-CFE1-1A55-82BB-DFD056A56C90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6" name="Triangle">
            <a:extLst>
              <a:ext uri="{FF2B5EF4-FFF2-40B4-BE49-F238E27FC236}">
                <a16:creationId xmlns:a16="http://schemas.microsoft.com/office/drawing/2014/main" id="{D9953D69-00FB-E7C5-D46F-8DDBC18ADBC7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7" name="Triangle">
            <a:extLst>
              <a:ext uri="{FF2B5EF4-FFF2-40B4-BE49-F238E27FC236}">
                <a16:creationId xmlns:a16="http://schemas.microsoft.com/office/drawing/2014/main" id="{61D10121-AB88-A9C6-6466-692C3BA73466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8" name="Triangle">
            <a:extLst>
              <a:ext uri="{FF2B5EF4-FFF2-40B4-BE49-F238E27FC236}">
                <a16:creationId xmlns:a16="http://schemas.microsoft.com/office/drawing/2014/main" id="{B9FAA73C-727F-98BF-DADA-8E64CD220C52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0" name="Line">
            <a:extLst>
              <a:ext uri="{FF2B5EF4-FFF2-40B4-BE49-F238E27FC236}">
                <a16:creationId xmlns:a16="http://schemas.microsoft.com/office/drawing/2014/main" id="{31E47438-BD63-0255-41B4-CFFA9E49EE45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1" name="Line">
            <a:extLst>
              <a:ext uri="{FF2B5EF4-FFF2-40B4-BE49-F238E27FC236}">
                <a16:creationId xmlns:a16="http://schemas.microsoft.com/office/drawing/2014/main" id="{403DF66A-4059-288B-A139-E92812404CF1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2" name="5">
            <a:extLst>
              <a:ext uri="{FF2B5EF4-FFF2-40B4-BE49-F238E27FC236}">
                <a16:creationId xmlns:a16="http://schemas.microsoft.com/office/drawing/2014/main" id="{05487398-DF57-083A-B8FF-2081E54654E1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503" name="Triangle">
            <a:extLst>
              <a:ext uri="{FF2B5EF4-FFF2-40B4-BE49-F238E27FC236}">
                <a16:creationId xmlns:a16="http://schemas.microsoft.com/office/drawing/2014/main" id="{A8FE960F-24FE-DC62-E8B1-19180BE1C305}"/>
              </a:ext>
            </a:extLst>
          </p:cNvPr>
          <p:cNvSpPr>
            <a:spLocks noGrp="1"/>
          </p:cNvSpPr>
          <p:nvPr/>
        </p:nvSpPr>
        <p:spPr>
          <a:xfrm>
            <a:off x="18727315" y="4892498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5" name="Line">
            <a:extLst>
              <a:ext uri="{FF2B5EF4-FFF2-40B4-BE49-F238E27FC236}">
                <a16:creationId xmlns:a16="http://schemas.microsoft.com/office/drawing/2014/main" id="{E663871A-1A37-A2D4-9472-78892FFA14AE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6" name="Line">
            <a:extLst>
              <a:ext uri="{FF2B5EF4-FFF2-40B4-BE49-F238E27FC236}">
                <a16:creationId xmlns:a16="http://schemas.microsoft.com/office/drawing/2014/main" id="{B611194C-69CF-909C-24ED-F7D10CCED469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7" name="Triangle">
            <a:extLst>
              <a:ext uri="{FF2B5EF4-FFF2-40B4-BE49-F238E27FC236}">
                <a16:creationId xmlns:a16="http://schemas.microsoft.com/office/drawing/2014/main" id="{FDDC206A-1591-7F5E-B9E8-7D30967E6C6A}"/>
              </a:ext>
            </a:extLst>
          </p:cNvPr>
          <p:cNvSpPr>
            <a:spLocks noGrp="1"/>
          </p:cNvSpPr>
          <p:nvPr/>
        </p:nvSpPr>
        <p:spPr>
          <a:xfrm>
            <a:off x="16138717" y="10123448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8" name="2">
            <a:extLst>
              <a:ext uri="{FF2B5EF4-FFF2-40B4-BE49-F238E27FC236}">
                <a16:creationId xmlns:a16="http://schemas.microsoft.com/office/drawing/2014/main" id="{0F645519-7226-30C3-F443-377316D928D4}"/>
              </a:ext>
            </a:extLst>
          </p:cNvPr>
          <p:cNvSpPr>
            <a:spLocks noGrp="1"/>
          </p:cNvSpPr>
          <p:nvPr/>
        </p:nvSpPr>
        <p:spPr>
          <a:xfrm>
            <a:off x="17016190" y="11281162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2510" name="Line">
            <a:extLst>
              <a:ext uri="{FF2B5EF4-FFF2-40B4-BE49-F238E27FC236}">
                <a16:creationId xmlns:a16="http://schemas.microsoft.com/office/drawing/2014/main" id="{1471C24D-08EB-2C27-4ED7-6A66CB481135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1" name="Triangle">
            <a:extLst>
              <a:ext uri="{FF2B5EF4-FFF2-40B4-BE49-F238E27FC236}">
                <a16:creationId xmlns:a16="http://schemas.microsoft.com/office/drawing/2014/main" id="{2154651E-CFE2-9F46-FABC-09DB816214A7}"/>
              </a:ext>
            </a:extLst>
          </p:cNvPr>
          <p:cNvSpPr>
            <a:spLocks noGrp="1"/>
          </p:cNvSpPr>
          <p:nvPr/>
        </p:nvSpPr>
        <p:spPr>
          <a:xfrm>
            <a:off x="10857599" y="4905812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2" name="≤3">
            <a:extLst>
              <a:ext uri="{FF2B5EF4-FFF2-40B4-BE49-F238E27FC236}">
                <a16:creationId xmlns:a16="http://schemas.microsoft.com/office/drawing/2014/main" id="{52555BFA-E909-7804-3C22-C74DB379BDDF}"/>
              </a:ext>
            </a:extLst>
          </p:cNvPr>
          <p:cNvSpPr>
            <a:spLocks noGrp="1"/>
          </p:cNvSpPr>
          <p:nvPr/>
        </p:nvSpPr>
        <p:spPr>
          <a:xfrm>
            <a:off x="11491117" y="4991614"/>
            <a:ext cx="1096628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≤3</a:t>
            </a:r>
          </a:p>
        </p:txBody>
      </p:sp>
      <p:sp>
        <p:nvSpPr>
          <p:cNvPr id="2513" name="Line">
            <a:extLst>
              <a:ext uri="{FF2B5EF4-FFF2-40B4-BE49-F238E27FC236}">
                <a16:creationId xmlns:a16="http://schemas.microsoft.com/office/drawing/2014/main" id="{74305F96-F5C2-78B9-7B14-5AE45FCC8EC9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4" name="Line">
            <a:extLst>
              <a:ext uri="{FF2B5EF4-FFF2-40B4-BE49-F238E27FC236}">
                <a16:creationId xmlns:a16="http://schemas.microsoft.com/office/drawing/2014/main" id="{B6D5622D-AD87-251A-A263-8DDB5283D5F3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5" name="Triangle">
            <a:extLst>
              <a:ext uri="{FF2B5EF4-FFF2-40B4-BE49-F238E27FC236}">
                <a16:creationId xmlns:a16="http://schemas.microsoft.com/office/drawing/2014/main" id="{4ADA8BB2-A8CD-757C-617F-678A39053E71}"/>
              </a:ext>
            </a:extLst>
          </p:cNvPr>
          <p:cNvSpPr>
            <a:spLocks noGrp="1"/>
          </p:cNvSpPr>
          <p:nvPr/>
        </p:nvSpPr>
        <p:spPr>
          <a:xfrm>
            <a:off x="8269000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6" name="9">
            <a:extLst>
              <a:ext uri="{FF2B5EF4-FFF2-40B4-BE49-F238E27FC236}">
                <a16:creationId xmlns:a16="http://schemas.microsoft.com/office/drawing/2014/main" id="{64EBFB3E-DD31-AC49-F934-CEFA76E1EF04}"/>
              </a:ext>
            </a:extLst>
          </p:cNvPr>
          <p:cNvSpPr>
            <a:spLocks noGrp="1"/>
          </p:cNvSpPr>
          <p:nvPr/>
        </p:nvSpPr>
        <p:spPr>
          <a:xfrm>
            <a:off x="9146473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2518" name="Line">
            <a:extLst>
              <a:ext uri="{FF2B5EF4-FFF2-40B4-BE49-F238E27FC236}">
                <a16:creationId xmlns:a16="http://schemas.microsoft.com/office/drawing/2014/main" id="{696A035E-A5F4-D6CC-74C2-7F381BFB2175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9" name="Triangle">
            <a:extLst>
              <a:ext uri="{FF2B5EF4-FFF2-40B4-BE49-F238E27FC236}">
                <a16:creationId xmlns:a16="http://schemas.microsoft.com/office/drawing/2014/main" id="{18836AFE-0DAE-F682-60B6-4D55E176DA16}"/>
              </a:ext>
            </a:extLst>
          </p:cNvPr>
          <p:cNvSpPr>
            <a:spLocks noGrp="1"/>
          </p:cNvSpPr>
          <p:nvPr/>
        </p:nvSpPr>
        <p:spPr>
          <a:xfrm>
            <a:off x="10857599" y="10140776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0" name="3">
            <a:extLst>
              <a:ext uri="{FF2B5EF4-FFF2-40B4-BE49-F238E27FC236}">
                <a16:creationId xmlns:a16="http://schemas.microsoft.com/office/drawing/2014/main" id="{0CD57DFB-9C61-69B5-6C8C-4FC732961B5C}"/>
              </a:ext>
            </a:extLst>
          </p:cNvPr>
          <p:cNvSpPr>
            <a:spLocks noGrp="1"/>
          </p:cNvSpPr>
          <p:nvPr/>
        </p:nvSpPr>
        <p:spPr>
          <a:xfrm>
            <a:off x="11735072" y="11298490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2522" name="Triangle">
            <a:extLst>
              <a:ext uri="{FF2B5EF4-FFF2-40B4-BE49-F238E27FC236}">
                <a16:creationId xmlns:a16="http://schemas.microsoft.com/office/drawing/2014/main" id="{52EE8E40-7BF3-F1F8-6DBC-9375B7B2FDBD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3" name="4">
            <a:extLst>
              <a:ext uri="{FF2B5EF4-FFF2-40B4-BE49-F238E27FC236}">
                <a16:creationId xmlns:a16="http://schemas.microsoft.com/office/drawing/2014/main" id="{E5921C22-45CF-2EB5-C01C-D19ABFE3DDC3}"/>
              </a:ext>
            </a:extLst>
          </p:cNvPr>
          <p:cNvSpPr>
            <a:spLocks noGrp="1"/>
          </p:cNvSpPr>
          <p:nvPr/>
        </p:nvSpPr>
        <p:spPr>
          <a:xfrm>
            <a:off x="3865355" y="5004928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2524" name="Line">
            <a:extLst>
              <a:ext uri="{FF2B5EF4-FFF2-40B4-BE49-F238E27FC236}">
                <a16:creationId xmlns:a16="http://schemas.microsoft.com/office/drawing/2014/main" id="{B753820F-11CC-77EF-3A85-CB75A179FD60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5" name="Line">
            <a:extLst>
              <a:ext uri="{FF2B5EF4-FFF2-40B4-BE49-F238E27FC236}">
                <a16:creationId xmlns:a16="http://schemas.microsoft.com/office/drawing/2014/main" id="{4C9E6552-F284-E5A0-8A74-55F6EE5EEEF0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6" name="Triangle">
            <a:extLst>
              <a:ext uri="{FF2B5EF4-FFF2-40B4-BE49-F238E27FC236}">
                <a16:creationId xmlns:a16="http://schemas.microsoft.com/office/drawing/2014/main" id="{EA6C7245-91F7-5E09-B091-A8D7DA145DB3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7" name="4">
            <a:extLst>
              <a:ext uri="{FF2B5EF4-FFF2-40B4-BE49-F238E27FC236}">
                <a16:creationId xmlns:a16="http://schemas.microsoft.com/office/drawing/2014/main" id="{7E70B502-0AD4-D6DD-9F98-3F512B0C9738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2529" name="Triangle">
            <a:extLst>
              <a:ext uri="{FF2B5EF4-FFF2-40B4-BE49-F238E27FC236}">
                <a16:creationId xmlns:a16="http://schemas.microsoft.com/office/drawing/2014/main" id="{80C6771F-9E0A-15BE-788D-F4A5DD01D964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0" name="5">
            <a:extLst>
              <a:ext uri="{FF2B5EF4-FFF2-40B4-BE49-F238E27FC236}">
                <a16:creationId xmlns:a16="http://schemas.microsoft.com/office/drawing/2014/main" id="{AE5D1719-A969-125C-2321-99DE80D26709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532" name="Line">
            <a:extLst>
              <a:ext uri="{FF2B5EF4-FFF2-40B4-BE49-F238E27FC236}">
                <a16:creationId xmlns:a16="http://schemas.microsoft.com/office/drawing/2014/main" id="{E8AD8789-3ADB-BF00-3C48-5412887AFA01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3" name="Triangle">
            <a:extLst>
              <a:ext uri="{FF2B5EF4-FFF2-40B4-BE49-F238E27FC236}">
                <a16:creationId xmlns:a16="http://schemas.microsoft.com/office/drawing/2014/main" id="{DCDCCA9C-4A83-962A-2817-0CF457C695BF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4" name="8">
            <a:extLst>
              <a:ext uri="{FF2B5EF4-FFF2-40B4-BE49-F238E27FC236}">
                <a16:creationId xmlns:a16="http://schemas.microsoft.com/office/drawing/2014/main" id="{6AC604D9-D3F8-FE73-7CF2-D788B9BBEEAB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2536" name="Line">
            <a:extLst>
              <a:ext uri="{FF2B5EF4-FFF2-40B4-BE49-F238E27FC236}">
                <a16:creationId xmlns:a16="http://schemas.microsoft.com/office/drawing/2014/main" id="{38D58AF0-B5FD-DE31-A0B5-F75E67E48067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4039196"/>
      </p:ext>
    </p:extLst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CE4F9-ABB1-A1BE-9FEC-47064287D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Triangle">
            <a:extLst>
              <a:ext uri="{FF2B5EF4-FFF2-40B4-BE49-F238E27FC236}">
                <a16:creationId xmlns:a16="http://schemas.microsoft.com/office/drawing/2014/main" id="{599FDBA6-03E7-97F1-8444-625AC3863BE3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6" name="Triangle">
            <a:extLst>
              <a:ext uri="{FF2B5EF4-FFF2-40B4-BE49-F238E27FC236}">
                <a16:creationId xmlns:a16="http://schemas.microsoft.com/office/drawing/2014/main" id="{7929D1F7-D8F5-9D22-C6BB-FA643FB51AA5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7" name="Triangle">
            <a:extLst>
              <a:ext uri="{FF2B5EF4-FFF2-40B4-BE49-F238E27FC236}">
                <a16:creationId xmlns:a16="http://schemas.microsoft.com/office/drawing/2014/main" id="{1C5A9A09-A05F-2778-4E2A-AAA0D9D5A810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8" name="Triangle">
            <a:extLst>
              <a:ext uri="{FF2B5EF4-FFF2-40B4-BE49-F238E27FC236}">
                <a16:creationId xmlns:a16="http://schemas.microsoft.com/office/drawing/2014/main" id="{A67F8FEF-7C2A-6B27-B486-5688EC366B7C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9" name="Triangle">
            <a:extLst>
              <a:ext uri="{FF2B5EF4-FFF2-40B4-BE49-F238E27FC236}">
                <a16:creationId xmlns:a16="http://schemas.microsoft.com/office/drawing/2014/main" id="{B501CE21-4107-CB3F-602F-42CEAB22F287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0" name="Triangle">
            <a:extLst>
              <a:ext uri="{FF2B5EF4-FFF2-40B4-BE49-F238E27FC236}">
                <a16:creationId xmlns:a16="http://schemas.microsoft.com/office/drawing/2014/main" id="{03944CB2-5885-0FE4-0D8F-B88C8BAF4A0E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1" name="Triangle">
            <a:extLst>
              <a:ext uri="{FF2B5EF4-FFF2-40B4-BE49-F238E27FC236}">
                <a16:creationId xmlns:a16="http://schemas.microsoft.com/office/drawing/2014/main" id="{8AC7962C-E2B5-6F4C-31E1-A0C373CB215D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2" name="Triangle">
            <a:extLst>
              <a:ext uri="{FF2B5EF4-FFF2-40B4-BE49-F238E27FC236}">
                <a16:creationId xmlns:a16="http://schemas.microsoft.com/office/drawing/2014/main" id="{75136EDD-E8F8-77EC-C94E-86503560D8BE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3" name="Triangle">
            <a:extLst>
              <a:ext uri="{FF2B5EF4-FFF2-40B4-BE49-F238E27FC236}">
                <a16:creationId xmlns:a16="http://schemas.microsoft.com/office/drawing/2014/main" id="{2481636B-0C41-10D4-31E0-9DA8EA2DC4AD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4" name="Triangle">
            <a:extLst>
              <a:ext uri="{FF2B5EF4-FFF2-40B4-BE49-F238E27FC236}">
                <a16:creationId xmlns:a16="http://schemas.microsoft.com/office/drawing/2014/main" id="{EF952A50-1EDF-BF35-1B00-C950E4943462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5" name="Triangle">
            <a:extLst>
              <a:ext uri="{FF2B5EF4-FFF2-40B4-BE49-F238E27FC236}">
                <a16:creationId xmlns:a16="http://schemas.microsoft.com/office/drawing/2014/main" id="{12B0F566-C702-0465-DDA8-C142B2C3C118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6" name="Triangle">
            <a:extLst>
              <a:ext uri="{FF2B5EF4-FFF2-40B4-BE49-F238E27FC236}">
                <a16:creationId xmlns:a16="http://schemas.microsoft.com/office/drawing/2014/main" id="{222E18CB-751C-12E3-06D7-6A0551412ADA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7" name="Triangle">
            <a:extLst>
              <a:ext uri="{FF2B5EF4-FFF2-40B4-BE49-F238E27FC236}">
                <a16:creationId xmlns:a16="http://schemas.microsoft.com/office/drawing/2014/main" id="{BA1FCD4C-960E-2577-D9E2-D8BF2BC5B0B9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8" name="Triangle">
            <a:extLst>
              <a:ext uri="{FF2B5EF4-FFF2-40B4-BE49-F238E27FC236}">
                <a16:creationId xmlns:a16="http://schemas.microsoft.com/office/drawing/2014/main" id="{8CD14977-4096-EDE8-63FE-A056CE0923D3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0" name="Line">
            <a:extLst>
              <a:ext uri="{FF2B5EF4-FFF2-40B4-BE49-F238E27FC236}">
                <a16:creationId xmlns:a16="http://schemas.microsoft.com/office/drawing/2014/main" id="{469E4FD9-87D5-52E0-FA62-A1750C0C5FAE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1" name="Line">
            <a:extLst>
              <a:ext uri="{FF2B5EF4-FFF2-40B4-BE49-F238E27FC236}">
                <a16:creationId xmlns:a16="http://schemas.microsoft.com/office/drawing/2014/main" id="{1129B7AE-33BD-32E0-F2F4-B31DB6CAD1EB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2" name="5">
            <a:extLst>
              <a:ext uri="{FF2B5EF4-FFF2-40B4-BE49-F238E27FC236}">
                <a16:creationId xmlns:a16="http://schemas.microsoft.com/office/drawing/2014/main" id="{03247B5D-304E-A26A-8F37-4AD55A385D2D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503" name="Triangle">
            <a:extLst>
              <a:ext uri="{FF2B5EF4-FFF2-40B4-BE49-F238E27FC236}">
                <a16:creationId xmlns:a16="http://schemas.microsoft.com/office/drawing/2014/main" id="{F31C1F0B-2817-8245-C1FE-37E89C47DDCE}"/>
              </a:ext>
            </a:extLst>
          </p:cNvPr>
          <p:cNvSpPr>
            <a:spLocks noGrp="1"/>
          </p:cNvSpPr>
          <p:nvPr/>
        </p:nvSpPr>
        <p:spPr>
          <a:xfrm>
            <a:off x="18727315" y="4892498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4" name="≤2">
            <a:extLst>
              <a:ext uri="{FF2B5EF4-FFF2-40B4-BE49-F238E27FC236}">
                <a16:creationId xmlns:a16="http://schemas.microsoft.com/office/drawing/2014/main" id="{7DAD790C-28A6-E120-4EB0-53286DD259BF}"/>
              </a:ext>
            </a:extLst>
          </p:cNvPr>
          <p:cNvSpPr>
            <a:spLocks noGrp="1"/>
          </p:cNvSpPr>
          <p:nvPr/>
        </p:nvSpPr>
        <p:spPr>
          <a:xfrm>
            <a:off x="19360833" y="4978300"/>
            <a:ext cx="1096629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≤2</a:t>
            </a:r>
          </a:p>
        </p:txBody>
      </p:sp>
      <p:sp>
        <p:nvSpPr>
          <p:cNvPr id="2505" name="Line">
            <a:extLst>
              <a:ext uri="{FF2B5EF4-FFF2-40B4-BE49-F238E27FC236}">
                <a16:creationId xmlns:a16="http://schemas.microsoft.com/office/drawing/2014/main" id="{FA0EF194-CA95-6EF3-DAE3-B49BA1A97712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6" name="Line">
            <a:extLst>
              <a:ext uri="{FF2B5EF4-FFF2-40B4-BE49-F238E27FC236}">
                <a16:creationId xmlns:a16="http://schemas.microsoft.com/office/drawing/2014/main" id="{962502B6-0F4E-E5F5-557E-EC489E1E9216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7" name="Triangle">
            <a:extLst>
              <a:ext uri="{FF2B5EF4-FFF2-40B4-BE49-F238E27FC236}">
                <a16:creationId xmlns:a16="http://schemas.microsoft.com/office/drawing/2014/main" id="{E8EF11D3-8EAB-469B-B2F4-889F338FE081}"/>
              </a:ext>
            </a:extLst>
          </p:cNvPr>
          <p:cNvSpPr>
            <a:spLocks noGrp="1"/>
          </p:cNvSpPr>
          <p:nvPr/>
        </p:nvSpPr>
        <p:spPr>
          <a:xfrm>
            <a:off x="16138717" y="10123448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8" name="2">
            <a:extLst>
              <a:ext uri="{FF2B5EF4-FFF2-40B4-BE49-F238E27FC236}">
                <a16:creationId xmlns:a16="http://schemas.microsoft.com/office/drawing/2014/main" id="{60098DB9-5FD0-2435-CCBC-5994E15F34C8}"/>
              </a:ext>
            </a:extLst>
          </p:cNvPr>
          <p:cNvSpPr>
            <a:spLocks noGrp="1"/>
          </p:cNvSpPr>
          <p:nvPr/>
        </p:nvSpPr>
        <p:spPr>
          <a:xfrm>
            <a:off x="17016190" y="11281162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2510" name="Line">
            <a:extLst>
              <a:ext uri="{FF2B5EF4-FFF2-40B4-BE49-F238E27FC236}">
                <a16:creationId xmlns:a16="http://schemas.microsoft.com/office/drawing/2014/main" id="{788A3EB7-F6CD-B365-E4C1-BF30D53051C3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1" name="Triangle">
            <a:extLst>
              <a:ext uri="{FF2B5EF4-FFF2-40B4-BE49-F238E27FC236}">
                <a16:creationId xmlns:a16="http://schemas.microsoft.com/office/drawing/2014/main" id="{7DF4BDF9-F2F2-5B65-D171-682A925BF323}"/>
              </a:ext>
            </a:extLst>
          </p:cNvPr>
          <p:cNvSpPr>
            <a:spLocks noGrp="1"/>
          </p:cNvSpPr>
          <p:nvPr/>
        </p:nvSpPr>
        <p:spPr>
          <a:xfrm>
            <a:off x="10857599" y="4905812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2" name="≤3">
            <a:extLst>
              <a:ext uri="{FF2B5EF4-FFF2-40B4-BE49-F238E27FC236}">
                <a16:creationId xmlns:a16="http://schemas.microsoft.com/office/drawing/2014/main" id="{95A19C09-2E0C-053B-E58C-4957A5BD489E}"/>
              </a:ext>
            </a:extLst>
          </p:cNvPr>
          <p:cNvSpPr>
            <a:spLocks noGrp="1"/>
          </p:cNvSpPr>
          <p:nvPr/>
        </p:nvSpPr>
        <p:spPr>
          <a:xfrm>
            <a:off x="11491117" y="4991614"/>
            <a:ext cx="1096628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≤3</a:t>
            </a:r>
          </a:p>
        </p:txBody>
      </p:sp>
      <p:sp>
        <p:nvSpPr>
          <p:cNvPr id="2513" name="Line">
            <a:extLst>
              <a:ext uri="{FF2B5EF4-FFF2-40B4-BE49-F238E27FC236}">
                <a16:creationId xmlns:a16="http://schemas.microsoft.com/office/drawing/2014/main" id="{A6CB22BE-2D25-A4CE-5797-EF6895B4B775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4" name="Line">
            <a:extLst>
              <a:ext uri="{FF2B5EF4-FFF2-40B4-BE49-F238E27FC236}">
                <a16:creationId xmlns:a16="http://schemas.microsoft.com/office/drawing/2014/main" id="{162D6E06-3A30-A81B-C431-CF3C4D5AF861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5" name="Triangle">
            <a:extLst>
              <a:ext uri="{FF2B5EF4-FFF2-40B4-BE49-F238E27FC236}">
                <a16:creationId xmlns:a16="http://schemas.microsoft.com/office/drawing/2014/main" id="{7855BBA4-D5DD-DC1F-B65A-7CEF8B0A9FBF}"/>
              </a:ext>
            </a:extLst>
          </p:cNvPr>
          <p:cNvSpPr>
            <a:spLocks noGrp="1"/>
          </p:cNvSpPr>
          <p:nvPr/>
        </p:nvSpPr>
        <p:spPr>
          <a:xfrm>
            <a:off x="8269000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6" name="9">
            <a:extLst>
              <a:ext uri="{FF2B5EF4-FFF2-40B4-BE49-F238E27FC236}">
                <a16:creationId xmlns:a16="http://schemas.microsoft.com/office/drawing/2014/main" id="{90CDDBDD-192B-535C-A329-B97800C27227}"/>
              </a:ext>
            </a:extLst>
          </p:cNvPr>
          <p:cNvSpPr>
            <a:spLocks noGrp="1"/>
          </p:cNvSpPr>
          <p:nvPr/>
        </p:nvSpPr>
        <p:spPr>
          <a:xfrm>
            <a:off x="9146473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2518" name="Line">
            <a:extLst>
              <a:ext uri="{FF2B5EF4-FFF2-40B4-BE49-F238E27FC236}">
                <a16:creationId xmlns:a16="http://schemas.microsoft.com/office/drawing/2014/main" id="{80B2C02B-D52C-3D33-1A79-A9D15F950E36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9" name="Triangle">
            <a:extLst>
              <a:ext uri="{FF2B5EF4-FFF2-40B4-BE49-F238E27FC236}">
                <a16:creationId xmlns:a16="http://schemas.microsoft.com/office/drawing/2014/main" id="{0649861B-F8FD-63BC-AC53-CD6637085D7A}"/>
              </a:ext>
            </a:extLst>
          </p:cNvPr>
          <p:cNvSpPr>
            <a:spLocks noGrp="1"/>
          </p:cNvSpPr>
          <p:nvPr/>
        </p:nvSpPr>
        <p:spPr>
          <a:xfrm>
            <a:off x="10857599" y="10140776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0" name="3">
            <a:extLst>
              <a:ext uri="{FF2B5EF4-FFF2-40B4-BE49-F238E27FC236}">
                <a16:creationId xmlns:a16="http://schemas.microsoft.com/office/drawing/2014/main" id="{B4CAE3D0-A436-F8E1-C44D-5A82AAA8DF35}"/>
              </a:ext>
            </a:extLst>
          </p:cNvPr>
          <p:cNvSpPr>
            <a:spLocks noGrp="1"/>
          </p:cNvSpPr>
          <p:nvPr/>
        </p:nvSpPr>
        <p:spPr>
          <a:xfrm>
            <a:off x="11735072" y="11298490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2522" name="Triangle">
            <a:extLst>
              <a:ext uri="{FF2B5EF4-FFF2-40B4-BE49-F238E27FC236}">
                <a16:creationId xmlns:a16="http://schemas.microsoft.com/office/drawing/2014/main" id="{BB944A7A-BFC6-1B69-3640-18D22E9F0A4E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3" name="4">
            <a:extLst>
              <a:ext uri="{FF2B5EF4-FFF2-40B4-BE49-F238E27FC236}">
                <a16:creationId xmlns:a16="http://schemas.microsoft.com/office/drawing/2014/main" id="{6684248B-64FE-D0E0-D15C-8F72B39E167C}"/>
              </a:ext>
            </a:extLst>
          </p:cNvPr>
          <p:cNvSpPr>
            <a:spLocks noGrp="1"/>
          </p:cNvSpPr>
          <p:nvPr/>
        </p:nvSpPr>
        <p:spPr>
          <a:xfrm>
            <a:off x="3865355" y="5004928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2524" name="Line">
            <a:extLst>
              <a:ext uri="{FF2B5EF4-FFF2-40B4-BE49-F238E27FC236}">
                <a16:creationId xmlns:a16="http://schemas.microsoft.com/office/drawing/2014/main" id="{823578A1-6BF0-7742-9AD8-F3A6BAE8A020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5" name="Line">
            <a:extLst>
              <a:ext uri="{FF2B5EF4-FFF2-40B4-BE49-F238E27FC236}">
                <a16:creationId xmlns:a16="http://schemas.microsoft.com/office/drawing/2014/main" id="{0FFFECA4-836C-4774-D95E-A3E8182262BB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6" name="Triangle">
            <a:extLst>
              <a:ext uri="{FF2B5EF4-FFF2-40B4-BE49-F238E27FC236}">
                <a16:creationId xmlns:a16="http://schemas.microsoft.com/office/drawing/2014/main" id="{C9FD7D6A-2110-2611-9A5A-2F93F20857DE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7" name="4">
            <a:extLst>
              <a:ext uri="{FF2B5EF4-FFF2-40B4-BE49-F238E27FC236}">
                <a16:creationId xmlns:a16="http://schemas.microsoft.com/office/drawing/2014/main" id="{568A500D-3B5F-50EF-6AA2-6F0ED6B04C58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2529" name="Triangle">
            <a:extLst>
              <a:ext uri="{FF2B5EF4-FFF2-40B4-BE49-F238E27FC236}">
                <a16:creationId xmlns:a16="http://schemas.microsoft.com/office/drawing/2014/main" id="{BCF860AB-DC81-2F59-A4EE-1395DBA5020F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0" name="5">
            <a:extLst>
              <a:ext uri="{FF2B5EF4-FFF2-40B4-BE49-F238E27FC236}">
                <a16:creationId xmlns:a16="http://schemas.microsoft.com/office/drawing/2014/main" id="{D6551CA5-A612-8496-7DCB-81FEFEC59A53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532" name="Line">
            <a:extLst>
              <a:ext uri="{FF2B5EF4-FFF2-40B4-BE49-F238E27FC236}">
                <a16:creationId xmlns:a16="http://schemas.microsoft.com/office/drawing/2014/main" id="{72002FCE-AE72-609A-3579-FE5AB52F075A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3" name="Triangle">
            <a:extLst>
              <a:ext uri="{FF2B5EF4-FFF2-40B4-BE49-F238E27FC236}">
                <a16:creationId xmlns:a16="http://schemas.microsoft.com/office/drawing/2014/main" id="{734F0242-451F-022E-6247-88C9E5F6942F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4" name="8">
            <a:extLst>
              <a:ext uri="{FF2B5EF4-FFF2-40B4-BE49-F238E27FC236}">
                <a16:creationId xmlns:a16="http://schemas.microsoft.com/office/drawing/2014/main" id="{B5C1F19D-EDD0-3309-1BD9-3526791B29F9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2536" name="Line">
            <a:extLst>
              <a:ext uri="{FF2B5EF4-FFF2-40B4-BE49-F238E27FC236}">
                <a16:creationId xmlns:a16="http://schemas.microsoft.com/office/drawing/2014/main" id="{39F59EBB-6FF3-5BC8-857E-933103DC6847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6027808"/>
      </p:ext>
    </p:extLst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66D06-3213-9956-578F-AE3AC05F5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Triangle">
            <a:extLst>
              <a:ext uri="{FF2B5EF4-FFF2-40B4-BE49-F238E27FC236}">
                <a16:creationId xmlns:a16="http://schemas.microsoft.com/office/drawing/2014/main" id="{AC34885B-DA2B-6824-87D6-71D611325FD2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6" name="Triangle">
            <a:extLst>
              <a:ext uri="{FF2B5EF4-FFF2-40B4-BE49-F238E27FC236}">
                <a16:creationId xmlns:a16="http://schemas.microsoft.com/office/drawing/2014/main" id="{B140C740-27B7-6EC6-98DB-0B7F23C6E617}"/>
              </a:ext>
            </a:extLst>
          </p:cNvPr>
          <p:cNvSpPr>
            <a:spLocks noGrp="1"/>
          </p:cNvSpPr>
          <p:nvPr/>
        </p:nvSpPr>
        <p:spPr>
          <a:xfrm>
            <a:off x="10858889" y="4906426"/>
            <a:ext cx="2363666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7" name="Triangle">
            <a:extLst>
              <a:ext uri="{FF2B5EF4-FFF2-40B4-BE49-F238E27FC236}">
                <a16:creationId xmlns:a16="http://schemas.microsoft.com/office/drawing/2014/main" id="{E6B5DCD6-5F67-E5FC-960D-0C33FAEC5CDE}"/>
              </a:ext>
            </a:extLst>
          </p:cNvPr>
          <p:cNvSpPr>
            <a:spLocks noGrp="1"/>
          </p:cNvSpPr>
          <p:nvPr/>
        </p:nvSpPr>
        <p:spPr>
          <a:xfrm>
            <a:off x="18728607" y="48810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8" name="Triangle">
            <a:extLst>
              <a:ext uri="{FF2B5EF4-FFF2-40B4-BE49-F238E27FC236}">
                <a16:creationId xmlns:a16="http://schemas.microsoft.com/office/drawing/2014/main" id="{A93E7079-44AB-CCD1-8B4E-BF8094BCCECF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89" name="Triangle">
            <a:extLst>
              <a:ext uri="{FF2B5EF4-FFF2-40B4-BE49-F238E27FC236}">
                <a16:creationId xmlns:a16="http://schemas.microsoft.com/office/drawing/2014/main" id="{78AA0922-E322-C3A4-5D31-EBE558108C22}"/>
              </a:ext>
            </a:extLst>
          </p:cNvPr>
          <p:cNvSpPr>
            <a:spLocks noGrp="1"/>
          </p:cNvSpPr>
          <p:nvPr/>
        </p:nvSpPr>
        <p:spPr>
          <a:xfrm>
            <a:off x="399284" y="10154091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0" name="Triangle">
            <a:extLst>
              <a:ext uri="{FF2B5EF4-FFF2-40B4-BE49-F238E27FC236}">
                <a16:creationId xmlns:a16="http://schemas.microsoft.com/office/drawing/2014/main" id="{AC21CE8F-B2C6-C34E-A937-925C64D75C12}"/>
              </a:ext>
            </a:extLst>
          </p:cNvPr>
          <p:cNvSpPr>
            <a:spLocks noGrp="1"/>
          </p:cNvSpPr>
          <p:nvPr/>
        </p:nvSpPr>
        <p:spPr>
          <a:xfrm>
            <a:off x="2989173" y="10169484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1" name="Triangle">
            <a:extLst>
              <a:ext uri="{FF2B5EF4-FFF2-40B4-BE49-F238E27FC236}">
                <a16:creationId xmlns:a16="http://schemas.microsoft.com/office/drawing/2014/main" id="{9A3D120E-428E-C197-B5FE-55C4E71DD3D2}"/>
              </a:ext>
            </a:extLst>
          </p:cNvPr>
          <p:cNvSpPr>
            <a:spLocks noGrp="1"/>
          </p:cNvSpPr>
          <p:nvPr/>
        </p:nvSpPr>
        <p:spPr>
          <a:xfrm>
            <a:off x="5680402" y="10149462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2" name="Triangle">
            <a:extLst>
              <a:ext uri="{FF2B5EF4-FFF2-40B4-BE49-F238E27FC236}">
                <a16:creationId xmlns:a16="http://schemas.microsoft.com/office/drawing/2014/main" id="{B248B708-CF3F-86D4-792A-2BB79D83F575}"/>
              </a:ext>
            </a:extLst>
          </p:cNvPr>
          <p:cNvSpPr>
            <a:spLocks noGrp="1"/>
          </p:cNvSpPr>
          <p:nvPr/>
        </p:nvSpPr>
        <p:spPr>
          <a:xfrm>
            <a:off x="8269001" y="10142358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3" name="Triangle">
            <a:extLst>
              <a:ext uri="{FF2B5EF4-FFF2-40B4-BE49-F238E27FC236}">
                <a16:creationId xmlns:a16="http://schemas.microsoft.com/office/drawing/2014/main" id="{EBB76F46-A60C-6917-5802-DE0E4F89B9FE}"/>
              </a:ext>
            </a:extLst>
          </p:cNvPr>
          <p:cNvSpPr>
            <a:spLocks noGrp="1"/>
          </p:cNvSpPr>
          <p:nvPr/>
        </p:nvSpPr>
        <p:spPr>
          <a:xfrm>
            <a:off x="10858890" y="10157752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4" name="Triangle">
            <a:extLst>
              <a:ext uri="{FF2B5EF4-FFF2-40B4-BE49-F238E27FC236}">
                <a16:creationId xmlns:a16="http://schemas.microsoft.com/office/drawing/2014/main" id="{3E905F0D-7584-954E-104C-F45760952460}"/>
              </a:ext>
            </a:extLst>
          </p:cNvPr>
          <p:cNvSpPr>
            <a:spLocks noGrp="1"/>
          </p:cNvSpPr>
          <p:nvPr/>
        </p:nvSpPr>
        <p:spPr>
          <a:xfrm>
            <a:off x="13550120" y="10137730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5" name="Triangle">
            <a:extLst>
              <a:ext uri="{FF2B5EF4-FFF2-40B4-BE49-F238E27FC236}">
                <a16:creationId xmlns:a16="http://schemas.microsoft.com/office/drawing/2014/main" id="{FE32ED3F-EA57-93C9-3CD9-B17DC7BBCF54}"/>
              </a:ext>
            </a:extLst>
          </p:cNvPr>
          <p:cNvSpPr>
            <a:spLocks noGrp="1"/>
          </p:cNvSpPr>
          <p:nvPr/>
        </p:nvSpPr>
        <p:spPr>
          <a:xfrm>
            <a:off x="16137317" y="10124416"/>
            <a:ext cx="2363667" cy="2363666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6" name="Triangle">
            <a:extLst>
              <a:ext uri="{FF2B5EF4-FFF2-40B4-BE49-F238E27FC236}">
                <a16:creationId xmlns:a16="http://schemas.microsoft.com/office/drawing/2014/main" id="{5AA0E979-5690-FB3D-12FB-CF39D82D115D}"/>
              </a:ext>
            </a:extLst>
          </p:cNvPr>
          <p:cNvSpPr>
            <a:spLocks noGrp="1"/>
          </p:cNvSpPr>
          <p:nvPr/>
        </p:nvSpPr>
        <p:spPr>
          <a:xfrm>
            <a:off x="18727207" y="1013980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7" name="Triangle">
            <a:extLst>
              <a:ext uri="{FF2B5EF4-FFF2-40B4-BE49-F238E27FC236}">
                <a16:creationId xmlns:a16="http://schemas.microsoft.com/office/drawing/2014/main" id="{1C47F9D6-AF57-7F5D-D09C-1F5D77CDE6FA}"/>
              </a:ext>
            </a:extLst>
          </p:cNvPr>
          <p:cNvSpPr>
            <a:spLocks noGrp="1"/>
          </p:cNvSpPr>
          <p:nvPr/>
        </p:nvSpPr>
        <p:spPr>
          <a:xfrm>
            <a:off x="21418436" y="10132487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3434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8" name="Triangle">
            <a:extLst>
              <a:ext uri="{FF2B5EF4-FFF2-40B4-BE49-F238E27FC236}">
                <a16:creationId xmlns:a16="http://schemas.microsoft.com/office/drawing/2014/main" id="{6DCFB79D-5D53-C3E4-E5DE-BBC5BA7DF7D2}"/>
              </a:ext>
            </a:extLst>
          </p:cNvPr>
          <p:cNvSpPr>
            <a:spLocks noGrp="1"/>
          </p:cNvSpPr>
          <p:nvPr/>
        </p:nvSpPr>
        <p:spPr>
          <a:xfrm>
            <a:off x="11010166" y="606549"/>
            <a:ext cx="2363667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499" name="4">
            <a:extLst>
              <a:ext uri="{FF2B5EF4-FFF2-40B4-BE49-F238E27FC236}">
                <a16:creationId xmlns:a16="http://schemas.microsoft.com/office/drawing/2014/main" id="{6F4DE006-0C15-3123-A264-57B034DEA2EC}"/>
              </a:ext>
            </a:extLst>
          </p:cNvPr>
          <p:cNvSpPr>
            <a:spLocks noGrp="1"/>
          </p:cNvSpPr>
          <p:nvPr/>
        </p:nvSpPr>
        <p:spPr>
          <a:xfrm>
            <a:off x="11887640" y="1764264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rPr dirty="0"/>
              <a:t>4</a:t>
            </a:r>
          </a:p>
        </p:txBody>
      </p:sp>
      <p:sp>
        <p:nvSpPr>
          <p:cNvPr id="2500" name="Line">
            <a:extLst>
              <a:ext uri="{FF2B5EF4-FFF2-40B4-BE49-F238E27FC236}">
                <a16:creationId xmlns:a16="http://schemas.microsoft.com/office/drawing/2014/main" id="{A2EE645E-4870-791F-7AAE-D47C485C9091}"/>
              </a:ext>
            </a:extLst>
          </p:cNvPr>
          <p:cNvSpPr>
            <a:spLocks noGrp="1"/>
          </p:cNvSpPr>
          <p:nvPr/>
        </p:nvSpPr>
        <p:spPr>
          <a:xfrm flipH="1">
            <a:off x="4047946" y="3024819"/>
            <a:ext cx="7785161" cy="178122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1" name="Line">
            <a:extLst>
              <a:ext uri="{FF2B5EF4-FFF2-40B4-BE49-F238E27FC236}">
                <a16:creationId xmlns:a16="http://schemas.microsoft.com/office/drawing/2014/main" id="{F85C4C13-0D54-D738-E137-6180724017E6}"/>
              </a:ext>
            </a:extLst>
          </p:cNvPr>
          <p:cNvSpPr>
            <a:spLocks noGrp="1"/>
          </p:cNvSpPr>
          <p:nvPr/>
        </p:nvSpPr>
        <p:spPr>
          <a:xfrm>
            <a:off x="12561877" y="2984450"/>
            <a:ext cx="7331324" cy="1812823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2" name="5">
            <a:extLst>
              <a:ext uri="{FF2B5EF4-FFF2-40B4-BE49-F238E27FC236}">
                <a16:creationId xmlns:a16="http://schemas.microsoft.com/office/drawing/2014/main" id="{7F095EC6-5F58-ABC4-403A-2AD7C661C515}"/>
              </a:ext>
            </a:extLst>
          </p:cNvPr>
          <p:cNvSpPr>
            <a:spLocks noGrp="1"/>
          </p:cNvSpPr>
          <p:nvPr/>
        </p:nvSpPr>
        <p:spPr>
          <a:xfrm>
            <a:off x="7762830" y="5198429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503" name="Triangle">
            <a:extLst>
              <a:ext uri="{FF2B5EF4-FFF2-40B4-BE49-F238E27FC236}">
                <a16:creationId xmlns:a16="http://schemas.microsoft.com/office/drawing/2014/main" id="{E1715F59-9457-A8C7-6022-457A3ADFC197}"/>
              </a:ext>
            </a:extLst>
          </p:cNvPr>
          <p:cNvSpPr>
            <a:spLocks noGrp="1"/>
          </p:cNvSpPr>
          <p:nvPr/>
        </p:nvSpPr>
        <p:spPr>
          <a:xfrm>
            <a:off x="18727315" y="4892498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4" name="≤2">
            <a:extLst>
              <a:ext uri="{FF2B5EF4-FFF2-40B4-BE49-F238E27FC236}">
                <a16:creationId xmlns:a16="http://schemas.microsoft.com/office/drawing/2014/main" id="{3007320E-6222-659F-05FA-F9B35E0C86F5}"/>
              </a:ext>
            </a:extLst>
          </p:cNvPr>
          <p:cNvSpPr>
            <a:spLocks noGrp="1"/>
          </p:cNvSpPr>
          <p:nvPr/>
        </p:nvSpPr>
        <p:spPr>
          <a:xfrm>
            <a:off x="19360833" y="4978300"/>
            <a:ext cx="1096629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≤2</a:t>
            </a:r>
          </a:p>
        </p:txBody>
      </p:sp>
      <p:sp>
        <p:nvSpPr>
          <p:cNvPr id="2505" name="Line">
            <a:extLst>
              <a:ext uri="{FF2B5EF4-FFF2-40B4-BE49-F238E27FC236}">
                <a16:creationId xmlns:a16="http://schemas.microsoft.com/office/drawing/2014/main" id="{ECCB5D6A-79D6-EC5A-1217-28CBA45E256F}"/>
              </a:ext>
            </a:extLst>
          </p:cNvPr>
          <p:cNvSpPr>
            <a:spLocks noGrp="1"/>
          </p:cNvSpPr>
          <p:nvPr/>
        </p:nvSpPr>
        <p:spPr>
          <a:xfrm>
            <a:off x="20140006" y="7318024"/>
            <a:ext cx="2554037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6" name="Line">
            <a:extLst>
              <a:ext uri="{FF2B5EF4-FFF2-40B4-BE49-F238E27FC236}">
                <a16:creationId xmlns:a16="http://schemas.microsoft.com/office/drawing/2014/main" id="{6E2612B7-6F40-B6C3-BB32-F2270E06B01B}"/>
              </a:ext>
            </a:extLst>
          </p:cNvPr>
          <p:cNvSpPr>
            <a:spLocks noGrp="1"/>
          </p:cNvSpPr>
          <p:nvPr/>
        </p:nvSpPr>
        <p:spPr>
          <a:xfrm flipH="1">
            <a:off x="17310796" y="7349950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7" name="Triangle">
            <a:extLst>
              <a:ext uri="{FF2B5EF4-FFF2-40B4-BE49-F238E27FC236}">
                <a16:creationId xmlns:a16="http://schemas.microsoft.com/office/drawing/2014/main" id="{95B45DC7-8C40-3595-D558-EF551B83FD5F}"/>
              </a:ext>
            </a:extLst>
          </p:cNvPr>
          <p:cNvSpPr>
            <a:spLocks noGrp="1"/>
          </p:cNvSpPr>
          <p:nvPr/>
        </p:nvSpPr>
        <p:spPr>
          <a:xfrm>
            <a:off x="16138717" y="10123448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08" name="2">
            <a:extLst>
              <a:ext uri="{FF2B5EF4-FFF2-40B4-BE49-F238E27FC236}">
                <a16:creationId xmlns:a16="http://schemas.microsoft.com/office/drawing/2014/main" id="{6BDF6919-FC23-ABF2-7C36-2B8910A33F2D}"/>
              </a:ext>
            </a:extLst>
          </p:cNvPr>
          <p:cNvSpPr>
            <a:spLocks noGrp="1"/>
          </p:cNvSpPr>
          <p:nvPr/>
        </p:nvSpPr>
        <p:spPr>
          <a:xfrm>
            <a:off x="17016190" y="11281162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2</a:t>
            </a:r>
          </a:p>
        </p:txBody>
      </p:sp>
      <p:sp>
        <p:nvSpPr>
          <p:cNvPr id="2510" name="Line">
            <a:extLst>
              <a:ext uri="{FF2B5EF4-FFF2-40B4-BE49-F238E27FC236}">
                <a16:creationId xmlns:a16="http://schemas.microsoft.com/office/drawing/2014/main" id="{B53F8C0A-69B9-14F0-089A-2DF4A92C9074}"/>
              </a:ext>
            </a:extLst>
          </p:cNvPr>
          <p:cNvSpPr>
            <a:spLocks noGrp="1"/>
          </p:cNvSpPr>
          <p:nvPr/>
        </p:nvSpPr>
        <p:spPr>
          <a:xfrm>
            <a:off x="19882986" y="7421346"/>
            <a:ext cx="16409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1" name="Triangle">
            <a:extLst>
              <a:ext uri="{FF2B5EF4-FFF2-40B4-BE49-F238E27FC236}">
                <a16:creationId xmlns:a16="http://schemas.microsoft.com/office/drawing/2014/main" id="{7D6ABCAF-DA31-DB0A-266B-BF6995EF1C7C}"/>
              </a:ext>
            </a:extLst>
          </p:cNvPr>
          <p:cNvSpPr>
            <a:spLocks noGrp="1"/>
          </p:cNvSpPr>
          <p:nvPr/>
        </p:nvSpPr>
        <p:spPr>
          <a:xfrm>
            <a:off x="10857599" y="4905812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2" name="≤3">
            <a:extLst>
              <a:ext uri="{FF2B5EF4-FFF2-40B4-BE49-F238E27FC236}">
                <a16:creationId xmlns:a16="http://schemas.microsoft.com/office/drawing/2014/main" id="{BDF7C0D3-B554-3FF6-F9B7-A0AF968A659E}"/>
              </a:ext>
            </a:extLst>
          </p:cNvPr>
          <p:cNvSpPr>
            <a:spLocks noGrp="1"/>
          </p:cNvSpPr>
          <p:nvPr/>
        </p:nvSpPr>
        <p:spPr>
          <a:xfrm>
            <a:off x="11491117" y="4991614"/>
            <a:ext cx="1096628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≤3</a:t>
            </a:r>
          </a:p>
        </p:txBody>
      </p:sp>
      <p:sp>
        <p:nvSpPr>
          <p:cNvPr id="2513" name="Line">
            <a:extLst>
              <a:ext uri="{FF2B5EF4-FFF2-40B4-BE49-F238E27FC236}">
                <a16:creationId xmlns:a16="http://schemas.microsoft.com/office/drawing/2014/main" id="{548E2236-F3C5-D320-EC59-83CEAD46A333}"/>
              </a:ext>
            </a:extLst>
          </p:cNvPr>
          <p:cNvSpPr>
            <a:spLocks noGrp="1"/>
          </p:cNvSpPr>
          <p:nvPr/>
        </p:nvSpPr>
        <p:spPr>
          <a:xfrm>
            <a:off x="12270289" y="7331338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4" name="Line">
            <a:extLst>
              <a:ext uri="{FF2B5EF4-FFF2-40B4-BE49-F238E27FC236}">
                <a16:creationId xmlns:a16="http://schemas.microsoft.com/office/drawing/2014/main" id="{587FC858-2437-B39C-3C9C-405BF8C422EF}"/>
              </a:ext>
            </a:extLst>
          </p:cNvPr>
          <p:cNvSpPr>
            <a:spLocks noGrp="1"/>
          </p:cNvSpPr>
          <p:nvPr/>
        </p:nvSpPr>
        <p:spPr>
          <a:xfrm flipH="1">
            <a:off x="9441079" y="7363264"/>
            <a:ext cx="2395661" cy="2635149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5" name="Triangle">
            <a:extLst>
              <a:ext uri="{FF2B5EF4-FFF2-40B4-BE49-F238E27FC236}">
                <a16:creationId xmlns:a16="http://schemas.microsoft.com/office/drawing/2014/main" id="{8BD5F7CB-6209-209B-903F-57786B80B205}"/>
              </a:ext>
            </a:extLst>
          </p:cNvPr>
          <p:cNvSpPr>
            <a:spLocks noGrp="1"/>
          </p:cNvSpPr>
          <p:nvPr/>
        </p:nvSpPr>
        <p:spPr>
          <a:xfrm>
            <a:off x="8269000" y="10136762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6" name="9">
            <a:extLst>
              <a:ext uri="{FF2B5EF4-FFF2-40B4-BE49-F238E27FC236}">
                <a16:creationId xmlns:a16="http://schemas.microsoft.com/office/drawing/2014/main" id="{3B15DDE4-DD4A-C389-D0C0-0D547D3E5707}"/>
              </a:ext>
            </a:extLst>
          </p:cNvPr>
          <p:cNvSpPr>
            <a:spLocks noGrp="1"/>
          </p:cNvSpPr>
          <p:nvPr/>
        </p:nvSpPr>
        <p:spPr>
          <a:xfrm>
            <a:off x="9146473" y="11294476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9</a:t>
            </a:r>
          </a:p>
        </p:txBody>
      </p:sp>
      <p:sp>
        <p:nvSpPr>
          <p:cNvPr id="2518" name="Line">
            <a:extLst>
              <a:ext uri="{FF2B5EF4-FFF2-40B4-BE49-F238E27FC236}">
                <a16:creationId xmlns:a16="http://schemas.microsoft.com/office/drawing/2014/main" id="{FAE0DD38-5A82-4A86-CF23-AA37E4792781}"/>
              </a:ext>
            </a:extLst>
          </p:cNvPr>
          <p:cNvSpPr>
            <a:spLocks noGrp="1"/>
          </p:cNvSpPr>
          <p:nvPr/>
        </p:nvSpPr>
        <p:spPr>
          <a:xfrm>
            <a:off x="12013269" y="7434660"/>
            <a:ext cx="16409" cy="2567766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19" name="Triangle">
            <a:extLst>
              <a:ext uri="{FF2B5EF4-FFF2-40B4-BE49-F238E27FC236}">
                <a16:creationId xmlns:a16="http://schemas.microsoft.com/office/drawing/2014/main" id="{5868DCBE-F823-13C5-34DA-E5451411CCD9}"/>
              </a:ext>
            </a:extLst>
          </p:cNvPr>
          <p:cNvSpPr>
            <a:spLocks noGrp="1"/>
          </p:cNvSpPr>
          <p:nvPr/>
        </p:nvSpPr>
        <p:spPr>
          <a:xfrm>
            <a:off x="10857599" y="10140776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0" name="3">
            <a:extLst>
              <a:ext uri="{FF2B5EF4-FFF2-40B4-BE49-F238E27FC236}">
                <a16:creationId xmlns:a16="http://schemas.microsoft.com/office/drawing/2014/main" id="{C472CD36-78F0-59AA-65AA-AFEA4F84C414}"/>
              </a:ext>
            </a:extLst>
          </p:cNvPr>
          <p:cNvSpPr>
            <a:spLocks noGrp="1"/>
          </p:cNvSpPr>
          <p:nvPr/>
        </p:nvSpPr>
        <p:spPr>
          <a:xfrm>
            <a:off x="11735072" y="11298490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3</a:t>
            </a:r>
          </a:p>
        </p:txBody>
      </p:sp>
      <p:sp>
        <p:nvSpPr>
          <p:cNvPr id="2522" name="Triangle">
            <a:extLst>
              <a:ext uri="{FF2B5EF4-FFF2-40B4-BE49-F238E27FC236}">
                <a16:creationId xmlns:a16="http://schemas.microsoft.com/office/drawing/2014/main" id="{396F91A1-11A4-194A-3B34-5EEF3023F842}"/>
              </a:ext>
            </a:extLst>
          </p:cNvPr>
          <p:cNvSpPr>
            <a:spLocks noGrp="1"/>
          </p:cNvSpPr>
          <p:nvPr/>
        </p:nvSpPr>
        <p:spPr>
          <a:xfrm>
            <a:off x="2987883" y="4919126"/>
            <a:ext cx="2363667" cy="236220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21600"/>
                </a:move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/>
        </p:spPr>
        <p:txBody>
          <a:bodyPr lIns="50800" tIns="50800" rIns="50800" bIns="50800" anchor="ctr"/>
          <a:lstStyle/>
          <a:p>
            <a:pPr>
              <a:buNone/>
              <a:defRPr sz="60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3" name="4">
            <a:extLst>
              <a:ext uri="{FF2B5EF4-FFF2-40B4-BE49-F238E27FC236}">
                <a16:creationId xmlns:a16="http://schemas.microsoft.com/office/drawing/2014/main" id="{F53A46AE-8F10-D6A9-6424-88E92FB792AB}"/>
              </a:ext>
            </a:extLst>
          </p:cNvPr>
          <p:cNvSpPr>
            <a:spLocks noGrp="1"/>
          </p:cNvSpPr>
          <p:nvPr/>
        </p:nvSpPr>
        <p:spPr>
          <a:xfrm>
            <a:off x="3865355" y="5004928"/>
            <a:ext cx="608720" cy="1168401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2524" name="Line">
            <a:extLst>
              <a:ext uri="{FF2B5EF4-FFF2-40B4-BE49-F238E27FC236}">
                <a16:creationId xmlns:a16="http://schemas.microsoft.com/office/drawing/2014/main" id="{7D5D7D28-26E8-E92E-0966-FBC0ADD20205}"/>
              </a:ext>
            </a:extLst>
          </p:cNvPr>
          <p:cNvSpPr>
            <a:spLocks noGrp="1"/>
          </p:cNvSpPr>
          <p:nvPr/>
        </p:nvSpPr>
        <p:spPr>
          <a:xfrm>
            <a:off x="4400573" y="7344653"/>
            <a:ext cx="2554038" cy="266707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5" name="Line">
            <a:extLst>
              <a:ext uri="{FF2B5EF4-FFF2-40B4-BE49-F238E27FC236}">
                <a16:creationId xmlns:a16="http://schemas.microsoft.com/office/drawing/2014/main" id="{5008296F-727D-5626-FC9B-69CED5DFEE9B}"/>
              </a:ext>
            </a:extLst>
          </p:cNvPr>
          <p:cNvSpPr>
            <a:spLocks noGrp="1"/>
          </p:cNvSpPr>
          <p:nvPr/>
        </p:nvSpPr>
        <p:spPr>
          <a:xfrm flipH="1">
            <a:off x="1571363" y="7376578"/>
            <a:ext cx="2395661" cy="2635150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6" name="Triangle">
            <a:extLst>
              <a:ext uri="{FF2B5EF4-FFF2-40B4-BE49-F238E27FC236}">
                <a16:creationId xmlns:a16="http://schemas.microsoft.com/office/drawing/2014/main" id="{DF44639D-0304-C850-47A3-1CD3CAFEE7DF}"/>
              </a:ext>
            </a:extLst>
          </p:cNvPr>
          <p:cNvSpPr>
            <a:spLocks noGrp="1"/>
          </p:cNvSpPr>
          <p:nvPr/>
        </p:nvSpPr>
        <p:spPr>
          <a:xfrm>
            <a:off x="399284" y="10150077"/>
            <a:ext cx="2363668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27" name="4">
            <a:extLst>
              <a:ext uri="{FF2B5EF4-FFF2-40B4-BE49-F238E27FC236}">
                <a16:creationId xmlns:a16="http://schemas.microsoft.com/office/drawing/2014/main" id="{5ADABE82-8110-F0B9-D604-AB1996735169}"/>
              </a:ext>
            </a:extLst>
          </p:cNvPr>
          <p:cNvSpPr>
            <a:spLocks noGrp="1"/>
          </p:cNvSpPr>
          <p:nvPr/>
        </p:nvSpPr>
        <p:spPr>
          <a:xfrm>
            <a:off x="1276757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4</a:t>
            </a:r>
          </a:p>
        </p:txBody>
      </p:sp>
      <p:sp>
        <p:nvSpPr>
          <p:cNvPr id="2529" name="Triangle">
            <a:extLst>
              <a:ext uri="{FF2B5EF4-FFF2-40B4-BE49-F238E27FC236}">
                <a16:creationId xmlns:a16="http://schemas.microsoft.com/office/drawing/2014/main" id="{8186E8CF-2C4E-11F4-6C72-A69C2B2A66CF}"/>
              </a:ext>
            </a:extLst>
          </p:cNvPr>
          <p:cNvSpPr>
            <a:spLocks noGrp="1"/>
          </p:cNvSpPr>
          <p:nvPr/>
        </p:nvSpPr>
        <p:spPr>
          <a:xfrm>
            <a:off x="5680402" y="10150077"/>
            <a:ext cx="2363667" cy="23636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0" name="5">
            <a:extLst>
              <a:ext uri="{FF2B5EF4-FFF2-40B4-BE49-F238E27FC236}">
                <a16:creationId xmlns:a16="http://schemas.microsoft.com/office/drawing/2014/main" id="{8A8EBAF5-5364-9EF9-3C71-C9A72B2D83E9}"/>
              </a:ext>
            </a:extLst>
          </p:cNvPr>
          <p:cNvSpPr>
            <a:spLocks noGrp="1"/>
          </p:cNvSpPr>
          <p:nvPr/>
        </p:nvSpPr>
        <p:spPr>
          <a:xfrm>
            <a:off x="6557875" y="11307791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5</a:t>
            </a:r>
          </a:p>
        </p:txBody>
      </p:sp>
      <p:sp>
        <p:nvSpPr>
          <p:cNvPr id="2532" name="Line">
            <a:extLst>
              <a:ext uri="{FF2B5EF4-FFF2-40B4-BE49-F238E27FC236}">
                <a16:creationId xmlns:a16="http://schemas.microsoft.com/office/drawing/2014/main" id="{E34BC92A-1E20-4718-4ECF-69858AE8C893}"/>
              </a:ext>
            </a:extLst>
          </p:cNvPr>
          <p:cNvSpPr>
            <a:spLocks noGrp="1"/>
          </p:cNvSpPr>
          <p:nvPr/>
        </p:nvSpPr>
        <p:spPr>
          <a:xfrm>
            <a:off x="4143553" y="7447974"/>
            <a:ext cx="16410" cy="2567767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3" name="Triangle">
            <a:extLst>
              <a:ext uri="{FF2B5EF4-FFF2-40B4-BE49-F238E27FC236}">
                <a16:creationId xmlns:a16="http://schemas.microsoft.com/office/drawing/2014/main" id="{5D247A21-8CBE-FFB6-0031-6D3CF195DED4}"/>
              </a:ext>
            </a:extLst>
          </p:cNvPr>
          <p:cNvSpPr>
            <a:spLocks noGrp="1"/>
          </p:cNvSpPr>
          <p:nvPr/>
        </p:nvSpPr>
        <p:spPr>
          <a:xfrm>
            <a:off x="2987883" y="10154091"/>
            <a:ext cx="2363668" cy="23636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txBody>
          <a:bodyPr wrap="square" lIns="50800" tIns="50800" rIns="50800" bIns="50800" anchor="ctr">
            <a:noAutofit/>
          </a:bodyPr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2534" name="8">
            <a:extLst>
              <a:ext uri="{FF2B5EF4-FFF2-40B4-BE49-F238E27FC236}">
                <a16:creationId xmlns:a16="http://schemas.microsoft.com/office/drawing/2014/main" id="{CB0DBA73-0BCF-7819-1833-1404ECE00630}"/>
              </a:ext>
            </a:extLst>
          </p:cNvPr>
          <p:cNvSpPr>
            <a:spLocks noGrp="1"/>
          </p:cNvSpPr>
          <p:nvPr/>
        </p:nvSpPr>
        <p:spPr>
          <a:xfrm>
            <a:off x="3865356" y="11311805"/>
            <a:ext cx="608721" cy="116840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>
              <a:buNone/>
              <a:defRPr sz="70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8</a:t>
            </a:r>
          </a:p>
        </p:txBody>
      </p:sp>
      <p:sp>
        <p:nvSpPr>
          <p:cNvPr id="2536" name="Line">
            <a:extLst>
              <a:ext uri="{FF2B5EF4-FFF2-40B4-BE49-F238E27FC236}">
                <a16:creationId xmlns:a16="http://schemas.microsoft.com/office/drawing/2014/main" id="{133F0C6C-A776-0FD4-3E7D-CC0E2CA5A367}"/>
              </a:ext>
            </a:extLst>
          </p:cNvPr>
          <p:cNvSpPr>
            <a:spLocks noGrp="1"/>
          </p:cNvSpPr>
          <p:nvPr/>
        </p:nvSpPr>
        <p:spPr>
          <a:xfrm>
            <a:off x="12087242" y="2974484"/>
            <a:ext cx="1" cy="1857435"/>
          </a:xfrm>
          <a:prstGeom prst="line">
            <a:avLst/>
          </a:prstGeom>
          <a:ln w="63500">
            <a:solidFill>
              <a:srgbClr val="FFFFFF"/>
            </a:solidFill>
          </a:ln>
        </p:spPr>
        <p:txBody>
          <a:bodyPr lIns="50800" tIns="50800" rIns="50800" bIns="50800" anchor="ctr"/>
          <a:lstStyle/>
          <a:p>
            <a:pPr>
              <a:buNone/>
              <a:defRPr sz="3200" b="0">
                <a:latin typeface="+mn-lt"/>
                <a:ea typeface="+mn-lt"/>
                <a:cs typeface="+mn-lt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7299356"/>
      </p:ext>
    </p:extLst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8" name="Alpha-Beta Pruning">
            <a:extLst>
              <a:ext uri="{FF2B5EF4-FFF2-40B4-BE49-F238E27FC236}">
                <a16:creationId xmlns:a16="http://schemas.microsoft.com/office/drawing/2014/main" id="{B523A2C3-7618-400F-8C63-0A15FE15DF1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Poda Alfa-Beta</a:t>
            </a:r>
          </a:p>
        </p:txBody>
      </p:sp>
    </p:spTree>
    <p:extLst>
      <p:ext uri="{BB962C8B-B14F-4D97-AF65-F5344CB8AC3E}">
        <p14:creationId xmlns:p14="http://schemas.microsoft.com/office/powerpoint/2010/main" val="810146113"/>
      </p:ext>
    </p:extLst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3" name="Depth-Limited Minimax">
            <a:extLst>
              <a:ext uri="{FF2B5EF4-FFF2-40B4-BE49-F238E27FC236}">
                <a16:creationId xmlns:a16="http://schemas.microsoft.com/office/drawing/2014/main" id="{B400F800-14B0-497D-B9A4-171ACF0D1CD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Minimax com Profundidade Limitada</a:t>
            </a:r>
          </a:p>
        </p:txBody>
      </p:sp>
    </p:spTree>
    <p:extLst>
      <p:ext uri="{BB962C8B-B14F-4D97-AF65-F5344CB8AC3E}">
        <p14:creationId xmlns:p14="http://schemas.microsoft.com/office/powerpoint/2010/main" val="2050116984"/>
      </p:ext>
    </p:extLst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5" name="evaluation function">
            <a:extLst>
              <a:ext uri="{FF2B5EF4-FFF2-40B4-BE49-F238E27FC236}">
                <a16:creationId xmlns:a16="http://schemas.microsoft.com/office/drawing/2014/main" id="{E17E13C4-DE47-4247-9A3D-79F2C6D8E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889311"/>
            <a:ext cx="20828000" cy="2417454"/>
          </a:xfrm>
          <a:prstGeom prst="rect">
            <a:avLst/>
          </a:prstGeom>
        </p:spPr>
        <p:txBody>
          <a:bodyPr/>
          <a:lstStyle>
            <a:lvl1pPr algn="l">
              <a:buNone/>
              <a:defRPr/>
            </a:lvl1pPr>
          </a:lstStyle>
          <a:p>
            <a:pPr>
              <a:buNone/>
            </a:pPr>
            <a:r>
              <a:t>função de avaliação</a:t>
            </a:r>
          </a:p>
        </p:txBody>
      </p:sp>
      <p:sp>
        <p:nvSpPr>
          <p:cNvPr id="2556" name="function that estimates the expected utility of the game from a given state">
            <a:extLst>
              <a:ext uri="{FF2B5EF4-FFF2-40B4-BE49-F238E27FC236}">
                <a16:creationId xmlns:a16="http://schemas.microsoft.com/office/drawing/2014/main" id="{2201FAF6-C00B-44A6-AEC3-06961A0D2F1E}"/>
              </a:ext>
            </a:extLst>
          </p:cNvPr>
          <p:cNvSpPr>
            <a:spLocks noGrp="1"/>
          </p:cNvSpPr>
          <p:nvPr/>
        </p:nvSpPr>
        <p:spPr>
          <a:xfrm>
            <a:off x="1778000" y="6774235"/>
            <a:ext cx="20828000" cy="2417453"/>
          </a:xfrm>
          <a:prstGeom prst="rect">
            <a:avLst/>
          </a:prstGeom>
          <a:ln w="12700"/>
        </p:spPr>
        <p:txBody>
          <a:bodyPr lIns="50800" tIns="50800" rIns="50800" bIns="50800">
            <a:normAutofit/>
          </a:bodyPr>
          <a:lstStyle>
            <a:lvl1pPr algn="l">
              <a:buNone/>
              <a:defRPr sz="7500" b="0">
                <a:latin typeface="Helvetica"/>
                <a:ea typeface="Helvetica"/>
                <a:cs typeface="Helvetica"/>
              </a:defRPr>
            </a:lvl1pPr>
          </a:lstStyle>
          <a:p>
            <a:pPr>
              <a:buNone/>
            </a:pPr>
            <a:r>
              <a:t>função que estima a utilidade esperada do jogo a partir de um determinado estado</a:t>
            </a:r>
          </a:p>
        </p:txBody>
      </p:sp>
    </p:spTree>
    <p:extLst>
      <p:ext uri="{BB962C8B-B14F-4D97-AF65-F5344CB8AC3E}">
        <p14:creationId xmlns:p14="http://schemas.microsoft.com/office/powerpoint/2010/main" val="1963958666"/>
      </p:ext>
    </p:extLst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7795</Words>
  <Application>Microsoft Macintosh PowerPoint</Application>
  <DocSecurity>0</DocSecurity>
  <PresentationFormat>Custom</PresentationFormat>
  <Paragraphs>5522</Paragraphs>
  <Slides>364</Slides>
  <Notes>363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364</vt:i4>
      </vt:variant>
    </vt:vector>
  </HeadingPairs>
  <TitlesOfParts>
    <vt:vector size="372" baseType="lpstr">
      <vt:lpstr>Arial</vt:lpstr>
      <vt:lpstr>Consolas</vt:lpstr>
      <vt:lpstr>Helvetica</vt:lpstr>
      <vt:lpstr>Helvetica Neue Light</vt:lpstr>
      <vt:lpstr>Helvetica Neue Medium</vt:lpstr>
      <vt:lpstr>Times New Roman</vt:lpstr>
      <vt:lpstr>Times Roman</vt:lpstr>
      <vt:lpstr>Black</vt:lpstr>
      <vt:lpstr>Busca</vt:lpstr>
      <vt:lpstr>PowerPoint Presentation</vt:lpstr>
      <vt:lpstr>PowerPoint Presentation</vt:lpstr>
      <vt:lpstr>PowerPoint Presentation</vt:lpstr>
      <vt:lpstr>Problemas de Busca</vt:lpstr>
      <vt:lpstr>agente</vt:lpstr>
      <vt:lpstr>estado</vt:lpstr>
      <vt:lpstr>PowerPoint Presentation</vt:lpstr>
      <vt:lpstr>estado inicial</vt:lpstr>
      <vt:lpstr>estado inicial</vt:lpstr>
      <vt:lpstr>ações</vt:lpstr>
      <vt:lpstr>ações</vt:lpstr>
      <vt:lpstr>ações</vt:lpstr>
      <vt:lpstr>modelo de transição</vt:lpstr>
      <vt:lpstr>modelo de transição</vt:lpstr>
      <vt:lpstr>PowerPoint Presentation</vt:lpstr>
      <vt:lpstr>modelo de transição</vt:lpstr>
      <vt:lpstr>espaço de estados</vt:lpstr>
      <vt:lpstr>PowerPoint Presentation</vt:lpstr>
      <vt:lpstr>PowerPoint Presentation</vt:lpstr>
      <vt:lpstr>teste de objetivo</vt:lpstr>
      <vt:lpstr>custo do caminho</vt:lpstr>
      <vt:lpstr>PowerPoint Presentation</vt:lpstr>
      <vt:lpstr>PowerPoint Presentation</vt:lpstr>
      <vt:lpstr>PowerPoint Presentation</vt:lpstr>
      <vt:lpstr>Problemas de Busca</vt:lpstr>
      <vt:lpstr>solução</vt:lpstr>
      <vt:lpstr>solução ótima</vt:lpstr>
      <vt:lpstr>nó</vt:lpstr>
      <vt:lpstr>Abordagem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 que pode dar errado?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Abordagem Revisada</vt:lpstr>
      <vt:lpstr>Abordagem Revisada</vt:lpstr>
      <vt:lpstr>pilha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Busca em Profundidade</vt:lpstr>
      <vt:lpstr>busca em profundidade</vt:lpstr>
      <vt:lpstr>Busca em Largura</vt:lpstr>
      <vt:lpstr>busca em largura</vt:lpstr>
      <vt:lpstr>fila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busca não informada</vt:lpstr>
      <vt:lpstr>busca informada</vt:lpstr>
      <vt:lpstr>busca gulosa de melhor primeiro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busca A*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Busca Adversarial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Minimax</vt:lpstr>
      <vt:lpstr>PowerPoint Presentation</vt:lpstr>
      <vt:lpstr>Minimax</vt:lpstr>
      <vt:lpstr>Jogo</vt:lpstr>
      <vt:lpstr>Estado Inicial</vt:lpstr>
      <vt:lpstr>Player(s)</vt:lpstr>
      <vt:lpstr>Player(s)</vt:lpstr>
      <vt:lpstr>Player(s)</vt:lpstr>
      <vt:lpstr>Player(s)</vt:lpstr>
      <vt:lpstr>Actions(s)</vt:lpstr>
      <vt:lpstr>Actions(s)</vt:lpstr>
      <vt:lpstr>Actions(s)</vt:lpstr>
      <vt:lpstr>Actions(s)</vt:lpstr>
      <vt:lpstr>Actions(s)</vt:lpstr>
      <vt:lpstr>Actions(s)</vt:lpstr>
      <vt:lpstr>Result(s, a)</vt:lpstr>
      <vt:lpstr>Result(s, a)</vt:lpstr>
      <vt:lpstr>Result(s, a)</vt:lpstr>
      <vt:lpstr>Result(s, a)</vt:lpstr>
      <vt:lpstr>Result(s, a)</vt:lpstr>
      <vt:lpstr>Terminal(s)</vt:lpstr>
      <vt:lpstr>Terminal(s)</vt:lpstr>
      <vt:lpstr>Terminal(s)</vt:lpstr>
      <vt:lpstr>Terminal(s)</vt:lpstr>
      <vt:lpstr>Terminal(s)</vt:lpstr>
      <vt:lpstr>Terminal(s)</vt:lpstr>
      <vt:lpstr>Terminal(s)</vt:lpstr>
      <vt:lpstr>Utility(s)</vt:lpstr>
      <vt:lpstr>Utility(s)</vt:lpstr>
      <vt:lpstr>Utility(s)</vt:lpstr>
      <vt:lpstr>Utility(s)</vt:lpstr>
      <vt:lpstr>Utility(s)</vt:lpstr>
      <vt:lpstr>Utility(s)</vt:lpstr>
      <vt:lpstr>Utility(s)</vt:lpstr>
      <vt:lpstr>PowerPoint Presentation</vt:lpstr>
      <vt:lpstr>Valor: 1</vt:lpstr>
      <vt:lpstr>PowerPoint Presentation</vt:lpstr>
      <vt:lpstr>Player(s) = O</vt:lpstr>
      <vt:lpstr>Player(s) = O</vt:lpstr>
      <vt:lpstr>Player(s) = O</vt:lpstr>
      <vt:lpstr>Player(s) = O</vt:lpstr>
      <vt:lpstr>Player(s) = O</vt:lpstr>
      <vt:lpstr>Player(s) = O</vt:lpstr>
      <vt:lpstr>Player(s) = O</vt:lpstr>
      <vt:lpstr>Player(s) = O</vt:lpstr>
      <vt:lpstr>Player(s) = O</vt:lpstr>
      <vt:lpstr>Player(s) = O</vt:lpstr>
      <vt:lpstr>Player(s) = O</vt:lpstr>
      <vt:lpstr>Player(s) = X</vt:lpstr>
      <vt:lpstr>Player(s) = 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Minimax</vt:lpstr>
      <vt:lpstr>Minimax</vt:lpstr>
      <vt:lpstr>Minimax</vt:lpstr>
      <vt:lpstr>PowerPoint Presentation</vt:lpstr>
      <vt:lpstr>255.168</vt:lpstr>
      <vt:lpstr>PowerPoint Presentation</vt:lpstr>
      <vt:lpstr>PowerPoint Presentation</vt:lpstr>
      <vt:lpstr>PowerPoint Presentation</vt:lpstr>
      <vt:lpstr>PowerPoint Presentation</vt:lpstr>
      <vt:lpstr>Otimizações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Poda Alfa-Beta</vt:lpstr>
      <vt:lpstr>Minimax com Profundidade Limitada</vt:lpstr>
      <vt:lpstr>função de avaliação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João Aldo da Silva Leite Nune</cp:lastModifiedBy>
  <cp:revision>3</cp:revision>
  <dcterms:created xsi:type="dcterms:W3CDTF">2026-07-29T23:36:41Z</dcterms:created>
  <dcterms:modified xsi:type="dcterms:W3CDTF">2026-08-06T22:01:01Z</dcterms:modified>
</cp:coreProperties>
</file>