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401" r:id="rId18"/>
    <p:sldId id="40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404" r:id="rId55"/>
    <p:sldId id="405" r:id="rId56"/>
    <p:sldId id="407" r:id="rId57"/>
    <p:sldId id="406" r:id="rId58"/>
    <p:sldId id="408" r:id="rId59"/>
    <p:sldId id="409" r:id="rId60"/>
    <p:sldId id="410" r:id="rId61"/>
    <p:sldId id="411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412" r:id="rId95"/>
    <p:sldId id="347" r:id="rId96"/>
    <p:sldId id="348" r:id="rId97"/>
    <p:sldId id="415" r:id="rId98"/>
    <p:sldId id="414" r:id="rId99"/>
    <p:sldId id="416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60" r:id="rId110"/>
    <p:sldId id="418" r:id="rId111"/>
    <p:sldId id="419" r:id="rId112"/>
    <p:sldId id="420" r:id="rId113"/>
    <p:sldId id="421" r:id="rId114"/>
    <p:sldId id="422" r:id="rId115"/>
    <p:sldId id="423" r:id="rId116"/>
    <p:sldId id="424" r:id="rId117"/>
    <p:sldId id="425" r:id="rId118"/>
    <p:sldId id="426" r:id="rId119"/>
    <p:sldId id="429" r:id="rId120"/>
    <p:sldId id="417" r:id="rId121"/>
    <p:sldId id="430" r:id="rId122"/>
    <p:sldId id="431" r:id="rId123"/>
    <p:sldId id="434" r:id="rId124"/>
    <p:sldId id="432" r:id="rId125"/>
    <p:sldId id="436" r:id="rId126"/>
    <p:sldId id="437" r:id="rId127"/>
    <p:sldId id="438" r:id="rId128"/>
    <p:sldId id="439" r:id="rId129"/>
    <p:sldId id="440" r:id="rId130"/>
    <p:sldId id="441" r:id="rId131"/>
    <p:sldId id="443" r:id="rId132"/>
    <p:sldId id="444" r:id="rId133"/>
    <p:sldId id="442" r:id="rId134"/>
    <p:sldId id="445" r:id="rId135"/>
    <p:sldId id="446" r:id="rId136"/>
    <p:sldId id="447" r:id="rId137"/>
    <p:sldId id="448" r:id="rId138"/>
    <p:sldId id="449" r:id="rId139"/>
    <p:sldId id="450" r:id="rId140"/>
    <p:sldId id="451" r:id="rId141"/>
    <p:sldId id="452" r:id="rId142"/>
    <p:sldId id="453" r:id="rId143"/>
    <p:sldId id="454" r:id="rId144"/>
    <p:sldId id="455" r:id="rId145"/>
    <p:sldId id="456" r:id="rId146"/>
    <p:sldId id="365" r:id="rId147"/>
    <p:sldId id="371" r:id="rId148"/>
    <p:sldId id="372" r:id="rId149"/>
    <p:sldId id="458" r:id="rId150"/>
    <p:sldId id="373" r:id="rId151"/>
    <p:sldId id="374" r:id="rId152"/>
    <p:sldId id="459" r:id="rId153"/>
    <p:sldId id="378" r:id="rId154"/>
    <p:sldId id="379" r:id="rId155"/>
    <p:sldId id="380" r:id="rId156"/>
    <p:sldId id="381" r:id="rId157"/>
    <p:sldId id="382" r:id="rId158"/>
    <p:sldId id="383" r:id="rId159"/>
    <p:sldId id="384" r:id="rId160"/>
    <p:sldId id="385" r:id="rId161"/>
    <p:sldId id="386" r:id="rId162"/>
    <p:sldId id="387" r:id="rId163"/>
    <p:sldId id="388" r:id="rId164"/>
    <p:sldId id="389" r:id="rId165"/>
    <p:sldId id="390" r:id="rId166"/>
    <p:sldId id="391" r:id="rId167"/>
  </p:sldIdLst>
  <p:sldSz cx="24384000" cy="13716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2"/>
    <p:restoredTop sz="94521"/>
  </p:normalViewPr>
  <p:slideViewPr>
    <p:cSldViewPr snapToGrid="0">
      <p:cViewPr varScale="1">
        <p:scale>
          <a:sx n="60" d="100"/>
          <a:sy n="60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0091-F000-41C8-85DB-47BC3D81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BCD80-123E-B22C-AC03-E53F81A2C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E3AF2-98A5-454F-0863-3A7828D3D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04F58-4091-3FB6-786E-E7791BC287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4761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FC85-1942-4C17-1A3F-8A120B4F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55C6F-9BBA-7F4D-30CC-0BAA94FDD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510BB-DA5F-2176-C537-FE9019413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43AE8-D462-5BB3-0EBB-9FB0EA29446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4323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7DB9-546B-1144-07B6-DEF45730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7AB3D-14C6-1A2C-AD31-71B5EF63B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8E5FC-9592-841D-CE70-E02599320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EE950-6A04-19CF-2B57-239425FF72A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84038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2C5F-ABE8-EEBC-53C1-37C0029F2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F1D63-72DB-C433-D55E-C91F62C56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0CFB8-00D6-795D-71FE-C9D4C671F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6393F-6330-16DE-267C-2E41371E18B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20315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AE6D-290D-71EA-3102-E4F45EB6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E9559-5691-C68D-2616-0A18E74F1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5E7B9-782A-2EDE-EE3E-2C00B79F5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EE427-3653-0898-E255-40F3783A7F2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88329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B8871-3501-4E0F-9462-9196670A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E4CD4-9ABF-94F2-B2DC-71624BF8E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96600-29A8-1921-584C-EACE99859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FDA80-FE12-F649-7AD7-489C909A6D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72672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0E87-ABCF-4E8F-F41B-F608E814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6821B-01B7-3EB1-4AD7-6493C28F0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DCEC3-9581-B0E5-C8DC-D4EE7ADC4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F5618-A3A5-5B94-AD80-B5F84F8436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4726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1865-7672-F4EE-D47B-54C269FE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781A0-FC5E-ABDB-3684-99983F3C4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2AF6F-DA61-862D-9520-8CA54DF6A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85B11-EF86-8696-8057-3DAF973C804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10483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07AF7-59D7-D840-9C97-89234231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B59DC-E371-1586-92A3-1386F5B93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A46C0-B991-A35C-C1B8-1854BABE8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20A52-90BC-382B-EA1A-34F8C2C8FD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5593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8F92-86DE-6BD1-D788-842FCE95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1F0A9-17B3-7C06-F82C-A0FCB4C65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FD202-A5A3-1122-707A-9E939123B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E0FD4-2B6F-9569-F03C-4AB2DB352B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02803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01CD-DD40-4B4F-066C-1AEA7C98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69694-CA8F-7E5C-F19F-F6B17AC15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8E3ED-A290-A5A1-A0B6-227AB065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F1F9D-2056-7B9B-CF44-73014FB8AD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156280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8694B-3588-2CF9-D289-35551234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E9371-6173-D1BB-CE97-0E92007B2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97355-BE9B-A7A6-F179-F1C13EF6D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CC66D-ACDC-5F9F-2B95-A43F46C49E4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955398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37D4C-A57A-AA1E-3CA8-7E1F81FB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FA7F1-92B4-EF5A-E738-CAED9942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C6A2C-BA58-AF26-D832-A8C09E648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F171B-5997-0310-0B5F-043447F3429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05410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506B0-007C-0CA7-E5FB-AA706D26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59BAC-D395-1BBF-2226-0598B6696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C0658-3B56-44DD-AF2C-E46DC86E6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EDF3B-818C-809D-C2A9-5DA91BCD748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690106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30F38-0734-0703-01D6-BDAAF3221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1DBAB-4905-25E7-1BC0-A0B694179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129C5-E00D-9108-10FB-20873CEC4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9BDC5-B294-66E4-E97F-17C8C0C97C5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065004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7709F-D68C-8852-68EA-F6A02EEF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44182-519C-EE65-E77D-E0593D5E9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EB61A-F733-510F-8C22-6272D719C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BF2A-5467-47A3-4CA9-73208B2A5F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3142455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9F5C-6707-1FE1-92C3-B1EBF321E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737DB-C15A-7847-83EF-F2F05FE7F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82259-E319-44CE-DCCA-1E9751573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EE7F4-0099-C32C-5541-4858270B68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31638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BCFB4-1866-8301-0E87-F9CD3857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4D765-D9FC-A7AC-290C-DC0271B81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13676-2A79-9B8D-37C2-EF4F2C48E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0B43A-4ECB-5C1E-790F-963B741C15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293740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0502-9962-D7BD-D3C1-14D3830D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4F160-5CB9-DCFA-ED4B-5D88D1794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BF554-70F4-25FF-3D38-C3ED9E462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1992A-73B8-4AA5-E15F-9B3CB21081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3014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D9C5-78C8-3F6E-F24E-ACB61A22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EC181-0E3C-A8CD-FE07-92B8A15F7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8011B-92E3-834D-E04D-51A0E300F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4ED18-D9BC-B5A1-18EA-057F7FC3570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233562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28CA-9152-74E0-B27C-16A298A3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D9F1A-4BC6-B789-47ED-6705EE9B6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DA6EB-D193-5ACA-F969-28340D5B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B9666-3F3B-622F-BAD5-BFF5F370F68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645305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F57B-D3D2-32C0-50FD-C8C45291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E3D19-AF76-D2CB-F9BF-CFC92F0E0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9CDB2-E529-74A9-A775-3D2ABCE84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92E56-277A-D927-C1F0-B74107A7C0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554014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3966-4091-53FF-CF10-EA027AAC9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E4AE2-5CDF-AC5B-D0DD-4D12C4D9C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C6D54-C67C-F360-907E-73E5B44F8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F9724-6A22-21B1-F25C-BF102FEC296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733307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3340-FD83-D5F4-4467-32EEED61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1E3E-6B8E-2848-A898-6D9C3847B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DD9AC-C0FC-8538-8FD0-65D017570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B3188-0577-4376-CF59-56C9B01DE38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058513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20DD1-BF75-36DC-FB38-C1839F96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DB829-CE8F-B462-1DB5-2BF627002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CE88C-61E0-7F5C-12DA-52EDF089C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09710-353C-5E7C-9489-DCCAC183071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505677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70DF-C8EF-A5BD-9446-8532FA911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1A526-6A3D-ACF5-8AEB-E0E8FE6E3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7255A-BA27-D4C0-1BDC-1641C8684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97B0E-051A-4165-419E-A0A4FE63104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502215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98996-CBE0-6B0B-68C2-B4225849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3A029-506D-4118-AB11-871B7FE7F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EB55D-BC20-27D2-34E2-7DD8541FC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16EFC-0DA1-9249-3F05-C766F5BA37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799554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53D0-630B-D191-0DEE-BDD02149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91726-CD0D-D2BA-014C-679E13D2B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B6164-A495-2EF2-77FB-3917B0077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5A211-B4A0-673E-8D2D-9CE4ABCB73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5942824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FD0D-57F6-D01E-2770-7ED03345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64E17-CADE-3C49-3F95-252F3FC65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2E1CA-2B35-A7DB-424E-B318F0840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9F51D-4963-E5D7-35A8-F83E9B84D7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38358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F5A1-4321-B623-A510-71F3F945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7EF84-CC76-6525-5927-9B38D029C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A22D3-709C-0E8E-592A-2B59E0E62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8594E-4FBE-BE5A-A560-6365A0411C3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88729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1FCB-737E-5818-C48D-1A6BBE699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BA8CD-6A81-FF3E-90D3-25E5F3DB0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2CF61-FDBF-4B26-0C62-9C7F1AC6D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0345D-DCDD-E418-4AF2-67916DAE20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674258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31EC4-BC1B-3F3B-BFC8-2DDF879D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8349F-420E-F048-1DC4-261A0C7DE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AC781-FE05-E456-23C2-AF7CC53E1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EEDE2-0EF6-A77B-CBB0-D2CF8B2E990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823453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0C5A-E9B6-2206-6A96-D7E0AA29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626C5-2B4B-4A4D-D925-74978AF4F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56FFE-DB8F-3233-4B7A-87282251F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10AF1-4940-95E3-804C-7AA20B9C739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589847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C6E6-10D1-07D8-5B6F-9FAA3092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1A530-292B-EF69-F3D8-8D0F695C2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904A6-8958-5E50-F23D-FC76B693D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24CC6-185E-3F97-D576-A3935720074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0463672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9D1D9-11B2-2321-3B20-9A02FE5A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CBA73-69CF-AEA8-A167-BBBDACF09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DFDF9-591C-295D-30AC-B80DF707D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BA679-D868-356B-FE14-856DEEA29F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483322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D730-07CF-903D-9F2C-75A125E2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F8372-9CEE-DECB-DA93-598823757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BCEC3-A4D2-9E3D-308F-81FF97629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45214-B51A-872F-D27E-CBD3CF4AB0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771353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52FD-54A6-92A6-D069-FE30992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C6422-B8AD-05B8-DE6E-9470ADC32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11F4-8A60-1E6D-3870-99D662389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D0BDE-AB8B-ABC8-88E1-449FB3DF7E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147835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73FDF-8804-D385-2247-C2D08F7F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F16EC-3366-3F73-26C0-DD7DFEBF8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3445C-C418-C286-89CF-9A4EFE157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B478B-6FFF-05EE-7F99-850B4C57CBD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834778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1D367-18D7-7698-10F1-D930D991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98F8C-8948-B998-C804-304FEFC99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C6D5F-3AA4-C8F7-3DDF-66CBE5B42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BF1D7-317D-5138-DCEF-48049E0C793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584418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0D76-8852-AC42-0BA9-E0D925FE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61668-B531-B71E-D5F9-25E078E7F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7A642-2BC1-039D-0BD8-4A77AAF2E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6E5C6-5406-2A9F-3275-4D5FB63426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052078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6CCF-1AD0-A3A4-6DC8-CB1DF1E2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1FCEB-6AA9-C13F-81BA-D4958D78B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5F3D7-C59B-6514-9084-CED0BE99D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663F3-3274-B54F-0FEC-08343B0F392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09091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512A2-6336-FE59-09A1-E468888C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C8A20-CC87-9B5C-3760-236FF07E8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4C3C0-9463-0FA5-14F0-E9939D07A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A38F6-63B9-9B45-2EAA-5B3E093D24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4345312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CBEB-1A09-1367-A499-19CC820B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BB64C-D6C8-6D15-D661-6333492FF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ADFC3-CD38-7040-CD91-4B575DF56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5BB99-86DB-B8E4-03E3-F0A7323064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773890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3EBDB-6BA2-7F2F-2E99-EA0F0536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8BE44-E52D-4AE9-89C1-B38B8C3B0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ECE07-CCEE-A160-6E23-9A920B4FA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FB228-A84F-9C81-0E18-8D40DFF0DD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915180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891E0-4D70-F201-BBB3-B385382CD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F8637-2854-AC3A-D8B0-AADBD6539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F8471-36C2-0B1E-D5A7-FF13540DD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A41CC-BBB4-1ED3-C824-3D9B371142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5090347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83A7-7A9B-659A-B4C1-FDEA4D73D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CAF7D-1B8A-1480-FC69-00D75D1F8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4DF8C-E07A-8F67-52D8-61CF089C6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A5DB3-B0F0-DF1A-EF7F-CAF9C067E5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260425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91EC-94AA-092D-2A5B-63C3FE85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F985F-2070-41BE-79A1-58F841592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E3201-DD45-7EDD-7D32-16F002317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15AD4-487B-3831-CB6C-8D1EAB22B84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0386213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4791-4606-45D8-7B8E-B5E6980D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5FDD8-51B1-BDD6-C6B2-20C805C93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B5F6B-871C-F629-9A24-7B5FF26C4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F51CD-49DF-FDD1-4309-6A06B2D01E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986267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9E40-E77B-5DA8-CFD7-BE0A9D39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04FFD-615E-EA0F-5CDB-7984CCE09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486A2-148A-8E51-AA79-916F2EF14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E1622-EC01-D750-F356-62EDC2536D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260462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8DEA-A454-8298-08DD-48672C23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AAE0A-20D3-BE03-36F4-0EDC3DAF3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0C0B9-4F1F-EAB7-D2E0-AE649C52E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01DBA-FFD9-610E-C564-105EE5993A7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563473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CD4B-90BF-FF92-1860-346A7388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DFE39-888F-7C66-F470-0DEDE0B43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51AA1-F617-CA8E-96B8-56032680F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ECAEC-D512-9907-3186-02B800E93DA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0804428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0EE57-E940-9CAA-CC1E-8872FA2B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C6959-1890-5ED6-4B5D-30BECD8CF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7E50D-31DB-F8E0-2F89-5591F41E4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65B15-B49D-660C-6473-0799690298D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894770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D80D4EA8-E933-4912-9962-F576D88D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A6EF59A9-5280-4B15-82F0-20B60319C3A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>
            <a:extLst>
              <a:ext uri="{FF2B5EF4-FFF2-40B4-BE49-F238E27FC236}">
                <a16:creationId xmlns:a16="http://schemas.microsoft.com/office/drawing/2014/main" id="{E62B506C-90E1-4B30-8EC6-06C599EB63F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9" name="Body Level One…">
            <a:extLst>
              <a:ext uri="{FF2B5EF4-FFF2-40B4-BE49-F238E27FC236}">
                <a16:creationId xmlns:a16="http://schemas.microsoft.com/office/drawing/2014/main" id="{EED2877F-EF4A-495A-AC3B-5EA6A36BD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F9D7BF1-B1B6-4786-9E41-E0820071AFF0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>
            <a:extLst>
              <a:ext uri="{FF2B5EF4-FFF2-40B4-BE49-F238E27FC236}">
                <a16:creationId xmlns:a16="http://schemas.microsoft.com/office/drawing/2014/main" id="{D3D14E5C-0677-4831-96D9-63CB705EAD4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7DE7CBCF-E9DD-40B9-A00C-D4DFA4F3209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">
            <a:extLst>
              <a:ext uri="{FF2B5EF4-FFF2-40B4-BE49-F238E27FC236}">
                <a16:creationId xmlns:a16="http://schemas.microsoft.com/office/drawing/2014/main" id="{65A90538-21CE-45AF-9255-9F564CD818D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Image">
            <a:extLst>
              <a:ext uri="{FF2B5EF4-FFF2-40B4-BE49-F238E27FC236}">
                <a16:creationId xmlns:a16="http://schemas.microsoft.com/office/drawing/2014/main" id="{187F50A4-79FB-455F-8630-B570797A5DFC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2919231" y="845025"/>
            <a:ext cx="18542001" cy="92075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Title Text">
            <a:extLst>
              <a:ext uri="{FF2B5EF4-FFF2-40B4-BE49-F238E27FC236}">
                <a16:creationId xmlns:a16="http://schemas.microsoft.com/office/drawing/2014/main" id="{8B6C7C18-57E1-467D-9523-59F0BB1C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41950"/>
            <a:ext cx="23114000" cy="2006601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9D57747D-3BCB-4505-B0A1-BF795E3A272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Image">
            <a:extLst>
              <a:ext uri="{FF2B5EF4-FFF2-40B4-BE49-F238E27FC236}">
                <a16:creationId xmlns:a16="http://schemas.microsoft.com/office/drawing/2014/main" id="{8808D324-39EF-4B59-B264-E637770A44D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972675" y="2125132"/>
            <a:ext cx="16402050" cy="10934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Title Text">
            <a:extLst>
              <a:ext uri="{FF2B5EF4-FFF2-40B4-BE49-F238E27FC236}">
                <a16:creationId xmlns:a16="http://schemas.microsoft.com/office/drawing/2014/main" id="{F73E9B02-C2C7-4717-AACD-331EFD5E06C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7D0F5C68-4B7F-4BE2-8A21-14AE9EE13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buNone/>
              <a:defRPr/>
            </a:lvl1pPr>
            <a:lvl2pPr marL="1117600" indent="-558800">
              <a:buNone/>
              <a:defRPr/>
            </a:lvl2pPr>
            <a:lvl3pPr marL="1676400" indent="-558800">
              <a:buNone/>
              <a:defRPr/>
            </a:lvl3pPr>
            <a:lvl4pPr marL="2235200" indent="-558800">
              <a:buNone/>
              <a:defRPr/>
            </a:lvl4pPr>
            <a:lvl5pPr marL="2794000" indent="-5588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Slide Number">
            <a:extLst>
              <a:ext uri="{FF2B5EF4-FFF2-40B4-BE49-F238E27FC236}">
                <a16:creationId xmlns:a16="http://schemas.microsoft.com/office/drawing/2014/main" id="{8A9FD28B-B54A-41BB-921B-9B9FA8BDB842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>
            <a:extLst>
              <a:ext uri="{FF2B5EF4-FFF2-40B4-BE49-F238E27FC236}">
                <a16:creationId xmlns:a16="http://schemas.microsoft.com/office/drawing/2014/main" id="{99441E85-103A-4E56-8D0A-4F0FFB6D7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2" name="Slide Number">
            <a:extLst>
              <a:ext uri="{FF2B5EF4-FFF2-40B4-BE49-F238E27FC236}">
                <a16:creationId xmlns:a16="http://schemas.microsoft.com/office/drawing/2014/main" id="{FEB4C553-F67D-4A9F-BB24-507A6FE68BF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Image">
            <a:extLst>
              <a:ext uri="{FF2B5EF4-FFF2-40B4-BE49-F238E27FC236}">
                <a16:creationId xmlns:a16="http://schemas.microsoft.com/office/drawing/2014/main" id="{043E2325-087F-42DA-B4C0-0E512488B3D9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5290800" y="6870700"/>
            <a:ext cx="8343900" cy="5562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" name="Image">
            <a:extLst>
              <a:ext uri="{FF2B5EF4-FFF2-40B4-BE49-F238E27FC236}">
                <a16:creationId xmlns:a16="http://schemas.microsoft.com/office/drawing/2014/main" id="{DC64260D-1855-4EC8-BD8E-B4F4BC796BA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5316200" y="952500"/>
            <a:ext cx="8305800" cy="5537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Image">
            <a:extLst>
              <a:ext uri="{FF2B5EF4-FFF2-40B4-BE49-F238E27FC236}">
                <a16:creationId xmlns:a16="http://schemas.microsoft.com/office/drawing/2014/main" id="{FAA4A7A5-B7A8-4F45-9EBC-C69ED94A3304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-1739900" y="-258233"/>
            <a:ext cx="20065999" cy="133773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84187C86-CDB7-439B-8265-95A52DAC3F74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–Johnny Appleseed">
            <a:extLst>
              <a:ext uri="{FF2B5EF4-FFF2-40B4-BE49-F238E27FC236}">
                <a16:creationId xmlns:a16="http://schemas.microsoft.com/office/drawing/2014/main" id="{6EC5F647-4D19-45B8-849E-F968BA7D17A8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pPr>
              <a:buNone/>
            </a:pPr>
            <a:r>
              <a:t>–Johnny Appleseed</a:t>
            </a:r>
          </a:p>
        </p:txBody>
      </p:sp>
      <p:sp>
        <p:nvSpPr>
          <p:cNvPr id="100" name="“Type a quote here.”">
            <a:extLst>
              <a:ext uri="{FF2B5EF4-FFF2-40B4-BE49-F238E27FC236}">
                <a16:creationId xmlns:a16="http://schemas.microsoft.com/office/drawing/2014/main" id="{57284C62-BC1B-4AAF-A2F0-C5B6FE0D300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387600" y="6070599"/>
            <a:ext cx="19621500" cy="838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</a:lstStyle>
          <a:p>
            <a:pPr>
              <a:buNone/>
            </a:pPr>
            <a:r>
              <a:t>“Type a quote here.” </a:t>
            </a:r>
          </a:p>
        </p:txBody>
      </p:sp>
      <p:sp>
        <p:nvSpPr>
          <p:cNvPr id="101" name="Slide Number">
            <a:extLst>
              <a:ext uri="{FF2B5EF4-FFF2-40B4-BE49-F238E27FC236}">
                <a16:creationId xmlns:a16="http://schemas.microsoft.com/office/drawing/2014/main" id="{129BADBA-5CD9-4DC9-BDAA-362161F092BF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>
            <a:extLst>
              <a:ext uri="{FF2B5EF4-FFF2-40B4-BE49-F238E27FC236}">
                <a16:creationId xmlns:a16="http://schemas.microsoft.com/office/drawing/2014/main" id="{4A431484-FF63-4005-860B-34A15F6B1ED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-1291579"/>
            <a:ext cx="29260800" cy="19507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9" name="Slide Number">
            <a:extLst>
              <a:ext uri="{FF2B5EF4-FFF2-40B4-BE49-F238E27FC236}">
                <a16:creationId xmlns:a16="http://schemas.microsoft.com/office/drawing/2014/main" id="{E97BD664-E53F-44FF-BD51-F1F2ECD41AA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Text">
            <a:extLst>
              <a:ext uri="{FF2B5EF4-FFF2-40B4-BE49-F238E27FC236}">
                <a16:creationId xmlns:a16="http://schemas.microsoft.com/office/drawing/2014/main" id="{0EEA7C71-00E0-49F2-AC84-593B39F3CD1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17" name="Body Level One…">
            <a:extLst>
              <a:ext uri="{FF2B5EF4-FFF2-40B4-BE49-F238E27FC236}">
                <a16:creationId xmlns:a16="http://schemas.microsoft.com/office/drawing/2014/main" id="{60E6A07A-FBBB-4437-B3B1-8076162F6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1pPr>
            <a:lvl2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2pPr>
            <a:lvl3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3pPr>
            <a:lvl4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4pPr>
            <a:lvl5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18" name="Slide Number">
            <a:extLst>
              <a:ext uri="{FF2B5EF4-FFF2-40B4-BE49-F238E27FC236}">
                <a16:creationId xmlns:a16="http://schemas.microsoft.com/office/drawing/2014/main" id="{27362CF8-6430-4625-BFDA-41CBB5AA0F59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Text">
            <a:extLst>
              <a:ext uri="{FF2B5EF4-FFF2-40B4-BE49-F238E27FC236}">
                <a16:creationId xmlns:a16="http://schemas.microsoft.com/office/drawing/2014/main" id="{F04110A0-E3D8-4ED3-8734-E6C55A26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>
                <a:latin typeface="Helvetica Neue Medium"/>
                <a:ea typeface="Helvetica Neue Medium"/>
                <a:cs typeface="Helvetica Neue Medium"/>
              </a:defRPr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26" name="Body Level One…">
            <a:extLst>
              <a:ext uri="{FF2B5EF4-FFF2-40B4-BE49-F238E27FC236}">
                <a16:creationId xmlns:a16="http://schemas.microsoft.com/office/drawing/2014/main" id="{D1BA938E-94E9-49B8-8C2A-BE26A9474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27" name="Slide Number">
            <a:extLst>
              <a:ext uri="{FF2B5EF4-FFF2-40B4-BE49-F238E27FC236}">
                <a16:creationId xmlns:a16="http://schemas.microsoft.com/office/drawing/2014/main" id="{85A36A72-F28B-4115-B91F-6B164E2032E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elvetica Neue Light"/>
                <a:ea typeface="Helvetica Neue Light"/>
                <a:cs typeface="Helvetica Neue Light"/>
              </a:defRPr>
            </a:lvl1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1A6F1E00-28A8-4464-8FB0-8F11FB13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21447987-2DC9-48CB-9B7A-E45F3B8D1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2pPr marL="1270000" indent="-635000">
              <a:buNone/>
              <a:defRPr/>
            </a:lvl2pPr>
            <a:lvl3pPr marL="1905000" indent="-635000">
              <a:buNone/>
              <a:defRPr/>
            </a:lvl3pPr>
            <a:lvl4pPr marL="2540000" indent="-635000">
              <a:buNone/>
              <a:defRPr/>
            </a:lvl4pPr>
            <a:lvl5pPr marL="3175000" indent="-6350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B69C63A-D83C-4E5A-977A-C54683B185C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366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>
            <a:lvl1pPr>
              <a:buNone/>
              <a:defRPr sz="2400" b="0"/>
            </a:lvl1pPr>
          </a:lstStyle>
          <a:p>
            <a:pPr>
              <a:buNone/>
            </a:pP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titleStyle>
    <p:bodyStyle>
      <a:lvl1pPr marL="635000" marR="0" indent="-63500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142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206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269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333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396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460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523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587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bodyStyle>
    <p:otherStyle>
      <a:lvl1pPr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Language">
            <a:extLst>
              <a:ext uri="{FF2B5EF4-FFF2-40B4-BE49-F238E27FC236}">
                <a16:creationId xmlns:a16="http://schemas.microsoft.com/office/drawing/2014/main" id="{226D8A4A-9884-4B7C-8BFA-63B0EEE672C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Linguagem</a:t>
            </a:r>
          </a:p>
        </p:txBody>
      </p:sp>
    </p:spTree>
    <p:extLst>
      <p:ext uri="{BB962C8B-B14F-4D97-AF65-F5344CB8AC3E}">
        <p14:creationId xmlns:p14="http://schemas.microsoft.com/office/powerpoint/2010/main" val="193183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Natural Language Processing">
            <a:extLst>
              <a:ext uri="{FF2B5EF4-FFF2-40B4-BE49-F238E27FC236}">
                <a16:creationId xmlns:a16="http://schemas.microsoft.com/office/drawing/2014/main" id="{7BD7321F-1DAB-4170-B6A7-7322B196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5" y="3587262"/>
            <a:ext cx="23657170" cy="6541476"/>
          </a:xfrm>
          <a:prstGeom prst="rect">
            <a:avLst/>
          </a:prstGeom>
        </p:spPr>
        <p:txBody>
          <a:bodyPr/>
          <a:lstStyle>
            <a:lvl1pPr>
              <a:buNone/>
              <a:defRPr sz="10600"/>
            </a:lvl1pPr>
          </a:lstStyle>
          <a:p>
            <a:pPr>
              <a:buNone/>
            </a:pPr>
            <a:r>
              <a:rPr lang="pt-BR" dirty="0"/>
              <a:t>Processamento de </a:t>
            </a:r>
            <a:r>
              <a:rPr dirty="0" err="1"/>
              <a:t>Linguagem</a:t>
            </a:r>
            <a:r>
              <a:rPr dirty="0"/>
              <a:t> Natural </a:t>
            </a:r>
            <a:br>
              <a:rPr lang="pt-BR" dirty="0"/>
            </a:br>
            <a:r>
              <a:rPr dirty="0"/>
              <a:t>(PLN</a:t>
            </a:r>
            <a:r>
              <a:rPr lang="pt-BR" dirty="0"/>
              <a:t> / NLP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942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atural Language Processing">
            <a:extLst>
              <a:ext uri="{FF2B5EF4-FFF2-40B4-BE49-F238E27FC236}">
                <a16:creationId xmlns:a16="http://schemas.microsoft.com/office/drawing/2014/main" id="{EF6CCACF-57D6-4849-8869-D3353B04113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pt-BR" dirty="0"/>
              <a:t>Processamento </a:t>
            </a:r>
            <a:r>
              <a:rPr dirty="0" err="1"/>
              <a:t>Linguagem</a:t>
            </a:r>
            <a:r>
              <a:rPr dirty="0"/>
              <a:t> Natural</a:t>
            </a:r>
          </a:p>
        </p:txBody>
      </p:sp>
      <p:sp>
        <p:nvSpPr>
          <p:cNvPr id="143" name="automatic summarization…">
            <a:extLst>
              <a:ext uri="{FF2B5EF4-FFF2-40B4-BE49-F238E27FC236}">
                <a16:creationId xmlns:a16="http://schemas.microsoft.com/office/drawing/2014/main" id="{D75176B9-1880-44E9-A40B-BC5555D7E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1000"/>
              </a:spcBef>
            </a:pPr>
            <a:r>
              <a:rPr dirty="0" err="1">
                <a:solidFill>
                  <a:srgbClr val="FFFFFF"/>
                </a:solidFill>
              </a:rPr>
              <a:t>resumo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automático</a:t>
            </a:r>
            <a:endParaRPr dirty="0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</a:pPr>
            <a:r>
              <a:rPr dirty="0" err="1">
                <a:solidFill>
                  <a:srgbClr val="FFFFFF"/>
                </a:solidFill>
              </a:rPr>
              <a:t>extração</a:t>
            </a:r>
            <a:r>
              <a:rPr dirty="0">
                <a:solidFill>
                  <a:srgbClr val="FFFFFF"/>
                </a:solidFill>
              </a:rPr>
              <a:t> de </a:t>
            </a:r>
            <a:r>
              <a:rPr dirty="0" err="1">
                <a:solidFill>
                  <a:srgbClr val="FFFFFF"/>
                </a:solidFill>
              </a:rPr>
              <a:t>informações</a:t>
            </a:r>
            <a:endParaRPr dirty="0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</a:pPr>
            <a:r>
              <a:rPr dirty="0" err="1">
                <a:solidFill>
                  <a:srgbClr val="FFFFFF"/>
                </a:solidFill>
              </a:rPr>
              <a:t>tradução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automática</a:t>
            </a:r>
            <a:endParaRPr dirty="0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</a:pPr>
            <a:r>
              <a:rPr dirty="0" err="1">
                <a:solidFill>
                  <a:srgbClr val="FFFFFF"/>
                </a:solidFill>
              </a:rPr>
              <a:t>respostas</a:t>
            </a:r>
            <a:r>
              <a:rPr dirty="0">
                <a:solidFill>
                  <a:srgbClr val="FFFFFF"/>
                </a:solidFill>
              </a:rPr>
              <a:t> a </a:t>
            </a:r>
            <a:r>
              <a:rPr dirty="0" err="1">
                <a:solidFill>
                  <a:srgbClr val="FFFFFF"/>
                </a:solidFill>
              </a:rPr>
              <a:t>perguntas</a:t>
            </a:r>
            <a:endParaRPr dirty="0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</a:pPr>
            <a:r>
              <a:rPr dirty="0" err="1">
                <a:solidFill>
                  <a:srgbClr val="FFFFFF"/>
                </a:solidFill>
              </a:rPr>
              <a:t>classificação</a:t>
            </a:r>
            <a:r>
              <a:rPr dirty="0">
                <a:solidFill>
                  <a:srgbClr val="FFFFFF"/>
                </a:solidFill>
              </a:rPr>
              <a:t> de </a:t>
            </a:r>
            <a:r>
              <a:rPr dirty="0" err="1">
                <a:solidFill>
                  <a:srgbClr val="FFFFFF"/>
                </a:solidFill>
              </a:rPr>
              <a:t>textos</a:t>
            </a:r>
            <a:endParaRPr dirty="0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</a:pPr>
            <a:r>
              <a:rPr dirty="0">
                <a:solidFill>
                  <a:srgbClr val="FFFFFF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58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yntax">
            <a:extLst>
              <a:ext uri="{FF2B5EF4-FFF2-40B4-BE49-F238E27FC236}">
                <a16:creationId xmlns:a16="http://schemas.microsoft.com/office/drawing/2014/main" id="{9BB77315-B3CD-42C8-865C-9B6463B1E24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 sz="10600"/>
            </a:lvl1pPr>
          </a:lstStyle>
          <a:p>
            <a:pPr>
              <a:buNone/>
            </a:pPr>
            <a:r>
              <a:t>Sintaxe</a:t>
            </a:r>
          </a:p>
        </p:txBody>
      </p:sp>
    </p:spTree>
    <p:extLst>
      <p:ext uri="{BB962C8B-B14F-4D97-AF65-F5344CB8AC3E}">
        <p14:creationId xmlns:p14="http://schemas.microsoft.com/office/powerpoint/2010/main" val="41004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&quot;Just before nine o'clock Sherlock Holmes stepped briskly into the room.&quot;">
            <a:extLst>
              <a:ext uri="{FF2B5EF4-FFF2-40B4-BE49-F238E27FC236}">
                <a16:creationId xmlns:a16="http://schemas.microsoft.com/office/drawing/2014/main" id="{364ED9E4-11DC-4193-A614-7C128F4738A3}"/>
              </a:ext>
            </a:extLst>
          </p:cNvPr>
          <p:cNvSpPr>
            <a:spLocks noGrp="1"/>
          </p:cNvSpPr>
          <p:nvPr/>
        </p:nvSpPr>
        <p:spPr>
          <a:xfrm>
            <a:off x="1688708" y="5499099"/>
            <a:ext cx="21006585" cy="27228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8600" b="0">
                <a:solidFill>
                  <a:schemeClr val="accent3">
                    <a:lumOff val="18235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"Pouco antes das nove, Sherlock Holmes entrou rapidamente na sala."</a:t>
            </a:r>
          </a:p>
        </p:txBody>
      </p:sp>
    </p:spTree>
    <p:extLst>
      <p:ext uri="{BB962C8B-B14F-4D97-AF65-F5344CB8AC3E}">
        <p14:creationId xmlns:p14="http://schemas.microsoft.com/office/powerpoint/2010/main" val="84854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&quot;Just before Sherlock Holmes nine o'clock stepped briskly the room.&quot;">
            <a:extLst>
              <a:ext uri="{FF2B5EF4-FFF2-40B4-BE49-F238E27FC236}">
                <a16:creationId xmlns:a16="http://schemas.microsoft.com/office/drawing/2014/main" id="{7CB5174C-2DC8-40F3-BF9C-A88E70BB822A}"/>
              </a:ext>
            </a:extLst>
          </p:cNvPr>
          <p:cNvSpPr>
            <a:spLocks noGrp="1"/>
          </p:cNvSpPr>
          <p:nvPr/>
        </p:nvSpPr>
        <p:spPr>
          <a:xfrm>
            <a:off x="1688708" y="5499099"/>
            <a:ext cx="21006585" cy="27228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8600">
                <a:solidFill>
                  <a:schemeClr val="accent5">
                    <a:lumOff val="162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"Pouco antes Sherlock Holmes nove horas entrou rapidamente a sala."</a:t>
            </a:r>
          </a:p>
        </p:txBody>
      </p:sp>
    </p:spTree>
    <p:extLst>
      <p:ext uri="{BB962C8B-B14F-4D97-AF65-F5344CB8AC3E}">
        <p14:creationId xmlns:p14="http://schemas.microsoft.com/office/powerpoint/2010/main" val="2145701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&quot;I saw the man on the mountain…">
            <a:extLst>
              <a:ext uri="{FF2B5EF4-FFF2-40B4-BE49-F238E27FC236}">
                <a16:creationId xmlns:a16="http://schemas.microsoft.com/office/drawing/2014/main" id="{12DD3E00-BEFB-4C25-B545-123F8AFA1DDF}"/>
              </a:ext>
            </a:extLst>
          </p:cNvPr>
          <p:cNvSpPr>
            <a:spLocks noGrp="1"/>
          </p:cNvSpPr>
          <p:nvPr/>
        </p:nvSpPr>
        <p:spPr>
          <a:xfrm>
            <a:off x="1688708" y="5499099"/>
            <a:ext cx="21006585" cy="27228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86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pPr>
            <a:r>
              <a:rPr sz="86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"Eu vi o homem na montanha</a:t>
            </a:r>
          </a:p>
          <a:p>
            <a:pPr algn="l">
              <a:buNone/>
              <a:defRPr sz="8600">
                <a:solidFill>
                  <a:schemeClr val="accent4">
                    <a:lumOff val="10196"/>
                  </a:schemeClr>
                </a:solidFill>
                <a:latin typeface="Helvetica"/>
                <a:ea typeface="Helvetica"/>
                <a:cs typeface="Helvetica"/>
              </a:defRPr>
            </a:pPr>
            <a:r>
              <a:rPr sz="86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 com um telescópio."</a:t>
            </a:r>
          </a:p>
        </p:txBody>
      </p:sp>
    </p:spTree>
    <p:extLst>
      <p:ext uri="{BB962C8B-B14F-4D97-AF65-F5344CB8AC3E}">
        <p14:creationId xmlns:p14="http://schemas.microsoft.com/office/powerpoint/2010/main" val="866242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emantics">
            <a:extLst>
              <a:ext uri="{FF2B5EF4-FFF2-40B4-BE49-F238E27FC236}">
                <a16:creationId xmlns:a16="http://schemas.microsoft.com/office/drawing/2014/main" id="{EA01EA31-91B7-4878-84B7-D7C9587E0E0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 sz="10600"/>
            </a:lvl1pPr>
          </a:lstStyle>
          <a:p>
            <a:pPr>
              <a:buNone/>
            </a:pPr>
            <a:r>
              <a:t>Semântica</a:t>
            </a:r>
          </a:p>
        </p:txBody>
      </p:sp>
    </p:spTree>
    <p:extLst>
      <p:ext uri="{BB962C8B-B14F-4D97-AF65-F5344CB8AC3E}">
        <p14:creationId xmlns:p14="http://schemas.microsoft.com/office/powerpoint/2010/main" val="1114938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&quot;Just before nine o'clock Sherlock…">
            <a:extLst>
              <a:ext uri="{FF2B5EF4-FFF2-40B4-BE49-F238E27FC236}">
                <a16:creationId xmlns:a16="http://schemas.microsoft.com/office/drawing/2014/main" id="{7B0701F3-96E5-491D-BC65-5479207B58CF}"/>
              </a:ext>
            </a:extLst>
          </p:cNvPr>
          <p:cNvSpPr>
            <a:spLocks noGrp="1"/>
          </p:cNvSpPr>
          <p:nvPr/>
        </p:nvSpPr>
        <p:spPr>
          <a:xfrm>
            <a:off x="1688708" y="5499099"/>
            <a:ext cx="21973518" cy="27228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8600">
                <a:solidFill>
                  <a:schemeClr val="accent3">
                    <a:lumOff val="18235"/>
                  </a:schemeClr>
                </a:solidFill>
                <a:latin typeface="Helvetica"/>
                <a:ea typeface="Helvetica"/>
                <a:cs typeface="Helvetica"/>
              </a:defRPr>
            </a:pPr>
            <a:r>
              <a:rPr sz="86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"Pouco antes das nove, Sherlock </a:t>
            </a:r>
          </a:p>
          <a:p>
            <a:pPr algn="l">
              <a:buNone/>
              <a:defRPr sz="8600">
                <a:solidFill>
                  <a:schemeClr val="accent3">
                    <a:lumOff val="18235"/>
                  </a:schemeClr>
                </a:solidFill>
                <a:latin typeface="Helvetica"/>
                <a:ea typeface="Helvetica"/>
                <a:cs typeface="Helvetica"/>
              </a:defRPr>
            </a:pPr>
            <a:r>
              <a:rPr sz="86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 Holmes entrou rapidamente na sala."</a:t>
            </a:r>
          </a:p>
        </p:txBody>
      </p:sp>
    </p:spTree>
    <p:extLst>
      <p:ext uri="{BB962C8B-B14F-4D97-AF65-F5344CB8AC3E}">
        <p14:creationId xmlns:p14="http://schemas.microsoft.com/office/powerpoint/2010/main" val="2986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&quot;A few minutes before nine, Sherlock…">
            <a:extLst>
              <a:ext uri="{FF2B5EF4-FFF2-40B4-BE49-F238E27FC236}">
                <a16:creationId xmlns:a16="http://schemas.microsoft.com/office/drawing/2014/main" id="{830DA36A-091A-446B-B167-C0362EA34C1C}"/>
              </a:ext>
            </a:extLst>
          </p:cNvPr>
          <p:cNvSpPr>
            <a:spLocks noGrp="1"/>
          </p:cNvSpPr>
          <p:nvPr/>
        </p:nvSpPr>
        <p:spPr>
          <a:xfrm>
            <a:off x="1688708" y="5499099"/>
            <a:ext cx="21359464" cy="27228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8600">
                <a:solidFill>
                  <a:schemeClr val="accent3">
                    <a:lumOff val="18235"/>
                  </a:schemeClr>
                </a:solidFill>
                <a:latin typeface="Helvetica"/>
                <a:ea typeface="Helvetica"/>
                <a:cs typeface="Helvetica"/>
              </a:defRPr>
            </a:pPr>
            <a:r>
              <a:rPr sz="86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"Alguns minutos antes das nove, Sherlock </a:t>
            </a:r>
          </a:p>
          <a:p>
            <a:pPr algn="l">
              <a:buNone/>
              <a:defRPr sz="8600">
                <a:solidFill>
                  <a:schemeClr val="accent3">
                    <a:lumOff val="18235"/>
                  </a:schemeClr>
                </a:solidFill>
                <a:latin typeface="Helvetica"/>
                <a:ea typeface="Helvetica"/>
                <a:cs typeface="Helvetica"/>
              </a:defRPr>
            </a:pPr>
            <a:r>
              <a:rPr sz="86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 Holmes entrou rapidamente na sala."</a:t>
            </a:r>
          </a:p>
        </p:txBody>
      </p:sp>
    </p:spTree>
    <p:extLst>
      <p:ext uri="{BB962C8B-B14F-4D97-AF65-F5344CB8AC3E}">
        <p14:creationId xmlns:p14="http://schemas.microsoft.com/office/powerpoint/2010/main" val="11553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&quot;Colorless green ideas sleep furiously.&quot;">
            <a:extLst>
              <a:ext uri="{FF2B5EF4-FFF2-40B4-BE49-F238E27FC236}">
                <a16:creationId xmlns:a16="http://schemas.microsoft.com/office/drawing/2014/main" id="{0FA4E68C-42D6-4C61-A83F-38340BDFC0C9}"/>
              </a:ext>
            </a:extLst>
          </p:cNvPr>
          <p:cNvSpPr>
            <a:spLocks noGrp="1"/>
          </p:cNvSpPr>
          <p:nvPr/>
        </p:nvSpPr>
        <p:spPr>
          <a:xfrm>
            <a:off x="1688708" y="6153149"/>
            <a:ext cx="21006585" cy="27228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8600">
                <a:solidFill>
                  <a:schemeClr val="accent5">
                    <a:lumOff val="16296"/>
                  </a:schemeClr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"Ideias verdes incolores dormem furiosamente."</a:t>
            </a:r>
          </a:p>
        </p:txBody>
      </p:sp>
    </p:spTree>
    <p:extLst>
      <p:ext uri="{BB962C8B-B14F-4D97-AF65-F5344CB8AC3E}">
        <p14:creationId xmlns:p14="http://schemas.microsoft.com/office/powerpoint/2010/main" val="1515843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Natural Language Processing">
            <a:extLst>
              <a:ext uri="{FF2B5EF4-FFF2-40B4-BE49-F238E27FC236}">
                <a16:creationId xmlns:a16="http://schemas.microsoft.com/office/drawing/2014/main" id="{3476DED4-2108-4B61-8B29-D61EEE166B3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 sz="10600"/>
            </a:lvl1pPr>
          </a:lstStyle>
          <a:p>
            <a:pPr>
              <a:buNone/>
            </a:pPr>
            <a:r>
              <a:rPr lang="pt-BR" dirty="0"/>
              <a:t>Processamento de </a:t>
            </a:r>
            <a:br>
              <a:rPr lang="pt-BR" dirty="0"/>
            </a:br>
            <a:r>
              <a:rPr dirty="0" err="1"/>
              <a:t>Linguagem</a:t>
            </a:r>
            <a:r>
              <a:rPr dirty="0"/>
              <a:t> Natural</a:t>
            </a:r>
          </a:p>
        </p:txBody>
      </p:sp>
    </p:spTree>
    <p:extLst>
      <p:ext uri="{BB962C8B-B14F-4D97-AF65-F5344CB8AC3E}">
        <p14:creationId xmlns:p14="http://schemas.microsoft.com/office/powerpoint/2010/main" val="37172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ormal grammar">
            <a:extLst>
              <a:ext uri="{FF2B5EF4-FFF2-40B4-BE49-F238E27FC236}">
                <a16:creationId xmlns:a16="http://schemas.microsoft.com/office/drawing/2014/main" id="{57BDBFA8-9970-4281-B66A-62E81C44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gramática formal</a:t>
            </a:r>
          </a:p>
        </p:txBody>
      </p:sp>
      <p:sp>
        <p:nvSpPr>
          <p:cNvPr id="164" name="a system of rules for generating sentences in a language">
            <a:extLst>
              <a:ext uri="{FF2B5EF4-FFF2-40B4-BE49-F238E27FC236}">
                <a16:creationId xmlns:a16="http://schemas.microsoft.com/office/drawing/2014/main" id="{8B4A36DC-F820-453E-AECC-DAFFB198E1F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76277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 sistema de regras para gerar frases em uma língua</a:t>
            </a:r>
          </a:p>
        </p:txBody>
      </p:sp>
    </p:spTree>
    <p:extLst>
      <p:ext uri="{BB962C8B-B14F-4D97-AF65-F5344CB8AC3E}">
        <p14:creationId xmlns:p14="http://schemas.microsoft.com/office/powerpoint/2010/main" val="186163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ontext-Free Grammar">
            <a:extLst>
              <a:ext uri="{FF2B5EF4-FFF2-40B4-BE49-F238E27FC236}">
                <a16:creationId xmlns:a16="http://schemas.microsoft.com/office/drawing/2014/main" id="{3FFF7721-BF4A-457B-9AFD-A13DE3C361E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Gramática Livre de Contexto</a:t>
            </a:r>
          </a:p>
        </p:txBody>
      </p:sp>
    </p:spTree>
    <p:extLst>
      <p:ext uri="{BB962C8B-B14F-4D97-AF65-F5344CB8AC3E}">
        <p14:creationId xmlns:p14="http://schemas.microsoft.com/office/powerpoint/2010/main" val="31407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664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178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555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179" name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2444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180" name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3334" y="5127920"/>
            <a:ext cx="5080001" cy="4282095"/>
          </a:xfrm>
          <a:prstGeom prst="rect">
            <a:avLst/>
          </a:prstGeom>
          <a:ln w="12700">
            <a:miter/>
          </a:ln>
        </p:spPr>
      </p:pic>
      <p:sp>
        <p:nvSpPr>
          <p:cNvPr id="172" name="Rectangle">
            <a:extLst>
              <a:ext uri="{FF2B5EF4-FFF2-40B4-BE49-F238E27FC236}">
                <a16:creationId xmlns:a16="http://schemas.microsoft.com/office/drawing/2014/main" id="{8CE11313-8428-44E6-B26D-009FAC930611}"/>
              </a:ext>
            </a:extLst>
          </p:cNvPr>
          <p:cNvSpPr>
            <a:spLocks noGrp="1"/>
          </p:cNvSpPr>
          <p:nvPr/>
        </p:nvSpPr>
        <p:spPr>
          <a:xfrm>
            <a:off x="1937188" y="4152510"/>
            <a:ext cx="21455032" cy="4107343"/>
          </a:xfrm>
          <a:prstGeom prst="rect">
            <a:avLst/>
          </a:prstGeom>
          <a:solidFill>
            <a:srgbClr val="000000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330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664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6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555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7" name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2444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8" name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3334" y="5127920"/>
            <a:ext cx="5080001" cy="4282095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1855902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5665A-A76E-C908-E3FF-7802CA84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">
            <a:extLst>
              <a:ext uri="{FF2B5EF4-FFF2-40B4-BE49-F238E27FC236}">
                <a16:creationId xmlns:a16="http://schemas.microsoft.com/office/drawing/2014/main" id="{D19EBFA7-3DF7-659A-EC5D-1FB7BBE8BD68}"/>
              </a:ext>
            </a:extLst>
          </p:cNvPr>
          <p:cNvSpPr>
            <a:spLocks noGrp="1"/>
          </p:cNvSpPr>
          <p:nvPr/>
        </p:nvSpPr>
        <p:spPr>
          <a:xfrm>
            <a:off x="1937188" y="4152510"/>
            <a:ext cx="21455032" cy="4107343"/>
          </a:xfrm>
          <a:prstGeom prst="rect">
            <a:avLst/>
          </a:prstGeom>
          <a:solidFill>
            <a:srgbClr val="000000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a system of rules for generating sentences in a language">
            <a:extLst>
              <a:ext uri="{FF2B5EF4-FFF2-40B4-BE49-F238E27FC236}">
                <a16:creationId xmlns:a16="http://schemas.microsoft.com/office/drawing/2014/main" id="{D966A91B-B75A-9E49-4652-FED68F4A9F82}"/>
              </a:ext>
            </a:extLst>
          </p:cNvPr>
          <p:cNvSpPr>
            <a:spLocks noGrp="1"/>
          </p:cNvSpPr>
          <p:nvPr/>
        </p:nvSpPr>
        <p:spPr>
          <a:xfrm>
            <a:off x="2021297" y="8093081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 err="1"/>
              <a:t>I</a:t>
            </a:r>
            <a:endParaRPr dirty="0"/>
          </a:p>
        </p:txBody>
      </p:sp>
      <p:sp>
        <p:nvSpPr>
          <p:cNvPr id="3" name="a system of rules for generating sentences in a language">
            <a:extLst>
              <a:ext uri="{FF2B5EF4-FFF2-40B4-BE49-F238E27FC236}">
                <a16:creationId xmlns:a16="http://schemas.microsoft.com/office/drawing/2014/main" id="{1C5AD7DB-3363-6ACA-E227-C237F201E329}"/>
              </a:ext>
            </a:extLst>
          </p:cNvPr>
          <p:cNvSpPr>
            <a:spLocks noGrp="1"/>
          </p:cNvSpPr>
          <p:nvPr/>
        </p:nvSpPr>
        <p:spPr>
          <a:xfrm>
            <a:off x="7542186" y="8093080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 err="1"/>
              <a:t>saw</a:t>
            </a:r>
            <a:endParaRPr dirty="0"/>
          </a:p>
        </p:txBody>
      </p:sp>
      <p:sp>
        <p:nvSpPr>
          <p:cNvPr id="4" name="a system of rules for generating sentences in a language">
            <a:extLst>
              <a:ext uri="{FF2B5EF4-FFF2-40B4-BE49-F238E27FC236}">
                <a16:creationId xmlns:a16="http://schemas.microsoft.com/office/drawing/2014/main" id="{CECC4BC1-240C-0E69-087E-47D6440ABF3C}"/>
              </a:ext>
            </a:extLst>
          </p:cNvPr>
          <p:cNvSpPr>
            <a:spLocks noGrp="1"/>
          </p:cNvSpPr>
          <p:nvPr/>
        </p:nvSpPr>
        <p:spPr>
          <a:xfrm>
            <a:off x="13063075" y="8093080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/>
              <a:t>a</a:t>
            </a:r>
            <a:endParaRPr dirty="0"/>
          </a:p>
        </p:txBody>
      </p:sp>
      <p:sp>
        <p:nvSpPr>
          <p:cNvPr id="5" name="a system of rules for generating sentences in a language">
            <a:extLst>
              <a:ext uri="{FF2B5EF4-FFF2-40B4-BE49-F238E27FC236}">
                <a16:creationId xmlns:a16="http://schemas.microsoft.com/office/drawing/2014/main" id="{5B9AC9D8-FB7F-A2CA-2F29-1F294A2EA368}"/>
              </a:ext>
            </a:extLst>
          </p:cNvPr>
          <p:cNvSpPr>
            <a:spLocks noGrp="1"/>
          </p:cNvSpPr>
          <p:nvPr/>
        </p:nvSpPr>
        <p:spPr>
          <a:xfrm>
            <a:off x="18583964" y="8093080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 err="1"/>
              <a:t>saw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3223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74F64-088B-33B9-EF30-2D46F829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">
            <a:extLst>
              <a:ext uri="{FF2B5EF4-FFF2-40B4-BE49-F238E27FC236}">
                <a16:creationId xmlns:a16="http://schemas.microsoft.com/office/drawing/2014/main" id="{6627AA11-2DDA-2CEF-EAC7-E97F2813B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664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11" name="Image">
            <a:extLst>
              <a:ext uri="{FF2B5EF4-FFF2-40B4-BE49-F238E27FC236}">
                <a16:creationId xmlns:a16="http://schemas.microsoft.com/office/drawing/2014/main" id="{4AF3D27F-92D5-6054-40D5-3E428D614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555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12" name="Image">
            <a:extLst>
              <a:ext uri="{FF2B5EF4-FFF2-40B4-BE49-F238E27FC236}">
                <a16:creationId xmlns:a16="http://schemas.microsoft.com/office/drawing/2014/main" id="{68CFF4FB-66BA-C583-E407-B12DBAB83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2444" y="5141219"/>
            <a:ext cx="5080001" cy="4255498"/>
          </a:xfrm>
          <a:prstGeom prst="rect">
            <a:avLst/>
          </a:prstGeom>
          <a:ln w="12700">
            <a:miter/>
          </a:ln>
        </p:spPr>
      </p:pic>
      <p:pic>
        <p:nvPicPr>
          <p:cNvPr id="13" name="Image">
            <a:extLst>
              <a:ext uri="{FF2B5EF4-FFF2-40B4-BE49-F238E27FC236}">
                <a16:creationId xmlns:a16="http://schemas.microsoft.com/office/drawing/2014/main" id="{F9D9F817-7F9C-696C-7BCC-57CCFC075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3334" y="5127920"/>
            <a:ext cx="5080001" cy="4282095"/>
          </a:xfrm>
          <a:prstGeom prst="rect">
            <a:avLst/>
          </a:prstGeom>
          <a:ln w="12700">
            <a:miter/>
          </a:ln>
        </p:spPr>
      </p:pic>
      <p:sp>
        <p:nvSpPr>
          <p:cNvPr id="172" name="Rectangle">
            <a:extLst>
              <a:ext uri="{FF2B5EF4-FFF2-40B4-BE49-F238E27FC236}">
                <a16:creationId xmlns:a16="http://schemas.microsoft.com/office/drawing/2014/main" id="{F5096102-3FC2-5FA0-79EC-6346C3E2955B}"/>
              </a:ext>
            </a:extLst>
          </p:cNvPr>
          <p:cNvSpPr>
            <a:spLocks noGrp="1"/>
          </p:cNvSpPr>
          <p:nvPr/>
        </p:nvSpPr>
        <p:spPr>
          <a:xfrm>
            <a:off x="1937188" y="8241235"/>
            <a:ext cx="21455032" cy="4107343"/>
          </a:xfrm>
          <a:prstGeom prst="rect">
            <a:avLst/>
          </a:prstGeom>
          <a:solidFill>
            <a:srgbClr val="000000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a system of rules for generating sentences in a language">
            <a:extLst>
              <a:ext uri="{FF2B5EF4-FFF2-40B4-BE49-F238E27FC236}">
                <a16:creationId xmlns:a16="http://schemas.microsoft.com/office/drawing/2014/main" id="{48F469C1-2644-3573-EA64-B5BBD2B89DDB}"/>
              </a:ext>
            </a:extLst>
          </p:cNvPr>
          <p:cNvSpPr>
            <a:spLocks noGrp="1"/>
          </p:cNvSpPr>
          <p:nvPr/>
        </p:nvSpPr>
        <p:spPr>
          <a:xfrm>
            <a:off x="2021297" y="8093081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 err="1"/>
              <a:t>I</a:t>
            </a:r>
            <a:endParaRPr dirty="0"/>
          </a:p>
        </p:txBody>
      </p:sp>
      <p:sp>
        <p:nvSpPr>
          <p:cNvPr id="3" name="a system of rules for generating sentences in a language">
            <a:extLst>
              <a:ext uri="{FF2B5EF4-FFF2-40B4-BE49-F238E27FC236}">
                <a16:creationId xmlns:a16="http://schemas.microsoft.com/office/drawing/2014/main" id="{1EBE612A-2F9D-8224-F177-CF1B3DA16297}"/>
              </a:ext>
            </a:extLst>
          </p:cNvPr>
          <p:cNvSpPr>
            <a:spLocks noGrp="1"/>
          </p:cNvSpPr>
          <p:nvPr/>
        </p:nvSpPr>
        <p:spPr>
          <a:xfrm>
            <a:off x="7542186" y="8093080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 err="1"/>
              <a:t>saw</a:t>
            </a:r>
            <a:endParaRPr dirty="0"/>
          </a:p>
        </p:txBody>
      </p:sp>
      <p:sp>
        <p:nvSpPr>
          <p:cNvPr id="4" name="a system of rules for generating sentences in a language">
            <a:extLst>
              <a:ext uri="{FF2B5EF4-FFF2-40B4-BE49-F238E27FC236}">
                <a16:creationId xmlns:a16="http://schemas.microsoft.com/office/drawing/2014/main" id="{A6DBCFF1-BC64-B6EF-54B5-132628D070CA}"/>
              </a:ext>
            </a:extLst>
          </p:cNvPr>
          <p:cNvSpPr>
            <a:spLocks noGrp="1"/>
          </p:cNvSpPr>
          <p:nvPr/>
        </p:nvSpPr>
        <p:spPr>
          <a:xfrm>
            <a:off x="13063075" y="8093080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/>
              <a:t>a</a:t>
            </a:r>
            <a:endParaRPr dirty="0"/>
          </a:p>
        </p:txBody>
      </p:sp>
      <p:sp>
        <p:nvSpPr>
          <p:cNvPr id="5" name="a system of rules for generating sentences in a language">
            <a:extLst>
              <a:ext uri="{FF2B5EF4-FFF2-40B4-BE49-F238E27FC236}">
                <a16:creationId xmlns:a16="http://schemas.microsoft.com/office/drawing/2014/main" id="{3622602C-92E8-5594-411E-EE48DB76B409}"/>
              </a:ext>
            </a:extLst>
          </p:cNvPr>
          <p:cNvSpPr>
            <a:spLocks noGrp="1"/>
          </p:cNvSpPr>
          <p:nvPr/>
        </p:nvSpPr>
        <p:spPr>
          <a:xfrm>
            <a:off x="18583964" y="8093080"/>
            <a:ext cx="3778738" cy="184222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lang="pt-BR" dirty="0" err="1"/>
              <a:t>saw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1561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N → she | city | car | Harry | ...">
            <a:extLst>
              <a:ext uri="{FF2B5EF4-FFF2-40B4-BE49-F238E27FC236}">
                <a16:creationId xmlns:a16="http://schemas.microsoft.com/office/drawing/2014/main" id="{7BAAF80D-E2AA-4C4E-92BA-041B5D900353}"/>
              </a:ext>
            </a:extLst>
          </p:cNvPr>
          <p:cNvSpPr>
            <a:spLocks noGrp="1"/>
          </p:cNvSpPr>
          <p:nvPr/>
        </p:nvSpPr>
        <p:spPr>
          <a:xfrm>
            <a:off x="1421736" y="1407055"/>
            <a:ext cx="16131928" cy="1473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N → </a:t>
            </a:r>
            <a:r>
              <a:rPr dirty="0" err="1"/>
              <a:t>ela</a:t>
            </a:r>
            <a:r>
              <a:rPr dirty="0"/>
              <a:t> | </a:t>
            </a:r>
            <a:r>
              <a:rPr dirty="0" err="1"/>
              <a:t>cidade</a:t>
            </a:r>
            <a:r>
              <a:rPr dirty="0"/>
              <a:t> | </a:t>
            </a:r>
            <a:r>
              <a:rPr dirty="0" err="1"/>
              <a:t>carro</a:t>
            </a:r>
            <a:r>
              <a:rPr dirty="0"/>
              <a:t> | Harry | ...</a:t>
            </a:r>
          </a:p>
        </p:txBody>
      </p:sp>
      <p:sp>
        <p:nvSpPr>
          <p:cNvPr id="180" name="D → the | a | an | ...">
            <a:extLst>
              <a:ext uri="{FF2B5EF4-FFF2-40B4-BE49-F238E27FC236}">
                <a16:creationId xmlns:a16="http://schemas.microsoft.com/office/drawing/2014/main" id="{32AEC10A-6F04-411F-82D9-5C4205C47C86}"/>
              </a:ext>
            </a:extLst>
          </p:cNvPr>
          <p:cNvSpPr>
            <a:spLocks noGrp="1"/>
          </p:cNvSpPr>
          <p:nvPr/>
        </p:nvSpPr>
        <p:spPr>
          <a:xfrm>
            <a:off x="1421736" y="3764227"/>
            <a:ext cx="10219359" cy="1473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 → o | a | um | uma | ...</a:t>
            </a:r>
          </a:p>
        </p:txBody>
      </p:sp>
      <p:sp>
        <p:nvSpPr>
          <p:cNvPr id="181" name="V → saw | ate | walked | ...">
            <a:extLst>
              <a:ext uri="{FF2B5EF4-FFF2-40B4-BE49-F238E27FC236}">
                <a16:creationId xmlns:a16="http://schemas.microsoft.com/office/drawing/2014/main" id="{ED96201E-4D93-4593-B6FE-BCEDA2846EB2}"/>
              </a:ext>
            </a:extLst>
          </p:cNvPr>
          <p:cNvSpPr>
            <a:spLocks noGrp="1"/>
          </p:cNvSpPr>
          <p:nvPr/>
        </p:nvSpPr>
        <p:spPr>
          <a:xfrm>
            <a:off x="1421736" y="6121400"/>
            <a:ext cx="14096518" cy="1473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 → viu | comeu | caminhou | ...</a:t>
            </a:r>
          </a:p>
        </p:txBody>
      </p:sp>
      <p:sp>
        <p:nvSpPr>
          <p:cNvPr id="182" name="P → to | on | over | ...">
            <a:extLst>
              <a:ext uri="{FF2B5EF4-FFF2-40B4-BE49-F238E27FC236}">
                <a16:creationId xmlns:a16="http://schemas.microsoft.com/office/drawing/2014/main" id="{FC7A7648-2A59-49AC-81AA-5145FC0EC597}"/>
              </a:ext>
            </a:extLst>
          </p:cNvPr>
          <p:cNvSpPr>
            <a:spLocks noGrp="1"/>
          </p:cNvSpPr>
          <p:nvPr/>
        </p:nvSpPr>
        <p:spPr>
          <a:xfrm>
            <a:off x="1421736" y="8478572"/>
            <a:ext cx="11341709" cy="1473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 → para | em | sobre | ...</a:t>
            </a:r>
          </a:p>
        </p:txBody>
      </p:sp>
      <p:sp>
        <p:nvSpPr>
          <p:cNvPr id="183" name="ADJ → blue | busy | old | ...">
            <a:extLst>
              <a:ext uri="{FF2B5EF4-FFF2-40B4-BE49-F238E27FC236}">
                <a16:creationId xmlns:a16="http://schemas.microsoft.com/office/drawing/2014/main" id="{4AC24729-E59D-492C-ABA0-C54E3E23B131}"/>
              </a:ext>
            </a:extLst>
          </p:cNvPr>
          <p:cNvSpPr>
            <a:spLocks noGrp="1"/>
          </p:cNvSpPr>
          <p:nvPr/>
        </p:nvSpPr>
        <p:spPr>
          <a:xfrm>
            <a:off x="1421736" y="10835744"/>
            <a:ext cx="14727735" cy="1473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ADJ → </a:t>
            </a:r>
            <a:r>
              <a:rPr dirty="0" err="1"/>
              <a:t>azul</a:t>
            </a:r>
            <a:r>
              <a:rPr dirty="0"/>
              <a:t> | </a:t>
            </a:r>
            <a:r>
              <a:rPr dirty="0" err="1"/>
              <a:t>ocupada</a:t>
            </a:r>
            <a:r>
              <a:rPr dirty="0"/>
              <a:t> | </a:t>
            </a:r>
            <a:r>
              <a:rPr dirty="0" err="1"/>
              <a:t>velha</a:t>
            </a:r>
            <a:r>
              <a:rPr dirty="0"/>
              <a:t> | ...</a:t>
            </a:r>
          </a:p>
        </p:txBody>
      </p:sp>
    </p:spTree>
    <p:extLst>
      <p:ext uri="{BB962C8B-B14F-4D97-AF65-F5344CB8AC3E}">
        <p14:creationId xmlns:p14="http://schemas.microsoft.com/office/powerpoint/2010/main" val="1528163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NP → N | D N">
            <a:extLst>
              <a:ext uri="{FF2B5EF4-FFF2-40B4-BE49-F238E27FC236}">
                <a16:creationId xmlns:a16="http://schemas.microsoft.com/office/drawing/2014/main" id="{5293A83B-9DD8-4F7A-9D3A-D7F26755D757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788414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NP → N </a:t>
            </a:r>
            <a:r>
              <a:rPr lang="pt-BR" dirty="0"/>
              <a:t>  </a:t>
            </a:r>
            <a:r>
              <a:rPr dirty="0"/>
              <a:t> </a:t>
            </a:r>
            <a:r>
              <a:rPr lang="pt-BR" dirty="0"/>
              <a:t> </a:t>
            </a:r>
            <a:r>
              <a:rPr dirty="0"/>
              <a:t>D 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0AE779-7AD4-EDDF-AF8F-B936A04993BE}"/>
              </a:ext>
            </a:extLst>
          </p:cNvPr>
          <p:cNvCxnSpPr/>
          <p:nvPr/>
        </p:nvCxnSpPr>
        <p:spPr>
          <a:xfrm>
            <a:off x="6435969" y="6005146"/>
            <a:ext cx="0" cy="170570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399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6861" y="2986683"/>
            <a:ext cx="5497558" cy="7742634"/>
          </a:xfrm>
          <a:prstGeom prst="rect">
            <a:avLst/>
          </a:prstGeom>
          <a:ln w="12700">
            <a:miter/>
          </a:ln>
        </p:spPr>
      </p:pic>
      <p:sp>
        <p:nvSpPr>
          <p:cNvPr id="2" name="NP → N | D N">
            <a:extLst>
              <a:ext uri="{FF2B5EF4-FFF2-40B4-BE49-F238E27FC236}">
                <a16:creationId xmlns:a16="http://schemas.microsoft.com/office/drawing/2014/main" id="{D4B60907-58FA-B178-2799-4DAC1E59CDC3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788414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NP → N </a:t>
            </a:r>
            <a:r>
              <a:rPr lang="pt-BR" dirty="0"/>
              <a:t>  </a:t>
            </a:r>
            <a:r>
              <a:rPr dirty="0"/>
              <a:t> </a:t>
            </a:r>
            <a:r>
              <a:rPr lang="pt-BR" dirty="0"/>
              <a:t> </a:t>
            </a:r>
            <a:r>
              <a:rPr dirty="0"/>
              <a:t>D 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1FE58E-8EC4-1153-D561-91F77B3397DC}"/>
              </a:ext>
            </a:extLst>
          </p:cNvPr>
          <p:cNvCxnSpPr/>
          <p:nvPr/>
        </p:nvCxnSpPr>
        <p:spPr>
          <a:xfrm>
            <a:off x="6435969" y="6005146"/>
            <a:ext cx="0" cy="170570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80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718" y="3266180"/>
            <a:ext cx="10385042" cy="7183640"/>
          </a:xfrm>
          <a:prstGeom prst="rect">
            <a:avLst/>
          </a:prstGeom>
          <a:ln w="12700">
            <a:miter/>
          </a:ln>
        </p:spPr>
      </p:pic>
      <p:sp>
        <p:nvSpPr>
          <p:cNvPr id="2" name="NP → N | D N">
            <a:extLst>
              <a:ext uri="{FF2B5EF4-FFF2-40B4-BE49-F238E27FC236}">
                <a16:creationId xmlns:a16="http://schemas.microsoft.com/office/drawing/2014/main" id="{01866666-C29D-D272-D87C-7732BE143280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788414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NP → N </a:t>
            </a:r>
            <a:r>
              <a:rPr lang="pt-BR" dirty="0"/>
              <a:t>  </a:t>
            </a:r>
            <a:r>
              <a:rPr dirty="0"/>
              <a:t> </a:t>
            </a:r>
            <a:r>
              <a:rPr lang="pt-BR" dirty="0"/>
              <a:t> </a:t>
            </a:r>
            <a:r>
              <a:rPr dirty="0"/>
              <a:t>D 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F99A82-9782-EDB9-448A-D581FEF59289}"/>
              </a:ext>
            </a:extLst>
          </p:cNvPr>
          <p:cNvCxnSpPr/>
          <p:nvPr/>
        </p:nvCxnSpPr>
        <p:spPr>
          <a:xfrm>
            <a:off x="6435969" y="6005146"/>
            <a:ext cx="0" cy="170570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63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VP → V | V NP">
            <a:extLst>
              <a:ext uri="{FF2B5EF4-FFF2-40B4-BE49-F238E27FC236}">
                <a16:creationId xmlns:a16="http://schemas.microsoft.com/office/drawing/2014/main" id="{533F3632-469A-4A4A-B26C-FAB2170EB9C5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848206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VP → V </a:t>
            </a:r>
            <a:r>
              <a:rPr lang="pt-BR" dirty="0"/>
              <a:t>   </a:t>
            </a:r>
            <a:r>
              <a:rPr dirty="0"/>
              <a:t> V NP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609B38-74CD-8A57-32A3-5FD025298BE8}"/>
              </a:ext>
            </a:extLst>
          </p:cNvPr>
          <p:cNvCxnSpPr/>
          <p:nvPr/>
        </p:nvCxnSpPr>
        <p:spPr>
          <a:xfrm>
            <a:off x="6295292" y="6005146"/>
            <a:ext cx="0" cy="170570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884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6861" y="3001075"/>
            <a:ext cx="5497558" cy="7713850"/>
          </a:xfrm>
          <a:prstGeom prst="rect">
            <a:avLst/>
          </a:prstGeom>
          <a:ln w="12700">
            <a:miter/>
          </a:ln>
        </p:spPr>
      </p:pic>
      <p:sp>
        <p:nvSpPr>
          <p:cNvPr id="2" name="VP → V | V NP">
            <a:extLst>
              <a:ext uri="{FF2B5EF4-FFF2-40B4-BE49-F238E27FC236}">
                <a16:creationId xmlns:a16="http://schemas.microsoft.com/office/drawing/2014/main" id="{AEFD8AFE-5D66-3937-1481-2865204A0C77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848206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VP → V </a:t>
            </a:r>
            <a:r>
              <a:rPr lang="pt-BR" dirty="0"/>
              <a:t>   </a:t>
            </a:r>
            <a:r>
              <a:rPr dirty="0"/>
              <a:t> V NP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71C0CE-337B-B2B3-CCE2-1FE1DBEB6A3E}"/>
              </a:ext>
            </a:extLst>
          </p:cNvPr>
          <p:cNvCxnSpPr/>
          <p:nvPr/>
        </p:nvCxnSpPr>
        <p:spPr>
          <a:xfrm>
            <a:off x="6295292" y="6005146"/>
            <a:ext cx="0" cy="170570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013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126" y="2240003"/>
            <a:ext cx="13086293" cy="9235994"/>
          </a:xfrm>
          <a:prstGeom prst="rect">
            <a:avLst/>
          </a:prstGeom>
          <a:ln w="12700">
            <a:miter/>
          </a:ln>
        </p:spPr>
      </p:pic>
      <p:sp>
        <p:nvSpPr>
          <p:cNvPr id="2" name="VP → V | V NP">
            <a:extLst>
              <a:ext uri="{FF2B5EF4-FFF2-40B4-BE49-F238E27FC236}">
                <a16:creationId xmlns:a16="http://schemas.microsoft.com/office/drawing/2014/main" id="{5A622D2F-BDA2-3C7D-5F89-ADE53C0A1459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848206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VP → V </a:t>
            </a:r>
            <a:r>
              <a:rPr lang="pt-BR" dirty="0"/>
              <a:t>   </a:t>
            </a:r>
            <a:r>
              <a:rPr dirty="0"/>
              <a:t> V NP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BAFD20-7DAB-4401-4E4D-697735F9D9A8}"/>
              </a:ext>
            </a:extLst>
          </p:cNvPr>
          <p:cNvCxnSpPr/>
          <p:nvPr/>
        </p:nvCxnSpPr>
        <p:spPr>
          <a:xfrm>
            <a:off x="6295292" y="6005146"/>
            <a:ext cx="0" cy="170570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401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 → NP VP">
            <a:extLst>
              <a:ext uri="{FF2B5EF4-FFF2-40B4-BE49-F238E27FC236}">
                <a16:creationId xmlns:a16="http://schemas.microsoft.com/office/drawing/2014/main" id="{C41A50CD-0BC1-41A0-A6A0-D9BAA9F6757E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6430222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S → NP </a:t>
            </a:r>
            <a:r>
              <a:rPr lang="pt-BR" dirty="0"/>
              <a:t> </a:t>
            </a:r>
            <a:r>
              <a:rPr dirty="0"/>
              <a:t>VP</a:t>
            </a:r>
          </a:p>
        </p:txBody>
      </p:sp>
    </p:spTree>
    <p:extLst>
      <p:ext uri="{BB962C8B-B14F-4D97-AF65-F5344CB8AC3E}">
        <p14:creationId xmlns:p14="http://schemas.microsoft.com/office/powerpoint/2010/main" val="1436957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497" y="1646084"/>
            <a:ext cx="14900069" cy="10423832"/>
          </a:xfrm>
          <a:prstGeom prst="rect">
            <a:avLst/>
          </a:prstGeom>
          <a:ln w="12700">
            <a:miter/>
          </a:ln>
        </p:spPr>
      </p:pic>
      <p:sp>
        <p:nvSpPr>
          <p:cNvPr id="2" name="S → NP VP">
            <a:extLst>
              <a:ext uri="{FF2B5EF4-FFF2-40B4-BE49-F238E27FC236}">
                <a16:creationId xmlns:a16="http://schemas.microsoft.com/office/drawing/2014/main" id="{7A60DEA5-71A7-A73C-7C0E-FCF0E83CE990}"/>
              </a:ext>
            </a:extLst>
          </p:cNvPr>
          <p:cNvSpPr>
            <a:spLocks noGrp="1"/>
          </p:cNvSpPr>
          <p:nvPr/>
        </p:nvSpPr>
        <p:spPr>
          <a:xfrm>
            <a:off x="1421736" y="6114207"/>
            <a:ext cx="6430222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9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S → NP </a:t>
            </a:r>
            <a:r>
              <a:rPr lang="pt-BR" dirty="0"/>
              <a:t> </a:t>
            </a:r>
            <a:r>
              <a:rPr dirty="0"/>
              <a:t>VP</a:t>
            </a:r>
          </a:p>
        </p:txBody>
      </p:sp>
    </p:spTree>
    <p:extLst>
      <p:ext uri="{BB962C8B-B14F-4D97-AF65-F5344CB8AC3E}">
        <p14:creationId xmlns:p14="http://schemas.microsoft.com/office/powerpoint/2010/main" val="1910372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nltk">
            <a:extLst>
              <a:ext uri="{FF2B5EF4-FFF2-40B4-BE49-F238E27FC236}">
                <a16:creationId xmlns:a16="http://schemas.microsoft.com/office/drawing/2014/main" id="{99F996C9-D4B8-4FED-B4F4-EE95A9B3287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nltk</a:t>
            </a:r>
          </a:p>
        </p:txBody>
      </p:sp>
    </p:spTree>
    <p:extLst>
      <p:ext uri="{BB962C8B-B14F-4D97-AF65-F5344CB8AC3E}">
        <p14:creationId xmlns:p14="http://schemas.microsoft.com/office/powerpoint/2010/main" val="208813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n-gram">
            <a:extLst>
              <a:ext uri="{FF2B5EF4-FFF2-40B4-BE49-F238E27FC236}">
                <a16:creationId xmlns:a16="http://schemas.microsoft.com/office/drawing/2014/main" id="{0F043CD0-53DC-448A-ADA8-3E79B0DD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i="1">
                <a:latin typeface="Times New Roman"/>
                <a:ea typeface="Times New Roman"/>
                <a:cs typeface="Times New Roman"/>
              </a:rPr>
              <a:t>n-grama</a:t>
            </a:r>
          </a:p>
        </p:txBody>
      </p:sp>
      <p:sp>
        <p:nvSpPr>
          <p:cNvPr id="209" name="a contiguous sequence of n items…">
            <a:extLst>
              <a:ext uri="{FF2B5EF4-FFF2-40B4-BE49-F238E27FC236}">
                <a16:creationId xmlns:a16="http://schemas.microsoft.com/office/drawing/2014/main" id="{D8837243-7F87-41D9-896D-56A32F96A3B3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76277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sz="75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uma sequência contígua de n itens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sz="75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 uma amostra de texto</a:t>
            </a:r>
          </a:p>
        </p:txBody>
      </p:sp>
    </p:spTree>
    <p:extLst>
      <p:ext uri="{BB962C8B-B14F-4D97-AF65-F5344CB8AC3E}">
        <p14:creationId xmlns:p14="http://schemas.microsoft.com/office/powerpoint/2010/main" val="2086614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&quot;How often have I said to you that when you have eliminated the impossible whatever remains, however improbable, must be the truth?&quot;">
            <a:extLst>
              <a:ext uri="{FF2B5EF4-FFF2-40B4-BE49-F238E27FC236}">
                <a16:creationId xmlns:a16="http://schemas.microsoft.com/office/drawing/2014/main" id="{A073E711-2EC9-4B8B-9C07-16711E9746D9}"/>
              </a:ext>
            </a:extLst>
          </p:cNvPr>
          <p:cNvSpPr>
            <a:spLocks noGrp="1"/>
          </p:cNvSpPr>
          <p:nvPr/>
        </p:nvSpPr>
        <p:spPr>
          <a:xfrm>
            <a:off x="1846171" y="2708754"/>
            <a:ext cx="18844144" cy="66421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86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"Quantas vezes eu lhe disse que, quando se elimina o impossível, o que resta, por mais improvável que seja, deve ser a verdade?"</a:t>
            </a:r>
          </a:p>
        </p:txBody>
      </p:sp>
    </p:spTree>
    <p:extLst>
      <p:ext uri="{BB962C8B-B14F-4D97-AF65-F5344CB8AC3E}">
        <p14:creationId xmlns:p14="http://schemas.microsoft.com/office/powerpoint/2010/main" val="415269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&quot;How often have I said to you that when you have eliminated the impossible whatever remains, however improbable, must be the truth?&quot;">
            <a:extLst>
              <a:ext uri="{FF2B5EF4-FFF2-40B4-BE49-F238E27FC236}">
                <a16:creationId xmlns:a16="http://schemas.microsoft.com/office/drawing/2014/main" id="{E99B8CF7-93E4-42D3-A500-F099C018FCF7}"/>
              </a:ext>
            </a:extLst>
          </p:cNvPr>
          <p:cNvSpPr>
            <a:spLocks noGrp="1"/>
          </p:cNvSpPr>
          <p:nvPr/>
        </p:nvSpPr>
        <p:spPr>
          <a:xfrm>
            <a:off x="1846171" y="3331630"/>
            <a:ext cx="18844144" cy="5396349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8600">
                <a:latin typeface="Helvetica"/>
                <a:ea typeface="Helvetica"/>
                <a:cs typeface="Helvetica"/>
              </a:defRPr>
            </a:pPr>
            <a:r>
              <a:rPr dirty="0"/>
              <a:t>"</a:t>
            </a:r>
            <a:r>
              <a:rPr dirty="0">
                <a:solidFill>
                  <a:schemeClr val="accent4"/>
                </a:solidFill>
              </a:rPr>
              <a:t>Quantas </a:t>
            </a:r>
            <a:r>
              <a:rPr dirty="0" err="1">
                <a:solidFill>
                  <a:schemeClr val="accent4"/>
                </a:solidFill>
              </a:rPr>
              <a:t>vezes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eu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/>
              <a:t>lhe</a:t>
            </a:r>
            <a:r>
              <a:rPr dirty="0"/>
              <a:t> </a:t>
            </a:r>
            <a:r>
              <a:rPr dirty="0" err="1"/>
              <a:t>disse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, </a:t>
            </a:r>
            <a:r>
              <a:rPr dirty="0" err="1"/>
              <a:t>quando</a:t>
            </a:r>
            <a:r>
              <a:rPr dirty="0"/>
              <a:t> se </a:t>
            </a:r>
            <a:r>
              <a:rPr dirty="0" err="1"/>
              <a:t>elimina</a:t>
            </a:r>
            <a:r>
              <a:rPr dirty="0"/>
              <a:t> o </a:t>
            </a:r>
            <a:r>
              <a:rPr dirty="0" err="1"/>
              <a:t>impossível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resta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improvável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seja</a:t>
            </a:r>
            <a:r>
              <a:rPr dirty="0"/>
              <a:t>, </a:t>
            </a:r>
            <a:r>
              <a:rPr dirty="0" err="1"/>
              <a:t>deve</a:t>
            </a:r>
            <a:r>
              <a:rPr dirty="0"/>
              <a:t> ser a </a:t>
            </a:r>
            <a:r>
              <a:rPr dirty="0" err="1"/>
              <a:t>verdade</a:t>
            </a:r>
            <a:r>
              <a:rPr dirty="0"/>
              <a:t>?"</a:t>
            </a:r>
          </a:p>
        </p:txBody>
      </p:sp>
    </p:spTree>
    <p:extLst>
      <p:ext uri="{BB962C8B-B14F-4D97-AF65-F5344CB8AC3E}">
        <p14:creationId xmlns:p14="http://schemas.microsoft.com/office/powerpoint/2010/main" val="1123798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&quot;How often have I said to you that when you have eliminated the impossible whatever remains, however improbable, must be the truth?&quot;">
            <a:extLst>
              <a:ext uri="{FF2B5EF4-FFF2-40B4-BE49-F238E27FC236}">
                <a16:creationId xmlns:a16="http://schemas.microsoft.com/office/drawing/2014/main" id="{4D91CB1C-6303-4F07-B87D-B89C9B8799BD}"/>
              </a:ext>
            </a:extLst>
          </p:cNvPr>
          <p:cNvSpPr>
            <a:spLocks noGrp="1"/>
          </p:cNvSpPr>
          <p:nvPr/>
        </p:nvSpPr>
        <p:spPr>
          <a:xfrm>
            <a:off x="1846171" y="3331630"/>
            <a:ext cx="18844144" cy="5396349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8600">
                <a:latin typeface="Helvetica"/>
                <a:ea typeface="Helvetica"/>
                <a:cs typeface="Helvetica"/>
              </a:defRPr>
            </a:pPr>
            <a:r>
              <a:rPr dirty="0"/>
              <a:t>"Quantas </a:t>
            </a:r>
            <a:r>
              <a:rPr dirty="0" err="1">
                <a:solidFill>
                  <a:schemeClr val="accent4"/>
                </a:solidFill>
              </a:rPr>
              <a:t>vezes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eu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lhe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/>
              <a:t>disse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, </a:t>
            </a:r>
            <a:r>
              <a:rPr dirty="0" err="1"/>
              <a:t>quando</a:t>
            </a:r>
            <a:r>
              <a:rPr dirty="0"/>
              <a:t> se </a:t>
            </a:r>
            <a:r>
              <a:rPr dirty="0" err="1"/>
              <a:t>elimina</a:t>
            </a:r>
            <a:r>
              <a:rPr dirty="0"/>
              <a:t> o </a:t>
            </a:r>
            <a:r>
              <a:rPr dirty="0" err="1"/>
              <a:t>impossível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resta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improvável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seja</a:t>
            </a:r>
            <a:r>
              <a:rPr dirty="0"/>
              <a:t>, </a:t>
            </a:r>
            <a:r>
              <a:rPr dirty="0" err="1"/>
              <a:t>deve</a:t>
            </a:r>
            <a:r>
              <a:rPr dirty="0"/>
              <a:t> ser a </a:t>
            </a:r>
            <a:r>
              <a:rPr dirty="0" err="1"/>
              <a:t>verdade</a:t>
            </a:r>
            <a:r>
              <a:rPr dirty="0"/>
              <a:t>?"</a:t>
            </a:r>
          </a:p>
        </p:txBody>
      </p:sp>
    </p:spTree>
    <p:extLst>
      <p:ext uri="{BB962C8B-B14F-4D97-AF65-F5344CB8AC3E}">
        <p14:creationId xmlns:p14="http://schemas.microsoft.com/office/powerpoint/2010/main" val="1796408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&quot;How often have I said to you that when you have eliminated the impossible whatever remains, however improbable, must be the truth?&quot;">
            <a:extLst>
              <a:ext uri="{FF2B5EF4-FFF2-40B4-BE49-F238E27FC236}">
                <a16:creationId xmlns:a16="http://schemas.microsoft.com/office/drawing/2014/main" id="{49BC138C-EDCA-436A-94F4-CFD1028F9CB4}"/>
              </a:ext>
            </a:extLst>
          </p:cNvPr>
          <p:cNvSpPr>
            <a:spLocks noGrp="1"/>
          </p:cNvSpPr>
          <p:nvPr/>
        </p:nvSpPr>
        <p:spPr>
          <a:xfrm>
            <a:off x="1846171" y="3331630"/>
            <a:ext cx="18844144" cy="5396349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8600">
                <a:latin typeface="Helvetica"/>
                <a:ea typeface="Helvetica"/>
                <a:cs typeface="Helvetica"/>
              </a:defRPr>
            </a:pPr>
            <a:r>
              <a:rPr dirty="0"/>
              <a:t>"Quantas </a:t>
            </a:r>
            <a:r>
              <a:rPr dirty="0" err="1"/>
              <a:t>vezes</a:t>
            </a:r>
            <a:r>
              <a:rPr dirty="0"/>
              <a:t> </a:t>
            </a:r>
            <a:r>
              <a:rPr dirty="0" err="1">
                <a:solidFill>
                  <a:schemeClr val="accent4"/>
                </a:solidFill>
              </a:rPr>
              <a:t>eu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lhe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disse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/>
              <a:t>que</a:t>
            </a:r>
            <a:r>
              <a:rPr dirty="0"/>
              <a:t>, </a:t>
            </a:r>
            <a:r>
              <a:rPr dirty="0" err="1"/>
              <a:t>quando</a:t>
            </a:r>
            <a:r>
              <a:rPr dirty="0"/>
              <a:t> se </a:t>
            </a:r>
            <a:r>
              <a:rPr dirty="0" err="1"/>
              <a:t>elimina</a:t>
            </a:r>
            <a:r>
              <a:rPr dirty="0"/>
              <a:t> o </a:t>
            </a:r>
            <a:r>
              <a:rPr dirty="0" err="1"/>
              <a:t>impossível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resta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improvável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seja</a:t>
            </a:r>
            <a:r>
              <a:rPr dirty="0"/>
              <a:t>, </a:t>
            </a:r>
            <a:r>
              <a:rPr dirty="0" err="1"/>
              <a:t>deve</a:t>
            </a:r>
            <a:r>
              <a:rPr dirty="0"/>
              <a:t> ser a </a:t>
            </a:r>
            <a:r>
              <a:rPr dirty="0" err="1"/>
              <a:t>verdade</a:t>
            </a:r>
            <a:r>
              <a:rPr dirty="0"/>
              <a:t>?"</a:t>
            </a:r>
          </a:p>
        </p:txBody>
      </p:sp>
    </p:spTree>
    <p:extLst>
      <p:ext uri="{BB962C8B-B14F-4D97-AF65-F5344CB8AC3E}">
        <p14:creationId xmlns:p14="http://schemas.microsoft.com/office/powerpoint/2010/main" val="456999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&quot;How often have I said to you that when you have eliminated the impossible whatever remains, however improbable, must be the truth?&quot;">
            <a:extLst>
              <a:ext uri="{FF2B5EF4-FFF2-40B4-BE49-F238E27FC236}">
                <a16:creationId xmlns:a16="http://schemas.microsoft.com/office/drawing/2014/main" id="{174A5748-BA3E-4A2C-9E27-F1EA3E5D8643}"/>
              </a:ext>
            </a:extLst>
          </p:cNvPr>
          <p:cNvSpPr>
            <a:spLocks noGrp="1"/>
          </p:cNvSpPr>
          <p:nvPr/>
        </p:nvSpPr>
        <p:spPr>
          <a:xfrm>
            <a:off x="1846171" y="3331630"/>
            <a:ext cx="18844144" cy="5396349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8600">
                <a:latin typeface="Helvetica"/>
                <a:ea typeface="Helvetica"/>
                <a:cs typeface="Helvetica"/>
              </a:defRPr>
            </a:pPr>
            <a:r>
              <a:rPr dirty="0"/>
              <a:t>"Quantas </a:t>
            </a:r>
            <a:r>
              <a:rPr dirty="0" err="1"/>
              <a:t>vezes</a:t>
            </a:r>
            <a:r>
              <a:rPr dirty="0"/>
              <a:t>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>
                <a:solidFill>
                  <a:schemeClr val="accent4"/>
                </a:solidFill>
              </a:rPr>
              <a:t>lhe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disse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que</a:t>
            </a:r>
            <a:r>
              <a:rPr dirty="0"/>
              <a:t>, </a:t>
            </a:r>
            <a:r>
              <a:rPr dirty="0" err="1"/>
              <a:t>quando</a:t>
            </a:r>
            <a:r>
              <a:rPr dirty="0"/>
              <a:t> se </a:t>
            </a:r>
            <a:r>
              <a:rPr dirty="0" err="1"/>
              <a:t>elimina</a:t>
            </a:r>
            <a:r>
              <a:rPr dirty="0"/>
              <a:t> o </a:t>
            </a:r>
            <a:r>
              <a:rPr dirty="0" err="1"/>
              <a:t>impossível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resta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improvável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seja</a:t>
            </a:r>
            <a:r>
              <a:rPr dirty="0"/>
              <a:t>, </a:t>
            </a:r>
            <a:r>
              <a:rPr dirty="0" err="1"/>
              <a:t>deve</a:t>
            </a:r>
            <a:r>
              <a:rPr dirty="0"/>
              <a:t> ser a </a:t>
            </a:r>
            <a:r>
              <a:rPr dirty="0" err="1"/>
              <a:t>verdade</a:t>
            </a:r>
            <a:r>
              <a:rPr dirty="0"/>
              <a:t>?"</a:t>
            </a:r>
          </a:p>
        </p:txBody>
      </p:sp>
    </p:spTree>
    <p:extLst>
      <p:ext uri="{BB962C8B-B14F-4D97-AF65-F5344CB8AC3E}">
        <p14:creationId xmlns:p14="http://schemas.microsoft.com/office/powerpoint/2010/main" val="132041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okenization">
            <a:extLst>
              <a:ext uri="{FF2B5EF4-FFF2-40B4-BE49-F238E27FC236}">
                <a16:creationId xmlns:a16="http://schemas.microsoft.com/office/drawing/2014/main" id="{40487186-89A9-41D6-BEE3-6782B031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tokenização</a:t>
            </a:r>
          </a:p>
        </p:txBody>
      </p:sp>
      <p:sp>
        <p:nvSpPr>
          <p:cNvPr id="226" name="the task of splitting a sequence of characters into pieces (tokens)">
            <a:extLst>
              <a:ext uri="{FF2B5EF4-FFF2-40B4-BE49-F238E27FC236}">
                <a16:creationId xmlns:a16="http://schemas.microsoft.com/office/drawing/2014/main" id="{5A520539-D9BB-4F8D-8AF9-D3A001D719A6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76277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 tarefa de dividir uma sequência de caracteres em partes (tokens)</a:t>
            </a:r>
          </a:p>
        </p:txBody>
      </p:sp>
    </p:spTree>
    <p:extLst>
      <p:ext uri="{BB962C8B-B14F-4D97-AF65-F5344CB8AC3E}">
        <p14:creationId xmlns:p14="http://schemas.microsoft.com/office/powerpoint/2010/main" val="1363195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Markov Chains">
            <a:extLst>
              <a:ext uri="{FF2B5EF4-FFF2-40B4-BE49-F238E27FC236}">
                <a16:creationId xmlns:a16="http://schemas.microsoft.com/office/drawing/2014/main" id="{181CEECE-A7B1-4C27-A4B1-9448F5DF5EB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Cadeias de Markov</a:t>
            </a:r>
          </a:p>
        </p:txBody>
      </p:sp>
    </p:spTree>
    <p:extLst>
      <p:ext uri="{BB962C8B-B14F-4D97-AF65-F5344CB8AC3E}">
        <p14:creationId xmlns:p14="http://schemas.microsoft.com/office/powerpoint/2010/main" val="4807846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Line">
            <a:extLst>
              <a:ext uri="{FF2B5EF4-FFF2-40B4-BE49-F238E27FC236}">
                <a16:creationId xmlns:a16="http://schemas.microsoft.com/office/drawing/2014/main" id="{D00AFABF-3F70-4DF1-8E92-64808D31EEE1}"/>
              </a:ext>
            </a:extLst>
          </p:cNvPr>
          <p:cNvSpPr>
            <a:spLocks noGrp="1"/>
          </p:cNvSpPr>
          <p:nvPr/>
        </p:nvSpPr>
        <p:spPr>
          <a:xfrm>
            <a:off x="3642745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" name="Line">
            <a:extLst>
              <a:ext uri="{FF2B5EF4-FFF2-40B4-BE49-F238E27FC236}">
                <a16:creationId xmlns:a16="http://schemas.microsoft.com/office/drawing/2014/main" id="{665FEBA6-31C0-4914-B859-DB788498162F}"/>
              </a:ext>
            </a:extLst>
          </p:cNvPr>
          <p:cNvSpPr>
            <a:spLocks noGrp="1"/>
          </p:cNvSpPr>
          <p:nvPr/>
        </p:nvSpPr>
        <p:spPr>
          <a:xfrm>
            <a:off x="8587804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" name="Line">
            <a:extLst>
              <a:ext uri="{FF2B5EF4-FFF2-40B4-BE49-F238E27FC236}">
                <a16:creationId xmlns:a16="http://schemas.microsoft.com/office/drawing/2014/main" id="{8846F8A9-A72C-487C-905A-42A5AC9CC6F8}"/>
              </a:ext>
            </a:extLst>
          </p:cNvPr>
          <p:cNvSpPr>
            <a:spLocks noGrp="1"/>
          </p:cNvSpPr>
          <p:nvPr/>
        </p:nvSpPr>
        <p:spPr>
          <a:xfrm>
            <a:off x="13532862" y="677410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" name="Line">
            <a:extLst>
              <a:ext uri="{FF2B5EF4-FFF2-40B4-BE49-F238E27FC236}">
                <a16:creationId xmlns:a16="http://schemas.microsoft.com/office/drawing/2014/main" id="{800AA74D-D205-4083-89AE-91BFC156B1D7}"/>
              </a:ext>
            </a:extLst>
          </p:cNvPr>
          <p:cNvSpPr>
            <a:spLocks noGrp="1"/>
          </p:cNvSpPr>
          <p:nvPr/>
        </p:nvSpPr>
        <p:spPr>
          <a:xfrm>
            <a:off x="18477921" y="674613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" name="Line">
            <a:extLst>
              <a:ext uri="{FF2B5EF4-FFF2-40B4-BE49-F238E27FC236}">
                <a16:creationId xmlns:a16="http://schemas.microsoft.com/office/drawing/2014/main" id="{05BD4B45-EFD7-4ACB-9682-3D060C8DB13E}"/>
              </a:ext>
            </a:extLst>
          </p:cNvPr>
          <p:cNvSpPr>
            <a:spLocks noGrp="1"/>
          </p:cNvSpPr>
          <p:nvPr/>
        </p:nvSpPr>
        <p:spPr>
          <a:xfrm>
            <a:off x="23422979" y="669020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" name="Circle">
            <a:extLst>
              <a:ext uri="{FF2B5EF4-FFF2-40B4-BE49-F238E27FC236}">
                <a16:creationId xmlns:a16="http://schemas.microsoft.com/office/drawing/2014/main" id="{66349F62-53B2-4DD4-88A2-5B0C8E72BB37}"/>
              </a:ext>
            </a:extLst>
          </p:cNvPr>
          <p:cNvSpPr>
            <a:spLocks noGrp="1"/>
          </p:cNvSpPr>
          <p:nvPr/>
        </p:nvSpPr>
        <p:spPr>
          <a:xfrm>
            <a:off x="1284767" y="5940044"/>
            <a:ext cx="1835912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6" name="Circle">
            <a:extLst>
              <a:ext uri="{FF2B5EF4-FFF2-40B4-BE49-F238E27FC236}">
                <a16:creationId xmlns:a16="http://schemas.microsoft.com/office/drawing/2014/main" id="{A274B430-99FC-4395-BE18-6CA9CDE610FE}"/>
              </a:ext>
            </a:extLst>
          </p:cNvPr>
          <p:cNvSpPr>
            <a:spLocks noGrp="1"/>
          </p:cNvSpPr>
          <p:nvPr/>
        </p:nvSpPr>
        <p:spPr>
          <a:xfrm>
            <a:off x="6140399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7" name="Circle">
            <a:extLst>
              <a:ext uri="{FF2B5EF4-FFF2-40B4-BE49-F238E27FC236}">
                <a16:creationId xmlns:a16="http://schemas.microsoft.com/office/drawing/2014/main" id="{3A9C21B4-44E5-4100-97F6-4C98F3785C90}"/>
              </a:ext>
            </a:extLst>
          </p:cNvPr>
          <p:cNvSpPr>
            <a:spLocks noGrp="1"/>
          </p:cNvSpPr>
          <p:nvPr/>
        </p:nvSpPr>
        <p:spPr>
          <a:xfrm>
            <a:off x="10996031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8" name="Circle">
            <a:extLst>
              <a:ext uri="{FF2B5EF4-FFF2-40B4-BE49-F238E27FC236}">
                <a16:creationId xmlns:a16="http://schemas.microsoft.com/office/drawing/2014/main" id="{0EE3129B-A17C-44E6-8CEC-DF7FF143518F}"/>
              </a:ext>
            </a:extLst>
          </p:cNvPr>
          <p:cNvSpPr>
            <a:spLocks noGrp="1"/>
          </p:cNvSpPr>
          <p:nvPr/>
        </p:nvSpPr>
        <p:spPr>
          <a:xfrm>
            <a:off x="11085458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9" name="Circle">
            <a:extLst>
              <a:ext uri="{FF2B5EF4-FFF2-40B4-BE49-F238E27FC236}">
                <a16:creationId xmlns:a16="http://schemas.microsoft.com/office/drawing/2014/main" id="{5FC82DCE-5291-4755-A7F7-98576CC2CECF}"/>
              </a:ext>
            </a:extLst>
          </p:cNvPr>
          <p:cNvSpPr>
            <a:spLocks noGrp="1"/>
          </p:cNvSpPr>
          <p:nvPr/>
        </p:nvSpPr>
        <p:spPr>
          <a:xfrm>
            <a:off x="16030516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0" name="Circle">
            <a:extLst>
              <a:ext uri="{FF2B5EF4-FFF2-40B4-BE49-F238E27FC236}">
                <a16:creationId xmlns:a16="http://schemas.microsoft.com/office/drawing/2014/main" id="{980866ED-F1C8-4FC2-8F57-A0A95152A407}"/>
              </a:ext>
            </a:extLst>
          </p:cNvPr>
          <p:cNvSpPr>
            <a:spLocks noGrp="1"/>
          </p:cNvSpPr>
          <p:nvPr/>
        </p:nvSpPr>
        <p:spPr>
          <a:xfrm>
            <a:off x="20975575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068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Categorization">
            <a:extLst>
              <a:ext uri="{FF2B5EF4-FFF2-40B4-BE49-F238E27FC236}">
                <a16:creationId xmlns:a16="http://schemas.microsoft.com/office/drawing/2014/main" id="{4CACFF2F-E11B-4284-82C4-64DA74C403A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Categorização de Texto</a:t>
            </a:r>
          </a:p>
        </p:txBody>
      </p:sp>
    </p:spTree>
    <p:extLst>
      <p:ext uri="{BB962C8B-B14F-4D97-AF65-F5344CB8AC3E}">
        <p14:creationId xmlns:p14="http://schemas.microsoft.com/office/powerpoint/2010/main" val="2069881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">
            <a:extLst>
              <a:ext uri="{FF2B5EF4-FFF2-40B4-BE49-F238E27FC236}">
                <a16:creationId xmlns:a16="http://schemas.microsoft.com/office/drawing/2014/main" id="{E3DC3F27-0F21-4619-AACE-7FD0A6560BE1}"/>
              </a:ext>
            </a:extLst>
          </p:cNvPr>
          <p:cNvSpPr>
            <a:spLocks noGrp="1"/>
          </p:cNvSpPr>
          <p:nvPr/>
        </p:nvSpPr>
        <p:spPr>
          <a:xfrm>
            <a:off x="3167220" y="3586758"/>
            <a:ext cx="8811993" cy="6542484"/>
          </a:xfrm>
          <a:prstGeom prst="rect">
            <a:avLst/>
          </a:prstGeom>
          <a:ln w="762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45" name="Mail">
            <a:extLst>
              <a:ext uri="{FF2B5EF4-FFF2-40B4-BE49-F238E27FC236}">
                <a16:creationId xmlns:a16="http://schemas.microsoft.com/office/drawing/2014/main" id="{C8E3596F-C916-4137-B9EF-43E3299E1C8F}"/>
              </a:ext>
            </a:extLst>
          </p:cNvPr>
          <p:cNvSpPr>
            <a:spLocks noGrp="1"/>
          </p:cNvSpPr>
          <p:nvPr/>
        </p:nvSpPr>
        <p:spPr>
          <a:xfrm>
            <a:off x="9767778" y="6775084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46" name="Mail">
            <a:extLst>
              <a:ext uri="{FF2B5EF4-FFF2-40B4-BE49-F238E27FC236}">
                <a16:creationId xmlns:a16="http://schemas.microsoft.com/office/drawing/2014/main" id="{5FA57896-9F1E-451C-9D17-62015F52F78D}"/>
              </a:ext>
            </a:extLst>
          </p:cNvPr>
          <p:cNvSpPr>
            <a:spLocks noGrp="1"/>
          </p:cNvSpPr>
          <p:nvPr/>
        </p:nvSpPr>
        <p:spPr>
          <a:xfrm>
            <a:off x="9767778" y="5450611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47" name="Mail">
            <a:extLst>
              <a:ext uri="{FF2B5EF4-FFF2-40B4-BE49-F238E27FC236}">
                <a16:creationId xmlns:a16="http://schemas.microsoft.com/office/drawing/2014/main" id="{89723A76-793B-483D-8F0F-4A4DF7F72721}"/>
              </a:ext>
            </a:extLst>
          </p:cNvPr>
          <p:cNvSpPr>
            <a:spLocks noGrp="1"/>
          </p:cNvSpPr>
          <p:nvPr/>
        </p:nvSpPr>
        <p:spPr>
          <a:xfrm>
            <a:off x="9767778" y="4122001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48" name="Mail">
            <a:extLst>
              <a:ext uri="{FF2B5EF4-FFF2-40B4-BE49-F238E27FC236}">
                <a16:creationId xmlns:a16="http://schemas.microsoft.com/office/drawing/2014/main" id="{0B24D47A-9B8C-4E5C-9402-C3F3E36C7A95}"/>
              </a:ext>
            </a:extLst>
          </p:cNvPr>
          <p:cNvSpPr>
            <a:spLocks noGrp="1"/>
          </p:cNvSpPr>
          <p:nvPr/>
        </p:nvSpPr>
        <p:spPr>
          <a:xfrm>
            <a:off x="3934780" y="5450611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49" name="Mail">
            <a:extLst>
              <a:ext uri="{FF2B5EF4-FFF2-40B4-BE49-F238E27FC236}">
                <a16:creationId xmlns:a16="http://schemas.microsoft.com/office/drawing/2014/main" id="{C9343479-BA3D-407E-9ACE-CE8E4797E962}"/>
              </a:ext>
            </a:extLst>
          </p:cNvPr>
          <p:cNvSpPr>
            <a:spLocks noGrp="1"/>
          </p:cNvSpPr>
          <p:nvPr/>
        </p:nvSpPr>
        <p:spPr>
          <a:xfrm>
            <a:off x="7772492" y="6775084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50" name="Mail">
            <a:extLst>
              <a:ext uri="{FF2B5EF4-FFF2-40B4-BE49-F238E27FC236}">
                <a16:creationId xmlns:a16="http://schemas.microsoft.com/office/drawing/2014/main" id="{345B0AAB-8544-40E9-8ACF-A74EA66F67FE}"/>
              </a:ext>
            </a:extLst>
          </p:cNvPr>
          <p:cNvSpPr>
            <a:spLocks noGrp="1"/>
          </p:cNvSpPr>
          <p:nvPr/>
        </p:nvSpPr>
        <p:spPr>
          <a:xfrm>
            <a:off x="3934780" y="6775084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51" name="Mail">
            <a:extLst>
              <a:ext uri="{FF2B5EF4-FFF2-40B4-BE49-F238E27FC236}">
                <a16:creationId xmlns:a16="http://schemas.microsoft.com/office/drawing/2014/main" id="{2F0EEDEC-5E0A-4038-A494-E86273CE5209}"/>
              </a:ext>
            </a:extLst>
          </p:cNvPr>
          <p:cNvSpPr>
            <a:spLocks noGrp="1"/>
          </p:cNvSpPr>
          <p:nvPr/>
        </p:nvSpPr>
        <p:spPr>
          <a:xfrm>
            <a:off x="5879113" y="6779220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52" name="Mail">
            <a:extLst>
              <a:ext uri="{FF2B5EF4-FFF2-40B4-BE49-F238E27FC236}">
                <a16:creationId xmlns:a16="http://schemas.microsoft.com/office/drawing/2014/main" id="{9AFF65DE-13F3-42E9-960F-3B550B47B79C}"/>
              </a:ext>
            </a:extLst>
          </p:cNvPr>
          <p:cNvSpPr>
            <a:spLocks noGrp="1"/>
          </p:cNvSpPr>
          <p:nvPr/>
        </p:nvSpPr>
        <p:spPr>
          <a:xfrm>
            <a:off x="7823445" y="4122001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53" name="Mail">
            <a:extLst>
              <a:ext uri="{FF2B5EF4-FFF2-40B4-BE49-F238E27FC236}">
                <a16:creationId xmlns:a16="http://schemas.microsoft.com/office/drawing/2014/main" id="{A2D0CFAC-4886-4D24-8134-B33613C8F624}"/>
              </a:ext>
            </a:extLst>
          </p:cNvPr>
          <p:cNvSpPr>
            <a:spLocks noGrp="1"/>
          </p:cNvSpPr>
          <p:nvPr/>
        </p:nvSpPr>
        <p:spPr>
          <a:xfrm>
            <a:off x="5879113" y="5450611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54" name="Mail">
            <a:extLst>
              <a:ext uri="{FF2B5EF4-FFF2-40B4-BE49-F238E27FC236}">
                <a16:creationId xmlns:a16="http://schemas.microsoft.com/office/drawing/2014/main" id="{260F73EE-4675-4865-93E0-A5686DAA0EB6}"/>
              </a:ext>
            </a:extLst>
          </p:cNvPr>
          <p:cNvSpPr>
            <a:spLocks noGrp="1"/>
          </p:cNvSpPr>
          <p:nvPr/>
        </p:nvSpPr>
        <p:spPr>
          <a:xfrm>
            <a:off x="7772492" y="5450611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55" name="Mail">
            <a:extLst>
              <a:ext uri="{FF2B5EF4-FFF2-40B4-BE49-F238E27FC236}">
                <a16:creationId xmlns:a16="http://schemas.microsoft.com/office/drawing/2014/main" id="{5E8C1E8B-BAB2-4C7F-969A-BE6ACAF82FD1}"/>
              </a:ext>
            </a:extLst>
          </p:cNvPr>
          <p:cNvSpPr>
            <a:spLocks noGrp="1"/>
          </p:cNvSpPr>
          <p:nvPr/>
        </p:nvSpPr>
        <p:spPr>
          <a:xfrm>
            <a:off x="3934780" y="4122001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56" name="Mail">
            <a:extLst>
              <a:ext uri="{FF2B5EF4-FFF2-40B4-BE49-F238E27FC236}">
                <a16:creationId xmlns:a16="http://schemas.microsoft.com/office/drawing/2014/main" id="{D8D6A8BB-5955-4017-84C7-315D6C141625}"/>
              </a:ext>
            </a:extLst>
          </p:cNvPr>
          <p:cNvSpPr>
            <a:spLocks noGrp="1"/>
          </p:cNvSpPr>
          <p:nvPr/>
        </p:nvSpPr>
        <p:spPr>
          <a:xfrm>
            <a:off x="5879113" y="4122001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285" name="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245" y="8038929"/>
            <a:ext cx="1800887" cy="1800886"/>
          </a:xfrm>
          <a:prstGeom prst="rect">
            <a:avLst/>
          </a:prstGeom>
          <a:ln w="12700">
            <a:miter/>
          </a:ln>
        </p:spPr>
      </p:pic>
      <p:sp>
        <p:nvSpPr>
          <p:cNvPr id="258" name="Inbox">
            <a:extLst>
              <a:ext uri="{FF2B5EF4-FFF2-40B4-BE49-F238E27FC236}">
                <a16:creationId xmlns:a16="http://schemas.microsoft.com/office/drawing/2014/main" id="{FB6CB846-50D6-48B6-9EF7-7B2FBD3C179D}"/>
              </a:ext>
            </a:extLst>
          </p:cNvPr>
          <p:cNvSpPr>
            <a:spLocks noGrp="1"/>
          </p:cNvSpPr>
          <p:nvPr/>
        </p:nvSpPr>
        <p:spPr>
          <a:xfrm>
            <a:off x="5885311" y="8431372"/>
            <a:ext cx="1978373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Caixa de entrada</a:t>
            </a:r>
          </a:p>
        </p:txBody>
      </p:sp>
      <p:sp>
        <p:nvSpPr>
          <p:cNvPr id="259" name="Mail">
            <a:extLst>
              <a:ext uri="{FF2B5EF4-FFF2-40B4-BE49-F238E27FC236}">
                <a16:creationId xmlns:a16="http://schemas.microsoft.com/office/drawing/2014/main" id="{AAED8964-90BA-4D86-A90F-FFA3DEA45317}"/>
              </a:ext>
            </a:extLst>
          </p:cNvPr>
          <p:cNvSpPr>
            <a:spLocks noGrp="1"/>
          </p:cNvSpPr>
          <p:nvPr/>
        </p:nvSpPr>
        <p:spPr>
          <a:xfrm>
            <a:off x="13172347" y="4119955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60" name="Rectangle">
            <a:extLst>
              <a:ext uri="{FF2B5EF4-FFF2-40B4-BE49-F238E27FC236}">
                <a16:creationId xmlns:a16="http://schemas.microsoft.com/office/drawing/2014/main" id="{6724A54A-CEFC-4251-BBF9-D21744E0A41C}"/>
              </a:ext>
            </a:extLst>
          </p:cNvPr>
          <p:cNvSpPr>
            <a:spLocks noGrp="1"/>
          </p:cNvSpPr>
          <p:nvPr/>
        </p:nvSpPr>
        <p:spPr>
          <a:xfrm>
            <a:off x="12404787" y="3584712"/>
            <a:ext cx="8811994" cy="6546576"/>
          </a:xfrm>
          <a:prstGeom prst="rect">
            <a:avLst/>
          </a:prstGeom>
          <a:ln w="762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289" name="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8425" y="8038929"/>
            <a:ext cx="1800886" cy="1800886"/>
          </a:xfrm>
          <a:prstGeom prst="rect">
            <a:avLst/>
          </a:prstGeom>
          <a:ln w="12700">
            <a:miter/>
          </a:ln>
        </p:spPr>
      </p:pic>
      <p:sp>
        <p:nvSpPr>
          <p:cNvPr id="262" name="Spam">
            <a:extLst>
              <a:ext uri="{FF2B5EF4-FFF2-40B4-BE49-F238E27FC236}">
                <a16:creationId xmlns:a16="http://schemas.microsoft.com/office/drawing/2014/main" id="{4859F1D7-9983-4A21-8E36-59188C1B526B}"/>
              </a:ext>
            </a:extLst>
          </p:cNvPr>
          <p:cNvSpPr>
            <a:spLocks noGrp="1"/>
          </p:cNvSpPr>
          <p:nvPr/>
        </p:nvSpPr>
        <p:spPr>
          <a:xfrm>
            <a:off x="14997062" y="8431372"/>
            <a:ext cx="2104878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Spam</a:t>
            </a:r>
          </a:p>
        </p:txBody>
      </p:sp>
      <p:sp>
        <p:nvSpPr>
          <p:cNvPr id="263" name="Mail">
            <a:extLst>
              <a:ext uri="{FF2B5EF4-FFF2-40B4-BE49-F238E27FC236}">
                <a16:creationId xmlns:a16="http://schemas.microsoft.com/office/drawing/2014/main" id="{32F8B345-D751-43B8-8DAE-E0FEBE9BB609}"/>
              </a:ext>
            </a:extLst>
          </p:cNvPr>
          <p:cNvSpPr>
            <a:spLocks noGrp="1"/>
          </p:cNvSpPr>
          <p:nvPr/>
        </p:nvSpPr>
        <p:spPr>
          <a:xfrm>
            <a:off x="13223299" y="5448565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64" name="Mail">
            <a:extLst>
              <a:ext uri="{FF2B5EF4-FFF2-40B4-BE49-F238E27FC236}">
                <a16:creationId xmlns:a16="http://schemas.microsoft.com/office/drawing/2014/main" id="{ABB6EE85-80CA-486A-BC71-10BD706847C3}"/>
              </a:ext>
            </a:extLst>
          </p:cNvPr>
          <p:cNvSpPr>
            <a:spLocks noGrp="1"/>
          </p:cNvSpPr>
          <p:nvPr/>
        </p:nvSpPr>
        <p:spPr>
          <a:xfrm>
            <a:off x="15116680" y="4119955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65" name="Mail">
            <a:extLst>
              <a:ext uri="{FF2B5EF4-FFF2-40B4-BE49-F238E27FC236}">
                <a16:creationId xmlns:a16="http://schemas.microsoft.com/office/drawing/2014/main" id="{E4334A6C-1088-4F7F-A6F5-2A325FFAB0E0}"/>
              </a:ext>
            </a:extLst>
          </p:cNvPr>
          <p:cNvSpPr>
            <a:spLocks noGrp="1"/>
          </p:cNvSpPr>
          <p:nvPr/>
        </p:nvSpPr>
        <p:spPr>
          <a:xfrm>
            <a:off x="17061012" y="4119955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66" name="Mail">
            <a:extLst>
              <a:ext uri="{FF2B5EF4-FFF2-40B4-BE49-F238E27FC236}">
                <a16:creationId xmlns:a16="http://schemas.microsoft.com/office/drawing/2014/main" id="{7DB971E3-C32B-4D16-BA60-5BB4903B53A2}"/>
              </a:ext>
            </a:extLst>
          </p:cNvPr>
          <p:cNvSpPr>
            <a:spLocks noGrp="1"/>
          </p:cNvSpPr>
          <p:nvPr/>
        </p:nvSpPr>
        <p:spPr>
          <a:xfrm>
            <a:off x="19005345" y="4119955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67" name="Mail">
            <a:extLst>
              <a:ext uri="{FF2B5EF4-FFF2-40B4-BE49-F238E27FC236}">
                <a16:creationId xmlns:a16="http://schemas.microsoft.com/office/drawing/2014/main" id="{815F09F9-8242-481B-AC45-EF77386DDCE4}"/>
              </a:ext>
            </a:extLst>
          </p:cNvPr>
          <p:cNvSpPr>
            <a:spLocks noGrp="1"/>
          </p:cNvSpPr>
          <p:nvPr/>
        </p:nvSpPr>
        <p:spPr>
          <a:xfrm>
            <a:off x="15116680" y="5448565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68" name="Mail">
            <a:extLst>
              <a:ext uri="{FF2B5EF4-FFF2-40B4-BE49-F238E27FC236}">
                <a16:creationId xmlns:a16="http://schemas.microsoft.com/office/drawing/2014/main" id="{499F20AC-A7FB-49EE-AD17-4029EEDBB41C}"/>
              </a:ext>
            </a:extLst>
          </p:cNvPr>
          <p:cNvSpPr>
            <a:spLocks noGrp="1"/>
          </p:cNvSpPr>
          <p:nvPr/>
        </p:nvSpPr>
        <p:spPr>
          <a:xfrm>
            <a:off x="17061012" y="5448565"/>
            <a:ext cx="1481000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69" name="Mail">
            <a:extLst>
              <a:ext uri="{FF2B5EF4-FFF2-40B4-BE49-F238E27FC236}">
                <a16:creationId xmlns:a16="http://schemas.microsoft.com/office/drawing/2014/main" id="{C424A96F-9C2A-40DB-B871-9E98E975CC25}"/>
              </a:ext>
            </a:extLst>
          </p:cNvPr>
          <p:cNvSpPr>
            <a:spLocks noGrp="1"/>
          </p:cNvSpPr>
          <p:nvPr/>
        </p:nvSpPr>
        <p:spPr>
          <a:xfrm>
            <a:off x="19005345" y="5448565"/>
            <a:ext cx="1480999" cy="93622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chemeClr val="accent4">
              <a:lumOff val="-6470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solidFill>
                  <a:schemeClr val="accent4">
                    <a:lumOff val="-6470"/>
                  </a:schemeClr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9901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😀">
            <a:extLst>
              <a:ext uri="{FF2B5EF4-FFF2-40B4-BE49-F238E27FC236}">
                <a16:creationId xmlns:a16="http://schemas.microsoft.com/office/drawing/2014/main" id="{35D7B27A-2C8F-46D1-B4FA-6A8D9101CC82}"/>
              </a:ext>
            </a:extLst>
          </p:cNvPr>
          <p:cNvSpPr>
            <a:spLocks noGrp="1"/>
          </p:cNvSpPr>
          <p:nvPr/>
        </p:nvSpPr>
        <p:spPr>
          <a:xfrm>
            <a:off x="7345018" y="5137149"/>
            <a:ext cx="2654301" cy="3441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0000"/>
            </a:lvl1pPr>
          </a:lstStyle>
          <a:p>
            <a:pPr>
              <a:buNone/>
            </a:pPr>
            <a:r>
              <a:t>😀</a:t>
            </a:r>
          </a:p>
        </p:txBody>
      </p:sp>
      <p:sp>
        <p:nvSpPr>
          <p:cNvPr id="272" name="🙁">
            <a:extLst>
              <a:ext uri="{FF2B5EF4-FFF2-40B4-BE49-F238E27FC236}">
                <a16:creationId xmlns:a16="http://schemas.microsoft.com/office/drawing/2014/main" id="{6344130E-D2EE-44AD-877A-493A09C6E820}"/>
              </a:ext>
            </a:extLst>
          </p:cNvPr>
          <p:cNvSpPr>
            <a:spLocks noGrp="1"/>
          </p:cNvSpPr>
          <p:nvPr/>
        </p:nvSpPr>
        <p:spPr>
          <a:xfrm>
            <a:off x="14384681" y="5137149"/>
            <a:ext cx="2654301" cy="3441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0000"/>
            </a:lvl1pPr>
          </a:lstStyle>
          <a:p>
            <a:pPr>
              <a:buNone/>
            </a:pPr>
            <a:r>
              <a:t>🙁</a:t>
            </a:r>
          </a:p>
        </p:txBody>
      </p:sp>
    </p:spTree>
    <p:extLst>
      <p:ext uri="{BB962C8B-B14F-4D97-AF65-F5344CB8AC3E}">
        <p14:creationId xmlns:p14="http://schemas.microsoft.com/office/powerpoint/2010/main" val="1458553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&quot;My grandson loved it! So much fun!&quot;">
            <a:extLst>
              <a:ext uri="{FF2B5EF4-FFF2-40B4-BE49-F238E27FC236}">
                <a16:creationId xmlns:a16="http://schemas.microsoft.com/office/drawing/2014/main" id="{438F77E0-146C-4955-9728-68D03AA5BC87}"/>
              </a:ext>
            </a:extLst>
          </p:cNvPr>
          <p:cNvSpPr>
            <a:spLocks noGrp="1"/>
          </p:cNvSpPr>
          <p:nvPr/>
        </p:nvSpPr>
        <p:spPr>
          <a:xfrm>
            <a:off x="4776710" y="1696446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"Meu neto adorou! Foi muito divertido!"</a:t>
            </a:r>
          </a:p>
        </p:txBody>
      </p:sp>
      <p:sp>
        <p:nvSpPr>
          <p:cNvPr id="275" name="&quot;Product broke after a few days.&quot;">
            <a:extLst>
              <a:ext uri="{FF2B5EF4-FFF2-40B4-BE49-F238E27FC236}">
                <a16:creationId xmlns:a16="http://schemas.microsoft.com/office/drawing/2014/main" id="{451DD2C6-4709-45BF-978A-3D71BCFFCE38}"/>
              </a:ext>
            </a:extLst>
          </p:cNvPr>
          <p:cNvSpPr>
            <a:spLocks noGrp="1"/>
          </p:cNvSpPr>
          <p:nvPr/>
        </p:nvSpPr>
        <p:spPr>
          <a:xfrm>
            <a:off x="4776710" y="4340302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"O produto quebrou depois de alguns dias."</a:t>
            </a:r>
          </a:p>
        </p:txBody>
      </p:sp>
      <p:sp>
        <p:nvSpPr>
          <p:cNvPr id="276" name="&quot;One of the best games I've played in a long time.&quot;">
            <a:extLst>
              <a:ext uri="{FF2B5EF4-FFF2-40B4-BE49-F238E27FC236}">
                <a16:creationId xmlns:a16="http://schemas.microsoft.com/office/drawing/2014/main" id="{CF449B62-CC67-4E79-9E91-A2AC504714A1}"/>
              </a:ext>
            </a:extLst>
          </p:cNvPr>
          <p:cNvSpPr>
            <a:spLocks noGrp="1"/>
          </p:cNvSpPr>
          <p:nvPr/>
        </p:nvSpPr>
        <p:spPr>
          <a:xfrm>
            <a:off x="4776710" y="7272603"/>
            <a:ext cx="17969287" cy="22656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"Um dos melhores jogos que joguei em muito tempo."</a:t>
            </a:r>
          </a:p>
        </p:txBody>
      </p:sp>
      <p:sp>
        <p:nvSpPr>
          <p:cNvPr id="277" name="&quot;Kind of cheap and flimsy, not worth it.&quot;">
            <a:extLst>
              <a:ext uri="{FF2B5EF4-FFF2-40B4-BE49-F238E27FC236}">
                <a16:creationId xmlns:a16="http://schemas.microsoft.com/office/drawing/2014/main" id="{3E7F1961-6E54-4145-BEF1-D7895ECF667E}"/>
              </a:ext>
            </a:extLst>
          </p:cNvPr>
          <p:cNvSpPr>
            <a:spLocks noGrp="1"/>
          </p:cNvSpPr>
          <p:nvPr/>
        </p:nvSpPr>
        <p:spPr>
          <a:xfrm>
            <a:off x="4776710" y="10838453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"Meio barato e frágil; não vale a pena."</a:t>
            </a:r>
          </a:p>
        </p:txBody>
      </p:sp>
    </p:spTree>
    <p:extLst>
      <p:ext uri="{BB962C8B-B14F-4D97-AF65-F5344CB8AC3E}">
        <p14:creationId xmlns:p14="http://schemas.microsoft.com/office/powerpoint/2010/main" val="752439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&quot;My grandson loved it! So much fun!&quot;">
            <a:extLst>
              <a:ext uri="{FF2B5EF4-FFF2-40B4-BE49-F238E27FC236}">
                <a16:creationId xmlns:a16="http://schemas.microsoft.com/office/drawing/2014/main" id="{4AEE497B-7473-4E8D-B8E9-B74B96CB56DA}"/>
              </a:ext>
            </a:extLst>
          </p:cNvPr>
          <p:cNvSpPr>
            <a:spLocks noGrp="1"/>
          </p:cNvSpPr>
          <p:nvPr/>
        </p:nvSpPr>
        <p:spPr>
          <a:xfrm>
            <a:off x="4776710" y="1696446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"Meu neto adorou! Foi muito divertido!"</a:t>
            </a:r>
          </a:p>
        </p:txBody>
      </p:sp>
      <p:sp>
        <p:nvSpPr>
          <p:cNvPr id="280" name="&quot;Product broke after a few days.&quot;">
            <a:extLst>
              <a:ext uri="{FF2B5EF4-FFF2-40B4-BE49-F238E27FC236}">
                <a16:creationId xmlns:a16="http://schemas.microsoft.com/office/drawing/2014/main" id="{D431F2DA-67CC-40A7-AD11-36D09EC50424}"/>
              </a:ext>
            </a:extLst>
          </p:cNvPr>
          <p:cNvSpPr>
            <a:spLocks noGrp="1"/>
          </p:cNvSpPr>
          <p:nvPr/>
        </p:nvSpPr>
        <p:spPr>
          <a:xfrm>
            <a:off x="4776710" y="4340302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"O produto quebrou depois de alguns dias."</a:t>
            </a:r>
          </a:p>
        </p:txBody>
      </p:sp>
      <p:sp>
        <p:nvSpPr>
          <p:cNvPr id="281" name="&quot;One of the best games I've played in a long time.&quot;">
            <a:extLst>
              <a:ext uri="{FF2B5EF4-FFF2-40B4-BE49-F238E27FC236}">
                <a16:creationId xmlns:a16="http://schemas.microsoft.com/office/drawing/2014/main" id="{4EC9488E-3D83-4D87-BFC9-2986B7865195}"/>
              </a:ext>
            </a:extLst>
          </p:cNvPr>
          <p:cNvSpPr>
            <a:spLocks noGrp="1"/>
          </p:cNvSpPr>
          <p:nvPr/>
        </p:nvSpPr>
        <p:spPr>
          <a:xfrm>
            <a:off x="4776710" y="7272603"/>
            <a:ext cx="17969287" cy="22656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"Um dos melhores jogos que joguei em muito tempo."</a:t>
            </a:r>
          </a:p>
        </p:txBody>
      </p:sp>
      <p:sp>
        <p:nvSpPr>
          <p:cNvPr id="282" name="&quot;Kind of cheap and flimsy, not worth it.&quot;">
            <a:extLst>
              <a:ext uri="{FF2B5EF4-FFF2-40B4-BE49-F238E27FC236}">
                <a16:creationId xmlns:a16="http://schemas.microsoft.com/office/drawing/2014/main" id="{94A437C5-ECA3-49F9-9D18-83231566D501}"/>
              </a:ext>
            </a:extLst>
          </p:cNvPr>
          <p:cNvSpPr>
            <a:spLocks noGrp="1"/>
          </p:cNvSpPr>
          <p:nvPr/>
        </p:nvSpPr>
        <p:spPr>
          <a:xfrm>
            <a:off x="4776710" y="10838453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l">
              <a:buNone/>
              <a:defRPr sz="71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"Meio barato e frágil; não vale a pena."</a:t>
            </a:r>
          </a:p>
        </p:txBody>
      </p:sp>
      <p:sp>
        <p:nvSpPr>
          <p:cNvPr id="283" name="😀">
            <a:extLst>
              <a:ext uri="{FF2B5EF4-FFF2-40B4-BE49-F238E27FC236}">
                <a16:creationId xmlns:a16="http://schemas.microsoft.com/office/drawing/2014/main" id="{1A3E438C-5DD0-4666-BD4A-A764FAF19383}"/>
              </a:ext>
            </a:extLst>
          </p:cNvPr>
          <p:cNvSpPr>
            <a:spLocks noGrp="1"/>
          </p:cNvSpPr>
          <p:nvPr/>
        </p:nvSpPr>
        <p:spPr>
          <a:xfrm>
            <a:off x="1545989" y="1232896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😀</a:t>
            </a:r>
          </a:p>
        </p:txBody>
      </p:sp>
      <p:sp>
        <p:nvSpPr>
          <p:cNvPr id="284" name="🙁">
            <a:extLst>
              <a:ext uri="{FF2B5EF4-FFF2-40B4-BE49-F238E27FC236}">
                <a16:creationId xmlns:a16="http://schemas.microsoft.com/office/drawing/2014/main" id="{58F0887A-AC68-4424-8339-9427CB5047DE}"/>
              </a:ext>
            </a:extLst>
          </p:cNvPr>
          <p:cNvSpPr>
            <a:spLocks noGrp="1"/>
          </p:cNvSpPr>
          <p:nvPr/>
        </p:nvSpPr>
        <p:spPr>
          <a:xfrm>
            <a:off x="1545989" y="3876752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🙁</a:t>
            </a:r>
          </a:p>
        </p:txBody>
      </p:sp>
      <p:sp>
        <p:nvSpPr>
          <p:cNvPr id="285" name="😀">
            <a:extLst>
              <a:ext uri="{FF2B5EF4-FFF2-40B4-BE49-F238E27FC236}">
                <a16:creationId xmlns:a16="http://schemas.microsoft.com/office/drawing/2014/main" id="{E8173C12-FEBE-4CC5-92CF-79C9537AE9FE}"/>
              </a:ext>
            </a:extLst>
          </p:cNvPr>
          <p:cNvSpPr>
            <a:spLocks noGrp="1"/>
          </p:cNvSpPr>
          <p:nvPr/>
        </p:nvSpPr>
        <p:spPr>
          <a:xfrm>
            <a:off x="1545989" y="7348803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😀</a:t>
            </a:r>
          </a:p>
        </p:txBody>
      </p:sp>
      <p:sp>
        <p:nvSpPr>
          <p:cNvPr id="286" name="🙁">
            <a:extLst>
              <a:ext uri="{FF2B5EF4-FFF2-40B4-BE49-F238E27FC236}">
                <a16:creationId xmlns:a16="http://schemas.microsoft.com/office/drawing/2014/main" id="{B8108FDD-E991-4212-8F63-FC5BE11A9FFD}"/>
              </a:ext>
            </a:extLst>
          </p:cNvPr>
          <p:cNvSpPr>
            <a:spLocks noGrp="1"/>
          </p:cNvSpPr>
          <p:nvPr/>
        </p:nvSpPr>
        <p:spPr>
          <a:xfrm>
            <a:off x="1545989" y="10374903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🙁</a:t>
            </a:r>
          </a:p>
        </p:txBody>
      </p:sp>
    </p:spTree>
    <p:extLst>
      <p:ext uri="{BB962C8B-B14F-4D97-AF65-F5344CB8AC3E}">
        <p14:creationId xmlns:p14="http://schemas.microsoft.com/office/powerpoint/2010/main" val="563227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&quot;My grandson loved it! So much fun!&quot;">
            <a:extLst>
              <a:ext uri="{FF2B5EF4-FFF2-40B4-BE49-F238E27FC236}">
                <a16:creationId xmlns:a16="http://schemas.microsoft.com/office/drawing/2014/main" id="{F8EB4204-2A49-43CE-A706-9504A1B9A99C}"/>
              </a:ext>
            </a:extLst>
          </p:cNvPr>
          <p:cNvSpPr>
            <a:spLocks noGrp="1"/>
          </p:cNvSpPr>
          <p:nvPr/>
        </p:nvSpPr>
        <p:spPr>
          <a:xfrm>
            <a:off x="4776710" y="1696446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7100">
                <a:latin typeface="Helvetica"/>
                <a:ea typeface="Helvetica"/>
                <a:cs typeface="Helvetica"/>
              </a:defRPr>
            </a:pPr>
            <a:r>
              <a:rPr dirty="0"/>
              <a:t>"Meu </a:t>
            </a:r>
            <a:r>
              <a:rPr dirty="0" err="1"/>
              <a:t>neto</a:t>
            </a:r>
            <a:r>
              <a:rPr dirty="0"/>
              <a:t> </a:t>
            </a:r>
            <a:r>
              <a:rPr dirty="0" err="1">
                <a:solidFill>
                  <a:schemeClr val="accent3"/>
                </a:solidFill>
              </a:rPr>
              <a:t>adorou</a:t>
            </a:r>
            <a:r>
              <a:rPr dirty="0"/>
              <a:t>! Foi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>
                <a:solidFill>
                  <a:schemeClr val="accent3"/>
                </a:solidFill>
              </a:rPr>
              <a:t>divertido</a:t>
            </a:r>
            <a:r>
              <a:rPr dirty="0"/>
              <a:t>!"</a:t>
            </a:r>
          </a:p>
        </p:txBody>
      </p:sp>
      <p:sp>
        <p:nvSpPr>
          <p:cNvPr id="289" name="&quot;Product broke after a few days.&quot;">
            <a:extLst>
              <a:ext uri="{FF2B5EF4-FFF2-40B4-BE49-F238E27FC236}">
                <a16:creationId xmlns:a16="http://schemas.microsoft.com/office/drawing/2014/main" id="{B2A754BA-BA82-4605-9A9C-ABE402F2F10E}"/>
              </a:ext>
            </a:extLst>
          </p:cNvPr>
          <p:cNvSpPr>
            <a:spLocks noGrp="1"/>
          </p:cNvSpPr>
          <p:nvPr/>
        </p:nvSpPr>
        <p:spPr>
          <a:xfrm>
            <a:off x="4776710" y="4340302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7100">
                <a:latin typeface="Helvetica"/>
                <a:ea typeface="Helvetica"/>
                <a:cs typeface="Helvetica"/>
              </a:defRPr>
            </a:pPr>
            <a:r>
              <a:rPr dirty="0"/>
              <a:t>"O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>
                <a:solidFill>
                  <a:schemeClr val="accent5">
                    <a:lumMod val="75000"/>
                  </a:schemeClr>
                </a:solidFill>
              </a:rPr>
              <a:t>quebrou</a:t>
            </a:r>
            <a:r>
              <a:rPr dirty="0"/>
              <a:t> </a:t>
            </a:r>
            <a:r>
              <a:rPr dirty="0" err="1"/>
              <a:t>depois</a:t>
            </a:r>
            <a:r>
              <a:rPr dirty="0"/>
              <a:t> de </a:t>
            </a:r>
            <a:r>
              <a:rPr dirty="0" err="1"/>
              <a:t>alguns</a:t>
            </a:r>
            <a:r>
              <a:rPr dirty="0"/>
              <a:t> </a:t>
            </a:r>
            <a:r>
              <a:rPr dirty="0" err="1"/>
              <a:t>dias</a:t>
            </a:r>
            <a:r>
              <a:rPr dirty="0"/>
              <a:t>."</a:t>
            </a:r>
          </a:p>
        </p:txBody>
      </p:sp>
      <p:sp>
        <p:nvSpPr>
          <p:cNvPr id="290" name="&quot;One of the best games I've played in a long time.&quot;">
            <a:extLst>
              <a:ext uri="{FF2B5EF4-FFF2-40B4-BE49-F238E27FC236}">
                <a16:creationId xmlns:a16="http://schemas.microsoft.com/office/drawing/2014/main" id="{B41E9B17-2CE1-4349-86CF-777CD12717FC}"/>
              </a:ext>
            </a:extLst>
          </p:cNvPr>
          <p:cNvSpPr>
            <a:spLocks noGrp="1"/>
          </p:cNvSpPr>
          <p:nvPr/>
        </p:nvSpPr>
        <p:spPr>
          <a:xfrm>
            <a:off x="4776710" y="7272603"/>
            <a:ext cx="17969287" cy="226568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7100">
                <a:latin typeface="Helvetica"/>
                <a:ea typeface="Helvetica"/>
                <a:cs typeface="Helvetica"/>
              </a:defRPr>
            </a:pPr>
            <a:r>
              <a:rPr dirty="0"/>
              <a:t>"Um dos </a:t>
            </a:r>
            <a:r>
              <a:rPr dirty="0" err="1">
                <a:solidFill>
                  <a:schemeClr val="accent3"/>
                </a:solidFill>
              </a:rPr>
              <a:t>melhores</a:t>
            </a:r>
            <a:r>
              <a:rPr dirty="0"/>
              <a:t> </a:t>
            </a:r>
            <a:r>
              <a:rPr dirty="0" err="1"/>
              <a:t>jogos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joguei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tempo."</a:t>
            </a:r>
          </a:p>
        </p:txBody>
      </p:sp>
      <p:sp>
        <p:nvSpPr>
          <p:cNvPr id="291" name="&quot;Kind of cheap and flimsy, not worth it.&quot;">
            <a:extLst>
              <a:ext uri="{FF2B5EF4-FFF2-40B4-BE49-F238E27FC236}">
                <a16:creationId xmlns:a16="http://schemas.microsoft.com/office/drawing/2014/main" id="{F1559236-D00C-4667-A65F-EC76F03202E2}"/>
              </a:ext>
            </a:extLst>
          </p:cNvPr>
          <p:cNvSpPr>
            <a:spLocks noGrp="1"/>
          </p:cNvSpPr>
          <p:nvPr/>
        </p:nvSpPr>
        <p:spPr>
          <a:xfrm>
            <a:off x="4776710" y="10838453"/>
            <a:ext cx="17969287" cy="118364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 algn="l">
              <a:buNone/>
              <a:defRPr sz="7100">
                <a:latin typeface="Helvetica"/>
                <a:ea typeface="Helvetica"/>
                <a:cs typeface="Helvetica"/>
              </a:defRPr>
            </a:pPr>
            <a:r>
              <a:rPr dirty="0"/>
              <a:t>"Meio </a:t>
            </a:r>
            <a:r>
              <a:rPr dirty="0" err="1">
                <a:solidFill>
                  <a:schemeClr val="accent5">
                    <a:lumMod val="75000"/>
                  </a:schemeClr>
                </a:solidFill>
              </a:rPr>
              <a:t>barato</a:t>
            </a:r>
            <a:r>
              <a:rPr dirty="0"/>
              <a:t> e </a:t>
            </a:r>
            <a:r>
              <a:rPr dirty="0" err="1">
                <a:solidFill>
                  <a:schemeClr val="accent5">
                    <a:lumMod val="75000"/>
                  </a:schemeClr>
                </a:solidFill>
              </a:rPr>
              <a:t>frágil</a:t>
            </a:r>
            <a:r>
              <a:rPr dirty="0"/>
              <a:t>; </a:t>
            </a:r>
            <a:r>
              <a:rPr dirty="0" err="1"/>
              <a:t>não</a:t>
            </a:r>
            <a:r>
              <a:rPr dirty="0"/>
              <a:t> vale a </a:t>
            </a:r>
            <a:r>
              <a:rPr dirty="0" err="1"/>
              <a:t>pena</a:t>
            </a:r>
            <a:r>
              <a:rPr dirty="0"/>
              <a:t>."</a:t>
            </a:r>
          </a:p>
        </p:txBody>
      </p:sp>
      <p:sp>
        <p:nvSpPr>
          <p:cNvPr id="292" name="😀">
            <a:extLst>
              <a:ext uri="{FF2B5EF4-FFF2-40B4-BE49-F238E27FC236}">
                <a16:creationId xmlns:a16="http://schemas.microsoft.com/office/drawing/2014/main" id="{2E9AD86B-5555-4798-9FB6-F07E73B9D194}"/>
              </a:ext>
            </a:extLst>
          </p:cNvPr>
          <p:cNvSpPr>
            <a:spLocks noGrp="1"/>
          </p:cNvSpPr>
          <p:nvPr/>
        </p:nvSpPr>
        <p:spPr>
          <a:xfrm>
            <a:off x="1545989" y="1232896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😀</a:t>
            </a:r>
          </a:p>
        </p:txBody>
      </p:sp>
      <p:sp>
        <p:nvSpPr>
          <p:cNvPr id="293" name="🙁">
            <a:extLst>
              <a:ext uri="{FF2B5EF4-FFF2-40B4-BE49-F238E27FC236}">
                <a16:creationId xmlns:a16="http://schemas.microsoft.com/office/drawing/2014/main" id="{89DD69CD-A6C4-488D-AFF3-728B9510E237}"/>
              </a:ext>
            </a:extLst>
          </p:cNvPr>
          <p:cNvSpPr>
            <a:spLocks noGrp="1"/>
          </p:cNvSpPr>
          <p:nvPr/>
        </p:nvSpPr>
        <p:spPr>
          <a:xfrm>
            <a:off x="1545989" y="3876752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🙁</a:t>
            </a:r>
          </a:p>
        </p:txBody>
      </p:sp>
      <p:sp>
        <p:nvSpPr>
          <p:cNvPr id="294" name="😀">
            <a:extLst>
              <a:ext uri="{FF2B5EF4-FFF2-40B4-BE49-F238E27FC236}">
                <a16:creationId xmlns:a16="http://schemas.microsoft.com/office/drawing/2014/main" id="{EF03D866-B619-4D80-ACDE-7AA8FE97BF55}"/>
              </a:ext>
            </a:extLst>
          </p:cNvPr>
          <p:cNvSpPr>
            <a:spLocks noGrp="1"/>
          </p:cNvSpPr>
          <p:nvPr/>
        </p:nvSpPr>
        <p:spPr>
          <a:xfrm>
            <a:off x="1545989" y="7348803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😀</a:t>
            </a:r>
          </a:p>
        </p:txBody>
      </p:sp>
      <p:sp>
        <p:nvSpPr>
          <p:cNvPr id="295" name="🙁">
            <a:extLst>
              <a:ext uri="{FF2B5EF4-FFF2-40B4-BE49-F238E27FC236}">
                <a16:creationId xmlns:a16="http://schemas.microsoft.com/office/drawing/2014/main" id="{DCC4959E-CCAD-4963-B95F-EBBB950695B3}"/>
              </a:ext>
            </a:extLst>
          </p:cNvPr>
          <p:cNvSpPr>
            <a:spLocks noGrp="1"/>
          </p:cNvSpPr>
          <p:nvPr/>
        </p:nvSpPr>
        <p:spPr>
          <a:xfrm>
            <a:off x="1545989" y="10374903"/>
            <a:ext cx="1638301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/>
            </a:lvl1pPr>
          </a:lstStyle>
          <a:p>
            <a:pPr>
              <a:buNone/>
            </a:pPr>
            <a:r>
              <a:t>🙁</a:t>
            </a:r>
          </a:p>
        </p:txBody>
      </p:sp>
    </p:spTree>
    <p:extLst>
      <p:ext uri="{BB962C8B-B14F-4D97-AF65-F5344CB8AC3E}">
        <p14:creationId xmlns:p14="http://schemas.microsoft.com/office/powerpoint/2010/main" val="15824539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bag-of-words model">
            <a:extLst>
              <a:ext uri="{FF2B5EF4-FFF2-40B4-BE49-F238E27FC236}">
                <a16:creationId xmlns:a16="http://schemas.microsoft.com/office/drawing/2014/main" id="{942C2D50-3239-4DEF-898D-418DC6C9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512277"/>
            <a:ext cx="20828000" cy="4794488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saco</a:t>
            </a:r>
            <a:r>
              <a:rPr dirty="0"/>
              <a:t> de </a:t>
            </a:r>
            <a:r>
              <a:rPr dirty="0" err="1"/>
              <a:t>palavras</a:t>
            </a:r>
            <a:br>
              <a:rPr lang="pt-BR" dirty="0"/>
            </a:br>
            <a:r>
              <a:rPr lang="en-BR" dirty="0"/>
              <a:t>(</a:t>
            </a:r>
            <a:r>
              <a:rPr lang="en-BR" i="1" dirty="0"/>
              <a:t>bag-of-words</a:t>
            </a:r>
            <a:r>
              <a:rPr lang="en-BR" dirty="0"/>
              <a:t>)</a:t>
            </a:r>
            <a:endParaRPr dirty="0"/>
          </a:p>
        </p:txBody>
      </p:sp>
      <p:sp>
        <p:nvSpPr>
          <p:cNvPr id="298" name="model that represents text as an unordered collection of words">
            <a:extLst>
              <a:ext uri="{FF2B5EF4-FFF2-40B4-BE49-F238E27FC236}">
                <a16:creationId xmlns:a16="http://schemas.microsoft.com/office/drawing/2014/main" id="{D309DF19-651C-4467-AFA7-94D227010446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76277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modelo que representa o texto como uma coleção não ordenada de palavras</a:t>
            </a:r>
          </a:p>
        </p:txBody>
      </p:sp>
    </p:spTree>
    <p:extLst>
      <p:ext uri="{BB962C8B-B14F-4D97-AF65-F5344CB8AC3E}">
        <p14:creationId xmlns:p14="http://schemas.microsoft.com/office/powerpoint/2010/main" val="20759654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aive Bayes">
            <a:extLst>
              <a:ext uri="{FF2B5EF4-FFF2-40B4-BE49-F238E27FC236}">
                <a16:creationId xmlns:a16="http://schemas.microsoft.com/office/drawing/2014/main" id="{E70EC343-C6F7-4CD1-A50F-E0A97E2E6CA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Classificador </a:t>
            </a:r>
            <a:r>
              <a:rPr dirty="0"/>
              <a:t>Naive Bayes</a:t>
            </a:r>
          </a:p>
        </p:txBody>
      </p:sp>
    </p:spTree>
    <p:extLst>
      <p:ext uri="{BB962C8B-B14F-4D97-AF65-F5344CB8AC3E}">
        <p14:creationId xmlns:p14="http://schemas.microsoft.com/office/powerpoint/2010/main" val="2052011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Bayes' Rule">
            <a:extLst>
              <a:ext uri="{FF2B5EF4-FFF2-40B4-BE49-F238E27FC236}">
                <a16:creationId xmlns:a16="http://schemas.microsoft.com/office/drawing/2014/main" id="{CBE8D880-3665-46C2-A99B-BE436F56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Regra de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Equation">
                <a:extLst>
                  <a:ext uri="{FF2B5EF4-FFF2-40B4-BE49-F238E27FC236}">
                    <a16:creationId xmlns:a16="http://schemas.microsoft.com/office/drawing/2014/main" id="{FE9788F7-4E61-4638-8DF8-DEFF4D4323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833527" y="6642677"/>
                <a:ext cx="951612" cy="430645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3" name="Equation">
                <a:extLst>
                  <a:ext uri="{FF2B5EF4-FFF2-40B4-BE49-F238E27FC236}">
                    <a16:creationId xmlns:a16="http://schemas.microsoft.com/office/drawing/2014/main" id="{FE9788F7-4E61-4638-8DF8-DEFF4D432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527" y="6642677"/>
                <a:ext cx="951612" cy="430645"/>
              </a:xfrm>
              <a:prstGeom prst="rect">
                <a:avLst/>
              </a:prstGeom>
              <a:blipFill>
                <a:blip r:embed="rId3"/>
                <a:stretch>
                  <a:fillRect l="-35526" r="-60526" b="-344118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Equation">
                <a:extLst>
                  <a:ext uri="{FF2B5EF4-FFF2-40B4-BE49-F238E27FC236}">
                    <a16:creationId xmlns:a16="http://schemas.microsoft.com/office/drawing/2014/main" id="{44A9CA24-4770-4197-9199-5FA6E54650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822056" y="5142882"/>
                <a:ext cx="2790319" cy="1388708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4" name="Equation">
                <a:extLst>
                  <a:ext uri="{FF2B5EF4-FFF2-40B4-BE49-F238E27FC236}">
                    <a16:creationId xmlns:a16="http://schemas.microsoft.com/office/drawing/2014/main" id="{44A9CA24-4770-4197-9199-5FA6E54650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2056" y="5142882"/>
                <a:ext cx="2790319" cy="1388708"/>
              </a:xfrm>
              <a:prstGeom prst="rect">
                <a:avLst/>
              </a:prstGeom>
              <a:blipFill>
                <a:blip r:embed="rId4"/>
                <a:stretch>
                  <a:fillRect l="-19457" r="-44344" b="-92727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Equation">
                <a:extLst>
                  <a:ext uri="{FF2B5EF4-FFF2-40B4-BE49-F238E27FC236}">
                    <a16:creationId xmlns:a16="http://schemas.microsoft.com/office/drawing/2014/main" id="{BC433432-6E0F-4FA5-88AC-6CE41F89FA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708783" y="5127559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5" name="Equation">
                <a:extLst>
                  <a:ext uri="{FF2B5EF4-FFF2-40B4-BE49-F238E27FC236}">
                    <a16:creationId xmlns:a16="http://schemas.microsoft.com/office/drawing/2014/main" id="{BC433432-6E0F-4FA5-88AC-6CE41F89FA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8783" y="5127559"/>
                <a:ext cx="4472931" cy="1419353"/>
              </a:xfrm>
              <a:prstGeom prst="rect">
                <a:avLst/>
              </a:prstGeom>
              <a:blipFill>
                <a:blip r:embed="rId5"/>
                <a:stretch>
                  <a:fillRect l="-12216" r="-22727" b="-87611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Equation">
                <a:extLst>
                  <a:ext uri="{FF2B5EF4-FFF2-40B4-BE49-F238E27FC236}">
                    <a16:creationId xmlns:a16="http://schemas.microsoft.com/office/drawing/2014/main" id="{881A818D-499E-40F7-80C0-0C86592D7F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88078" y="7585425"/>
                <a:ext cx="2791931" cy="1377417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6" name="Equation">
                <a:extLst>
                  <a:ext uri="{FF2B5EF4-FFF2-40B4-BE49-F238E27FC236}">
                    <a16:creationId xmlns:a16="http://schemas.microsoft.com/office/drawing/2014/main" id="{881A818D-499E-40F7-80C0-0C86592D7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8078" y="7585425"/>
                <a:ext cx="2791931" cy="1377417"/>
              </a:xfrm>
              <a:prstGeom prst="rect">
                <a:avLst/>
              </a:prstGeom>
              <a:blipFill>
                <a:blip r:embed="rId6"/>
                <a:stretch>
                  <a:fillRect l="-19005" r="-45701" b="-94495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Equation">
                <a:extLst>
                  <a:ext uri="{FF2B5EF4-FFF2-40B4-BE49-F238E27FC236}">
                    <a16:creationId xmlns:a16="http://schemas.microsoft.com/office/drawing/2014/main" id="{6114E743-6B54-4B47-9AEA-8FB5A035FB2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33511" y="6148323"/>
                <a:ext cx="4472931" cy="1419353"/>
              </a:xfrm>
              <a:prstGeom prst="rect">
                <a:avLst/>
              </a:prstGeom>
              <a:ln w="12700"/>
            </p:spPr>
            <p:txBody>
              <a:bodyPr wrap="none" lIns="0" tIns="0" rIns="0" bIns="0">
                <a:spAutoFit/>
              </a:bodyPr>
              <a:lstStyle/>
              <a:p>
                <a:pPr algn="l" defTabSz="914400">
                  <a:buNone/>
                  <a:defRPr sz="1800" b="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𝑃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  <m:r>
                        <a:rPr sz="12700" i="1">
                          <a:solidFill>
                            <a:srgbClr val="FEFEFE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27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07" name="Equation">
                <a:extLst>
                  <a:ext uri="{FF2B5EF4-FFF2-40B4-BE49-F238E27FC236}">
                    <a16:creationId xmlns:a16="http://schemas.microsoft.com/office/drawing/2014/main" id="{6114E743-6B54-4B47-9AEA-8FB5A035F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511" y="6148323"/>
                <a:ext cx="4472931" cy="1419353"/>
              </a:xfrm>
              <a:prstGeom prst="rect">
                <a:avLst/>
              </a:prstGeom>
              <a:blipFill>
                <a:blip r:embed="rId7"/>
                <a:stretch>
                  <a:fillRect l="-12181" r="-22663" b="-89286"/>
                </a:stretch>
              </a:blipFill>
              <a:ln w="12700"/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" name="Line">
            <a:extLst>
              <a:ext uri="{FF2B5EF4-FFF2-40B4-BE49-F238E27FC236}">
                <a16:creationId xmlns:a16="http://schemas.microsoft.com/office/drawing/2014/main" id="{174EF196-C16B-4DC7-A50C-AD7B116913F4}"/>
              </a:ext>
            </a:extLst>
          </p:cNvPr>
          <p:cNvSpPr>
            <a:spLocks noGrp="1"/>
          </p:cNvSpPr>
          <p:nvPr/>
        </p:nvSpPr>
        <p:spPr>
          <a:xfrm>
            <a:off x="11758594" y="7526502"/>
            <a:ext cx="7979820" cy="1"/>
          </a:xfrm>
          <a:prstGeom prst="line">
            <a:avLst/>
          </a:prstGeom>
          <a:ln w="152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1306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(Positive)">
            <a:extLst>
              <a:ext uri="{FF2B5EF4-FFF2-40B4-BE49-F238E27FC236}">
                <a16:creationId xmlns:a16="http://schemas.microsoft.com/office/drawing/2014/main" id="{05C84993-8CBE-4B5F-9A1F-811AC46DCA08}"/>
              </a:ext>
            </a:extLst>
          </p:cNvPr>
          <p:cNvSpPr>
            <a:spLocks noGrp="1"/>
          </p:cNvSpPr>
          <p:nvPr/>
        </p:nvSpPr>
        <p:spPr>
          <a:xfrm>
            <a:off x="8706221" y="4259098"/>
            <a:ext cx="6971557" cy="19304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t>P(Positivo)</a:t>
            </a:r>
          </a:p>
        </p:txBody>
      </p:sp>
      <p:sp>
        <p:nvSpPr>
          <p:cNvPr id="311" name="P(Negative)">
            <a:extLst>
              <a:ext uri="{FF2B5EF4-FFF2-40B4-BE49-F238E27FC236}">
                <a16:creationId xmlns:a16="http://schemas.microsoft.com/office/drawing/2014/main" id="{5D6C38B5-7C9A-402A-A68D-AA9A3B00FA02}"/>
              </a:ext>
            </a:extLst>
          </p:cNvPr>
          <p:cNvSpPr>
            <a:spLocks noGrp="1"/>
          </p:cNvSpPr>
          <p:nvPr/>
        </p:nvSpPr>
        <p:spPr>
          <a:xfrm>
            <a:off x="8411542" y="7667442"/>
            <a:ext cx="7560916" cy="19304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t>P(Negativo)</a:t>
            </a:r>
          </a:p>
        </p:txBody>
      </p:sp>
    </p:spTree>
    <p:extLst>
      <p:ext uri="{BB962C8B-B14F-4D97-AF65-F5344CB8AC3E}">
        <p14:creationId xmlns:p14="http://schemas.microsoft.com/office/powerpoint/2010/main" val="861533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(😀)">
            <a:extLst>
              <a:ext uri="{FF2B5EF4-FFF2-40B4-BE49-F238E27FC236}">
                <a16:creationId xmlns:a16="http://schemas.microsoft.com/office/drawing/2014/main" id="{42733281-EA2D-4760-AFBD-A54A9079FE80}"/>
              </a:ext>
            </a:extLst>
          </p:cNvPr>
          <p:cNvSpPr>
            <a:spLocks noGrp="1"/>
          </p:cNvSpPr>
          <p:nvPr/>
        </p:nvSpPr>
        <p:spPr>
          <a:xfrm>
            <a:off x="10399886" y="4099728"/>
            <a:ext cx="3584228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P</a:t>
            </a:r>
            <a:r>
              <a:rPr i="0" dirty="0"/>
              <a:t>(😀)</a:t>
            </a:r>
          </a:p>
        </p:txBody>
      </p:sp>
      <p:sp>
        <p:nvSpPr>
          <p:cNvPr id="314" name="P(🙁)">
            <a:extLst>
              <a:ext uri="{FF2B5EF4-FFF2-40B4-BE49-F238E27FC236}">
                <a16:creationId xmlns:a16="http://schemas.microsoft.com/office/drawing/2014/main" id="{15C55FE2-1438-4A61-816A-E5B3CA76CD92}"/>
              </a:ext>
            </a:extLst>
          </p:cNvPr>
          <p:cNvSpPr>
            <a:spLocks noGrp="1"/>
          </p:cNvSpPr>
          <p:nvPr/>
        </p:nvSpPr>
        <p:spPr>
          <a:xfrm>
            <a:off x="10399886" y="7508071"/>
            <a:ext cx="3584228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t>P</a:t>
            </a:r>
            <a:r>
              <a:rPr i="0"/>
              <a:t>(🙁)</a:t>
            </a:r>
          </a:p>
        </p:txBody>
      </p:sp>
    </p:spTree>
    <p:extLst>
      <p:ext uri="{BB962C8B-B14F-4D97-AF65-F5344CB8AC3E}">
        <p14:creationId xmlns:p14="http://schemas.microsoft.com/office/powerpoint/2010/main" val="3818997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&quot;My grandson loved it!&quot;">
            <a:extLst>
              <a:ext uri="{FF2B5EF4-FFF2-40B4-BE49-F238E27FC236}">
                <a16:creationId xmlns:a16="http://schemas.microsoft.com/office/drawing/2014/main" id="{F9CF8082-FB70-4A9B-ACC6-7CA325B6F280}"/>
              </a:ext>
            </a:extLst>
          </p:cNvPr>
          <p:cNvSpPr>
            <a:spLocks noGrp="1"/>
          </p:cNvSpPr>
          <p:nvPr/>
        </p:nvSpPr>
        <p:spPr>
          <a:xfrm>
            <a:off x="3978214" y="5883375"/>
            <a:ext cx="16427574" cy="194925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i="0" dirty="0"/>
              <a:t>"Meu </a:t>
            </a:r>
            <a:r>
              <a:rPr i="0" dirty="0" err="1"/>
              <a:t>neto</a:t>
            </a:r>
            <a:r>
              <a:rPr i="0" dirty="0"/>
              <a:t> </a:t>
            </a:r>
            <a:r>
              <a:rPr i="0" dirty="0" err="1"/>
              <a:t>adorou</a:t>
            </a:r>
            <a:r>
              <a:rPr lang="pt-BR" i="0" dirty="0"/>
              <a:t> isso</a:t>
            </a:r>
            <a:r>
              <a:rPr i="0" dirty="0"/>
              <a:t>!"</a:t>
            </a:r>
          </a:p>
        </p:txBody>
      </p:sp>
    </p:spTree>
    <p:extLst>
      <p:ext uri="{BB962C8B-B14F-4D97-AF65-F5344CB8AC3E}">
        <p14:creationId xmlns:p14="http://schemas.microsoft.com/office/powerpoint/2010/main" val="1254489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(😀)">
            <a:extLst>
              <a:ext uri="{FF2B5EF4-FFF2-40B4-BE49-F238E27FC236}">
                <a16:creationId xmlns:a16="http://schemas.microsoft.com/office/drawing/2014/main" id="{6B9453F5-8F29-4DFC-BC65-76CAC734D202}"/>
              </a:ext>
            </a:extLst>
          </p:cNvPr>
          <p:cNvSpPr>
            <a:spLocks noGrp="1"/>
          </p:cNvSpPr>
          <p:nvPr/>
        </p:nvSpPr>
        <p:spPr>
          <a:xfrm>
            <a:off x="10399886" y="5803900"/>
            <a:ext cx="3584228" cy="2108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2000" b="0" i="1">
                <a:latin typeface="Times New Roman"/>
                <a:ea typeface="Times New Roman"/>
                <a:cs typeface="Times New Roman"/>
              </a:defRPr>
            </a:pPr>
            <a:r>
              <a:t>P</a:t>
            </a:r>
            <a:r>
              <a:rPr i="0"/>
              <a:t>(😀)</a:t>
            </a:r>
          </a:p>
        </p:txBody>
      </p:sp>
    </p:spTree>
    <p:extLst>
      <p:ext uri="{BB962C8B-B14F-4D97-AF65-F5344CB8AC3E}">
        <p14:creationId xmlns:p14="http://schemas.microsoft.com/office/powerpoint/2010/main" val="19823993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&quot;My grandson loved it!&quot;">
            <a:extLst>
              <a:ext uri="{FF2B5EF4-FFF2-40B4-BE49-F238E27FC236}">
                <a16:creationId xmlns:a16="http://schemas.microsoft.com/office/drawing/2014/main" id="{742AED6E-D16B-0B8E-9E31-0FD72B812576}"/>
              </a:ext>
            </a:extLst>
          </p:cNvPr>
          <p:cNvSpPr>
            <a:spLocks noGrp="1"/>
          </p:cNvSpPr>
          <p:nvPr/>
        </p:nvSpPr>
        <p:spPr>
          <a:xfrm>
            <a:off x="2444942" y="5883374"/>
            <a:ext cx="19494119" cy="194925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 </a:t>
            </a:r>
            <a:r>
              <a:rPr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pt-BR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isso</a:t>
            </a:r>
            <a:r>
              <a:rPr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75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&quot;My grandson loved it!&quot;">
            <a:extLst>
              <a:ext uri="{FF2B5EF4-FFF2-40B4-BE49-F238E27FC236}">
                <a16:creationId xmlns:a16="http://schemas.microsoft.com/office/drawing/2014/main" id="{ED93343B-E094-C514-2B70-0BB9642F8554}"/>
              </a:ext>
            </a:extLst>
          </p:cNvPr>
          <p:cNvSpPr>
            <a:spLocks noGrp="1"/>
          </p:cNvSpPr>
          <p:nvPr/>
        </p:nvSpPr>
        <p:spPr>
          <a:xfrm>
            <a:off x="716105" y="5960318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35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&quot;My grandson loved it!&quot;">
            <a:extLst>
              <a:ext uri="{FF2B5EF4-FFF2-40B4-BE49-F238E27FC236}">
                <a16:creationId xmlns:a16="http://schemas.microsoft.com/office/drawing/2014/main" id="{81720F4C-F9DC-F48B-9E9F-B6F25FD582CC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727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F4CEA-3378-A507-C4B5-15F3E26C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qual to">
            <a:extLst>
              <a:ext uri="{FF2B5EF4-FFF2-40B4-BE49-F238E27FC236}">
                <a16:creationId xmlns:a16="http://schemas.microsoft.com/office/drawing/2014/main" id="{2E894516-67B0-1357-450F-00E746C231ED}"/>
              </a:ext>
            </a:extLst>
          </p:cNvPr>
          <p:cNvSpPr>
            <a:spLocks noGrp="1"/>
          </p:cNvSpPr>
          <p:nvPr/>
        </p:nvSpPr>
        <p:spPr>
          <a:xfrm>
            <a:off x="10187433" y="4987159"/>
            <a:ext cx="400913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igual a</a:t>
            </a:r>
          </a:p>
        </p:txBody>
      </p:sp>
      <p:sp>
        <p:nvSpPr>
          <p:cNvPr id="4" name="&quot;My grandson loved it!&quot;">
            <a:extLst>
              <a:ext uri="{FF2B5EF4-FFF2-40B4-BE49-F238E27FC236}">
                <a16:creationId xmlns:a16="http://schemas.microsoft.com/office/drawing/2014/main" id="{7F50EBAB-13EE-250C-2BAB-540E1A7DCEC8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193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812A-AEA8-7E55-DFCE-37865132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qual to">
            <a:extLst>
              <a:ext uri="{FF2B5EF4-FFF2-40B4-BE49-F238E27FC236}">
                <a16:creationId xmlns:a16="http://schemas.microsoft.com/office/drawing/2014/main" id="{86078F43-F345-0BA0-67F1-79BAA5BD3E96}"/>
              </a:ext>
            </a:extLst>
          </p:cNvPr>
          <p:cNvSpPr>
            <a:spLocks noGrp="1"/>
          </p:cNvSpPr>
          <p:nvPr/>
        </p:nvSpPr>
        <p:spPr>
          <a:xfrm>
            <a:off x="10187433" y="4987159"/>
            <a:ext cx="400913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igual a</a:t>
            </a:r>
          </a:p>
        </p:txBody>
      </p:sp>
      <p:sp>
        <p:nvSpPr>
          <p:cNvPr id="6" name="&quot;My grandson loved it!&quot;">
            <a:extLst>
              <a:ext uri="{FF2B5EF4-FFF2-40B4-BE49-F238E27FC236}">
                <a16:creationId xmlns:a16="http://schemas.microsoft.com/office/drawing/2014/main" id="{512DD9D5-B5A6-F1CC-9DA6-141F6C304B78}"/>
              </a:ext>
            </a:extLst>
          </p:cNvPr>
          <p:cNvSpPr>
            <a:spLocks noGrp="1"/>
          </p:cNvSpPr>
          <p:nvPr/>
        </p:nvSpPr>
        <p:spPr>
          <a:xfrm>
            <a:off x="1334047" y="7891971"/>
            <a:ext cx="1859162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BR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o”,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&quot;My grandson loved it!&quot;">
            <a:extLst>
              <a:ext uri="{FF2B5EF4-FFF2-40B4-BE49-F238E27FC236}">
                <a16:creationId xmlns:a16="http://schemas.microsoft.com/office/drawing/2014/main" id="{D1F7A809-45E2-D363-8B9F-666861DEACF0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38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9793-5053-0225-4EDE-F82A21CE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qual to">
            <a:extLst>
              <a:ext uri="{FF2B5EF4-FFF2-40B4-BE49-F238E27FC236}">
                <a16:creationId xmlns:a16="http://schemas.microsoft.com/office/drawing/2014/main" id="{B6732576-BA44-F645-F4DF-7772993DE42E}"/>
              </a:ext>
            </a:extLst>
          </p:cNvPr>
          <p:cNvSpPr>
            <a:spLocks noGrp="1"/>
          </p:cNvSpPr>
          <p:nvPr/>
        </p:nvSpPr>
        <p:spPr>
          <a:xfrm>
            <a:off x="10187433" y="4987159"/>
            <a:ext cx="400913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igual a</a:t>
            </a:r>
          </a:p>
        </p:txBody>
      </p:sp>
      <p:sp>
        <p:nvSpPr>
          <p:cNvPr id="7" name="&quot;My grandson loved it!&quot;">
            <a:extLst>
              <a:ext uri="{FF2B5EF4-FFF2-40B4-BE49-F238E27FC236}">
                <a16:creationId xmlns:a16="http://schemas.microsoft.com/office/drawing/2014/main" id="{20CCD291-F48C-1C1C-BD92-DA9E530BEA38}"/>
              </a:ext>
            </a:extLst>
          </p:cNvPr>
          <p:cNvSpPr>
            <a:spLocks noGrp="1"/>
          </p:cNvSpPr>
          <p:nvPr/>
        </p:nvSpPr>
        <p:spPr>
          <a:xfrm>
            <a:off x="19994437" y="7891970"/>
            <a:ext cx="2667397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&quot;My grandson loved it!&quot;">
            <a:extLst>
              <a:ext uri="{FF2B5EF4-FFF2-40B4-BE49-F238E27FC236}">
                <a16:creationId xmlns:a16="http://schemas.microsoft.com/office/drawing/2014/main" id="{F4120EBF-FF4A-1274-54C8-8D90E61285FD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&quot;My grandson loved it!&quot;">
            <a:extLst>
              <a:ext uri="{FF2B5EF4-FFF2-40B4-BE49-F238E27FC236}">
                <a16:creationId xmlns:a16="http://schemas.microsoft.com/office/drawing/2014/main" id="{4B7BA695-14F7-2994-82CA-4FD859885A4E}"/>
              </a:ext>
            </a:extLst>
          </p:cNvPr>
          <p:cNvSpPr>
            <a:spLocks noGrp="1"/>
          </p:cNvSpPr>
          <p:nvPr/>
        </p:nvSpPr>
        <p:spPr>
          <a:xfrm>
            <a:off x="1334047" y="7891971"/>
            <a:ext cx="1859162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BR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o”,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052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9373-7B12-69E4-9956-DFD63CE1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qual to">
            <a:extLst>
              <a:ext uri="{FF2B5EF4-FFF2-40B4-BE49-F238E27FC236}">
                <a16:creationId xmlns:a16="http://schemas.microsoft.com/office/drawing/2014/main" id="{766FF282-73B3-5D65-B8CA-12BD76953BB3}"/>
              </a:ext>
            </a:extLst>
          </p:cNvPr>
          <p:cNvSpPr>
            <a:spLocks noGrp="1"/>
          </p:cNvSpPr>
          <p:nvPr/>
        </p:nvSpPr>
        <p:spPr>
          <a:xfrm>
            <a:off x="10187433" y="4987159"/>
            <a:ext cx="400913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igual a</a:t>
            </a:r>
          </a:p>
        </p:txBody>
      </p:sp>
      <p:sp>
        <p:nvSpPr>
          <p:cNvPr id="5" name="&quot;My grandson loved it!&quot;">
            <a:extLst>
              <a:ext uri="{FF2B5EF4-FFF2-40B4-BE49-F238E27FC236}">
                <a16:creationId xmlns:a16="http://schemas.microsoft.com/office/drawing/2014/main" id="{324BC9CB-7815-DBF5-D4B8-027396E5C56F}"/>
              </a:ext>
            </a:extLst>
          </p:cNvPr>
          <p:cNvSpPr>
            <a:spLocks noGrp="1"/>
          </p:cNvSpPr>
          <p:nvPr/>
        </p:nvSpPr>
        <p:spPr>
          <a:xfrm>
            <a:off x="19994437" y="7891970"/>
            <a:ext cx="2667397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F9CD62CE-58B8-6243-4A57-8455CA1AEE2B}"/>
              </a:ext>
            </a:extLst>
          </p:cNvPr>
          <p:cNvSpPr>
            <a:spLocks noGrp="1"/>
          </p:cNvSpPr>
          <p:nvPr/>
        </p:nvSpPr>
        <p:spPr>
          <a:xfrm>
            <a:off x="1491236" y="9661123"/>
            <a:ext cx="21227889" cy="1"/>
          </a:xfrm>
          <a:prstGeom prst="line">
            <a:avLst/>
          </a:prstGeom>
          <a:ln w="508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" name="&quot;My grandson loved it!&quot;">
            <a:extLst>
              <a:ext uri="{FF2B5EF4-FFF2-40B4-BE49-F238E27FC236}">
                <a16:creationId xmlns:a16="http://schemas.microsoft.com/office/drawing/2014/main" id="{A7216813-583C-C655-A695-11BA26C347CE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&quot;My grandson loved it!&quot;">
            <a:extLst>
              <a:ext uri="{FF2B5EF4-FFF2-40B4-BE49-F238E27FC236}">
                <a16:creationId xmlns:a16="http://schemas.microsoft.com/office/drawing/2014/main" id="{ED30CE49-366F-740A-3630-9B69CEE8C3A5}"/>
              </a:ext>
            </a:extLst>
          </p:cNvPr>
          <p:cNvSpPr>
            <a:spLocks noGrp="1"/>
          </p:cNvSpPr>
          <p:nvPr/>
        </p:nvSpPr>
        <p:spPr>
          <a:xfrm>
            <a:off x="1334047" y="7891971"/>
            <a:ext cx="1859162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BR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o”,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6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E258-3394-289F-7967-99411FB1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qual to">
            <a:extLst>
              <a:ext uri="{FF2B5EF4-FFF2-40B4-BE49-F238E27FC236}">
                <a16:creationId xmlns:a16="http://schemas.microsoft.com/office/drawing/2014/main" id="{B044D280-5845-DB72-B8E5-F802D40EAAAA}"/>
              </a:ext>
            </a:extLst>
          </p:cNvPr>
          <p:cNvSpPr>
            <a:spLocks noGrp="1"/>
          </p:cNvSpPr>
          <p:nvPr/>
        </p:nvSpPr>
        <p:spPr>
          <a:xfrm>
            <a:off x="10187433" y="4987159"/>
            <a:ext cx="4009133" cy="1320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igual a</a:t>
            </a:r>
          </a:p>
        </p:txBody>
      </p:sp>
      <p:sp>
        <p:nvSpPr>
          <p:cNvPr id="5" name="&quot;My grandson loved it!&quot;">
            <a:extLst>
              <a:ext uri="{FF2B5EF4-FFF2-40B4-BE49-F238E27FC236}">
                <a16:creationId xmlns:a16="http://schemas.microsoft.com/office/drawing/2014/main" id="{F2ACCFDC-A502-5688-013A-B59582E55C14}"/>
              </a:ext>
            </a:extLst>
          </p:cNvPr>
          <p:cNvSpPr>
            <a:spLocks noGrp="1"/>
          </p:cNvSpPr>
          <p:nvPr/>
        </p:nvSpPr>
        <p:spPr>
          <a:xfrm>
            <a:off x="19994437" y="7891970"/>
            <a:ext cx="2667397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911021DE-F8D5-7DA7-0019-886867C8045B}"/>
              </a:ext>
            </a:extLst>
          </p:cNvPr>
          <p:cNvSpPr>
            <a:spLocks noGrp="1"/>
          </p:cNvSpPr>
          <p:nvPr/>
        </p:nvSpPr>
        <p:spPr>
          <a:xfrm>
            <a:off x="1491236" y="9661123"/>
            <a:ext cx="21227889" cy="1"/>
          </a:xfrm>
          <a:prstGeom prst="line">
            <a:avLst/>
          </a:prstGeom>
          <a:ln w="508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" name="&quot;My grandson loved it!&quot;">
            <a:extLst>
              <a:ext uri="{FF2B5EF4-FFF2-40B4-BE49-F238E27FC236}">
                <a16:creationId xmlns:a16="http://schemas.microsoft.com/office/drawing/2014/main" id="{81B7BA58-D90E-57B6-8859-9DF640AD2262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&quot;My grandson loved it!&quot;">
            <a:extLst>
              <a:ext uri="{FF2B5EF4-FFF2-40B4-BE49-F238E27FC236}">
                <a16:creationId xmlns:a16="http://schemas.microsoft.com/office/drawing/2014/main" id="{E3CFD188-BA31-BAA1-E795-D02DE5702684}"/>
              </a:ext>
            </a:extLst>
          </p:cNvPr>
          <p:cNvSpPr>
            <a:spLocks noGrp="1"/>
          </p:cNvSpPr>
          <p:nvPr/>
        </p:nvSpPr>
        <p:spPr>
          <a:xfrm>
            <a:off x="1334047" y="7891971"/>
            <a:ext cx="1859162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BR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o”,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&quot;My grandson loved it!&quot;">
            <a:extLst>
              <a:ext uri="{FF2B5EF4-FFF2-40B4-BE49-F238E27FC236}">
                <a16:creationId xmlns:a16="http://schemas.microsoft.com/office/drawing/2014/main" id="{56234927-D30B-0174-1009-CDC5CA374A89}"/>
              </a:ext>
            </a:extLst>
          </p:cNvPr>
          <p:cNvSpPr>
            <a:spLocks noGrp="1"/>
          </p:cNvSpPr>
          <p:nvPr/>
        </p:nvSpPr>
        <p:spPr>
          <a:xfrm>
            <a:off x="4029508" y="9942689"/>
            <a:ext cx="16324982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BR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o”,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420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BEAA-7034-9E5C-683B-CD537434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qual to">
            <a:extLst>
              <a:ext uri="{FF2B5EF4-FFF2-40B4-BE49-F238E27FC236}">
                <a16:creationId xmlns:a16="http://schemas.microsoft.com/office/drawing/2014/main" id="{C823AAC3-1EA3-0598-87D5-42016547C712}"/>
              </a:ext>
            </a:extLst>
          </p:cNvPr>
          <p:cNvSpPr>
            <a:spLocks noGrp="1"/>
          </p:cNvSpPr>
          <p:nvPr/>
        </p:nvSpPr>
        <p:spPr>
          <a:xfrm>
            <a:off x="8889814" y="4980711"/>
            <a:ext cx="660437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proporcional</a:t>
            </a:r>
            <a:r>
              <a:rPr dirty="0"/>
              <a:t> a</a:t>
            </a:r>
          </a:p>
        </p:txBody>
      </p:sp>
      <p:sp>
        <p:nvSpPr>
          <p:cNvPr id="5" name="&quot;My grandson loved it!&quot;">
            <a:extLst>
              <a:ext uri="{FF2B5EF4-FFF2-40B4-BE49-F238E27FC236}">
                <a16:creationId xmlns:a16="http://schemas.microsoft.com/office/drawing/2014/main" id="{9D7EA609-49E0-AD4C-54A8-70D2D7413E91}"/>
              </a:ext>
            </a:extLst>
          </p:cNvPr>
          <p:cNvSpPr>
            <a:spLocks noGrp="1"/>
          </p:cNvSpPr>
          <p:nvPr/>
        </p:nvSpPr>
        <p:spPr>
          <a:xfrm>
            <a:off x="19994437" y="7891970"/>
            <a:ext cx="2667397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&quot;My grandson loved it!&quot;">
            <a:extLst>
              <a:ext uri="{FF2B5EF4-FFF2-40B4-BE49-F238E27FC236}">
                <a16:creationId xmlns:a16="http://schemas.microsoft.com/office/drawing/2014/main" id="{FB60D2CF-15EE-BAD4-C2BA-92ED6A8D6181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&quot;My grandson loved it!&quot;">
            <a:extLst>
              <a:ext uri="{FF2B5EF4-FFF2-40B4-BE49-F238E27FC236}">
                <a16:creationId xmlns:a16="http://schemas.microsoft.com/office/drawing/2014/main" id="{DAE478B1-AD60-10FE-AC41-67B2E241F69F}"/>
              </a:ext>
            </a:extLst>
          </p:cNvPr>
          <p:cNvSpPr>
            <a:spLocks noGrp="1"/>
          </p:cNvSpPr>
          <p:nvPr/>
        </p:nvSpPr>
        <p:spPr>
          <a:xfrm>
            <a:off x="1334047" y="7891971"/>
            <a:ext cx="1859162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BR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o”,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43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19C1-8975-5F41-BA9F-D4DAFE4D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qual to">
            <a:extLst>
              <a:ext uri="{FF2B5EF4-FFF2-40B4-BE49-F238E27FC236}">
                <a16:creationId xmlns:a16="http://schemas.microsoft.com/office/drawing/2014/main" id="{F9433225-A1DD-9620-63A1-F8D54C43199A}"/>
              </a:ext>
            </a:extLst>
          </p:cNvPr>
          <p:cNvSpPr>
            <a:spLocks noGrp="1"/>
          </p:cNvSpPr>
          <p:nvPr/>
        </p:nvSpPr>
        <p:spPr>
          <a:xfrm>
            <a:off x="8889814" y="4980711"/>
            <a:ext cx="6604372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proporcional</a:t>
            </a:r>
            <a:r>
              <a:rPr dirty="0"/>
              <a:t> a</a:t>
            </a:r>
          </a:p>
        </p:txBody>
      </p:sp>
      <p:sp>
        <p:nvSpPr>
          <p:cNvPr id="6" name="&quot;My grandson loved it!&quot;">
            <a:extLst>
              <a:ext uri="{FF2B5EF4-FFF2-40B4-BE49-F238E27FC236}">
                <a16:creationId xmlns:a16="http://schemas.microsoft.com/office/drawing/2014/main" id="{C5690E70-7B0D-A862-7779-9CEB07EECBC5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&quot;My grandson loved it!&quot;">
            <a:extLst>
              <a:ext uri="{FF2B5EF4-FFF2-40B4-BE49-F238E27FC236}">
                <a16:creationId xmlns:a16="http://schemas.microsoft.com/office/drawing/2014/main" id="{C9AA3B26-3974-7007-0B69-31D5D7619B53}"/>
              </a:ext>
            </a:extLst>
          </p:cNvPr>
          <p:cNvSpPr>
            <a:spLocks noGrp="1"/>
          </p:cNvSpPr>
          <p:nvPr/>
        </p:nvSpPr>
        <p:spPr>
          <a:xfrm>
            <a:off x="2896186" y="7891971"/>
            <a:ext cx="1859162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defRPr i="1"/>
            </a:pP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(😀,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BR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o”,</a:t>
            </a:r>
            <a:r>
              <a:rPr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9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9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9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11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0DD2F-F69A-BDDD-99B7-D92A999DA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&quot;My grandson loved it!&quot;">
            <a:extLst>
              <a:ext uri="{FF2B5EF4-FFF2-40B4-BE49-F238E27FC236}">
                <a16:creationId xmlns:a16="http://schemas.microsoft.com/office/drawing/2014/main" id="{1A3A427E-6E76-8A6E-37D3-D0D4CFC6E8AF}"/>
              </a:ext>
            </a:extLst>
          </p:cNvPr>
          <p:cNvSpPr>
            <a:spLocks noGrp="1"/>
          </p:cNvSpPr>
          <p:nvPr/>
        </p:nvSpPr>
        <p:spPr>
          <a:xfrm>
            <a:off x="716105" y="1402704"/>
            <a:ext cx="22951797" cy="1795363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 |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BR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neto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sz="1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adorou</a:t>
            </a:r>
            <a:r>
              <a:rPr lang="en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pt-BR" sz="1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“isso”)</a:t>
            </a:r>
            <a:endParaRPr sz="11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qual to">
            <a:extLst>
              <a:ext uri="{FF2B5EF4-FFF2-40B4-BE49-F238E27FC236}">
                <a16:creationId xmlns:a16="http://schemas.microsoft.com/office/drawing/2014/main" id="{E96F362D-1110-588F-F8FC-16525A66F37E}"/>
              </a:ext>
            </a:extLst>
          </p:cNvPr>
          <p:cNvSpPr>
            <a:spLocks noGrp="1"/>
          </p:cNvSpPr>
          <p:nvPr/>
        </p:nvSpPr>
        <p:spPr>
          <a:xfrm>
            <a:off x="5495454" y="4980711"/>
            <a:ext cx="13393090" cy="1333698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ingenuamente proporcional</a:t>
            </a:r>
            <a:r>
              <a:rPr dirty="0"/>
              <a:t> a</a:t>
            </a:r>
          </a:p>
        </p:txBody>
      </p:sp>
      <p:sp>
        <p:nvSpPr>
          <p:cNvPr id="4" name="&quot;My grandson loved it!&quot;">
            <a:extLst>
              <a:ext uri="{FF2B5EF4-FFF2-40B4-BE49-F238E27FC236}">
                <a16:creationId xmlns:a16="http://schemas.microsoft.com/office/drawing/2014/main" id="{B66C206F-CB7F-29DE-51F3-3C238DAFF93D}"/>
              </a:ext>
            </a:extLst>
          </p:cNvPr>
          <p:cNvSpPr>
            <a:spLocks noGrp="1"/>
          </p:cNvSpPr>
          <p:nvPr/>
        </p:nvSpPr>
        <p:spPr>
          <a:xfrm>
            <a:off x="813896" y="8045859"/>
            <a:ext cx="22756230" cy="117981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  <a:defRPr i="1"/>
            </a:pPr>
            <a:r>
              <a:rPr lang="pt-BR" sz="7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7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(😀)</a:t>
            </a:r>
            <a:r>
              <a:rPr lang="pt-BR" sz="7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7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(“meu” | 😀)</a:t>
            </a:r>
            <a:r>
              <a:rPr lang="pt-BR" sz="7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7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(“neto” | 😀)</a:t>
            </a:r>
            <a:r>
              <a:rPr lang="pt-BR" sz="7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7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(“adorou” | 😀)</a:t>
            </a:r>
            <a:r>
              <a:rPr lang="pt-BR" sz="7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7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(“isso” | 😀)</a:t>
            </a:r>
            <a:endParaRPr sz="7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138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(😀) =">
            <a:extLst>
              <a:ext uri="{FF2B5EF4-FFF2-40B4-BE49-F238E27FC236}">
                <a16:creationId xmlns:a16="http://schemas.microsoft.com/office/drawing/2014/main" id="{A4DABB0A-E2D7-48F9-BB41-767C82A5E6F7}"/>
              </a:ext>
            </a:extLst>
          </p:cNvPr>
          <p:cNvSpPr>
            <a:spLocks noGrp="1"/>
          </p:cNvSpPr>
          <p:nvPr/>
        </p:nvSpPr>
        <p:spPr>
          <a:xfrm>
            <a:off x="2979375" y="5235224"/>
            <a:ext cx="6002314" cy="2603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5000" b="0" i="1">
                <a:latin typeface="Times New Roman"/>
                <a:ea typeface="Times New Roman"/>
                <a:cs typeface="Times New Roman"/>
              </a:defRPr>
            </a:pPr>
            <a:r>
              <a:t>P</a:t>
            </a:r>
            <a:r>
              <a:rPr i="0"/>
              <a:t>(😀) =</a:t>
            </a:r>
          </a:p>
        </p:txBody>
      </p:sp>
      <p:sp>
        <p:nvSpPr>
          <p:cNvPr id="347" name="number of positive samples">
            <a:extLst>
              <a:ext uri="{FF2B5EF4-FFF2-40B4-BE49-F238E27FC236}">
                <a16:creationId xmlns:a16="http://schemas.microsoft.com/office/drawing/2014/main" id="{986CCB51-D77D-4919-BF33-A9E47989FE83}"/>
              </a:ext>
            </a:extLst>
          </p:cNvPr>
          <p:cNvSpPr>
            <a:spLocks noGrp="1"/>
          </p:cNvSpPr>
          <p:nvPr/>
        </p:nvSpPr>
        <p:spPr>
          <a:xfrm>
            <a:off x="11653347" y="5012145"/>
            <a:ext cx="10192198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número de amostras positivas</a:t>
            </a:r>
          </a:p>
        </p:txBody>
      </p:sp>
      <p:sp>
        <p:nvSpPr>
          <p:cNvPr id="348" name="Line">
            <a:extLst>
              <a:ext uri="{FF2B5EF4-FFF2-40B4-BE49-F238E27FC236}">
                <a16:creationId xmlns:a16="http://schemas.microsoft.com/office/drawing/2014/main" id="{6A4B7566-0A14-4EDC-8B51-908960E23D95}"/>
              </a:ext>
            </a:extLst>
          </p:cNvPr>
          <p:cNvSpPr>
            <a:spLocks noGrp="1"/>
          </p:cNvSpPr>
          <p:nvPr/>
        </p:nvSpPr>
        <p:spPr>
          <a:xfrm>
            <a:off x="10422146" y="6536974"/>
            <a:ext cx="12654600" cy="1"/>
          </a:xfrm>
          <a:prstGeom prst="line">
            <a:avLst/>
          </a:prstGeom>
          <a:ln w="508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9" name="number of total samples">
            <a:extLst>
              <a:ext uri="{FF2B5EF4-FFF2-40B4-BE49-F238E27FC236}">
                <a16:creationId xmlns:a16="http://schemas.microsoft.com/office/drawing/2014/main" id="{A8B3200A-7E9C-4161-B276-B4490660DAFD}"/>
              </a:ext>
            </a:extLst>
          </p:cNvPr>
          <p:cNvSpPr>
            <a:spLocks noGrp="1"/>
          </p:cNvSpPr>
          <p:nvPr/>
        </p:nvSpPr>
        <p:spPr>
          <a:xfrm>
            <a:off x="12288843" y="7045804"/>
            <a:ext cx="8921205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número total de amostras</a:t>
            </a:r>
          </a:p>
        </p:txBody>
      </p:sp>
    </p:spTree>
    <p:extLst>
      <p:ext uri="{BB962C8B-B14F-4D97-AF65-F5344CB8AC3E}">
        <p14:creationId xmlns:p14="http://schemas.microsoft.com/office/powerpoint/2010/main" val="19546834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(&quot;loved&quot; | 😀) =">
            <a:extLst>
              <a:ext uri="{FF2B5EF4-FFF2-40B4-BE49-F238E27FC236}">
                <a16:creationId xmlns:a16="http://schemas.microsoft.com/office/drawing/2014/main" id="{D1A38443-6D32-42C3-B501-85C3A598A9B7}"/>
              </a:ext>
            </a:extLst>
          </p:cNvPr>
          <p:cNvSpPr>
            <a:spLocks noGrp="1"/>
          </p:cNvSpPr>
          <p:nvPr/>
        </p:nvSpPr>
        <p:spPr>
          <a:xfrm>
            <a:off x="535731" y="5793181"/>
            <a:ext cx="8953220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000" b="0" i="1">
                <a:latin typeface="Times New Roman"/>
                <a:ea typeface="Times New Roman"/>
                <a:cs typeface="Times New Roman"/>
              </a:defRPr>
            </a:pPr>
            <a:r>
              <a:rPr sz="9000" dirty="0"/>
              <a:t>P("</a:t>
            </a:r>
            <a:r>
              <a:rPr sz="9000" dirty="0" err="1"/>
              <a:t>adorou</a:t>
            </a:r>
            <a:r>
              <a:rPr sz="9000" dirty="0"/>
              <a:t>" | 😀) =</a:t>
            </a:r>
          </a:p>
        </p:txBody>
      </p:sp>
      <p:sp>
        <p:nvSpPr>
          <p:cNvPr id="352" name="number of positive samples with &quot;loved&quot;">
            <a:extLst>
              <a:ext uri="{FF2B5EF4-FFF2-40B4-BE49-F238E27FC236}">
                <a16:creationId xmlns:a16="http://schemas.microsoft.com/office/drawing/2014/main" id="{A10CC3F2-ADE4-4E07-A864-05ED8604DD97}"/>
              </a:ext>
            </a:extLst>
          </p:cNvPr>
          <p:cNvSpPr>
            <a:spLocks noGrp="1"/>
          </p:cNvSpPr>
          <p:nvPr/>
        </p:nvSpPr>
        <p:spPr>
          <a:xfrm>
            <a:off x="10183143" y="5110100"/>
            <a:ext cx="13132607" cy="914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número de amostras positivas com "adorou"</a:t>
            </a:r>
          </a:p>
        </p:txBody>
      </p:sp>
      <p:sp>
        <p:nvSpPr>
          <p:cNvPr id="353" name="Line">
            <a:extLst>
              <a:ext uri="{FF2B5EF4-FFF2-40B4-BE49-F238E27FC236}">
                <a16:creationId xmlns:a16="http://schemas.microsoft.com/office/drawing/2014/main" id="{621D55D5-3F37-4A6E-A2A8-2D5457DD4364}"/>
              </a:ext>
            </a:extLst>
          </p:cNvPr>
          <p:cNvSpPr>
            <a:spLocks noGrp="1"/>
          </p:cNvSpPr>
          <p:nvPr/>
        </p:nvSpPr>
        <p:spPr>
          <a:xfrm>
            <a:off x="9659296" y="6536974"/>
            <a:ext cx="14180300" cy="1"/>
          </a:xfrm>
          <a:prstGeom prst="line">
            <a:avLst/>
          </a:prstGeom>
          <a:ln w="508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 sz="8500"/>
          </a:p>
        </p:txBody>
      </p:sp>
      <p:sp>
        <p:nvSpPr>
          <p:cNvPr id="354" name="number of positive samples">
            <a:extLst>
              <a:ext uri="{FF2B5EF4-FFF2-40B4-BE49-F238E27FC236}">
                <a16:creationId xmlns:a16="http://schemas.microsoft.com/office/drawing/2014/main" id="{38565F7B-A4C0-4CF3-991A-9E661D69B8D7}"/>
              </a:ext>
            </a:extLst>
          </p:cNvPr>
          <p:cNvSpPr>
            <a:spLocks noGrp="1"/>
          </p:cNvSpPr>
          <p:nvPr/>
        </p:nvSpPr>
        <p:spPr>
          <a:xfrm>
            <a:off x="12241224" y="7049448"/>
            <a:ext cx="9016443" cy="914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número de amostras positivas</a:t>
            </a:r>
          </a:p>
        </p:txBody>
      </p:sp>
    </p:spTree>
    <p:extLst>
      <p:ext uri="{BB962C8B-B14F-4D97-AF65-F5344CB8AC3E}">
        <p14:creationId xmlns:p14="http://schemas.microsoft.com/office/powerpoint/2010/main" val="14521322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(😀)P(&quot;my&quot; | 😀)P(&quot;grandson&quot; | 😀)…">
            <a:extLst>
              <a:ext uri="{FF2B5EF4-FFF2-40B4-BE49-F238E27FC236}">
                <a16:creationId xmlns:a16="http://schemas.microsoft.com/office/drawing/2014/main" id="{D22919CF-B649-487D-8A14-B5A68422548F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P(😀)P("meu" | 😀)P("neto" | 😀)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😀) P("isso" | 😀)</a:t>
            </a:r>
          </a:p>
        </p:txBody>
      </p:sp>
      <p:graphicFrame>
        <p:nvGraphicFramePr>
          <p:cNvPr id="360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1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1773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(😀)P(&quot;my&quot; | 😀)P(&quot;grandson&quot; | 😀)…">
            <a:extLst>
              <a:ext uri="{FF2B5EF4-FFF2-40B4-BE49-F238E27FC236}">
                <a16:creationId xmlns:a16="http://schemas.microsoft.com/office/drawing/2014/main" id="{622CB292-4DB7-4438-80F9-706994B22594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P(😀)P("meu" | 😀)P("neto" | 😀)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😀) P("isso" | 😀)</a:t>
            </a:r>
          </a:p>
        </p:txBody>
      </p:sp>
      <p:graphicFrame>
        <p:nvGraphicFramePr>
          <p:cNvPr id="364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5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1159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(😀)P(&quot;my&quot; | 😀)P(&quot;grandson&quot; | 😀)…">
            <a:extLst>
              <a:ext uri="{FF2B5EF4-FFF2-40B4-BE49-F238E27FC236}">
                <a16:creationId xmlns:a16="http://schemas.microsoft.com/office/drawing/2014/main" id="{9FFE8D3E-5790-4DC1-AC2A-9AFBA21D9D92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P(😀)P("meu" | 😀)P("neto" | 😀)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😀) P("isso" | 😀)</a:t>
            </a:r>
          </a:p>
        </p:txBody>
      </p:sp>
      <p:graphicFrame>
        <p:nvGraphicFramePr>
          <p:cNvPr id="371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72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7" name="😀 0.00014112">
            <a:extLst>
              <a:ext uri="{FF2B5EF4-FFF2-40B4-BE49-F238E27FC236}">
                <a16:creationId xmlns:a16="http://schemas.microsoft.com/office/drawing/2014/main" id="{F0BA420A-784D-4F63-80E8-7DF8D33C34A0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782561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0.00014112</a:t>
            </a:r>
          </a:p>
        </p:txBody>
      </p:sp>
    </p:spTree>
    <p:extLst>
      <p:ext uri="{BB962C8B-B14F-4D97-AF65-F5344CB8AC3E}">
        <p14:creationId xmlns:p14="http://schemas.microsoft.com/office/powerpoint/2010/main" val="6972665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(😀)P(&quot;my&quot; | 😀)P(&quot;grandson&quot; | 😀)…">
            <a:extLst>
              <a:ext uri="{FF2B5EF4-FFF2-40B4-BE49-F238E27FC236}">
                <a16:creationId xmlns:a16="http://schemas.microsoft.com/office/drawing/2014/main" id="{C0AD6014-885F-478D-9BE0-608F4B680743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P(😀)P("meu" | 😀)P("neto" | 😀)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😀) P("isso" | 😀)</a:t>
            </a:r>
          </a:p>
        </p:txBody>
      </p:sp>
      <p:graphicFrame>
        <p:nvGraphicFramePr>
          <p:cNvPr id="376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77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2" name="😀 0.00014112">
            <a:extLst>
              <a:ext uri="{FF2B5EF4-FFF2-40B4-BE49-F238E27FC236}">
                <a16:creationId xmlns:a16="http://schemas.microsoft.com/office/drawing/2014/main" id="{825B9C7E-6F07-40C5-9878-55DB665EAE45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782561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0.00014112</a:t>
            </a:r>
          </a:p>
        </p:txBody>
      </p:sp>
    </p:spTree>
    <p:extLst>
      <p:ext uri="{BB962C8B-B14F-4D97-AF65-F5344CB8AC3E}">
        <p14:creationId xmlns:p14="http://schemas.microsoft.com/office/powerpoint/2010/main" val="6234832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(🙁)P(&quot;my&quot; | 🙁)P(&quot;grandson&quot; | 🙁)…">
            <a:extLst>
              <a:ext uri="{FF2B5EF4-FFF2-40B4-BE49-F238E27FC236}">
                <a16:creationId xmlns:a16="http://schemas.microsoft.com/office/drawing/2014/main" id="{69B90180-7AB1-4B11-ABCB-CB5C1DDA0AF2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381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2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7" name="😀 0.00014112">
            <a:extLst>
              <a:ext uri="{FF2B5EF4-FFF2-40B4-BE49-F238E27FC236}">
                <a16:creationId xmlns:a16="http://schemas.microsoft.com/office/drawing/2014/main" id="{C3A53920-C3C0-41D4-9AAA-DC4CA138D63E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782561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0.00014112</a:t>
            </a:r>
          </a:p>
        </p:txBody>
      </p:sp>
    </p:spTree>
    <p:extLst>
      <p:ext uri="{BB962C8B-B14F-4D97-AF65-F5344CB8AC3E}">
        <p14:creationId xmlns:p14="http://schemas.microsoft.com/office/powerpoint/2010/main" val="19045493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(🙁)P(&quot;my&quot; | 🙁)P(&quot;grandson&quot; | 🙁)…">
            <a:extLst>
              <a:ext uri="{FF2B5EF4-FFF2-40B4-BE49-F238E27FC236}">
                <a16:creationId xmlns:a16="http://schemas.microsoft.com/office/drawing/2014/main" id="{1401AD4D-A5CD-4B4F-9E11-0C7FA206901A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386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7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2" name="😀 0.00014112">
            <a:extLst>
              <a:ext uri="{FF2B5EF4-FFF2-40B4-BE49-F238E27FC236}">
                <a16:creationId xmlns:a16="http://schemas.microsoft.com/office/drawing/2014/main" id="{6588820A-BE68-4391-9004-421D22EC17E5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782561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0.00014112</a:t>
            </a:r>
          </a:p>
        </p:txBody>
      </p:sp>
    </p:spTree>
    <p:extLst>
      <p:ext uri="{BB962C8B-B14F-4D97-AF65-F5344CB8AC3E}">
        <p14:creationId xmlns:p14="http://schemas.microsoft.com/office/powerpoint/2010/main" val="14836313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(🙁)P(&quot;my&quot; | 🙁)P(&quot;grandson&quot; | 🙁)…">
            <a:extLst>
              <a:ext uri="{FF2B5EF4-FFF2-40B4-BE49-F238E27FC236}">
                <a16:creationId xmlns:a16="http://schemas.microsoft.com/office/drawing/2014/main" id="{11F714F1-84C1-44B7-8678-B8DBB3A3B5AF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392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3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7" name="😀 0.00014112">
            <a:extLst>
              <a:ext uri="{FF2B5EF4-FFF2-40B4-BE49-F238E27FC236}">
                <a16:creationId xmlns:a16="http://schemas.microsoft.com/office/drawing/2014/main" id="{E4EC9E0B-5C44-4801-AAD1-DC8427713CE4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782561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0.00014112</a:t>
            </a:r>
          </a:p>
        </p:txBody>
      </p:sp>
      <p:sp>
        <p:nvSpPr>
          <p:cNvPr id="388" name="🙁 0.00006528">
            <a:extLst>
              <a:ext uri="{FF2B5EF4-FFF2-40B4-BE49-F238E27FC236}">
                <a16:creationId xmlns:a16="http://schemas.microsoft.com/office/drawing/2014/main" id="{A701990F-94D5-49B5-8FFF-0ED12C12D6E8}"/>
              </a:ext>
            </a:extLst>
          </p:cNvPr>
          <p:cNvSpPr>
            <a:spLocks noGrp="1"/>
          </p:cNvSpPr>
          <p:nvPr/>
        </p:nvSpPr>
        <p:spPr>
          <a:xfrm>
            <a:off x="1480523" y="10429181"/>
            <a:ext cx="791363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🙁 </a:t>
            </a:r>
            <a:r>
              <a:rPr i="0">
                <a:latin typeface="Consolas"/>
                <a:ea typeface="Consolas"/>
                <a:cs typeface="Consolas"/>
              </a:rPr>
              <a:t>0.00006528</a:t>
            </a:r>
          </a:p>
        </p:txBody>
      </p:sp>
    </p:spTree>
    <p:extLst>
      <p:ext uri="{BB962C8B-B14F-4D97-AF65-F5344CB8AC3E}">
        <p14:creationId xmlns:p14="http://schemas.microsoft.com/office/powerpoint/2010/main" val="14965621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(🙁)P(&quot;my&quot; | 🙁)P(&quot;grandson&quot; | 🙁)…">
            <a:extLst>
              <a:ext uri="{FF2B5EF4-FFF2-40B4-BE49-F238E27FC236}">
                <a16:creationId xmlns:a16="http://schemas.microsoft.com/office/drawing/2014/main" id="{268D9A67-CC4F-432E-8011-48BEC25F692C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398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9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3" name="😀 0.00014112">
            <a:extLst>
              <a:ext uri="{FF2B5EF4-FFF2-40B4-BE49-F238E27FC236}">
                <a16:creationId xmlns:a16="http://schemas.microsoft.com/office/drawing/2014/main" id="{32AB9832-74D5-476C-ACC5-2A53DA32A060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782561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0.00014112</a:t>
            </a:r>
          </a:p>
        </p:txBody>
      </p:sp>
      <p:sp>
        <p:nvSpPr>
          <p:cNvPr id="394" name="🙁 0.00006528">
            <a:extLst>
              <a:ext uri="{FF2B5EF4-FFF2-40B4-BE49-F238E27FC236}">
                <a16:creationId xmlns:a16="http://schemas.microsoft.com/office/drawing/2014/main" id="{D7ED9367-27B4-4610-BCD1-D33F79B07825}"/>
              </a:ext>
            </a:extLst>
          </p:cNvPr>
          <p:cNvSpPr>
            <a:spLocks noGrp="1"/>
          </p:cNvSpPr>
          <p:nvPr/>
        </p:nvSpPr>
        <p:spPr>
          <a:xfrm>
            <a:off x="1480523" y="10429181"/>
            <a:ext cx="791363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🙁 </a:t>
            </a:r>
            <a:r>
              <a:rPr i="0">
                <a:latin typeface="Consolas"/>
                <a:ea typeface="Consolas"/>
                <a:cs typeface="Consolas"/>
              </a:rPr>
              <a:t>0.00006528</a:t>
            </a:r>
          </a:p>
        </p:txBody>
      </p:sp>
    </p:spTree>
    <p:extLst>
      <p:ext uri="{BB962C8B-B14F-4D97-AF65-F5344CB8AC3E}">
        <p14:creationId xmlns:p14="http://schemas.microsoft.com/office/powerpoint/2010/main" val="6128382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(🙁)P(&quot;my&quot; | 🙁)P(&quot;grandson&quot; | 🙁)…">
            <a:extLst>
              <a:ext uri="{FF2B5EF4-FFF2-40B4-BE49-F238E27FC236}">
                <a16:creationId xmlns:a16="http://schemas.microsoft.com/office/drawing/2014/main" id="{CDA30938-00E0-48CC-9928-6D80F5F3C13E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404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5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" name="😀 0.6837">
            <a:extLst>
              <a:ext uri="{FF2B5EF4-FFF2-40B4-BE49-F238E27FC236}">
                <a16:creationId xmlns:a16="http://schemas.microsoft.com/office/drawing/2014/main" id="{1B87BEC0-3860-41E4-B908-10DE7D150AAF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5257900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0.6837</a:t>
            </a:r>
          </a:p>
        </p:txBody>
      </p:sp>
      <p:sp>
        <p:nvSpPr>
          <p:cNvPr id="400" name="🙁 0.3163">
            <a:extLst>
              <a:ext uri="{FF2B5EF4-FFF2-40B4-BE49-F238E27FC236}">
                <a16:creationId xmlns:a16="http://schemas.microsoft.com/office/drawing/2014/main" id="{5CD45047-09E9-4CBE-970C-42483CE3A6C2}"/>
              </a:ext>
            </a:extLst>
          </p:cNvPr>
          <p:cNvSpPr>
            <a:spLocks noGrp="1"/>
          </p:cNvSpPr>
          <p:nvPr/>
        </p:nvSpPr>
        <p:spPr>
          <a:xfrm>
            <a:off x="1480523" y="10429181"/>
            <a:ext cx="5257900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🙁 </a:t>
            </a:r>
            <a:r>
              <a:rPr i="0">
                <a:latin typeface="Consolas"/>
                <a:ea typeface="Consolas"/>
                <a:cs typeface="Consolas"/>
              </a:rPr>
              <a:t>0.3163</a:t>
            </a:r>
          </a:p>
        </p:txBody>
      </p:sp>
    </p:spTree>
    <p:extLst>
      <p:ext uri="{BB962C8B-B14F-4D97-AF65-F5344CB8AC3E}">
        <p14:creationId xmlns:p14="http://schemas.microsoft.com/office/powerpoint/2010/main" val="7842666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(🙁)P(&quot;my&quot; | 🙁)P(&quot;grandson&quot; | 🙁)…">
            <a:extLst>
              <a:ext uri="{FF2B5EF4-FFF2-40B4-BE49-F238E27FC236}">
                <a16:creationId xmlns:a16="http://schemas.microsoft.com/office/drawing/2014/main" id="{017AD34B-2646-4051-8366-2E553D831C28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406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7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8484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(🙁)P(&quot;my&quot; | 🙁)P(&quot;grandson&quot; | 🙁)…">
            <a:extLst>
              <a:ext uri="{FF2B5EF4-FFF2-40B4-BE49-F238E27FC236}">
                <a16:creationId xmlns:a16="http://schemas.microsoft.com/office/drawing/2014/main" id="{380F1B30-8665-4557-B32F-679EC1E621D6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410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1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270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(🙁)P(&quot;my&quot; | 🙁)P(&quot;grandson&quot; | 🙁)…">
            <a:extLst>
              <a:ext uri="{FF2B5EF4-FFF2-40B4-BE49-F238E27FC236}">
                <a16:creationId xmlns:a16="http://schemas.microsoft.com/office/drawing/2014/main" id="{DB6BC60D-69D8-4B5E-A3F7-E338E75AECBB}"/>
              </a:ext>
            </a:extLst>
          </p:cNvPr>
          <p:cNvSpPr>
            <a:spLocks noGrp="1"/>
          </p:cNvSpPr>
          <p:nvPr/>
        </p:nvSpPr>
        <p:spPr>
          <a:xfrm>
            <a:off x="3296183" y="611438"/>
            <a:ext cx="17791634" cy="327651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P(🙁)P("meu" | 🙁)P("neto" | 🙁)</a:t>
            </a:r>
            <a:endParaRPr i="0"/>
          </a:p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sz="94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P("adorou" | 🙁) P("isso" | 🙁)</a:t>
            </a:r>
          </a:p>
        </p:txBody>
      </p:sp>
      <p:graphicFrame>
        <p:nvGraphicFramePr>
          <p:cNvPr id="418" name="Table 1"/>
          <p:cNvGraphicFramePr/>
          <p:nvPr/>
        </p:nvGraphicFramePr>
        <p:xfrm>
          <a:off x="11404472" y="5058929"/>
          <a:ext cx="12054639" cy="7356875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0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meu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0,20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neto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adorou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0,08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isso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0,30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9" name="Table 1-1"/>
          <p:cNvGraphicFramePr/>
          <p:nvPr/>
        </p:nvGraphicFramePr>
        <p:xfrm>
          <a:off x="1466124" y="5090783"/>
          <a:ext cx="8970308" cy="2787648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😀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8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🙁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0,49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0,51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3" name="😀 0.00000000">
            <a:extLst>
              <a:ext uri="{FF2B5EF4-FFF2-40B4-BE49-F238E27FC236}">
                <a16:creationId xmlns:a16="http://schemas.microsoft.com/office/drawing/2014/main" id="{2B9DAB9C-27AF-4C19-8E96-FCAB0F861C0D}"/>
              </a:ext>
            </a:extLst>
          </p:cNvPr>
          <p:cNvSpPr>
            <a:spLocks noGrp="1"/>
          </p:cNvSpPr>
          <p:nvPr/>
        </p:nvSpPr>
        <p:spPr>
          <a:xfrm>
            <a:off x="1480523" y="8645375"/>
            <a:ext cx="791363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😀 </a:t>
            </a:r>
            <a:r>
              <a:rPr i="0">
                <a:latin typeface="Consolas"/>
                <a:ea typeface="Consolas"/>
                <a:cs typeface="Consolas"/>
              </a:rPr>
              <a:t>0.00000000</a:t>
            </a:r>
          </a:p>
        </p:txBody>
      </p:sp>
      <p:sp>
        <p:nvSpPr>
          <p:cNvPr id="414" name="🙁 0.00006528">
            <a:extLst>
              <a:ext uri="{FF2B5EF4-FFF2-40B4-BE49-F238E27FC236}">
                <a16:creationId xmlns:a16="http://schemas.microsoft.com/office/drawing/2014/main" id="{5F004E01-DF68-4DDD-8973-026676377126}"/>
              </a:ext>
            </a:extLst>
          </p:cNvPr>
          <p:cNvSpPr>
            <a:spLocks noGrp="1"/>
          </p:cNvSpPr>
          <p:nvPr/>
        </p:nvSpPr>
        <p:spPr>
          <a:xfrm>
            <a:off x="1480523" y="10429181"/>
            <a:ext cx="7913639" cy="16637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4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🙁 </a:t>
            </a:r>
            <a:r>
              <a:rPr i="0">
                <a:latin typeface="Consolas"/>
                <a:ea typeface="Consolas"/>
                <a:cs typeface="Consolas"/>
              </a:rPr>
              <a:t>0.00006528</a:t>
            </a:r>
          </a:p>
        </p:txBody>
      </p:sp>
    </p:spTree>
    <p:extLst>
      <p:ext uri="{BB962C8B-B14F-4D97-AF65-F5344CB8AC3E}">
        <p14:creationId xmlns:p14="http://schemas.microsoft.com/office/powerpoint/2010/main" val="18502023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additive smoothing">
            <a:extLst>
              <a:ext uri="{FF2B5EF4-FFF2-40B4-BE49-F238E27FC236}">
                <a16:creationId xmlns:a16="http://schemas.microsoft.com/office/drawing/2014/main" id="{2D308BF4-84DD-4BD8-890E-5C4FCD1E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suavização aditiva</a:t>
            </a:r>
          </a:p>
        </p:txBody>
      </p:sp>
      <p:sp>
        <p:nvSpPr>
          <p:cNvPr id="417" name="adding a value α to each value in our distribution to smooth the data">
            <a:extLst>
              <a:ext uri="{FF2B5EF4-FFF2-40B4-BE49-F238E27FC236}">
                <a16:creationId xmlns:a16="http://schemas.microsoft.com/office/drawing/2014/main" id="{FFDE5455-239A-4891-9004-F309409B4DE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adicionar</a:t>
            </a:r>
            <a:r>
              <a:rPr dirty="0"/>
              <a:t> um valor </a:t>
            </a:r>
            <a:r>
              <a:rPr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dirty="0"/>
              <a:t> a </a:t>
            </a:r>
            <a:r>
              <a:rPr dirty="0" err="1"/>
              <a:t>cada</a:t>
            </a:r>
            <a:r>
              <a:rPr dirty="0"/>
              <a:t> valor da </a:t>
            </a:r>
            <a:r>
              <a:rPr dirty="0" err="1"/>
              <a:t>distribuição</a:t>
            </a:r>
            <a:r>
              <a:rPr dirty="0"/>
              <a:t> para </a:t>
            </a:r>
            <a:r>
              <a:rPr dirty="0" err="1"/>
              <a:t>suavizar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dados</a:t>
            </a:r>
          </a:p>
        </p:txBody>
      </p:sp>
    </p:spTree>
    <p:extLst>
      <p:ext uri="{BB962C8B-B14F-4D97-AF65-F5344CB8AC3E}">
        <p14:creationId xmlns:p14="http://schemas.microsoft.com/office/powerpoint/2010/main" val="3785607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Laplace smoothing">
            <a:extLst>
              <a:ext uri="{FF2B5EF4-FFF2-40B4-BE49-F238E27FC236}">
                <a16:creationId xmlns:a16="http://schemas.microsoft.com/office/drawing/2014/main" id="{6F48F518-2186-4814-904A-13F30FE1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Laplace</a:t>
            </a:r>
          </a:p>
        </p:txBody>
      </p:sp>
      <p:sp>
        <p:nvSpPr>
          <p:cNvPr id="420" name="adding 1 to each value in our distribution:…">
            <a:extLst>
              <a:ext uri="{FF2B5EF4-FFF2-40B4-BE49-F238E27FC236}">
                <a16:creationId xmlns:a16="http://schemas.microsoft.com/office/drawing/2014/main" id="{B2408E27-1ABB-4E7A-9F1D-41C25803B14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sz="75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somar 1 a cada valor da distribuição: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sz="75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simular uma ocorrência adicional de cada valor</a:t>
            </a:r>
          </a:p>
        </p:txBody>
      </p:sp>
    </p:spTree>
    <p:extLst>
      <p:ext uri="{BB962C8B-B14F-4D97-AF65-F5344CB8AC3E}">
        <p14:creationId xmlns:p14="http://schemas.microsoft.com/office/powerpoint/2010/main" val="12145101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Word Representation">
            <a:extLst>
              <a:ext uri="{FF2B5EF4-FFF2-40B4-BE49-F238E27FC236}">
                <a16:creationId xmlns:a16="http://schemas.microsoft.com/office/drawing/2014/main" id="{0AF94455-1A19-4AF6-9EA6-C5C76CF6876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Representação de Palavras</a:t>
            </a:r>
          </a:p>
        </p:txBody>
      </p:sp>
    </p:spTree>
    <p:extLst>
      <p:ext uri="{BB962C8B-B14F-4D97-AF65-F5344CB8AC3E}">
        <p14:creationId xmlns:p14="http://schemas.microsoft.com/office/powerpoint/2010/main" val="7273607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519" y="1779185"/>
            <a:ext cx="21584962" cy="10157630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8459298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&quot;He wrote a book.&quot;">
            <a:extLst>
              <a:ext uri="{FF2B5EF4-FFF2-40B4-BE49-F238E27FC236}">
                <a16:creationId xmlns:a16="http://schemas.microsoft.com/office/drawing/2014/main" id="{16C145F1-6756-49E5-8629-40A06E79BC82}"/>
              </a:ext>
            </a:extLst>
          </p:cNvPr>
          <p:cNvSpPr>
            <a:spLocks noGrp="1"/>
          </p:cNvSpPr>
          <p:nvPr/>
        </p:nvSpPr>
        <p:spPr>
          <a:xfrm>
            <a:off x="6451785" y="1267147"/>
            <a:ext cx="11480429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"Ele escreveu um livro."</a:t>
            </a:r>
          </a:p>
        </p:txBody>
      </p:sp>
      <p:sp>
        <p:nvSpPr>
          <p:cNvPr id="427" name="he    [1, 0, 0, 0]">
            <a:extLst>
              <a:ext uri="{FF2B5EF4-FFF2-40B4-BE49-F238E27FC236}">
                <a16:creationId xmlns:a16="http://schemas.microsoft.com/office/drawing/2014/main" id="{AD4EA8F9-DA9D-41E0-98E9-08CDF56CF94C}"/>
              </a:ext>
            </a:extLst>
          </p:cNvPr>
          <p:cNvSpPr>
            <a:spLocks noGrp="1"/>
          </p:cNvSpPr>
          <p:nvPr/>
        </p:nvSpPr>
        <p:spPr>
          <a:xfrm>
            <a:off x="1484098" y="4571993"/>
            <a:ext cx="14914339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 err="1"/>
              <a:t>ele</a:t>
            </a:r>
            <a:r>
              <a:rPr dirty="0"/>
              <a:t>     </a:t>
            </a:r>
            <a:r>
              <a:rPr lang="pt-BR" dirty="0"/>
              <a:t> </a:t>
            </a:r>
            <a:r>
              <a:rPr dirty="0"/>
              <a:t>[1, 0, 0, 0]</a:t>
            </a:r>
          </a:p>
        </p:txBody>
      </p:sp>
      <p:sp>
        <p:nvSpPr>
          <p:cNvPr id="428" name="wrote [0, 1, 0, 0]">
            <a:extLst>
              <a:ext uri="{FF2B5EF4-FFF2-40B4-BE49-F238E27FC236}">
                <a16:creationId xmlns:a16="http://schemas.microsoft.com/office/drawing/2014/main" id="{E99CD03E-E74B-4152-9FD4-53718683302B}"/>
              </a:ext>
            </a:extLst>
          </p:cNvPr>
          <p:cNvSpPr>
            <a:spLocks noGrp="1"/>
          </p:cNvSpPr>
          <p:nvPr/>
        </p:nvSpPr>
        <p:spPr>
          <a:xfrm>
            <a:off x="1484098" y="6491151"/>
            <a:ext cx="9220722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escreveu [0, 1, 0, 0]</a:t>
            </a:r>
          </a:p>
        </p:txBody>
      </p:sp>
      <p:sp>
        <p:nvSpPr>
          <p:cNvPr id="429" name="a     [0, 0, 1, 0]">
            <a:extLst>
              <a:ext uri="{FF2B5EF4-FFF2-40B4-BE49-F238E27FC236}">
                <a16:creationId xmlns:a16="http://schemas.microsoft.com/office/drawing/2014/main" id="{C6915383-DD33-495D-B0D5-336289EDD4EC}"/>
              </a:ext>
            </a:extLst>
          </p:cNvPr>
          <p:cNvSpPr>
            <a:spLocks noGrp="1"/>
          </p:cNvSpPr>
          <p:nvPr/>
        </p:nvSpPr>
        <p:spPr>
          <a:xfrm>
            <a:off x="1484098" y="8394435"/>
            <a:ext cx="14914339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/>
              <a:t>um      </a:t>
            </a:r>
            <a:r>
              <a:rPr lang="pt-BR" dirty="0"/>
              <a:t> </a:t>
            </a:r>
            <a:r>
              <a:rPr dirty="0"/>
              <a:t>[0, 0, 1, 0]</a:t>
            </a:r>
          </a:p>
        </p:txBody>
      </p:sp>
      <p:sp>
        <p:nvSpPr>
          <p:cNvPr id="430" name="book  [0, 0, 0, 1]">
            <a:extLst>
              <a:ext uri="{FF2B5EF4-FFF2-40B4-BE49-F238E27FC236}">
                <a16:creationId xmlns:a16="http://schemas.microsoft.com/office/drawing/2014/main" id="{4D383367-D21A-4F34-9CDE-8BA52CAEAA4A}"/>
              </a:ext>
            </a:extLst>
          </p:cNvPr>
          <p:cNvSpPr>
            <a:spLocks noGrp="1"/>
          </p:cNvSpPr>
          <p:nvPr/>
        </p:nvSpPr>
        <p:spPr>
          <a:xfrm>
            <a:off x="1484098" y="10305655"/>
            <a:ext cx="14914339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 err="1"/>
              <a:t>livro</a:t>
            </a:r>
            <a:r>
              <a:rPr dirty="0"/>
              <a:t>   </a:t>
            </a:r>
            <a:r>
              <a:rPr lang="pt-BR" dirty="0"/>
              <a:t> </a:t>
            </a:r>
            <a:r>
              <a:rPr dirty="0"/>
              <a:t>[0, 0, 0, 1]</a:t>
            </a:r>
          </a:p>
        </p:txBody>
      </p:sp>
    </p:spTree>
    <p:extLst>
      <p:ext uri="{BB962C8B-B14F-4D97-AF65-F5344CB8AC3E}">
        <p14:creationId xmlns:p14="http://schemas.microsoft.com/office/powerpoint/2010/main" val="14815627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one-hot representation">
            <a:extLst>
              <a:ext uri="{FF2B5EF4-FFF2-40B4-BE49-F238E27FC236}">
                <a16:creationId xmlns:a16="http://schemas.microsoft.com/office/drawing/2014/main" id="{E0A4DDED-0225-46EA-905E-4925A89C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representação one-hot</a:t>
            </a:r>
          </a:p>
        </p:txBody>
      </p:sp>
      <p:sp>
        <p:nvSpPr>
          <p:cNvPr id="433" name="representation of meaning as a vector with a single 1, and with other values as 0">
            <a:extLst>
              <a:ext uri="{FF2B5EF4-FFF2-40B4-BE49-F238E27FC236}">
                <a16:creationId xmlns:a16="http://schemas.microsoft.com/office/drawing/2014/main" id="{3E455C5C-E90A-4F55-A851-33A677521434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76277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 único 1; todos os demais valores são 0</a:t>
            </a:r>
          </a:p>
        </p:txBody>
      </p:sp>
    </p:spTree>
    <p:extLst>
      <p:ext uri="{BB962C8B-B14F-4D97-AF65-F5344CB8AC3E}">
        <p14:creationId xmlns:p14="http://schemas.microsoft.com/office/powerpoint/2010/main" val="9831842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&quot;He wrote a book.&quot;">
            <a:extLst>
              <a:ext uri="{FF2B5EF4-FFF2-40B4-BE49-F238E27FC236}">
                <a16:creationId xmlns:a16="http://schemas.microsoft.com/office/drawing/2014/main" id="{DB7E6829-EA8C-4DFE-9FBE-F457166AF230}"/>
              </a:ext>
            </a:extLst>
          </p:cNvPr>
          <p:cNvSpPr>
            <a:spLocks noGrp="1"/>
          </p:cNvSpPr>
          <p:nvPr/>
        </p:nvSpPr>
        <p:spPr>
          <a:xfrm>
            <a:off x="6451785" y="1267147"/>
            <a:ext cx="11480429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"Ele escreveu um livro."</a:t>
            </a:r>
          </a:p>
        </p:txBody>
      </p:sp>
      <p:sp>
        <p:nvSpPr>
          <p:cNvPr id="436" name="he    [1, 0, 0, 0]">
            <a:extLst>
              <a:ext uri="{FF2B5EF4-FFF2-40B4-BE49-F238E27FC236}">
                <a16:creationId xmlns:a16="http://schemas.microsoft.com/office/drawing/2014/main" id="{B6C3D48C-A68F-4632-BDDF-28356F5AC160}"/>
              </a:ext>
            </a:extLst>
          </p:cNvPr>
          <p:cNvSpPr>
            <a:spLocks noGrp="1"/>
          </p:cNvSpPr>
          <p:nvPr/>
        </p:nvSpPr>
        <p:spPr>
          <a:xfrm>
            <a:off x="1484098" y="4571993"/>
            <a:ext cx="14914339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 err="1"/>
              <a:t>ele</a:t>
            </a:r>
            <a:r>
              <a:rPr dirty="0"/>
              <a:t>     </a:t>
            </a:r>
            <a:r>
              <a:rPr lang="pt-BR" dirty="0"/>
              <a:t> </a:t>
            </a:r>
            <a:r>
              <a:rPr dirty="0"/>
              <a:t>[1, 0, 0, 0]</a:t>
            </a:r>
          </a:p>
        </p:txBody>
      </p:sp>
      <p:sp>
        <p:nvSpPr>
          <p:cNvPr id="437" name="wrote [0, 1, 0, 0]">
            <a:extLst>
              <a:ext uri="{FF2B5EF4-FFF2-40B4-BE49-F238E27FC236}">
                <a16:creationId xmlns:a16="http://schemas.microsoft.com/office/drawing/2014/main" id="{F79D1E26-B4F4-4445-BBC9-81A967DB6311}"/>
              </a:ext>
            </a:extLst>
          </p:cNvPr>
          <p:cNvSpPr>
            <a:spLocks noGrp="1"/>
          </p:cNvSpPr>
          <p:nvPr/>
        </p:nvSpPr>
        <p:spPr>
          <a:xfrm>
            <a:off x="1484098" y="6491151"/>
            <a:ext cx="9220722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escreveu [0, 1, 0, 0]</a:t>
            </a:r>
          </a:p>
        </p:txBody>
      </p:sp>
      <p:sp>
        <p:nvSpPr>
          <p:cNvPr id="438" name="a     [0, 0, 1, 0]">
            <a:extLst>
              <a:ext uri="{FF2B5EF4-FFF2-40B4-BE49-F238E27FC236}">
                <a16:creationId xmlns:a16="http://schemas.microsoft.com/office/drawing/2014/main" id="{40F058FE-1F12-4F16-B0B3-C3A38F4C8C3B}"/>
              </a:ext>
            </a:extLst>
          </p:cNvPr>
          <p:cNvSpPr>
            <a:spLocks noGrp="1"/>
          </p:cNvSpPr>
          <p:nvPr/>
        </p:nvSpPr>
        <p:spPr>
          <a:xfrm>
            <a:off x="1484098" y="8394435"/>
            <a:ext cx="14914339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/>
              <a:t>um      </a:t>
            </a:r>
            <a:r>
              <a:rPr lang="pt-BR" dirty="0"/>
              <a:t> </a:t>
            </a:r>
            <a:r>
              <a:rPr dirty="0"/>
              <a:t>[0, 0, 1, 0]</a:t>
            </a:r>
          </a:p>
        </p:txBody>
      </p:sp>
      <p:sp>
        <p:nvSpPr>
          <p:cNvPr id="439" name="book  [0, 0, 0, 1]">
            <a:extLst>
              <a:ext uri="{FF2B5EF4-FFF2-40B4-BE49-F238E27FC236}">
                <a16:creationId xmlns:a16="http://schemas.microsoft.com/office/drawing/2014/main" id="{9285979E-8FE4-41C7-8ECA-AE541B60A99F}"/>
              </a:ext>
            </a:extLst>
          </p:cNvPr>
          <p:cNvSpPr>
            <a:spLocks noGrp="1"/>
          </p:cNvSpPr>
          <p:nvPr/>
        </p:nvSpPr>
        <p:spPr>
          <a:xfrm>
            <a:off x="1484098" y="10305655"/>
            <a:ext cx="14914339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 err="1"/>
              <a:t>livro</a:t>
            </a:r>
            <a:r>
              <a:rPr dirty="0"/>
              <a:t>   </a:t>
            </a:r>
            <a:r>
              <a:rPr lang="pt-BR" dirty="0"/>
              <a:t> </a:t>
            </a:r>
            <a:r>
              <a:rPr dirty="0"/>
              <a:t>[0, 0, 0, 1]</a:t>
            </a:r>
          </a:p>
        </p:txBody>
      </p:sp>
    </p:spTree>
    <p:extLst>
      <p:ext uri="{BB962C8B-B14F-4D97-AF65-F5344CB8AC3E}">
        <p14:creationId xmlns:p14="http://schemas.microsoft.com/office/powerpoint/2010/main" val="21367196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&quot;He wrote a book.&quot;">
            <a:extLst>
              <a:ext uri="{FF2B5EF4-FFF2-40B4-BE49-F238E27FC236}">
                <a16:creationId xmlns:a16="http://schemas.microsoft.com/office/drawing/2014/main" id="{6A3AA6C3-DEFF-4416-A0FC-A07D886BF875}"/>
              </a:ext>
            </a:extLst>
          </p:cNvPr>
          <p:cNvSpPr>
            <a:spLocks noGrp="1"/>
          </p:cNvSpPr>
          <p:nvPr/>
        </p:nvSpPr>
        <p:spPr>
          <a:xfrm>
            <a:off x="6451785" y="1267147"/>
            <a:ext cx="11480429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"Ele escreveu um livro."</a:t>
            </a:r>
          </a:p>
        </p:txBody>
      </p:sp>
      <p:sp>
        <p:nvSpPr>
          <p:cNvPr id="442" name="he    [1, 0, 0, 0, 0, 0, 0, ...]">
            <a:extLst>
              <a:ext uri="{FF2B5EF4-FFF2-40B4-BE49-F238E27FC236}">
                <a16:creationId xmlns:a16="http://schemas.microsoft.com/office/drawing/2014/main" id="{532B8350-4865-4FD5-A2D4-C6D2D7C1EE54}"/>
              </a:ext>
            </a:extLst>
          </p:cNvPr>
          <p:cNvSpPr>
            <a:spLocks noGrp="1"/>
          </p:cNvSpPr>
          <p:nvPr/>
        </p:nvSpPr>
        <p:spPr>
          <a:xfrm>
            <a:off x="1484098" y="4571993"/>
            <a:ext cx="22672873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 err="1"/>
              <a:t>ele</a:t>
            </a:r>
            <a:r>
              <a:rPr dirty="0"/>
              <a:t>     </a:t>
            </a:r>
            <a:r>
              <a:rPr lang="pt-BR" dirty="0"/>
              <a:t> </a:t>
            </a:r>
            <a:r>
              <a:rPr dirty="0"/>
              <a:t>[1, 0, 0, 0, 0, 0,</a:t>
            </a:r>
            <a:r>
              <a:rPr lang="pt-BR" dirty="0"/>
              <a:t> </a:t>
            </a:r>
            <a:r>
              <a:rPr dirty="0"/>
              <a:t>...]</a:t>
            </a:r>
          </a:p>
        </p:txBody>
      </p:sp>
      <p:sp>
        <p:nvSpPr>
          <p:cNvPr id="443" name="wrote [0, 1, 0, 0, 0, 0, 0, ...]">
            <a:extLst>
              <a:ext uri="{FF2B5EF4-FFF2-40B4-BE49-F238E27FC236}">
                <a16:creationId xmlns:a16="http://schemas.microsoft.com/office/drawing/2014/main" id="{C5525F0C-E266-4B71-9109-9B7064BBCFB7}"/>
              </a:ext>
            </a:extLst>
          </p:cNvPr>
          <p:cNvSpPr>
            <a:spLocks noGrp="1"/>
          </p:cNvSpPr>
          <p:nvPr/>
        </p:nvSpPr>
        <p:spPr>
          <a:xfrm>
            <a:off x="1484098" y="6483214"/>
            <a:ext cx="22672873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 err="1"/>
              <a:t>escreveu</a:t>
            </a:r>
            <a:r>
              <a:rPr dirty="0"/>
              <a:t> [0, 1, 0, 0, 0, 0,</a:t>
            </a:r>
            <a:r>
              <a:rPr lang="pt-BR" dirty="0"/>
              <a:t> </a:t>
            </a:r>
            <a:r>
              <a:rPr dirty="0"/>
              <a:t>...]</a:t>
            </a:r>
          </a:p>
        </p:txBody>
      </p:sp>
      <p:sp>
        <p:nvSpPr>
          <p:cNvPr id="444" name="a     [0, 0, 1, 0, 0, 0, 0, ...]">
            <a:extLst>
              <a:ext uri="{FF2B5EF4-FFF2-40B4-BE49-F238E27FC236}">
                <a16:creationId xmlns:a16="http://schemas.microsoft.com/office/drawing/2014/main" id="{BEEB7A8E-47D0-485F-9091-F55E366C3E0C}"/>
              </a:ext>
            </a:extLst>
          </p:cNvPr>
          <p:cNvSpPr>
            <a:spLocks noGrp="1"/>
          </p:cNvSpPr>
          <p:nvPr/>
        </p:nvSpPr>
        <p:spPr>
          <a:xfrm>
            <a:off x="1484098" y="8394435"/>
            <a:ext cx="22672873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/>
              <a:t>um      </a:t>
            </a:r>
            <a:r>
              <a:rPr lang="pt-BR" dirty="0"/>
              <a:t> </a:t>
            </a:r>
            <a:r>
              <a:rPr dirty="0"/>
              <a:t>[0, 0, 1, 0, 0, 0,</a:t>
            </a:r>
            <a:r>
              <a:rPr lang="pt-BR" dirty="0"/>
              <a:t> </a:t>
            </a:r>
            <a:r>
              <a:rPr dirty="0"/>
              <a:t>...]</a:t>
            </a:r>
          </a:p>
        </p:txBody>
      </p:sp>
      <p:sp>
        <p:nvSpPr>
          <p:cNvPr id="445" name="book  [0, 0, 0, 1, 0, 0, 0, ...]">
            <a:extLst>
              <a:ext uri="{FF2B5EF4-FFF2-40B4-BE49-F238E27FC236}">
                <a16:creationId xmlns:a16="http://schemas.microsoft.com/office/drawing/2014/main" id="{C0BA0481-5DCB-47D5-9BA1-A185EFF7843F}"/>
              </a:ext>
            </a:extLst>
          </p:cNvPr>
          <p:cNvSpPr>
            <a:spLocks noGrp="1"/>
          </p:cNvSpPr>
          <p:nvPr/>
        </p:nvSpPr>
        <p:spPr>
          <a:xfrm>
            <a:off x="1484098" y="10305655"/>
            <a:ext cx="22672873" cy="164147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10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dirty="0" err="1"/>
              <a:t>livro</a:t>
            </a:r>
            <a:r>
              <a:rPr dirty="0"/>
              <a:t>   </a:t>
            </a:r>
            <a:r>
              <a:rPr lang="pt-BR" dirty="0"/>
              <a:t> </a:t>
            </a:r>
            <a:r>
              <a:rPr dirty="0"/>
              <a:t>[0, 0, 0, 1, 0, 0,</a:t>
            </a:r>
            <a:r>
              <a:rPr lang="pt-BR" dirty="0"/>
              <a:t> </a:t>
            </a:r>
            <a:r>
              <a:rPr dirty="0"/>
              <a:t>...]</a:t>
            </a:r>
          </a:p>
        </p:txBody>
      </p:sp>
    </p:spTree>
    <p:extLst>
      <p:ext uri="{BB962C8B-B14F-4D97-AF65-F5344CB8AC3E}">
        <p14:creationId xmlns:p14="http://schemas.microsoft.com/office/powerpoint/2010/main" val="4395560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&quot;He wrote a book.&quot;">
            <a:extLst>
              <a:ext uri="{FF2B5EF4-FFF2-40B4-BE49-F238E27FC236}">
                <a16:creationId xmlns:a16="http://schemas.microsoft.com/office/drawing/2014/main" id="{6C3CEB3A-F9C6-4B7A-923D-E21E2E30D530}"/>
              </a:ext>
            </a:extLst>
          </p:cNvPr>
          <p:cNvSpPr>
            <a:spLocks noGrp="1"/>
          </p:cNvSpPr>
          <p:nvPr/>
        </p:nvSpPr>
        <p:spPr>
          <a:xfrm>
            <a:off x="6451785" y="1267147"/>
            <a:ext cx="11480429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"Ele escreveu um livro."</a:t>
            </a:r>
          </a:p>
        </p:txBody>
      </p:sp>
      <p:sp>
        <p:nvSpPr>
          <p:cNvPr id="448" name="&quot;He authored a novel.&quot;">
            <a:extLst>
              <a:ext uri="{FF2B5EF4-FFF2-40B4-BE49-F238E27FC236}">
                <a16:creationId xmlns:a16="http://schemas.microsoft.com/office/drawing/2014/main" id="{829B4911-7753-418B-8387-E5A60D3EAF06}"/>
              </a:ext>
            </a:extLst>
          </p:cNvPr>
          <p:cNvSpPr>
            <a:spLocks noGrp="1"/>
          </p:cNvSpPr>
          <p:nvPr/>
        </p:nvSpPr>
        <p:spPr>
          <a:xfrm>
            <a:off x="5287205" y="3210222"/>
            <a:ext cx="13809589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"Ele redigiu um romance."</a:t>
            </a:r>
          </a:p>
        </p:txBody>
      </p:sp>
      <p:sp>
        <p:nvSpPr>
          <p:cNvPr id="449" name="wrote    [0, 1, 0, 0, 0, 0, 0, ...]">
            <a:extLst>
              <a:ext uri="{FF2B5EF4-FFF2-40B4-BE49-F238E27FC236}">
                <a16:creationId xmlns:a16="http://schemas.microsoft.com/office/drawing/2014/main" id="{4F1508DC-B979-443C-BF5D-F960EBDF4F77}"/>
              </a:ext>
            </a:extLst>
          </p:cNvPr>
          <p:cNvSpPr>
            <a:spLocks noGrp="1"/>
          </p:cNvSpPr>
          <p:nvPr/>
        </p:nvSpPr>
        <p:spPr>
          <a:xfrm>
            <a:off x="1042685" y="5305904"/>
            <a:ext cx="14339690" cy="1447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8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escreveu [0, 1, 0, 0, 0, 0, 0, ...]</a:t>
            </a:r>
          </a:p>
        </p:txBody>
      </p:sp>
      <p:sp>
        <p:nvSpPr>
          <p:cNvPr id="450" name="authored [0, 0, 0, 0, 1, 0, 0, ...]">
            <a:extLst>
              <a:ext uri="{FF2B5EF4-FFF2-40B4-BE49-F238E27FC236}">
                <a16:creationId xmlns:a16="http://schemas.microsoft.com/office/drawing/2014/main" id="{DF03F789-7BEC-4A77-8C06-1C1DA3707F1B}"/>
              </a:ext>
            </a:extLst>
          </p:cNvPr>
          <p:cNvSpPr>
            <a:spLocks noGrp="1"/>
          </p:cNvSpPr>
          <p:nvPr/>
        </p:nvSpPr>
        <p:spPr>
          <a:xfrm>
            <a:off x="1106392" y="6962295"/>
            <a:ext cx="15087304" cy="1447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8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redigiu  [0, 0, 0, 0, 1, 0, 0, ...]</a:t>
            </a:r>
          </a:p>
        </p:txBody>
      </p:sp>
      <p:sp>
        <p:nvSpPr>
          <p:cNvPr id="451" name="book     [0, 0, 0, 1, 0, 0, 0, ...]">
            <a:extLst>
              <a:ext uri="{FF2B5EF4-FFF2-40B4-BE49-F238E27FC236}">
                <a16:creationId xmlns:a16="http://schemas.microsoft.com/office/drawing/2014/main" id="{D1925CEA-6590-4B91-A7D3-FF054A1C0DB5}"/>
              </a:ext>
            </a:extLst>
          </p:cNvPr>
          <p:cNvSpPr>
            <a:spLocks noGrp="1"/>
          </p:cNvSpPr>
          <p:nvPr/>
        </p:nvSpPr>
        <p:spPr>
          <a:xfrm>
            <a:off x="1042685" y="9606151"/>
            <a:ext cx="14340781" cy="1447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8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livro    [0, 0, 0, 1, 0, 0, 0, ...]</a:t>
            </a:r>
          </a:p>
        </p:txBody>
      </p:sp>
      <p:sp>
        <p:nvSpPr>
          <p:cNvPr id="452" name="novel    [0, 0, 0, 0, 0, 0, 1, ...]">
            <a:extLst>
              <a:ext uri="{FF2B5EF4-FFF2-40B4-BE49-F238E27FC236}">
                <a16:creationId xmlns:a16="http://schemas.microsoft.com/office/drawing/2014/main" id="{470F2E74-6C20-4EDE-B03B-F679E250B38B}"/>
              </a:ext>
            </a:extLst>
          </p:cNvPr>
          <p:cNvSpPr>
            <a:spLocks noGrp="1"/>
          </p:cNvSpPr>
          <p:nvPr/>
        </p:nvSpPr>
        <p:spPr>
          <a:xfrm>
            <a:off x="1106392" y="11262542"/>
            <a:ext cx="14278572" cy="14478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88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romance  [0, 0, 0, 0, 0, 0, 1, ...]</a:t>
            </a:r>
          </a:p>
        </p:txBody>
      </p:sp>
    </p:spTree>
    <p:extLst>
      <p:ext uri="{BB962C8B-B14F-4D97-AF65-F5344CB8AC3E}">
        <p14:creationId xmlns:p14="http://schemas.microsoft.com/office/powerpoint/2010/main" val="18842156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distributed representation">
            <a:extLst>
              <a:ext uri="{FF2B5EF4-FFF2-40B4-BE49-F238E27FC236}">
                <a16:creationId xmlns:a16="http://schemas.microsoft.com/office/drawing/2014/main" id="{42AA13A6-8A3C-463D-B910-E627165B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lang="pt-BR" dirty="0"/>
              <a:t>representação</a:t>
            </a:r>
            <a:r>
              <a:rPr dirty="0"/>
              <a:t> </a:t>
            </a:r>
            <a:r>
              <a:rPr dirty="0" err="1"/>
              <a:t>distribuíd</a:t>
            </a:r>
            <a:r>
              <a:rPr lang="pt-BR" dirty="0"/>
              <a:t>a</a:t>
            </a:r>
            <a:endParaRPr dirty="0"/>
          </a:p>
        </p:txBody>
      </p:sp>
      <p:sp>
        <p:nvSpPr>
          <p:cNvPr id="455" name="representation of meaning distributed across multiple values">
            <a:extLst>
              <a:ext uri="{FF2B5EF4-FFF2-40B4-BE49-F238E27FC236}">
                <a16:creationId xmlns:a16="http://schemas.microsoft.com/office/drawing/2014/main" id="{920DF7CD-5AAE-444C-89AE-E9406D37FB86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76277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representação de </a:t>
            </a:r>
            <a:r>
              <a:rPr dirty="0" err="1"/>
              <a:t>significado</a:t>
            </a:r>
            <a:r>
              <a:rPr dirty="0"/>
              <a:t> </a:t>
            </a:r>
            <a:r>
              <a:rPr dirty="0" err="1"/>
              <a:t>distribuído</a:t>
            </a:r>
            <a:r>
              <a:rPr dirty="0"/>
              <a:t> entre </a:t>
            </a:r>
            <a:r>
              <a:rPr dirty="0" err="1"/>
              <a:t>vários</a:t>
            </a:r>
            <a:r>
              <a:rPr dirty="0"/>
              <a:t> </a:t>
            </a:r>
            <a:r>
              <a:rPr dirty="0" err="1"/>
              <a:t>valores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44062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&quot;He wrote a book.&quot;">
            <a:extLst>
              <a:ext uri="{FF2B5EF4-FFF2-40B4-BE49-F238E27FC236}">
                <a16:creationId xmlns:a16="http://schemas.microsoft.com/office/drawing/2014/main" id="{B3984766-675A-4FB5-924C-F932492C209B}"/>
              </a:ext>
            </a:extLst>
          </p:cNvPr>
          <p:cNvSpPr>
            <a:spLocks noGrp="1"/>
          </p:cNvSpPr>
          <p:nvPr/>
        </p:nvSpPr>
        <p:spPr>
          <a:xfrm>
            <a:off x="6451785" y="1267147"/>
            <a:ext cx="11480429" cy="1625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0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"Ele escreveu um livro."</a:t>
            </a:r>
          </a:p>
        </p:txBody>
      </p:sp>
      <p:sp>
        <p:nvSpPr>
          <p:cNvPr id="458" name="he    [-0.34, -0.08, 0.02, -0.18, 0.22, ...]">
            <a:extLst>
              <a:ext uri="{FF2B5EF4-FFF2-40B4-BE49-F238E27FC236}">
                <a16:creationId xmlns:a16="http://schemas.microsoft.com/office/drawing/2014/main" id="{EB47D29B-9554-406C-B566-D04C8108918F}"/>
              </a:ext>
            </a:extLst>
          </p:cNvPr>
          <p:cNvSpPr>
            <a:spLocks noGrp="1"/>
          </p:cNvSpPr>
          <p:nvPr/>
        </p:nvSpPr>
        <p:spPr>
          <a:xfrm>
            <a:off x="675206" y="4802825"/>
            <a:ext cx="23307663" cy="117981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000" b="0">
                <a:latin typeface="Consolas"/>
                <a:ea typeface="Consolas"/>
                <a:cs typeface="Consolas"/>
              </a:defRPr>
            </a:pPr>
            <a:r>
              <a:rPr sz="7000" dirty="0" err="1"/>
              <a:t>ele</a:t>
            </a:r>
            <a:r>
              <a:rPr sz="7000" dirty="0"/>
              <a:t>      [-0.34, -0.08, 0.02, -0.18, 0.22, ...]</a:t>
            </a:r>
          </a:p>
        </p:txBody>
      </p:sp>
      <p:sp>
        <p:nvSpPr>
          <p:cNvPr id="459" name="wrote [-0.27, 0.40, 0.00, -0.65, -0.15, ...]">
            <a:extLst>
              <a:ext uri="{FF2B5EF4-FFF2-40B4-BE49-F238E27FC236}">
                <a16:creationId xmlns:a16="http://schemas.microsoft.com/office/drawing/2014/main" id="{7090A405-442A-4CEC-8922-3B1A6272576F}"/>
              </a:ext>
            </a:extLst>
          </p:cNvPr>
          <p:cNvSpPr>
            <a:spLocks noGrp="1"/>
          </p:cNvSpPr>
          <p:nvPr/>
        </p:nvSpPr>
        <p:spPr>
          <a:xfrm>
            <a:off x="675206" y="6777753"/>
            <a:ext cx="23307663" cy="117981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000" b="0">
                <a:latin typeface="Consolas"/>
                <a:ea typeface="Consolas"/>
                <a:cs typeface="Consolas"/>
              </a:defRPr>
            </a:pPr>
            <a:r>
              <a:rPr sz="7000"/>
              <a:t>escreveu [-0.27, 0.40, 0.00, -0.65, -0.15, ...]</a:t>
            </a:r>
          </a:p>
        </p:txBody>
      </p:sp>
      <p:sp>
        <p:nvSpPr>
          <p:cNvPr id="460" name="a     [-0.12, -0.25, 0.29, -0.09, 0.40, ...]">
            <a:extLst>
              <a:ext uri="{FF2B5EF4-FFF2-40B4-BE49-F238E27FC236}">
                <a16:creationId xmlns:a16="http://schemas.microsoft.com/office/drawing/2014/main" id="{687B27BD-1528-4A5E-9537-9C5BB9D40102}"/>
              </a:ext>
            </a:extLst>
          </p:cNvPr>
          <p:cNvSpPr>
            <a:spLocks noGrp="1"/>
          </p:cNvSpPr>
          <p:nvPr/>
        </p:nvSpPr>
        <p:spPr>
          <a:xfrm>
            <a:off x="643353" y="8752682"/>
            <a:ext cx="23307663" cy="117981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000" b="0">
                <a:latin typeface="Consolas"/>
                <a:ea typeface="Consolas"/>
                <a:cs typeface="Consolas"/>
              </a:defRPr>
            </a:pPr>
            <a:r>
              <a:rPr sz="7000"/>
              <a:t>um       [-0.12, -0.25, 0.29, -0.09, 0.40, ...]</a:t>
            </a:r>
          </a:p>
        </p:txBody>
      </p:sp>
      <p:sp>
        <p:nvSpPr>
          <p:cNvPr id="461" name="book  [-0.23, -0.16, -0.05, -0.57, 0.05, ...]">
            <a:extLst>
              <a:ext uri="{FF2B5EF4-FFF2-40B4-BE49-F238E27FC236}">
                <a16:creationId xmlns:a16="http://schemas.microsoft.com/office/drawing/2014/main" id="{EA696F90-EEA8-4A0A-84A2-9B6AA10775C4}"/>
              </a:ext>
            </a:extLst>
          </p:cNvPr>
          <p:cNvSpPr>
            <a:spLocks noGrp="1"/>
          </p:cNvSpPr>
          <p:nvPr/>
        </p:nvSpPr>
        <p:spPr>
          <a:xfrm>
            <a:off x="643353" y="10727610"/>
            <a:ext cx="23801388" cy="117981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000" b="0">
                <a:latin typeface="Consolas"/>
                <a:ea typeface="Consolas"/>
                <a:cs typeface="Consolas"/>
              </a:defRPr>
            </a:pPr>
            <a:r>
              <a:rPr sz="7000"/>
              <a:t>livro    [-0.23, -0.16, -0.05, -0.57, 0.05, ...]</a:t>
            </a:r>
          </a:p>
        </p:txBody>
      </p:sp>
    </p:spTree>
    <p:extLst>
      <p:ext uri="{BB962C8B-B14F-4D97-AF65-F5344CB8AC3E}">
        <p14:creationId xmlns:p14="http://schemas.microsoft.com/office/powerpoint/2010/main" val="20289146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&quot;You shall know a word…">
            <a:extLst>
              <a:ext uri="{FF2B5EF4-FFF2-40B4-BE49-F238E27FC236}">
                <a16:creationId xmlns:a16="http://schemas.microsoft.com/office/drawing/2014/main" id="{33F7B236-4ED0-4FDE-A134-27E4B7BD67DB}"/>
              </a:ext>
            </a:extLst>
          </p:cNvPr>
          <p:cNvSpPr>
            <a:spLocks noGrp="1"/>
          </p:cNvSpPr>
          <p:nvPr/>
        </p:nvSpPr>
        <p:spPr>
          <a:xfrm>
            <a:off x="1325697" y="4709833"/>
            <a:ext cx="16172855" cy="3149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000">
                <a:latin typeface="Helvetica"/>
                <a:ea typeface="Helvetica"/>
                <a:cs typeface="Helvetica"/>
              </a:defRPr>
            </a:pPr>
            <a:r>
              <a:rPr sz="10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"Você conhecerá uma palavra</a:t>
            </a:r>
          </a:p>
          <a:p>
            <a:pPr algn="l">
              <a:buNone/>
              <a:defRPr sz="10000">
                <a:latin typeface="Helvetica"/>
                <a:ea typeface="Helvetica"/>
                <a:cs typeface="Helvetica"/>
              </a:defRPr>
            </a:pPr>
            <a:r>
              <a:rPr sz="10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 pela companhia que ela mantém."</a:t>
            </a:r>
          </a:p>
        </p:txBody>
      </p:sp>
      <p:sp>
        <p:nvSpPr>
          <p:cNvPr id="464" name="J. R. Firth, 1957">
            <a:extLst>
              <a:ext uri="{FF2B5EF4-FFF2-40B4-BE49-F238E27FC236}">
                <a16:creationId xmlns:a16="http://schemas.microsoft.com/office/drawing/2014/main" id="{12EE8B99-EC27-4908-8AB6-414A64253B33}"/>
              </a:ext>
            </a:extLst>
          </p:cNvPr>
          <p:cNvSpPr>
            <a:spLocks noGrp="1"/>
          </p:cNvSpPr>
          <p:nvPr/>
        </p:nvSpPr>
        <p:spPr>
          <a:xfrm>
            <a:off x="17316245" y="8942744"/>
            <a:ext cx="5183461" cy="9271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J. R. Firth, 1957</a:t>
            </a:r>
          </a:p>
        </p:txBody>
      </p:sp>
    </p:spTree>
    <p:extLst>
      <p:ext uri="{BB962C8B-B14F-4D97-AF65-F5344CB8AC3E}">
        <p14:creationId xmlns:p14="http://schemas.microsoft.com/office/powerpoint/2010/main" val="13945570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567904115"/>
              </p:ext>
            </p:extLst>
          </p:nvPr>
        </p:nvGraphicFramePr>
        <p:xfrm>
          <a:off x="1695450" y="3752928"/>
          <a:ext cx="20993100" cy="205700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60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80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no(a)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ele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comeu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1273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90638065"/>
              </p:ext>
            </p:extLst>
          </p:nvPr>
        </p:nvGraphicFramePr>
        <p:xfrm>
          <a:off x="1695450" y="3752928"/>
          <a:ext cx="20993100" cy="205700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60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80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no(a)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ceia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ele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comeu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6738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550097082"/>
              </p:ext>
            </p:extLst>
          </p:nvPr>
        </p:nvGraphicFramePr>
        <p:xfrm>
          <a:off x="1695450" y="3752928"/>
          <a:ext cx="20993100" cy="205700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60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80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no(a)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almoço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ele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comeu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8668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216252578"/>
              </p:ext>
            </p:extLst>
          </p:nvPr>
        </p:nvGraphicFramePr>
        <p:xfrm>
          <a:off x="1695450" y="3752928"/>
          <a:ext cx="20993100" cy="205700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60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80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no(a)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jantar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ele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comeu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225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842406169"/>
              </p:ext>
            </p:extLst>
          </p:nvPr>
        </p:nvGraphicFramePr>
        <p:xfrm>
          <a:off x="1695450" y="3752928"/>
          <a:ext cx="20993100" cy="205700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60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8000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no(a)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ele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dirty="0" err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comeu</a:t>
                      </a:r>
                      <a:endParaRPr sz="8000" dirty="0">
                        <a:solidFill>
                          <a:srgbClr val="FFFFFF"/>
                        </a:solidFill>
                        <a:latin typeface="Helvetica"/>
                        <a:ea typeface="Helvetica"/>
                        <a:cs typeface="Helvetica"/>
                      </a:endParaRP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9722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word2vec">
            <a:extLst>
              <a:ext uri="{FF2B5EF4-FFF2-40B4-BE49-F238E27FC236}">
                <a16:creationId xmlns:a16="http://schemas.microsoft.com/office/drawing/2014/main" id="{73206D13-A345-481B-B790-E8486F9A2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word2vec</a:t>
            </a:r>
          </a:p>
        </p:txBody>
      </p:sp>
      <p:sp>
        <p:nvSpPr>
          <p:cNvPr id="477" name="model for generating word vectors">
            <a:extLst>
              <a:ext uri="{FF2B5EF4-FFF2-40B4-BE49-F238E27FC236}">
                <a16:creationId xmlns:a16="http://schemas.microsoft.com/office/drawing/2014/main" id="{82EC0085-E5A2-4149-B73A-E2FEA58A5A1D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76277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modelo para gerar vetores de palavras</a:t>
            </a:r>
          </a:p>
        </p:txBody>
      </p:sp>
    </p:spTree>
    <p:extLst>
      <p:ext uri="{BB962C8B-B14F-4D97-AF65-F5344CB8AC3E}">
        <p14:creationId xmlns:p14="http://schemas.microsoft.com/office/powerpoint/2010/main" val="5648680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71633-C3C1-142A-7FBD-B97E7C32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Circle">
            <a:extLst>
              <a:ext uri="{FF2B5EF4-FFF2-40B4-BE49-F238E27FC236}">
                <a16:creationId xmlns:a16="http://schemas.microsoft.com/office/drawing/2014/main" id="{8A0B0BC6-EFAE-121C-E509-AE723A55BB7A}"/>
              </a:ext>
            </a:extLst>
          </p:cNvPr>
          <p:cNvSpPr>
            <a:spLocks noGrp="1"/>
          </p:cNvSpPr>
          <p:nvPr/>
        </p:nvSpPr>
        <p:spPr>
          <a:xfrm>
            <a:off x="5759629" y="5044413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82" name="Circle">
            <a:extLst>
              <a:ext uri="{FF2B5EF4-FFF2-40B4-BE49-F238E27FC236}">
                <a16:creationId xmlns:a16="http://schemas.microsoft.com/office/drawing/2014/main" id="{5A4BD9A0-A37E-C6D3-5536-87E8EF5F2B02}"/>
              </a:ext>
            </a:extLst>
          </p:cNvPr>
          <p:cNvSpPr>
            <a:spLocks noGrp="1"/>
          </p:cNvSpPr>
          <p:nvPr/>
        </p:nvSpPr>
        <p:spPr>
          <a:xfrm>
            <a:off x="14757857" y="8493860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83" name="lunch">
            <a:extLst>
              <a:ext uri="{FF2B5EF4-FFF2-40B4-BE49-F238E27FC236}">
                <a16:creationId xmlns:a16="http://schemas.microsoft.com/office/drawing/2014/main" id="{DF6C2065-EE4D-2FBF-8A23-4534B04070D2}"/>
              </a:ext>
            </a:extLst>
          </p:cNvPr>
          <p:cNvSpPr>
            <a:spLocks noGrp="1"/>
          </p:cNvSpPr>
          <p:nvPr/>
        </p:nvSpPr>
        <p:spPr>
          <a:xfrm>
            <a:off x="14978142" y="7278668"/>
            <a:ext cx="2146178" cy="10160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almoço</a:t>
            </a:r>
            <a:endParaRPr dirty="0"/>
          </a:p>
        </p:txBody>
      </p:sp>
      <p:sp>
        <p:nvSpPr>
          <p:cNvPr id="485" name="Circle">
            <a:extLst>
              <a:ext uri="{FF2B5EF4-FFF2-40B4-BE49-F238E27FC236}">
                <a16:creationId xmlns:a16="http://schemas.microsoft.com/office/drawing/2014/main" id="{57BD520E-C283-6F07-0CF1-6D98B1716D24}"/>
              </a:ext>
            </a:extLst>
          </p:cNvPr>
          <p:cNvSpPr>
            <a:spLocks noGrp="1"/>
          </p:cNvSpPr>
          <p:nvPr/>
        </p:nvSpPr>
        <p:spPr>
          <a:xfrm>
            <a:off x="5409239" y="10714369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88" name="Circle">
            <a:extLst>
              <a:ext uri="{FF2B5EF4-FFF2-40B4-BE49-F238E27FC236}">
                <a16:creationId xmlns:a16="http://schemas.microsoft.com/office/drawing/2014/main" id="{84B1D449-F8FA-D704-0CD7-25AB1795A21B}"/>
              </a:ext>
            </a:extLst>
          </p:cNvPr>
          <p:cNvSpPr>
            <a:spLocks noGrp="1"/>
          </p:cNvSpPr>
          <p:nvPr/>
        </p:nvSpPr>
        <p:spPr>
          <a:xfrm>
            <a:off x="13305588" y="3190268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91" name="Circle">
            <a:extLst>
              <a:ext uri="{FF2B5EF4-FFF2-40B4-BE49-F238E27FC236}">
                <a16:creationId xmlns:a16="http://schemas.microsoft.com/office/drawing/2014/main" id="{2981F21F-D879-B5B6-4E4C-7F46AD1F3F5F}"/>
              </a:ext>
            </a:extLst>
          </p:cNvPr>
          <p:cNvSpPr>
            <a:spLocks noGrp="1"/>
          </p:cNvSpPr>
          <p:nvPr/>
        </p:nvSpPr>
        <p:spPr>
          <a:xfrm>
            <a:off x="18628517" y="11510710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94" name="Circle">
            <a:extLst>
              <a:ext uri="{FF2B5EF4-FFF2-40B4-BE49-F238E27FC236}">
                <a16:creationId xmlns:a16="http://schemas.microsoft.com/office/drawing/2014/main" id="{8810D7CE-555F-DB38-0103-D1FF2FA31BF1}"/>
              </a:ext>
            </a:extLst>
          </p:cNvPr>
          <p:cNvSpPr>
            <a:spLocks noGrp="1"/>
          </p:cNvSpPr>
          <p:nvPr/>
        </p:nvSpPr>
        <p:spPr>
          <a:xfrm>
            <a:off x="18014068" y="3885248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95" name="memoir">
            <a:extLst>
              <a:ext uri="{FF2B5EF4-FFF2-40B4-BE49-F238E27FC236}">
                <a16:creationId xmlns:a16="http://schemas.microsoft.com/office/drawing/2014/main" id="{FF1B7B1F-5E59-E02F-33F2-719C1950CDFA}"/>
              </a:ext>
            </a:extLst>
          </p:cNvPr>
          <p:cNvSpPr>
            <a:spLocks noGrp="1"/>
          </p:cNvSpPr>
          <p:nvPr/>
        </p:nvSpPr>
        <p:spPr>
          <a:xfrm>
            <a:off x="16495086" y="2743901"/>
            <a:ext cx="2866877" cy="10160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memórias</a:t>
            </a:r>
            <a:endParaRPr dirty="0"/>
          </a:p>
        </p:txBody>
      </p:sp>
      <p:sp>
        <p:nvSpPr>
          <p:cNvPr id="2" name="memoir">
            <a:extLst>
              <a:ext uri="{FF2B5EF4-FFF2-40B4-BE49-F238E27FC236}">
                <a16:creationId xmlns:a16="http://schemas.microsoft.com/office/drawing/2014/main" id="{63945A6C-66E7-D563-03D0-DD1C173B858A}"/>
              </a:ext>
            </a:extLst>
          </p:cNvPr>
          <p:cNvSpPr>
            <a:spLocks noGrp="1"/>
          </p:cNvSpPr>
          <p:nvPr/>
        </p:nvSpPr>
        <p:spPr>
          <a:xfrm>
            <a:off x="6374078" y="4094730"/>
            <a:ext cx="1514838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ceia</a:t>
            </a:r>
            <a:endParaRPr dirty="0"/>
          </a:p>
        </p:txBody>
      </p:sp>
      <p:sp>
        <p:nvSpPr>
          <p:cNvPr id="3" name="memoir">
            <a:extLst>
              <a:ext uri="{FF2B5EF4-FFF2-40B4-BE49-F238E27FC236}">
                <a16:creationId xmlns:a16="http://schemas.microsoft.com/office/drawing/2014/main" id="{9429AC63-DF2D-BC89-1D76-5E12D37F51C8}"/>
              </a:ext>
            </a:extLst>
          </p:cNvPr>
          <p:cNvSpPr>
            <a:spLocks noGrp="1"/>
          </p:cNvSpPr>
          <p:nvPr/>
        </p:nvSpPr>
        <p:spPr>
          <a:xfrm>
            <a:off x="11790750" y="2164346"/>
            <a:ext cx="1514838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livro</a:t>
            </a:r>
            <a:endParaRPr dirty="0"/>
          </a:p>
        </p:txBody>
      </p:sp>
      <p:sp>
        <p:nvSpPr>
          <p:cNvPr id="4" name="memoir">
            <a:extLst>
              <a:ext uri="{FF2B5EF4-FFF2-40B4-BE49-F238E27FC236}">
                <a16:creationId xmlns:a16="http://schemas.microsoft.com/office/drawing/2014/main" id="{D30A48EA-976A-E531-B89F-90966115ADCE}"/>
              </a:ext>
            </a:extLst>
          </p:cNvPr>
          <p:cNvSpPr>
            <a:spLocks noGrp="1"/>
          </p:cNvSpPr>
          <p:nvPr/>
        </p:nvSpPr>
        <p:spPr>
          <a:xfrm>
            <a:off x="6023688" y="9659772"/>
            <a:ext cx="2027799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jantar</a:t>
            </a:r>
            <a:endParaRPr dirty="0"/>
          </a:p>
        </p:txBody>
      </p:sp>
      <p:sp>
        <p:nvSpPr>
          <p:cNvPr id="5" name="memoir">
            <a:extLst>
              <a:ext uri="{FF2B5EF4-FFF2-40B4-BE49-F238E27FC236}">
                <a16:creationId xmlns:a16="http://schemas.microsoft.com/office/drawing/2014/main" id="{3C8BD3C1-2575-96E0-4083-EAC93C5550A7}"/>
              </a:ext>
            </a:extLst>
          </p:cNvPr>
          <p:cNvSpPr>
            <a:spLocks noGrp="1"/>
          </p:cNvSpPr>
          <p:nvPr/>
        </p:nvSpPr>
        <p:spPr>
          <a:xfrm>
            <a:off x="19418022" y="10680734"/>
            <a:ext cx="3097002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romance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22723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Circle">
            <a:extLst>
              <a:ext uri="{FF2B5EF4-FFF2-40B4-BE49-F238E27FC236}">
                <a16:creationId xmlns:a16="http://schemas.microsoft.com/office/drawing/2014/main" id="{306A11E7-302F-46DF-A623-66B26CE1A05B}"/>
              </a:ext>
            </a:extLst>
          </p:cNvPr>
          <p:cNvSpPr>
            <a:spLocks noGrp="1"/>
          </p:cNvSpPr>
          <p:nvPr/>
        </p:nvSpPr>
        <p:spPr>
          <a:xfrm>
            <a:off x="4039530" y="5745194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1" name="Circle">
            <a:extLst>
              <a:ext uri="{FF2B5EF4-FFF2-40B4-BE49-F238E27FC236}">
                <a16:creationId xmlns:a16="http://schemas.microsoft.com/office/drawing/2014/main" id="{39A1E599-C212-49FE-BB9B-FF0F42B6D073}"/>
              </a:ext>
            </a:extLst>
          </p:cNvPr>
          <p:cNvSpPr>
            <a:spLocks noGrp="1"/>
          </p:cNvSpPr>
          <p:nvPr/>
        </p:nvSpPr>
        <p:spPr>
          <a:xfrm>
            <a:off x="20572040" y="3148538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4" name="Circle">
            <a:extLst>
              <a:ext uri="{FF2B5EF4-FFF2-40B4-BE49-F238E27FC236}">
                <a16:creationId xmlns:a16="http://schemas.microsoft.com/office/drawing/2014/main" id="{CEFD7AFF-B770-47BD-B002-BE6D6A3E522E}"/>
              </a:ext>
            </a:extLst>
          </p:cNvPr>
          <p:cNvSpPr>
            <a:spLocks noGrp="1"/>
          </p:cNvSpPr>
          <p:nvPr/>
        </p:nvSpPr>
        <p:spPr>
          <a:xfrm>
            <a:off x="2860945" y="9280953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7" name="Circle">
            <a:extLst>
              <a:ext uri="{FF2B5EF4-FFF2-40B4-BE49-F238E27FC236}">
                <a16:creationId xmlns:a16="http://schemas.microsoft.com/office/drawing/2014/main" id="{2E9D7950-A129-4750-BBD8-2B8DFF7C0F7D}"/>
              </a:ext>
            </a:extLst>
          </p:cNvPr>
          <p:cNvSpPr>
            <a:spLocks noGrp="1"/>
          </p:cNvSpPr>
          <p:nvPr/>
        </p:nvSpPr>
        <p:spPr>
          <a:xfrm>
            <a:off x="16112077" y="4120656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10" name="Circle">
            <a:extLst>
              <a:ext uri="{FF2B5EF4-FFF2-40B4-BE49-F238E27FC236}">
                <a16:creationId xmlns:a16="http://schemas.microsoft.com/office/drawing/2014/main" id="{F5796D86-2EE5-4686-84B2-A7E4D3B3B152}"/>
              </a:ext>
            </a:extLst>
          </p:cNvPr>
          <p:cNvSpPr>
            <a:spLocks noGrp="1"/>
          </p:cNvSpPr>
          <p:nvPr/>
        </p:nvSpPr>
        <p:spPr>
          <a:xfrm>
            <a:off x="18819638" y="7121479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13" name="Circle">
            <a:extLst>
              <a:ext uri="{FF2B5EF4-FFF2-40B4-BE49-F238E27FC236}">
                <a16:creationId xmlns:a16="http://schemas.microsoft.com/office/drawing/2014/main" id="{9DD7141D-2461-424F-91C8-EFFE4E08E63D}"/>
              </a:ext>
            </a:extLst>
          </p:cNvPr>
          <p:cNvSpPr>
            <a:spLocks noGrp="1"/>
          </p:cNvSpPr>
          <p:nvPr/>
        </p:nvSpPr>
        <p:spPr>
          <a:xfrm>
            <a:off x="7966093" y="8945117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lunch">
            <a:extLst>
              <a:ext uri="{FF2B5EF4-FFF2-40B4-BE49-F238E27FC236}">
                <a16:creationId xmlns:a16="http://schemas.microsoft.com/office/drawing/2014/main" id="{B208FBC5-5685-72F1-7033-8490AA5EF100}"/>
              </a:ext>
            </a:extLst>
          </p:cNvPr>
          <p:cNvSpPr>
            <a:spLocks noGrp="1"/>
          </p:cNvSpPr>
          <p:nvPr/>
        </p:nvSpPr>
        <p:spPr>
          <a:xfrm>
            <a:off x="7966093" y="7841146"/>
            <a:ext cx="2146178" cy="10160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almoço</a:t>
            </a:r>
            <a:endParaRPr dirty="0"/>
          </a:p>
        </p:txBody>
      </p:sp>
      <p:sp>
        <p:nvSpPr>
          <p:cNvPr id="3" name="memoir">
            <a:extLst>
              <a:ext uri="{FF2B5EF4-FFF2-40B4-BE49-F238E27FC236}">
                <a16:creationId xmlns:a16="http://schemas.microsoft.com/office/drawing/2014/main" id="{894DC505-9102-6855-6A04-0AF81C9D19FC}"/>
              </a:ext>
            </a:extLst>
          </p:cNvPr>
          <p:cNvSpPr>
            <a:spLocks noGrp="1"/>
          </p:cNvSpPr>
          <p:nvPr/>
        </p:nvSpPr>
        <p:spPr>
          <a:xfrm>
            <a:off x="20199063" y="2132537"/>
            <a:ext cx="2866877" cy="10160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memórias</a:t>
            </a:r>
            <a:endParaRPr dirty="0"/>
          </a:p>
        </p:txBody>
      </p:sp>
      <p:sp>
        <p:nvSpPr>
          <p:cNvPr id="4" name="memoir">
            <a:extLst>
              <a:ext uri="{FF2B5EF4-FFF2-40B4-BE49-F238E27FC236}">
                <a16:creationId xmlns:a16="http://schemas.microsoft.com/office/drawing/2014/main" id="{1F7DE057-1825-4BBF-DB51-C9D79EB0DD6D}"/>
              </a:ext>
            </a:extLst>
          </p:cNvPr>
          <p:cNvSpPr>
            <a:spLocks noGrp="1"/>
          </p:cNvSpPr>
          <p:nvPr/>
        </p:nvSpPr>
        <p:spPr>
          <a:xfrm>
            <a:off x="4653979" y="4719272"/>
            <a:ext cx="1514838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ceia</a:t>
            </a:r>
            <a:endParaRPr dirty="0"/>
          </a:p>
        </p:txBody>
      </p:sp>
      <p:sp>
        <p:nvSpPr>
          <p:cNvPr id="5" name="memoir">
            <a:extLst>
              <a:ext uri="{FF2B5EF4-FFF2-40B4-BE49-F238E27FC236}">
                <a16:creationId xmlns:a16="http://schemas.microsoft.com/office/drawing/2014/main" id="{46F31897-F0DD-C9B6-BFD5-5A0D9FE162EA}"/>
              </a:ext>
            </a:extLst>
          </p:cNvPr>
          <p:cNvSpPr>
            <a:spLocks noGrp="1"/>
          </p:cNvSpPr>
          <p:nvPr/>
        </p:nvSpPr>
        <p:spPr>
          <a:xfrm>
            <a:off x="15661882" y="3054871"/>
            <a:ext cx="1514838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livro</a:t>
            </a:r>
            <a:endParaRPr dirty="0"/>
          </a:p>
        </p:txBody>
      </p:sp>
      <p:sp>
        <p:nvSpPr>
          <p:cNvPr id="6" name="memoir">
            <a:extLst>
              <a:ext uri="{FF2B5EF4-FFF2-40B4-BE49-F238E27FC236}">
                <a16:creationId xmlns:a16="http://schemas.microsoft.com/office/drawing/2014/main" id="{E1A8A98D-2C10-0E8B-D5F4-005EAD9DC883}"/>
              </a:ext>
            </a:extLst>
          </p:cNvPr>
          <p:cNvSpPr>
            <a:spLocks noGrp="1"/>
          </p:cNvSpPr>
          <p:nvPr/>
        </p:nvSpPr>
        <p:spPr>
          <a:xfrm>
            <a:off x="2461494" y="8226420"/>
            <a:ext cx="2027799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jantar</a:t>
            </a:r>
            <a:endParaRPr dirty="0"/>
          </a:p>
        </p:txBody>
      </p:sp>
      <p:sp>
        <p:nvSpPr>
          <p:cNvPr id="7" name="memoir">
            <a:extLst>
              <a:ext uri="{FF2B5EF4-FFF2-40B4-BE49-F238E27FC236}">
                <a16:creationId xmlns:a16="http://schemas.microsoft.com/office/drawing/2014/main" id="{9309E625-6995-5FEC-8ADA-13085E8D9F1A}"/>
              </a:ext>
            </a:extLst>
          </p:cNvPr>
          <p:cNvSpPr>
            <a:spLocks noGrp="1"/>
          </p:cNvSpPr>
          <p:nvPr/>
        </p:nvSpPr>
        <p:spPr>
          <a:xfrm>
            <a:off x="18650562" y="6052419"/>
            <a:ext cx="3097002" cy="102592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lang="pt-BR" dirty="0"/>
              <a:t>romance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243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Circle">
            <a:extLst>
              <a:ext uri="{FF2B5EF4-FFF2-40B4-BE49-F238E27FC236}">
                <a16:creationId xmlns:a16="http://schemas.microsoft.com/office/drawing/2014/main" id="{2DC49203-2406-48D9-8990-0FDE821A471C}"/>
              </a:ext>
            </a:extLst>
          </p:cNvPr>
          <p:cNvSpPr>
            <a:spLocks noGrp="1"/>
          </p:cNvSpPr>
          <p:nvPr/>
        </p:nvSpPr>
        <p:spPr>
          <a:xfrm>
            <a:off x="10185527" y="2878362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2" name="king">
            <a:extLst>
              <a:ext uri="{FF2B5EF4-FFF2-40B4-BE49-F238E27FC236}">
                <a16:creationId xmlns:a16="http://schemas.microsoft.com/office/drawing/2014/main" id="{0C0D78BB-CC1A-4E36-9570-14261E9FF70D}"/>
              </a:ext>
            </a:extLst>
          </p:cNvPr>
          <p:cNvSpPr>
            <a:spLocks noGrp="1"/>
          </p:cNvSpPr>
          <p:nvPr/>
        </p:nvSpPr>
        <p:spPr>
          <a:xfrm>
            <a:off x="10713880" y="2239215"/>
            <a:ext cx="1270002" cy="1270002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</a:t>
            </a:r>
          </a:p>
        </p:txBody>
      </p:sp>
      <p:sp>
        <p:nvSpPr>
          <p:cNvPr id="524" name="Circle">
            <a:extLst>
              <a:ext uri="{FF2B5EF4-FFF2-40B4-BE49-F238E27FC236}">
                <a16:creationId xmlns:a16="http://schemas.microsoft.com/office/drawing/2014/main" id="{C289F342-6409-4B75-88A9-35DE1D72BAB2}"/>
              </a:ext>
            </a:extLst>
          </p:cNvPr>
          <p:cNvSpPr>
            <a:spLocks noGrp="1"/>
          </p:cNvSpPr>
          <p:nvPr/>
        </p:nvSpPr>
        <p:spPr>
          <a:xfrm>
            <a:off x="4389921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5" name="man">
            <a:extLst>
              <a:ext uri="{FF2B5EF4-FFF2-40B4-BE49-F238E27FC236}">
                <a16:creationId xmlns:a16="http://schemas.microsoft.com/office/drawing/2014/main" id="{1D665054-6B73-4FE4-9DBD-6E209F878D32}"/>
              </a:ext>
            </a:extLst>
          </p:cNvPr>
          <p:cNvSpPr>
            <a:spLocks noGrp="1"/>
          </p:cNvSpPr>
          <p:nvPr/>
        </p:nvSpPr>
        <p:spPr>
          <a:xfrm>
            <a:off x="2505285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homem</a:t>
            </a:r>
          </a:p>
        </p:txBody>
      </p:sp>
    </p:spTree>
    <p:extLst>
      <p:ext uri="{BB962C8B-B14F-4D97-AF65-F5344CB8AC3E}">
        <p14:creationId xmlns:p14="http://schemas.microsoft.com/office/powerpoint/2010/main" val="4121360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FDCB-8D5C-4FCA-67E1-8814519D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>
            <a:extLst>
              <a:ext uri="{FF2B5EF4-FFF2-40B4-BE49-F238E27FC236}">
                <a16:creationId xmlns:a16="http://schemas.microsoft.com/office/drawing/2014/main" id="{A0829D46-0E9A-9B41-4602-5D536544C23A}"/>
              </a:ext>
            </a:extLst>
          </p:cNvPr>
          <p:cNvSpPr>
            <a:spLocks noGrp="1"/>
          </p:cNvSpPr>
          <p:nvPr/>
        </p:nvSpPr>
        <p:spPr>
          <a:xfrm flipV="1">
            <a:off x="4708458" y="3230869"/>
            <a:ext cx="5753282" cy="7128963"/>
          </a:xfrm>
          <a:prstGeom prst="line">
            <a:avLst/>
          </a:prstGeom>
          <a:ln w="635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1" name="Circle">
            <a:extLst>
              <a:ext uri="{FF2B5EF4-FFF2-40B4-BE49-F238E27FC236}">
                <a16:creationId xmlns:a16="http://schemas.microsoft.com/office/drawing/2014/main" id="{2CC0AC40-128E-5538-2385-30AA880CF842}"/>
              </a:ext>
            </a:extLst>
          </p:cNvPr>
          <p:cNvSpPr>
            <a:spLocks noGrp="1"/>
          </p:cNvSpPr>
          <p:nvPr/>
        </p:nvSpPr>
        <p:spPr>
          <a:xfrm>
            <a:off x="10185527" y="2878362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2" name="king">
            <a:extLst>
              <a:ext uri="{FF2B5EF4-FFF2-40B4-BE49-F238E27FC236}">
                <a16:creationId xmlns:a16="http://schemas.microsoft.com/office/drawing/2014/main" id="{F1A1F073-6C6D-DC85-C3A9-AD462DEDF41E}"/>
              </a:ext>
            </a:extLst>
          </p:cNvPr>
          <p:cNvSpPr>
            <a:spLocks noGrp="1"/>
          </p:cNvSpPr>
          <p:nvPr/>
        </p:nvSpPr>
        <p:spPr>
          <a:xfrm>
            <a:off x="10713880" y="2239215"/>
            <a:ext cx="1270002" cy="1270002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</a:t>
            </a:r>
          </a:p>
        </p:txBody>
      </p:sp>
      <p:sp>
        <p:nvSpPr>
          <p:cNvPr id="524" name="Circle">
            <a:extLst>
              <a:ext uri="{FF2B5EF4-FFF2-40B4-BE49-F238E27FC236}">
                <a16:creationId xmlns:a16="http://schemas.microsoft.com/office/drawing/2014/main" id="{87DBD40B-0B73-FC85-2633-9A85A8568308}"/>
              </a:ext>
            </a:extLst>
          </p:cNvPr>
          <p:cNvSpPr>
            <a:spLocks noGrp="1"/>
          </p:cNvSpPr>
          <p:nvPr/>
        </p:nvSpPr>
        <p:spPr>
          <a:xfrm>
            <a:off x="4389921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5" name="man">
            <a:extLst>
              <a:ext uri="{FF2B5EF4-FFF2-40B4-BE49-F238E27FC236}">
                <a16:creationId xmlns:a16="http://schemas.microsoft.com/office/drawing/2014/main" id="{DA1D3EF9-24A5-8698-23DE-8AB4A3982F1E}"/>
              </a:ext>
            </a:extLst>
          </p:cNvPr>
          <p:cNvSpPr>
            <a:spLocks noGrp="1"/>
          </p:cNvSpPr>
          <p:nvPr/>
        </p:nvSpPr>
        <p:spPr>
          <a:xfrm>
            <a:off x="2505285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homem</a:t>
            </a:r>
          </a:p>
        </p:txBody>
      </p:sp>
      <p:sp>
        <p:nvSpPr>
          <p:cNvPr id="3" name="Group">
            <a:extLst>
              <a:ext uri="{FF2B5EF4-FFF2-40B4-BE49-F238E27FC236}">
                <a16:creationId xmlns:a16="http://schemas.microsoft.com/office/drawing/2014/main" id="{5FC9C3FE-681F-2A7A-D417-AEB75C3A010E}"/>
              </a:ext>
            </a:extLst>
          </p:cNvPr>
          <p:cNvSpPr>
            <a:spLocks noGrp="1"/>
          </p:cNvSpPr>
          <p:nvPr/>
        </p:nvSpPr>
        <p:spPr>
          <a:xfrm>
            <a:off x="3556456" y="6033523"/>
            <a:ext cx="1270001" cy="1270001"/>
          </a:xfrm>
          <a:prstGeom prst="line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 - homem</a:t>
            </a:r>
          </a:p>
        </p:txBody>
      </p:sp>
    </p:spTree>
    <p:extLst>
      <p:ext uri="{BB962C8B-B14F-4D97-AF65-F5344CB8AC3E}">
        <p14:creationId xmlns:p14="http://schemas.microsoft.com/office/powerpoint/2010/main" val="267096292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D5401-393F-30D2-0A3F-14211DC9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Line">
            <a:extLst>
              <a:ext uri="{FF2B5EF4-FFF2-40B4-BE49-F238E27FC236}">
                <a16:creationId xmlns:a16="http://schemas.microsoft.com/office/drawing/2014/main" id="{144AE729-5BC8-1CAC-23F1-E56E2546E6E0}"/>
              </a:ext>
            </a:extLst>
          </p:cNvPr>
          <p:cNvSpPr>
            <a:spLocks noGrp="1"/>
          </p:cNvSpPr>
          <p:nvPr/>
        </p:nvSpPr>
        <p:spPr>
          <a:xfrm flipV="1">
            <a:off x="4708458" y="3230869"/>
            <a:ext cx="5753282" cy="7128963"/>
          </a:xfrm>
          <a:prstGeom prst="line">
            <a:avLst/>
          </a:prstGeom>
          <a:ln w="635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1" name="Circle">
            <a:extLst>
              <a:ext uri="{FF2B5EF4-FFF2-40B4-BE49-F238E27FC236}">
                <a16:creationId xmlns:a16="http://schemas.microsoft.com/office/drawing/2014/main" id="{44690300-4E27-340B-56C4-517635D5AF57}"/>
              </a:ext>
            </a:extLst>
          </p:cNvPr>
          <p:cNvSpPr>
            <a:spLocks noGrp="1"/>
          </p:cNvSpPr>
          <p:nvPr/>
        </p:nvSpPr>
        <p:spPr>
          <a:xfrm>
            <a:off x="10185527" y="2878362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2" name="king">
            <a:extLst>
              <a:ext uri="{FF2B5EF4-FFF2-40B4-BE49-F238E27FC236}">
                <a16:creationId xmlns:a16="http://schemas.microsoft.com/office/drawing/2014/main" id="{773DF599-2256-F714-2341-9294F69CB42B}"/>
              </a:ext>
            </a:extLst>
          </p:cNvPr>
          <p:cNvSpPr>
            <a:spLocks noGrp="1"/>
          </p:cNvSpPr>
          <p:nvPr/>
        </p:nvSpPr>
        <p:spPr>
          <a:xfrm>
            <a:off x="10713880" y="2239215"/>
            <a:ext cx="1270002" cy="1270002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</a:t>
            </a:r>
          </a:p>
        </p:txBody>
      </p:sp>
      <p:sp>
        <p:nvSpPr>
          <p:cNvPr id="524" name="Circle">
            <a:extLst>
              <a:ext uri="{FF2B5EF4-FFF2-40B4-BE49-F238E27FC236}">
                <a16:creationId xmlns:a16="http://schemas.microsoft.com/office/drawing/2014/main" id="{449E6D27-C9D0-4AAA-59CC-BC24490C97D8}"/>
              </a:ext>
            </a:extLst>
          </p:cNvPr>
          <p:cNvSpPr>
            <a:spLocks noGrp="1"/>
          </p:cNvSpPr>
          <p:nvPr/>
        </p:nvSpPr>
        <p:spPr>
          <a:xfrm>
            <a:off x="4389921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5" name="man">
            <a:extLst>
              <a:ext uri="{FF2B5EF4-FFF2-40B4-BE49-F238E27FC236}">
                <a16:creationId xmlns:a16="http://schemas.microsoft.com/office/drawing/2014/main" id="{BF854828-DD12-830F-D0EE-2DB3C393DDB2}"/>
              </a:ext>
            </a:extLst>
          </p:cNvPr>
          <p:cNvSpPr>
            <a:spLocks noGrp="1"/>
          </p:cNvSpPr>
          <p:nvPr/>
        </p:nvSpPr>
        <p:spPr>
          <a:xfrm>
            <a:off x="2505285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homem</a:t>
            </a:r>
          </a:p>
        </p:txBody>
      </p:sp>
      <p:sp>
        <p:nvSpPr>
          <p:cNvPr id="527" name="Group">
            <a:extLst>
              <a:ext uri="{FF2B5EF4-FFF2-40B4-BE49-F238E27FC236}">
                <a16:creationId xmlns:a16="http://schemas.microsoft.com/office/drawing/2014/main" id="{6BDE8C4C-FACA-DDF6-B0E9-545DAE0DE607}"/>
              </a:ext>
            </a:extLst>
          </p:cNvPr>
          <p:cNvSpPr>
            <a:spLocks noGrp="1"/>
          </p:cNvSpPr>
          <p:nvPr/>
        </p:nvSpPr>
        <p:spPr>
          <a:xfrm>
            <a:off x="3556456" y="6033523"/>
            <a:ext cx="1270001" cy="1270001"/>
          </a:xfrm>
          <a:prstGeom prst="line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 - homem</a:t>
            </a:r>
          </a:p>
        </p:txBody>
      </p:sp>
      <p:sp>
        <p:nvSpPr>
          <p:cNvPr id="528" name="Circle">
            <a:extLst>
              <a:ext uri="{FF2B5EF4-FFF2-40B4-BE49-F238E27FC236}">
                <a16:creationId xmlns:a16="http://schemas.microsoft.com/office/drawing/2014/main" id="{7B8078CD-836B-E1AC-8869-08C0A7439274}"/>
              </a:ext>
            </a:extLst>
          </p:cNvPr>
          <p:cNvSpPr>
            <a:spLocks noGrp="1"/>
          </p:cNvSpPr>
          <p:nvPr/>
        </p:nvSpPr>
        <p:spPr>
          <a:xfrm>
            <a:off x="15793539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9" name="woman">
            <a:extLst>
              <a:ext uri="{FF2B5EF4-FFF2-40B4-BE49-F238E27FC236}">
                <a16:creationId xmlns:a16="http://schemas.microsoft.com/office/drawing/2014/main" id="{B1125B7F-CF04-4FA0-8DA5-F2D0AD5D8231}"/>
              </a:ext>
            </a:extLst>
          </p:cNvPr>
          <p:cNvSpPr>
            <a:spLocks noGrp="1"/>
          </p:cNvSpPr>
          <p:nvPr/>
        </p:nvSpPr>
        <p:spPr>
          <a:xfrm>
            <a:off x="12698463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mulher</a:t>
            </a:r>
          </a:p>
        </p:txBody>
      </p:sp>
    </p:spTree>
    <p:extLst>
      <p:ext uri="{BB962C8B-B14F-4D97-AF65-F5344CB8AC3E}">
        <p14:creationId xmlns:p14="http://schemas.microsoft.com/office/powerpoint/2010/main" val="131292546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9638-AC64-E426-46F4-2C47B24A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Line">
            <a:extLst>
              <a:ext uri="{FF2B5EF4-FFF2-40B4-BE49-F238E27FC236}">
                <a16:creationId xmlns:a16="http://schemas.microsoft.com/office/drawing/2014/main" id="{161DCE6A-8A86-6400-C419-3B4A5BBC204A}"/>
              </a:ext>
            </a:extLst>
          </p:cNvPr>
          <p:cNvSpPr>
            <a:spLocks noGrp="1"/>
          </p:cNvSpPr>
          <p:nvPr/>
        </p:nvSpPr>
        <p:spPr>
          <a:xfrm flipV="1">
            <a:off x="16112075" y="3293518"/>
            <a:ext cx="5753283" cy="7128964"/>
          </a:xfrm>
          <a:prstGeom prst="line">
            <a:avLst/>
          </a:prstGeom>
          <a:noFill/>
          <a:ln w="635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8" name="Group">
            <a:extLst>
              <a:ext uri="{FF2B5EF4-FFF2-40B4-BE49-F238E27FC236}">
                <a16:creationId xmlns:a16="http://schemas.microsoft.com/office/drawing/2014/main" id="{B59E54C6-7BB8-4221-A83C-74A5E4A127DE}"/>
              </a:ext>
            </a:extLst>
          </p:cNvPr>
          <p:cNvSpPr>
            <a:spLocks noGrp="1"/>
          </p:cNvSpPr>
          <p:nvPr/>
        </p:nvSpPr>
        <p:spPr>
          <a:xfrm>
            <a:off x="14960074" y="6096173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 - homem</a:t>
            </a:r>
          </a:p>
        </p:txBody>
      </p:sp>
      <p:sp>
        <p:nvSpPr>
          <p:cNvPr id="520" name="Line">
            <a:extLst>
              <a:ext uri="{FF2B5EF4-FFF2-40B4-BE49-F238E27FC236}">
                <a16:creationId xmlns:a16="http://schemas.microsoft.com/office/drawing/2014/main" id="{E83BBA84-6AA1-ED76-FDD0-A3A9955B43E6}"/>
              </a:ext>
            </a:extLst>
          </p:cNvPr>
          <p:cNvSpPr>
            <a:spLocks noGrp="1"/>
          </p:cNvSpPr>
          <p:nvPr/>
        </p:nvSpPr>
        <p:spPr>
          <a:xfrm flipV="1">
            <a:off x="4708458" y="3230869"/>
            <a:ext cx="5753282" cy="7128963"/>
          </a:xfrm>
          <a:prstGeom prst="line">
            <a:avLst/>
          </a:prstGeom>
          <a:ln w="635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1" name="Circle">
            <a:extLst>
              <a:ext uri="{FF2B5EF4-FFF2-40B4-BE49-F238E27FC236}">
                <a16:creationId xmlns:a16="http://schemas.microsoft.com/office/drawing/2014/main" id="{9845238B-ED52-040D-D31B-3CCBCF66C1E5}"/>
              </a:ext>
            </a:extLst>
          </p:cNvPr>
          <p:cNvSpPr>
            <a:spLocks noGrp="1"/>
          </p:cNvSpPr>
          <p:nvPr/>
        </p:nvSpPr>
        <p:spPr>
          <a:xfrm>
            <a:off x="10185527" y="2878362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2" name="king">
            <a:extLst>
              <a:ext uri="{FF2B5EF4-FFF2-40B4-BE49-F238E27FC236}">
                <a16:creationId xmlns:a16="http://schemas.microsoft.com/office/drawing/2014/main" id="{F09B4D7A-8325-7F48-76DB-23EC7CD93921}"/>
              </a:ext>
            </a:extLst>
          </p:cNvPr>
          <p:cNvSpPr>
            <a:spLocks noGrp="1"/>
          </p:cNvSpPr>
          <p:nvPr/>
        </p:nvSpPr>
        <p:spPr>
          <a:xfrm>
            <a:off x="10713880" y="2239215"/>
            <a:ext cx="1270002" cy="1270002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</a:t>
            </a:r>
          </a:p>
        </p:txBody>
      </p:sp>
      <p:sp>
        <p:nvSpPr>
          <p:cNvPr id="524" name="Circle">
            <a:extLst>
              <a:ext uri="{FF2B5EF4-FFF2-40B4-BE49-F238E27FC236}">
                <a16:creationId xmlns:a16="http://schemas.microsoft.com/office/drawing/2014/main" id="{B18E5105-F2BB-89BC-B55B-1B9471A382BB}"/>
              </a:ext>
            </a:extLst>
          </p:cNvPr>
          <p:cNvSpPr>
            <a:spLocks noGrp="1"/>
          </p:cNvSpPr>
          <p:nvPr/>
        </p:nvSpPr>
        <p:spPr>
          <a:xfrm>
            <a:off x="4389921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5" name="man">
            <a:extLst>
              <a:ext uri="{FF2B5EF4-FFF2-40B4-BE49-F238E27FC236}">
                <a16:creationId xmlns:a16="http://schemas.microsoft.com/office/drawing/2014/main" id="{FA0AC46E-8554-A353-8231-AC00A1D812FF}"/>
              </a:ext>
            </a:extLst>
          </p:cNvPr>
          <p:cNvSpPr>
            <a:spLocks noGrp="1"/>
          </p:cNvSpPr>
          <p:nvPr/>
        </p:nvSpPr>
        <p:spPr>
          <a:xfrm>
            <a:off x="2505285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homem</a:t>
            </a:r>
          </a:p>
        </p:txBody>
      </p:sp>
      <p:sp>
        <p:nvSpPr>
          <p:cNvPr id="527" name="Group">
            <a:extLst>
              <a:ext uri="{FF2B5EF4-FFF2-40B4-BE49-F238E27FC236}">
                <a16:creationId xmlns:a16="http://schemas.microsoft.com/office/drawing/2014/main" id="{358B127D-F725-F1DE-5F19-9FE5B3BEBCB5}"/>
              </a:ext>
            </a:extLst>
          </p:cNvPr>
          <p:cNvSpPr>
            <a:spLocks noGrp="1"/>
          </p:cNvSpPr>
          <p:nvPr/>
        </p:nvSpPr>
        <p:spPr>
          <a:xfrm>
            <a:off x="3556456" y="6033523"/>
            <a:ext cx="1270001" cy="1270001"/>
          </a:xfrm>
          <a:prstGeom prst="line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 - homem</a:t>
            </a:r>
          </a:p>
        </p:txBody>
      </p:sp>
      <p:sp>
        <p:nvSpPr>
          <p:cNvPr id="528" name="Circle">
            <a:extLst>
              <a:ext uri="{FF2B5EF4-FFF2-40B4-BE49-F238E27FC236}">
                <a16:creationId xmlns:a16="http://schemas.microsoft.com/office/drawing/2014/main" id="{0C60ADB6-0B64-AEED-FF46-6AAC0A51DA85}"/>
              </a:ext>
            </a:extLst>
          </p:cNvPr>
          <p:cNvSpPr>
            <a:spLocks noGrp="1"/>
          </p:cNvSpPr>
          <p:nvPr/>
        </p:nvSpPr>
        <p:spPr>
          <a:xfrm>
            <a:off x="15793539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9" name="woman">
            <a:extLst>
              <a:ext uri="{FF2B5EF4-FFF2-40B4-BE49-F238E27FC236}">
                <a16:creationId xmlns:a16="http://schemas.microsoft.com/office/drawing/2014/main" id="{56B02A54-6483-075B-A923-71F633202F44}"/>
              </a:ext>
            </a:extLst>
          </p:cNvPr>
          <p:cNvSpPr>
            <a:spLocks noGrp="1"/>
          </p:cNvSpPr>
          <p:nvPr/>
        </p:nvSpPr>
        <p:spPr>
          <a:xfrm>
            <a:off x="12698463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mulher</a:t>
            </a:r>
          </a:p>
        </p:txBody>
      </p:sp>
    </p:spTree>
    <p:extLst>
      <p:ext uri="{BB962C8B-B14F-4D97-AF65-F5344CB8AC3E}">
        <p14:creationId xmlns:p14="http://schemas.microsoft.com/office/powerpoint/2010/main" val="28603157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Line">
            <a:extLst>
              <a:ext uri="{FF2B5EF4-FFF2-40B4-BE49-F238E27FC236}">
                <a16:creationId xmlns:a16="http://schemas.microsoft.com/office/drawing/2014/main" id="{FC70CE22-A3FF-4E95-B0F5-0C9FC5B371AF}"/>
              </a:ext>
            </a:extLst>
          </p:cNvPr>
          <p:cNvSpPr>
            <a:spLocks noGrp="1"/>
          </p:cNvSpPr>
          <p:nvPr/>
        </p:nvSpPr>
        <p:spPr>
          <a:xfrm flipV="1">
            <a:off x="16112075" y="3293518"/>
            <a:ext cx="5753283" cy="7128964"/>
          </a:xfrm>
          <a:prstGeom prst="line">
            <a:avLst/>
          </a:prstGeom>
          <a:noFill/>
          <a:ln w="63500">
            <a:solidFill>
              <a:schemeClr val="accent1">
                <a:lumOff val="13529"/>
              </a:schemeClr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3" name="Group">
            <a:extLst>
              <a:ext uri="{FF2B5EF4-FFF2-40B4-BE49-F238E27FC236}">
                <a16:creationId xmlns:a16="http://schemas.microsoft.com/office/drawing/2014/main" id="{5EC41063-08B2-44DB-AACF-3B7730BD0219}"/>
              </a:ext>
            </a:extLst>
          </p:cNvPr>
          <p:cNvSpPr>
            <a:spLocks noGrp="1"/>
          </p:cNvSpPr>
          <p:nvPr/>
        </p:nvSpPr>
        <p:spPr>
          <a:xfrm>
            <a:off x="14960074" y="6096173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 - homem</a:t>
            </a:r>
          </a:p>
        </p:txBody>
      </p:sp>
      <p:sp>
        <p:nvSpPr>
          <p:cNvPr id="535" name="Line">
            <a:extLst>
              <a:ext uri="{FF2B5EF4-FFF2-40B4-BE49-F238E27FC236}">
                <a16:creationId xmlns:a16="http://schemas.microsoft.com/office/drawing/2014/main" id="{50DDAF95-53B4-4BDE-8401-1A8E2B6C1274}"/>
              </a:ext>
            </a:extLst>
          </p:cNvPr>
          <p:cNvSpPr>
            <a:spLocks noGrp="1"/>
          </p:cNvSpPr>
          <p:nvPr/>
        </p:nvSpPr>
        <p:spPr>
          <a:xfrm flipV="1">
            <a:off x="4708458" y="3230869"/>
            <a:ext cx="5753282" cy="7128963"/>
          </a:xfrm>
          <a:prstGeom prst="line">
            <a:avLst/>
          </a:prstGeom>
          <a:ln w="63500">
            <a:solidFill>
              <a:schemeClr val="accent1">
                <a:lumOff val="13529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6" name="Circle">
            <a:extLst>
              <a:ext uri="{FF2B5EF4-FFF2-40B4-BE49-F238E27FC236}">
                <a16:creationId xmlns:a16="http://schemas.microsoft.com/office/drawing/2014/main" id="{2090B636-11BA-4DF0-859E-5C49A6514329}"/>
              </a:ext>
            </a:extLst>
          </p:cNvPr>
          <p:cNvSpPr>
            <a:spLocks noGrp="1"/>
          </p:cNvSpPr>
          <p:nvPr/>
        </p:nvSpPr>
        <p:spPr>
          <a:xfrm>
            <a:off x="10185527" y="2878362"/>
            <a:ext cx="614449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37" name="king">
            <a:extLst>
              <a:ext uri="{FF2B5EF4-FFF2-40B4-BE49-F238E27FC236}">
                <a16:creationId xmlns:a16="http://schemas.microsoft.com/office/drawing/2014/main" id="{6055ACE4-8040-4F86-8C47-29FF3BBE67E8}"/>
              </a:ext>
            </a:extLst>
          </p:cNvPr>
          <p:cNvSpPr>
            <a:spLocks noGrp="1"/>
          </p:cNvSpPr>
          <p:nvPr/>
        </p:nvSpPr>
        <p:spPr>
          <a:xfrm>
            <a:off x="10713880" y="2239215"/>
            <a:ext cx="1270002" cy="1270002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</a:t>
            </a:r>
          </a:p>
        </p:txBody>
      </p:sp>
      <p:sp>
        <p:nvSpPr>
          <p:cNvPr id="539" name="Circle">
            <a:extLst>
              <a:ext uri="{FF2B5EF4-FFF2-40B4-BE49-F238E27FC236}">
                <a16:creationId xmlns:a16="http://schemas.microsoft.com/office/drawing/2014/main" id="{A6749D8E-4E15-4E9A-9A02-1751D6CCFD7E}"/>
              </a:ext>
            </a:extLst>
          </p:cNvPr>
          <p:cNvSpPr>
            <a:spLocks noGrp="1"/>
          </p:cNvSpPr>
          <p:nvPr/>
        </p:nvSpPr>
        <p:spPr>
          <a:xfrm>
            <a:off x="4389921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0" name="man">
            <a:extLst>
              <a:ext uri="{FF2B5EF4-FFF2-40B4-BE49-F238E27FC236}">
                <a16:creationId xmlns:a16="http://schemas.microsoft.com/office/drawing/2014/main" id="{623F5F7D-D5BB-4380-A814-7C079B1A3897}"/>
              </a:ext>
            </a:extLst>
          </p:cNvPr>
          <p:cNvSpPr>
            <a:spLocks noGrp="1"/>
          </p:cNvSpPr>
          <p:nvPr/>
        </p:nvSpPr>
        <p:spPr>
          <a:xfrm>
            <a:off x="2505285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homem</a:t>
            </a:r>
          </a:p>
        </p:txBody>
      </p:sp>
      <p:sp>
        <p:nvSpPr>
          <p:cNvPr id="542" name="Group">
            <a:extLst>
              <a:ext uri="{FF2B5EF4-FFF2-40B4-BE49-F238E27FC236}">
                <a16:creationId xmlns:a16="http://schemas.microsoft.com/office/drawing/2014/main" id="{667CCB6C-3620-4A35-AE7A-E86AF39F990B}"/>
              </a:ext>
            </a:extLst>
          </p:cNvPr>
          <p:cNvSpPr>
            <a:spLocks noGrp="1"/>
          </p:cNvSpPr>
          <p:nvPr/>
        </p:nvSpPr>
        <p:spPr>
          <a:xfrm>
            <a:off x="3556456" y="6033523"/>
            <a:ext cx="1270001" cy="1270001"/>
          </a:xfrm>
          <a:prstGeom prst="line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rei - homem</a:t>
            </a:r>
          </a:p>
        </p:txBody>
      </p:sp>
      <p:sp>
        <p:nvSpPr>
          <p:cNvPr id="543" name="Circle">
            <a:extLst>
              <a:ext uri="{FF2B5EF4-FFF2-40B4-BE49-F238E27FC236}">
                <a16:creationId xmlns:a16="http://schemas.microsoft.com/office/drawing/2014/main" id="{D46D583D-71B8-4442-AB44-BD45ED82E6B3}"/>
              </a:ext>
            </a:extLst>
          </p:cNvPr>
          <p:cNvSpPr>
            <a:spLocks noGrp="1"/>
          </p:cNvSpPr>
          <p:nvPr/>
        </p:nvSpPr>
        <p:spPr>
          <a:xfrm>
            <a:off x="15793539" y="10013588"/>
            <a:ext cx="614450" cy="614449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4" name="woman">
            <a:extLst>
              <a:ext uri="{FF2B5EF4-FFF2-40B4-BE49-F238E27FC236}">
                <a16:creationId xmlns:a16="http://schemas.microsoft.com/office/drawing/2014/main" id="{6C5702B9-07F5-4B3D-AF51-0440EC081D24}"/>
              </a:ext>
            </a:extLst>
          </p:cNvPr>
          <p:cNvSpPr>
            <a:spLocks noGrp="1"/>
          </p:cNvSpPr>
          <p:nvPr/>
        </p:nvSpPr>
        <p:spPr>
          <a:xfrm>
            <a:off x="12698463" y="10935271"/>
            <a:ext cx="1270000" cy="1270001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mulher</a:t>
            </a:r>
          </a:p>
        </p:txBody>
      </p:sp>
      <p:sp>
        <p:nvSpPr>
          <p:cNvPr id="546" name="Circle">
            <a:extLst>
              <a:ext uri="{FF2B5EF4-FFF2-40B4-BE49-F238E27FC236}">
                <a16:creationId xmlns:a16="http://schemas.microsoft.com/office/drawing/2014/main" id="{62A76901-B234-4D66-8559-DF27CDAC2A77}"/>
              </a:ext>
            </a:extLst>
          </p:cNvPr>
          <p:cNvSpPr>
            <a:spLocks noGrp="1"/>
          </p:cNvSpPr>
          <p:nvPr/>
        </p:nvSpPr>
        <p:spPr>
          <a:xfrm>
            <a:off x="21559055" y="2973923"/>
            <a:ext cx="614450" cy="61445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7" name="queen">
            <a:extLst>
              <a:ext uri="{FF2B5EF4-FFF2-40B4-BE49-F238E27FC236}">
                <a16:creationId xmlns:a16="http://schemas.microsoft.com/office/drawing/2014/main" id="{75CDC8F4-8ABF-407E-9C64-71E64CF698AE}"/>
              </a:ext>
            </a:extLst>
          </p:cNvPr>
          <p:cNvSpPr>
            <a:spLocks noGrp="1"/>
          </p:cNvSpPr>
          <p:nvPr/>
        </p:nvSpPr>
        <p:spPr>
          <a:xfrm>
            <a:off x="18686955" y="2589606"/>
            <a:ext cx="1270000" cy="1270002"/>
          </a:xfrm>
          <a:prstGeom prst="line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rainha</a:t>
            </a:r>
          </a:p>
        </p:txBody>
      </p:sp>
    </p:spTree>
    <p:extLst>
      <p:ext uri="{BB962C8B-B14F-4D97-AF65-F5344CB8AC3E}">
        <p14:creationId xmlns:p14="http://schemas.microsoft.com/office/powerpoint/2010/main" val="10172452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Neural Networks">
            <a:extLst>
              <a:ext uri="{FF2B5EF4-FFF2-40B4-BE49-F238E27FC236}">
                <a16:creationId xmlns:a16="http://schemas.microsoft.com/office/drawing/2014/main" id="{28D90577-E4AF-404A-9927-30E9C8ED3D2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Redes Neurais</a:t>
            </a:r>
          </a:p>
        </p:txBody>
      </p:sp>
    </p:spTree>
    <p:extLst>
      <p:ext uri="{BB962C8B-B14F-4D97-AF65-F5344CB8AC3E}">
        <p14:creationId xmlns:p14="http://schemas.microsoft.com/office/powerpoint/2010/main" val="16784523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692400"/>
            <a:ext cx="21615400" cy="8331200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2032938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input">
            <a:extLst>
              <a:ext uri="{FF2B5EF4-FFF2-40B4-BE49-F238E27FC236}">
                <a16:creationId xmlns:a16="http://schemas.microsoft.com/office/drawing/2014/main" id="{68FFB293-6DA6-4520-9A56-014903F9B95B}"/>
              </a:ext>
            </a:extLst>
          </p:cNvPr>
          <p:cNvSpPr>
            <a:spLocks noGrp="1"/>
          </p:cNvSpPr>
          <p:nvPr/>
        </p:nvSpPr>
        <p:spPr>
          <a:xfrm>
            <a:off x="2211425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entrada</a:t>
            </a:r>
          </a:p>
        </p:txBody>
      </p:sp>
      <p:sp>
        <p:nvSpPr>
          <p:cNvPr id="555" name="Line">
            <a:extLst>
              <a:ext uri="{FF2B5EF4-FFF2-40B4-BE49-F238E27FC236}">
                <a16:creationId xmlns:a16="http://schemas.microsoft.com/office/drawing/2014/main" id="{CBDDD1FE-B33B-4E7F-A8C0-1DA717EDC610}"/>
              </a:ext>
            </a:extLst>
          </p:cNvPr>
          <p:cNvSpPr>
            <a:spLocks noGrp="1"/>
          </p:cNvSpPr>
          <p:nvPr/>
        </p:nvSpPr>
        <p:spPr>
          <a:xfrm>
            <a:off x="7046955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556" name="network">
            <a:extLst>
              <a:ext uri="{FF2B5EF4-FFF2-40B4-BE49-F238E27FC236}">
                <a16:creationId xmlns:a16="http://schemas.microsoft.com/office/drawing/2014/main" id="{21424FF7-5B16-4F22-BEEF-1F7D61C60AB6}"/>
              </a:ext>
            </a:extLst>
          </p:cNvPr>
          <p:cNvSpPr>
            <a:spLocks noGrp="1"/>
          </p:cNvSpPr>
          <p:nvPr/>
        </p:nvSpPr>
        <p:spPr>
          <a:xfrm>
            <a:off x="9865443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</a:t>
            </a:r>
          </a:p>
        </p:txBody>
      </p:sp>
      <p:sp>
        <p:nvSpPr>
          <p:cNvPr id="557" name="Line">
            <a:extLst>
              <a:ext uri="{FF2B5EF4-FFF2-40B4-BE49-F238E27FC236}">
                <a16:creationId xmlns:a16="http://schemas.microsoft.com/office/drawing/2014/main" id="{5C73CCEC-297E-4FE0-814C-E14E396DE73D}"/>
              </a:ext>
            </a:extLst>
          </p:cNvPr>
          <p:cNvSpPr>
            <a:spLocks noGrp="1"/>
          </p:cNvSpPr>
          <p:nvPr/>
        </p:nvSpPr>
        <p:spPr>
          <a:xfrm>
            <a:off x="14700972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558" name="output">
            <a:extLst>
              <a:ext uri="{FF2B5EF4-FFF2-40B4-BE49-F238E27FC236}">
                <a16:creationId xmlns:a16="http://schemas.microsoft.com/office/drawing/2014/main" id="{B6CDB3AA-DFCA-4A08-8345-0DEA3F6CB819}"/>
              </a:ext>
            </a:extLst>
          </p:cNvPr>
          <p:cNvSpPr>
            <a:spLocks noGrp="1"/>
          </p:cNvSpPr>
          <p:nvPr/>
        </p:nvSpPr>
        <p:spPr>
          <a:xfrm>
            <a:off x="17519460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164830977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Line">
            <a:extLst>
              <a:ext uri="{FF2B5EF4-FFF2-40B4-BE49-F238E27FC236}">
                <a16:creationId xmlns:a16="http://schemas.microsoft.com/office/drawing/2014/main" id="{BBF56AE9-71FF-43C0-A2C6-11CFBCF7ECD4}"/>
              </a:ext>
            </a:extLst>
          </p:cNvPr>
          <p:cNvSpPr>
            <a:spLocks noGrp="1"/>
          </p:cNvSpPr>
          <p:nvPr/>
        </p:nvSpPr>
        <p:spPr>
          <a:xfrm>
            <a:off x="7046955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561" name="Rectangle">
            <a:extLst>
              <a:ext uri="{FF2B5EF4-FFF2-40B4-BE49-F238E27FC236}">
                <a16:creationId xmlns:a16="http://schemas.microsoft.com/office/drawing/2014/main" id="{22FBAC96-D9FF-40E2-8B63-6589E7B6A3D8}"/>
              </a:ext>
            </a:extLst>
          </p:cNvPr>
          <p:cNvSpPr>
            <a:spLocks noGrp="1"/>
          </p:cNvSpPr>
          <p:nvPr/>
        </p:nvSpPr>
        <p:spPr>
          <a:xfrm>
            <a:off x="9865443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62" name="Line">
            <a:extLst>
              <a:ext uri="{FF2B5EF4-FFF2-40B4-BE49-F238E27FC236}">
                <a16:creationId xmlns:a16="http://schemas.microsoft.com/office/drawing/2014/main" id="{19838725-C375-42D9-A7A9-5B437E0BE5FD}"/>
              </a:ext>
            </a:extLst>
          </p:cNvPr>
          <p:cNvSpPr>
            <a:spLocks noGrp="1"/>
          </p:cNvSpPr>
          <p:nvPr/>
        </p:nvSpPr>
        <p:spPr>
          <a:xfrm>
            <a:off x="14700972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563" name="word">
            <a:extLst>
              <a:ext uri="{FF2B5EF4-FFF2-40B4-BE49-F238E27FC236}">
                <a16:creationId xmlns:a16="http://schemas.microsoft.com/office/drawing/2014/main" id="{935D12D9-39CA-48EA-89F4-D01F93FE8C34}"/>
              </a:ext>
            </a:extLst>
          </p:cNvPr>
          <p:cNvSpPr>
            <a:spLocks noGrp="1"/>
          </p:cNvSpPr>
          <p:nvPr/>
        </p:nvSpPr>
        <p:spPr>
          <a:xfrm>
            <a:off x="2891738" y="6365941"/>
            <a:ext cx="3858502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palavra</a:t>
            </a:r>
          </a:p>
        </p:txBody>
      </p:sp>
      <p:sp>
        <p:nvSpPr>
          <p:cNvPr id="564" name="word">
            <a:extLst>
              <a:ext uri="{FF2B5EF4-FFF2-40B4-BE49-F238E27FC236}">
                <a16:creationId xmlns:a16="http://schemas.microsoft.com/office/drawing/2014/main" id="{9A5CBCCC-E7D1-4C73-AC57-89DBE5A5BE31}"/>
              </a:ext>
            </a:extLst>
          </p:cNvPr>
          <p:cNvSpPr>
            <a:spLocks noGrp="1"/>
          </p:cNvSpPr>
          <p:nvPr/>
        </p:nvSpPr>
        <p:spPr>
          <a:xfrm>
            <a:off x="17633760" y="6365941"/>
            <a:ext cx="3858502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palavra</a:t>
            </a:r>
          </a:p>
        </p:txBody>
      </p:sp>
    </p:spTree>
    <p:extLst>
      <p:ext uri="{BB962C8B-B14F-4D97-AF65-F5344CB8AC3E}">
        <p14:creationId xmlns:p14="http://schemas.microsoft.com/office/powerpoint/2010/main" val="16632499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Line">
            <a:extLst>
              <a:ext uri="{FF2B5EF4-FFF2-40B4-BE49-F238E27FC236}">
                <a16:creationId xmlns:a16="http://schemas.microsoft.com/office/drawing/2014/main" id="{9DFD3F28-FAE2-404B-9CD4-A112D128502E}"/>
              </a:ext>
            </a:extLst>
          </p:cNvPr>
          <p:cNvSpPr>
            <a:spLocks noGrp="1"/>
          </p:cNvSpPr>
          <p:nvPr/>
        </p:nvSpPr>
        <p:spPr>
          <a:xfrm>
            <a:off x="7046955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7" name="Rectangle">
            <a:extLst>
              <a:ext uri="{FF2B5EF4-FFF2-40B4-BE49-F238E27FC236}">
                <a16:creationId xmlns:a16="http://schemas.microsoft.com/office/drawing/2014/main" id="{39CD002F-632C-48A7-ACD0-F92726893657}"/>
              </a:ext>
            </a:extLst>
          </p:cNvPr>
          <p:cNvSpPr>
            <a:spLocks noGrp="1"/>
          </p:cNvSpPr>
          <p:nvPr/>
        </p:nvSpPr>
        <p:spPr>
          <a:xfrm>
            <a:off x="9865443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68" name="Line">
            <a:extLst>
              <a:ext uri="{FF2B5EF4-FFF2-40B4-BE49-F238E27FC236}">
                <a16:creationId xmlns:a16="http://schemas.microsoft.com/office/drawing/2014/main" id="{6989B2E8-4E51-4B2C-9598-67DC30394835}"/>
              </a:ext>
            </a:extLst>
          </p:cNvPr>
          <p:cNvSpPr>
            <a:spLocks noGrp="1"/>
          </p:cNvSpPr>
          <p:nvPr/>
        </p:nvSpPr>
        <p:spPr>
          <a:xfrm>
            <a:off x="14700972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9" name="English">
            <a:extLst>
              <a:ext uri="{FF2B5EF4-FFF2-40B4-BE49-F238E27FC236}">
                <a16:creationId xmlns:a16="http://schemas.microsoft.com/office/drawing/2014/main" id="{7AC95B8B-511F-4CB1-A32F-E0EEA33C04E2}"/>
              </a:ext>
            </a:extLst>
          </p:cNvPr>
          <p:cNvSpPr>
            <a:spLocks noGrp="1"/>
          </p:cNvSpPr>
          <p:nvPr/>
        </p:nvSpPr>
        <p:spPr>
          <a:xfrm>
            <a:off x="2952903" y="6229623"/>
            <a:ext cx="2670603" cy="125675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5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Inglês</a:t>
            </a:r>
            <a:endParaRPr dirty="0"/>
          </a:p>
        </p:txBody>
      </p:sp>
      <p:sp>
        <p:nvSpPr>
          <p:cNvPr id="570" name="French">
            <a:extLst>
              <a:ext uri="{FF2B5EF4-FFF2-40B4-BE49-F238E27FC236}">
                <a16:creationId xmlns:a16="http://schemas.microsoft.com/office/drawing/2014/main" id="{9C5A5845-16DC-4D82-9EFD-E3F48DA2F038}"/>
              </a:ext>
            </a:extLst>
          </p:cNvPr>
          <p:cNvSpPr>
            <a:spLocks noGrp="1"/>
          </p:cNvSpPr>
          <p:nvPr/>
        </p:nvSpPr>
        <p:spPr>
          <a:xfrm>
            <a:off x="17982854" y="6235699"/>
            <a:ext cx="3976353" cy="12446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75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Francês</a:t>
            </a:r>
          </a:p>
        </p:txBody>
      </p:sp>
    </p:spTree>
    <p:extLst>
      <p:ext uri="{BB962C8B-B14F-4D97-AF65-F5344CB8AC3E}">
        <p14:creationId xmlns:p14="http://schemas.microsoft.com/office/powerpoint/2010/main" val="19396405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Line">
            <a:extLst>
              <a:ext uri="{FF2B5EF4-FFF2-40B4-BE49-F238E27FC236}">
                <a16:creationId xmlns:a16="http://schemas.microsoft.com/office/drawing/2014/main" id="{FF47E5E3-9A3F-4222-8072-44CD63E9E324}"/>
              </a:ext>
            </a:extLst>
          </p:cNvPr>
          <p:cNvSpPr>
            <a:spLocks noGrp="1"/>
          </p:cNvSpPr>
          <p:nvPr/>
        </p:nvSpPr>
        <p:spPr>
          <a:xfrm>
            <a:off x="7046955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573" name="Rectangle">
            <a:extLst>
              <a:ext uri="{FF2B5EF4-FFF2-40B4-BE49-F238E27FC236}">
                <a16:creationId xmlns:a16="http://schemas.microsoft.com/office/drawing/2014/main" id="{DAB644DC-6C63-4722-8819-DABB9851C288}"/>
              </a:ext>
            </a:extLst>
          </p:cNvPr>
          <p:cNvSpPr>
            <a:spLocks noGrp="1"/>
          </p:cNvSpPr>
          <p:nvPr/>
        </p:nvSpPr>
        <p:spPr>
          <a:xfrm>
            <a:off x="9865443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74" name="Line">
            <a:extLst>
              <a:ext uri="{FF2B5EF4-FFF2-40B4-BE49-F238E27FC236}">
                <a16:creationId xmlns:a16="http://schemas.microsoft.com/office/drawing/2014/main" id="{76559B9B-EA3A-4BBB-BFDE-F94AAD88562C}"/>
              </a:ext>
            </a:extLst>
          </p:cNvPr>
          <p:cNvSpPr>
            <a:spLocks noGrp="1"/>
          </p:cNvSpPr>
          <p:nvPr/>
        </p:nvSpPr>
        <p:spPr>
          <a:xfrm>
            <a:off x="14700972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575" name="lamp">
            <a:extLst>
              <a:ext uri="{FF2B5EF4-FFF2-40B4-BE49-F238E27FC236}">
                <a16:creationId xmlns:a16="http://schemas.microsoft.com/office/drawing/2014/main" id="{AFE99894-5ECB-43AC-8B0E-4033B935F715}"/>
              </a:ext>
            </a:extLst>
          </p:cNvPr>
          <p:cNvSpPr>
            <a:spLocks noGrp="1"/>
          </p:cNvSpPr>
          <p:nvPr/>
        </p:nvSpPr>
        <p:spPr>
          <a:xfrm>
            <a:off x="2891738" y="6365941"/>
            <a:ext cx="3858502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lâmpada</a:t>
            </a:r>
          </a:p>
        </p:txBody>
      </p:sp>
      <p:sp>
        <p:nvSpPr>
          <p:cNvPr id="576" name="lampe">
            <a:extLst>
              <a:ext uri="{FF2B5EF4-FFF2-40B4-BE49-F238E27FC236}">
                <a16:creationId xmlns:a16="http://schemas.microsoft.com/office/drawing/2014/main" id="{E2400A2C-84A4-4C7D-9B1C-12462D78B8A3}"/>
              </a:ext>
            </a:extLst>
          </p:cNvPr>
          <p:cNvSpPr>
            <a:spLocks noGrp="1"/>
          </p:cNvSpPr>
          <p:nvPr/>
        </p:nvSpPr>
        <p:spPr>
          <a:xfrm>
            <a:off x="17633760" y="6365941"/>
            <a:ext cx="3858502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lampe</a:t>
            </a:r>
          </a:p>
        </p:txBody>
      </p:sp>
    </p:spTree>
    <p:extLst>
      <p:ext uri="{BB962C8B-B14F-4D97-AF65-F5344CB8AC3E}">
        <p14:creationId xmlns:p14="http://schemas.microsoft.com/office/powerpoint/2010/main" val="78041305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Line">
            <a:extLst>
              <a:ext uri="{FF2B5EF4-FFF2-40B4-BE49-F238E27FC236}">
                <a16:creationId xmlns:a16="http://schemas.microsoft.com/office/drawing/2014/main" id="{33CBAB0D-FC52-46EA-BB4E-BD7187FB938E}"/>
              </a:ext>
            </a:extLst>
          </p:cNvPr>
          <p:cNvSpPr>
            <a:spLocks noGrp="1"/>
          </p:cNvSpPr>
          <p:nvPr/>
        </p:nvSpPr>
        <p:spPr>
          <a:xfrm>
            <a:off x="7046955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9" name="Rectangle">
            <a:extLst>
              <a:ext uri="{FF2B5EF4-FFF2-40B4-BE49-F238E27FC236}">
                <a16:creationId xmlns:a16="http://schemas.microsoft.com/office/drawing/2014/main" id="{2B84EE01-D1E4-4AF2-A8B1-22B3817545EB}"/>
              </a:ext>
            </a:extLst>
          </p:cNvPr>
          <p:cNvSpPr>
            <a:spLocks noGrp="1"/>
          </p:cNvSpPr>
          <p:nvPr/>
        </p:nvSpPr>
        <p:spPr>
          <a:xfrm>
            <a:off x="9865443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80" name="Line">
            <a:extLst>
              <a:ext uri="{FF2B5EF4-FFF2-40B4-BE49-F238E27FC236}">
                <a16:creationId xmlns:a16="http://schemas.microsoft.com/office/drawing/2014/main" id="{1FFC530A-28AB-443D-B6D1-D0F3DBC7B798}"/>
              </a:ext>
            </a:extLst>
          </p:cNvPr>
          <p:cNvSpPr>
            <a:spLocks noGrp="1"/>
          </p:cNvSpPr>
          <p:nvPr/>
        </p:nvSpPr>
        <p:spPr>
          <a:xfrm>
            <a:off x="14700972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1" name="The only light in the room came from the lamp upon the table at which I had been reading.">
            <a:extLst>
              <a:ext uri="{FF2B5EF4-FFF2-40B4-BE49-F238E27FC236}">
                <a16:creationId xmlns:a16="http://schemas.microsoft.com/office/drawing/2014/main" id="{E01BD115-9703-4924-B941-6D0724C8AF04}"/>
              </a:ext>
            </a:extLst>
          </p:cNvPr>
          <p:cNvSpPr>
            <a:spLocks noGrp="1"/>
          </p:cNvSpPr>
          <p:nvPr/>
        </p:nvSpPr>
        <p:spPr>
          <a:xfrm>
            <a:off x="835691" y="4487912"/>
            <a:ext cx="6092349" cy="49784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The only light in the room came from the lamp upon the table at which I had been reading.</a:t>
            </a:r>
          </a:p>
        </p:txBody>
      </p:sp>
      <p:sp>
        <p:nvSpPr>
          <p:cNvPr id="582" name="La pièce n'était éclairée que par la lampe placée sur la table où je lisais.">
            <a:extLst>
              <a:ext uri="{FF2B5EF4-FFF2-40B4-BE49-F238E27FC236}">
                <a16:creationId xmlns:a16="http://schemas.microsoft.com/office/drawing/2014/main" id="{9F9FF622-059E-434F-92D4-997590CDD41D}"/>
              </a:ext>
            </a:extLst>
          </p:cNvPr>
          <p:cNvSpPr>
            <a:spLocks noGrp="1"/>
          </p:cNvSpPr>
          <p:nvPr/>
        </p:nvSpPr>
        <p:spPr>
          <a:xfrm>
            <a:off x="17659549" y="4775200"/>
            <a:ext cx="5791421" cy="41656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La pièce n'était éclairée que par la lampe placée sur la table où je lisais.</a:t>
            </a:r>
          </a:p>
        </p:txBody>
      </p:sp>
    </p:spTree>
    <p:extLst>
      <p:ext uri="{BB962C8B-B14F-4D97-AF65-F5344CB8AC3E}">
        <p14:creationId xmlns:p14="http://schemas.microsoft.com/office/powerpoint/2010/main" val="149272218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Line">
            <a:extLst>
              <a:ext uri="{FF2B5EF4-FFF2-40B4-BE49-F238E27FC236}">
                <a16:creationId xmlns:a16="http://schemas.microsoft.com/office/drawing/2014/main" id="{FF78BF23-0C09-4D89-8315-32338331E589}"/>
              </a:ext>
            </a:extLst>
          </p:cNvPr>
          <p:cNvSpPr>
            <a:spLocks noGrp="1"/>
          </p:cNvSpPr>
          <p:nvPr/>
        </p:nvSpPr>
        <p:spPr>
          <a:xfrm>
            <a:off x="7046955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5" name="Rectangle">
            <a:extLst>
              <a:ext uri="{FF2B5EF4-FFF2-40B4-BE49-F238E27FC236}">
                <a16:creationId xmlns:a16="http://schemas.microsoft.com/office/drawing/2014/main" id="{3159D934-6FA8-40DC-B2D3-F41E49E74D21}"/>
              </a:ext>
            </a:extLst>
          </p:cNvPr>
          <p:cNvSpPr>
            <a:spLocks noGrp="1"/>
          </p:cNvSpPr>
          <p:nvPr/>
        </p:nvSpPr>
        <p:spPr>
          <a:xfrm>
            <a:off x="9865443" y="5813302"/>
            <a:ext cx="4653114" cy="2089396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86" name="Line">
            <a:extLst>
              <a:ext uri="{FF2B5EF4-FFF2-40B4-BE49-F238E27FC236}">
                <a16:creationId xmlns:a16="http://schemas.microsoft.com/office/drawing/2014/main" id="{2804C34C-F331-423D-AF3E-DC29318B4B99}"/>
              </a:ext>
            </a:extLst>
          </p:cNvPr>
          <p:cNvSpPr>
            <a:spLocks noGrp="1"/>
          </p:cNvSpPr>
          <p:nvPr/>
        </p:nvSpPr>
        <p:spPr>
          <a:xfrm>
            <a:off x="14700972" y="6858000"/>
            <a:ext cx="263607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7" name="What is the…">
            <a:extLst>
              <a:ext uri="{FF2B5EF4-FFF2-40B4-BE49-F238E27FC236}">
                <a16:creationId xmlns:a16="http://schemas.microsoft.com/office/drawing/2014/main" id="{D982EE0B-14D1-4F6E-9BDB-D6F1FFE7C221}"/>
              </a:ext>
            </a:extLst>
          </p:cNvPr>
          <p:cNvSpPr>
            <a:spLocks noGrp="1"/>
          </p:cNvSpPr>
          <p:nvPr/>
        </p:nvSpPr>
        <p:spPr>
          <a:xfrm>
            <a:off x="1612439" y="5588000"/>
            <a:ext cx="5351531" cy="254000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r>
              <a:rPr sz="53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Qual é a</a:t>
            </a:r>
          </a:p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r>
              <a:rPr sz="53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capital de</a:t>
            </a:r>
          </a:p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r>
              <a:rPr sz="53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Massachusetts?</a:t>
            </a:r>
          </a:p>
        </p:txBody>
      </p:sp>
      <p:sp>
        <p:nvSpPr>
          <p:cNvPr id="588" name="The capital…">
            <a:extLst>
              <a:ext uri="{FF2B5EF4-FFF2-40B4-BE49-F238E27FC236}">
                <a16:creationId xmlns:a16="http://schemas.microsoft.com/office/drawing/2014/main" id="{6394BBC8-A2EA-400D-90E0-8B314243BDE7}"/>
              </a:ext>
            </a:extLst>
          </p:cNvPr>
          <p:cNvSpPr>
            <a:spLocks noGrp="1"/>
          </p:cNvSpPr>
          <p:nvPr/>
        </p:nvSpPr>
        <p:spPr>
          <a:xfrm>
            <a:off x="17982854" y="5994399"/>
            <a:ext cx="3976353" cy="17272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r>
              <a:rPr sz="53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 capital</a:t>
            </a:r>
          </a:p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r>
              <a:rPr sz="53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é Boston.</a:t>
            </a:r>
          </a:p>
        </p:txBody>
      </p:sp>
    </p:spTree>
    <p:extLst>
      <p:ext uri="{BB962C8B-B14F-4D97-AF65-F5344CB8AC3E}">
        <p14:creationId xmlns:p14="http://schemas.microsoft.com/office/powerpoint/2010/main" val="19056988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what">
            <a:extLst>
              <a:ext uri="{FF2B5EF4-FFF2-40B4-BE49-F238E27FC236}">
                <a16:creationId xmlns:a16="http://schemas.microsoft.com/office/drawing/2014/main" id="{AAEC6042-5327-48B2-A021-82123EDB432B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A3D673CD-7C11-40DE-B559-B72EC099BF03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976F4312-8440-4CA7-A4D8-C81099C39B48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97FE687F-CFBC-45C4-9333-F4B1AD9CE08F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A417CE7E-0EAF-4782-9656-682BDFCF0FE0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C3F5BE3D-9507-43FC-87D8-BDEEAFE4341D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32C731D6-5D40-4F68-85F5-E950ED1AE4D0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C16334EE-DC3E-4D89-BB03-3B4B696D946C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C16A4EC4-AB64-4887-BBCF-1C857B320274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AC9FF684-9581-4C3E-B296-342B06EBB37A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0B137543-A175-44D0-AE83-E2D14FA935A4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888C8C52-9B94-4060-8771-54D3E1385E05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96D0BB7C-09A5-4C12-B6FF-7EF89A738608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D6BC2327-B621-47C2-91AC-98D7062B58F3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7964B5C8-DFFC-4439-9F97-2793F35F10FC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FF20E0A5-0762-4F57-A857-B30CBB71A351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DB9F49CE-24A0-479A-99B2-57C8EC4E5756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E2F91205-EB3E-4CAE-B798-1A9A38A872E4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65CF9FE9-CAD8-41C3-A3FA-E5FF67E7E9B6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158047C6-20D6-4DDD-A04C-F856570ABA80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77439527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9E34B-44EA-37CB-442C-15D48F58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Line">
            <a:extLst>
              <a:ext uri="{FF2B5EF4-FFF2-40B4-BE49-F238E27FC236}">
                <a16:creationId xmlns:a16="http://schemas.microsoft.com/office/drawing/2014/main" id="{4F7529D0-929E-12DF-5BB3-2EDD09A07E5B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B5E40CD9-649B-D354-AEB8-F54C378C6BB6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45EE16BE-AB4A-82C3-58D8-C0E00C242428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23739A71-08E8-A81B-A5A1-F69BFD8C8FCF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99C5302D-9374-F126-635E-F79AAB08F5DF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237D5179-D256-97B1-C0B8-32E50C21262C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F9768AF5-8F5D-1720-5C6A-BE18D3AB3963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F659B8C0-5964-5729-F3BF-48AB22CA5ED2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C89B2320-E686-5808-FA1D-B41F8E6486B5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6F8FFC7B-C0AA-5A10-958C-0F9651BA23EC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E2892A92-98DB-35E6-4F11-4BD79560B60E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2B009126-6504-A660-08D3-5511F1F712CD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9FE15597-5DEE-176D-B082-86B220B21B07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72398C6D-8367-D750-61B6-47E241D3E2A9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A83227EC-F2B8-FD82-9E79-059B8D3562DD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224F177C-0CD4-4188-E761-6D5D91DD3421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AC08D51A-AAA3-AEE2-9E26-C370D1491902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8D8DEFCB-8EE7-1536-77FD-ACADC1DCA903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0E39CE44-F971-460C-08FD-341E8D9D0F42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1D030D01-C21C-DF37-D0AA-1D518D33C11D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96D1D7E0-BA9F-5624-B33D-8A2C932DAE10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61E3C3BA-8F5D-AEF1-8344-AC6A6F314DA4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408790810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84FA-5BB7-4CD6-843C-8268F7B0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Line">
            <a:extLst>
              <a:ext uri="{FF2B5EF4-FFF2-40B4-BE49-F238E27FC236}">
                <a16:creationId xmlns:a16="http://schemas.microsoft.com/office/drawing/2014/main" id="{A6E24C15-6753-9A7E-18E6-6A8942A65B3F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634A6E7D-6905-716F-B154-750DB41BFCF7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244EEBB6-77AC-C7C0-2469-2CC10339111A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DDEA54F4-2FF4-92AD-F799-E818C26C8B63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CBB4A0BF-0151-F24C-D542-F495EDF1C619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0585DF78-A4FC-4245-D7F5-08716F17F5FE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5B93D9C9-D004-40F2-9A20-0491AE68889D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F1638E73-7B40-9A17-9CF1-069B568A533B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B8A4802B-C3D2-509F-DDB6-C040A828BF8C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EA2768D8-9F20-90F3-76AF-EF16CA245CCE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4D8E6849-E767-65EE-8C7C-5BBC94A75F1E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8849BDE1-35DF-F1B4-8D79-CCF1CFF830F1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174C8B73-EB5F-220F-3436-8F23BCA7B11D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83E8C5DF-704F-6452-9CBB-D634D57A335E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9987A700-0AE2-C7D0-205C-002FA66AA786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79AABE30-6551-3A0D-CAB9-DF7376111567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74F58A44-F88C-1E54-4DB3-2AB343C624B0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9D660C81-7B78-17FE-5088-3FBE016E227C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B7F5CE7D-1930-C2A0-13BE-2BEFCAAE1977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6A4D859F-20DF-7B12-09C1-BDB6FCC57FB6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AD373C41-DA0E-3B4B-8E76-FD849EEA8263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F386643F-9087-0A17-2534-58D96A9C573E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C05BEF36-E24A-70B7-FDF6-359653A6CD0E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8F3FDF75-44AC-904E-535F-0E887AB62646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11793149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1040-8A5E-D642-F928-0D00A3DF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Line">
            <a:extLst>
              <a:ext uri="{FF2B5EF4-FFF2-40B4-BE49-F238E27FC236}">
                <a16:creationId xmlns:a16="http://schemas.microsoft.com/office/drawing/2014/main" id="{C6CB74CA-2936-C4A0-3F0E-4984467E80FB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D2B91070-D3A8-1AED-9E0D-3805B6BE7352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817EC517-0721-FD2B-47F4-E4F8B8A8D770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A38A7EB6-68F8-2235-1AFF-EA0C03A1A046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354E1FBF-A2D1-EC61-23A2-7C4DF37A1717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35A5BC42-547E-FA45-3E39-57EE2C96C08D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A52CBB9F-6C0B-891A-82D7-B7AC13A9AF03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4C6F8E48-69B1-CA7C-E635-B4E4470658FD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5280C44F-58A4-AD5D-EF24-7088944ABC05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28A1CD22-F5D4-6FAB-F6C0-66E1520EFAEE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7AD8EB07-B87B-163D-5A7B-668402720681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E6C529DC-8C29-6D0D-30C6-4154BB7FD4A8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420C2FBD-B316-08BF-97B7-889CA2B40F7E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1741DB10-1799-DC71-8B0A-039EAC16B4E3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B1DACCE0-146F-851F-FA4C-91AA848820D4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55F0547C-7623-462B-1106-B15930715DF2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D4B6C9D0-916F-271C-9ACC-6FF0DD1D967C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384C4E6B-7003-422E-8E88-130EE7805CCC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6B51C4E2-ADA6-2E0B-C487-53CD27D75D81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01EA8718-211A-FBB7-D948-885580F7AB89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790CF973-ED8D-7F75-1AC4-A11AE65CA00E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ECACCBEC-39DC-B467-A22A-D019C58E64AE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0E17715A-BB39-5A30-F06B-6A1D1F07ECB0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977D7241-EF86-A094-78AA-E535C4177CD9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FF5397CB-E264-34D3-9808-979FCE430D2A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97060278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944C-D335-9387-6A8D-D68BEC6C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D82B3FFB-83A4-2079-4EEC-F62EF0CE2A4A}"/>
              </a:ext>
            </a:extLst>
          </p:cNvPr>
          <p:cNvSpPr>
            <a:spLocks noGrp="1"/>
          </p:cNvSpPr>
          <p:nvPr/>
        </p:nvSpPr>
        <p:spPr>
          <a:xfrm>
            <a:off x="7046955" y="4918234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76CC1F2A-5F5D-F254-5FEC-07F6F7713954}"/>
              </a:ext>
            </a:extLst>
          </p:cNvPr>
          <p:cNvSpPr>
            <a:spLocks noGrp="1"/>
          </p:cNvSpPr>
          <p:nvPr/>
        </p:nvSpPr>
        <p:spPr>
          <a:xfrm>
            <a:off x="10052559" y="442539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FC383CBD-D400-3FD5-9A78-EC4359E76B93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01E7C014-D228-3A19-69B0-9FD254DF822B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1DCB52DD-8EC6-C1C6-AAB5-DB5E4FDE0847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E207E370-2EDF-4BC6-EC65-51F5193C81EB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BE8E635D-522E-4B3C-45D1-CB6EADD6305F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07D8E7DD-1AB7-E04B-C2B0-94AE9F9AB06B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F24BEB22-A1B6-AAE4-E40D-DCD707A4F534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11D32689-4386-8392-E5B0-F84797BB2EC6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502D66B0-04EE-A284-4C31-0FF17BE6B2B5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86141BE4-1C68-E129-99E6-88EBCB2E84C9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A0763536-B8D8-7255-9115-F005BA99697C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372FAC9F-4F26-AACA-D55F-73363F943304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D624CE56-7B49-42AE-6339-C827E305DDAB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86B55CDC-845C-1526-0AF3-B0F2D36FF56C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6458B7DF-9CF8-7E23-DC29-F7D73ED5859A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C1B13BEB-936C-B334-9A54-00E28134CEEA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AF345839-2B43-780E-1759-336BB21854BE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6087B83C-6C9B-8544-D28B-EDAA650E22D1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49C5B9AE-19DE-C1E6-7BE9-7CD644D709E0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E3D20290-F0EF-885C-8C39-C2F8025B6F75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24EA75E2-A8DE-8326-AADD-BD080A537D27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F5057BE5-71D7-AED7-E577-39B029E6868A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07846E96-B2AB-2C44-E261-79FECAE58F93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C4BC6DA8-1F06-702E-0427-CB0DD69BD56B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564DE728-9C82-D16D-C5EC-EE6164434694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47937353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55AF-4042-1BDF-1297-1FF8D884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9C9A80ED-99E8-7909-8246-59500C475DC4}"/>
              </a:ext>
            </a:extLst>
          </p:cNvPr>
          <p:cNvSpPr>
            <a:spLocks noGrp="1"/>
          </p:cNvSpPr>
          <p:nvPr/>
        </p:nvSpPr>
        <p:spPr>
          <a:xfrm>
            <a:off x="7046955" y="4918234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98A9480F-366F-8C59-606E-18BDC69B63EA}"/>
              </a:ext>
            </a:extLst>
          </p:cNvPr>
          <p:cNvSpPr>
            <a:spLocks noGrp="1"/>
          </p:cNvSpPr>
          <p:nvPr/>
        </p:nvSpPr>
        <p:spPr>
          <a:xfrm>
            <a:off x="10052559" y="442539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4F4742BF-E3F3-20C7-7A87-37BFF11162BA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C73731B2-14E7-3D2E-3176-8269A85B01C6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064AABDF-4CC1-7160-02A9-8C2D72F5E983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D4A6C82B-DA02-EF4E-EFDE-E6EB328E73BE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905F5D10-C377-E20F-2C20-F538F48C8D36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E88DAB5C-2A5D-EB97-0C37-21874BAB771E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DEC9E041-70B2-5C1A-8896-A2583EA02747}"/>
              </a:ext>
            </a:extLst>
          </p:cNvPr>
          <p:cNvSpPr>
            <a:spLocks noGrp="1"/>
          </p:cNvSpPr>
          <p:nvPr/>
        </p:nvSpPr>
        <p:spPr>
          <a:xfrm>
            <a:off x="12022112" y="361200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CE209077-8F3E-9181-02AC-A5A1530B3E90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B051F27F-3E54-21C3-3DCC-7F725FA74844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429F6064-EDFB-F660-68EF-ECF28DCA4E78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8572D586-E716-45F6-2CF5-21C715C82025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71DC15DE-BC65-B7FC-E065-C21CAE490BB3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03E114DD-A7A9-1D13-67F3-DAD1FB8BF065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A8C9083F-9FFF-2045-5D22-0436105A24F0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E4DBD2EA-5568-DA5D-A92A-1A82E37510C6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20116596-72D8-15C7-9946-C684B4EB60A7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2051C32D-1DD9-181C-7147-CB2E8AB9BE5D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11B8E065-431D-4990-459D-BE84AD0816E8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BCAC187C-4222-ABD9-0FDB-7B18504D7DE9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AC6D76C5-FFC6-480B-4F13-69459732AA61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BD880FC5-626A-2E9B-E04F-37306D84677F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43E3A2A8-D1EC-5C85-AE3C-87D35F511AFE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571CDCBB-F186-51A0-0F35-C39C24E487C8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3AAD5769-13CF-6185-1E17-3009E496594B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1A0F3E17-7E6D-1C0F-2329-A65C0E2E5D87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5B4FA900-8747-42EF-D323-43CDD8173022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297887070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ED16-8CBA-5859-8C42-0EFA2FEA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FD94D4CF-62E2-DD63-4C15-F65315AA2ED8}"/>
              </a:ext>
            </a:extLst>
          </p:cNvPr>
          <p:cNvSpPr>
            <a:spLocks noGrp="1"/>
          </p:cNvSpPr>
          <p:nvPr/>
        </p:nvSpPr>
        <p:spPr>
          <a:xfrm>
            <a:off x="7046955" y="4918234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A8F11F5F-2B4A-FA56-8A5F-2F3420A7BD2F}"/>
              </a:ext>
            </a:extLst>
          </p:cNvPr>
          <p:cNvSpPr>
            <a:spLocks noGrp="1"/>
          </p:cNvSpPr>
          <p:nvPr/>
        </p:nvSpPr>
        <p:spPr>
          <a:xfrm>
            <a:off x="10052559" y="442539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BE2C8D33-D5CF-53E5-9339-8F6F62B58819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8D6ED08D-1C72-1393-9762-BACE8DE9FDF4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A544B479-1347-0545-CEAA-9F7980B90A88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D0D10682-F519-42DA-63BB-B885EFFDD37E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09004A09-3ACB-9DEE-E465-400B22E75143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6B0CB8BF-747C-A4EE-2126-0E9AE8F90F1F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4CDF6C43-F109-78BA-E4AD-8FA33FA7FCC7}"/>
              </a:ext>
            </a:extLst>
          </p:cNvPr>
          <p:cNvSpPr>
            <a:spLocks noGrp="1"/>
          </p:cNvSpPr>
          <p:nvPr/>
        </p:nvSpPr>
        <p:spPr>
          <a:xfrm>
            <a:off x="12022112" y="361200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E7462B5A-FD1C-5B80-987D-9E786027436D}"/>
              </a:ext>
            </a:extLst>
          </p:cNvPr>
          <p:cNvSpPr>
            <a:spLocks noGrp="1"/>
          </p:cNvSpPr>
          <p:nvPr/>
        </p:nvSpPr>
        <p:spPr>
          <a:xfrm>
            <a:off x="12022112" y="567883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C188BBFC-8AFD-FF2E-667A-A87241091FCD}"/>
              </a:ext>
            </a:extLst>
          </p:cNvPr>
          <p:cNvSpPr>
            <a:spLocks noGrp="1"/>
          </p:cNvSpPr>
          <p:nvPr/>
        </p:nvSpPr>
        <p:spPr>
          <a:xfrm>
            <a:off x="10371105" y="642872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A74353DD-7441-7BBC-E7A6-75ADDE9CAE2A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60D62546-3E3A-66C7-5E0A-5CD953232396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C26879BD-3069-25F2-D116-E47F5733E7DF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F6F4D7A1-743C-EFD7-1C9D-239434B9356C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4A2D2F7B-58F4-01A7-47E1-4238AA09EFF3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9797F551-83EE-5FEE-A686-4E7925B3E2E3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971AE326-00E5-97BA-BA9F-497332C3A13B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3BD2A1B8-EEF4-6609-B449-BC0DAED03D07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7AA0254E-0D1E-5EEB-9213-9AA86DF26119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6559DF23-FF57-E3E7-0775-B48FAFFED630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D346E470-E2FC-4ED8-BCC8-E1D94379256C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B04B8B3D-B0FE-19A6-9F2D-66428E7B6197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7D5FDB7B-933D-9948-10D1-A6D6D46E5C19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68BD2AC8-27DC-517A-E9C2-38BE2DC830BF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4BC1A1AC-5BF7-6725-6FB4-73DE8050421A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9DE35651-5134-0530-A7AE-9BCF7D0E0B6A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91D00C6F-2002-64A9-3917-54E816111CCF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E77E811F-BD94-122B-9BC1-6461F2DB6FBF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AA2F8E86-B0DA-69DF-A6D3-E599A8943E81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348556434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76D5-A759-F8B9-CDCE-B92488569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CB9DA9F4-9F52-BC38-221D-C5D778A2B8B4}"/>
              </a:ext>
            </a:extLst>
          </p:cNvPr>
          <p:cNvSpPr>
            <a:spLocks noGrp="1"/>
          </p:cNvSpPr>
          <p:nvPr/>
        </p:nvSpPr>
        <p:spPr>
          <a:xfrm>
            <a:off x="7046955" y="4918234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3F309794-D94E-0722-1F71-D5913A5D0427}"/>
              </a:ext>
            </a:extLst>
          </p:cNvPr>
          <p:cNvSpPr>
            <a:spLocks noGrp="1"/>
          </p:cNvSpPr>
          <p:nvPr/>
        </p:nvSpPr>
        <p:spPr>
          <a:xfrm>
            <a:off x="10052559" y="442539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E73DF1EB-ED28-800E-884A-1D9B01DE1704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534C270D-CD06-B97F-2A66-7C69268DAAD3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F71D1332-02FB-7634-CB5D-E943CB673371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9FA4DEF7-F2CF-FF0E-8CE2-5F16A8491B9B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5FE607CF-3380-95AE-F386-18B58C07598C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FF1285B1-3A58-AB47-10A1-D2D0586A053F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74945731-17FD-66AB-9C32-C04277EF2038}"/>
              </a:ext>
            </a:extLst>
          </p:cNvPr>
          <p:cNvSpPr>
            <a:spLocks noGrp="1"/>
          </p:cNvSpPr>
          <p:nvPr/>
        </p:nvSpPr>
        <p:spPr>
          <a:xfrm>
            <a:off x="12022112" y="361200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1F00A64C-CB39-DBDB-A203-EED012F542DB}"/>
              </a:ext>
            </a:extLst>
          </p:cNvPr>
          <p:cNvSpPr>
            <a:spLocks noGrp="1"/>
          </p:cNvSpPr>
          <p:nvPr/>
        </p:nvSpPr>
        <p:spPr>
          <a:xfrm>
            <a:off x="12022112" y="567883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FFCB076E-6850-4D0C-145E-0D5CCFCA1AD1}"/>
              </a:ext>
            </a:extLst>
          </p:cNvPr>
          <p:cNvSpPr>
            <a:spLocks noGrp="1"/>
          </p:cNvSpPr>
          <p:nvPr/>
        </p:nvSpPr>
        <p:spPr>
          <a:xfrm>
            <a:off x="10371105" y="642872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BCB5DCF4-8B2E-462A-D036-3101530A6ECB}"/>
              </a:ext>
            </a:extLst>
          </p:cNvPr>
          <p:cNvSpPr>
            <a:spLocks noGrp="1"/>
          </p:cNvSpPr>
          <p:nvPr/>
        </p:nvSpPr>
        <p:spPr>
          <a:xfrm>
            <a:off x="7046955" y="8548351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CCDFC8EE-92B6-61AB-9F09-D4225AB04391}"/>
              </a:ext>
            </a:extLst>
          </p:cNvPr>
          <p:cNvSpPr>
            <a:spLocks noGrp="1"/>
          </p:cNvSpPr>
          <p:nvPr/>
        </p:nvSpPr>
        <p:spPr>
          <a:xfrm>
            <a:off x="10052561" y="8055511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BB545CCE-BF1A-C14D-800C-450820824469}"/>
              </a:ext>
            </a:extLst>
          </p:cNvPr>
          <p:cNvSpPr>
            <a:spLocks noGrp="1"/>
          </p:cNvSpPr>
          <p:nvPr/>
        </p:nvSpPr>
        <p:spPr>
          <a:xfrm>
            <a:off x="2882422" y="8056292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D0CAD7AB-50A1-C0CB-1352-85C863C44252}"/>
              </a:ext>
            </a:extLst>
          </p:cNvPr>
          <p:cNvSpPr>
            <a:spLocks noGrp="1"/>
          </p:cNvSpPr>
          <p:nvPr/>
        </p:nvSpPr>
        <p:spPr>
          <a:xfrm>
            <a:off x="12022113" y="724211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60F58638-F800-A638-9238-F77B630CF255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7ED3B5F4-548D-1A3C-D4C8-2F8441C30F03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BA644AA4-A54C-A568-930D-88C0901317BC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8412028A-60DB-C95F-A0C4-C5418D0A7BC5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8D62D38D-0CBC-BBDB-37E7-080CFB269335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B9EC4C98-5006-8959-C4B9-525C081108AB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B39A1089-FA1E-DEB6-3656-1DD11D103AC9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8A1BECCB-4A07-33A2-2BF1-5CA83B0C0BDA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0537E741-766C-F320-7AFB-10BA51E90729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481CA126-2AE7-EC1F-1B04-33E3B958D07C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5B822B1B-5DA5-FB96-C731-7FDDAD3C3A7C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CF5C13A6-4B30-AAD8-894E-3B57F41F3939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D3D217F2-F62C-2A4C-6F78-6856A1D0F4E3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D48BCF31-B518-552D-27AA-D14275E6C8EB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7A07B044-8FA3-C541-76FD-B91E93B28320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071926C1-A1DF-94D3-CD5C-F1EBEDCCE40B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8F875873-9BCD-2BF4-A635-59B24A8F6877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8686A83E-D28B-D706-E91C-3C4D298F626A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DD74C468-207C-2A5F-072B-E063A5FC4988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10818584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82B6-4B63-3CE9-45B5-D61BEF01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C91F5681-631F-B985-6E2C-F34785A6897F}"/>
              </a:ext>
            </a:extLst>
          </p:cNvPr>
          <p:cNvSpPr>
            <a:spLocks noGrp="1"/>
          </p:cNvSpPr>
          <p:nvPr/>
        </p:nvSpPr>
        <p:spPr>
          <a:xfrm>
            <a:off x="7046955" y="4918234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7A71FEE9-1772-58FF-F3A9-7ECFC9AF668E}"/>
              </a:ext>
            </a:extLst>
          </p:cNvPr>
          <p:cNvSpPr>
            <a:spLocks noGrp="1"/>
          </p:cNvSpPr>
          <p:nvPr/>
        </p:nvSpPr>
        <p:spPr>
          <a:xfrm>
            <a:off x="10052559" y="442539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E079A961-027E-6E4E-2007-77A7B1480A28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8CD888BD-3A76-49D9-E39F-C68B140D4EAD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E6684311-5F43-C493-FF54-8B8CCA0A772A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D7DC6777-3FA6-3A71-906D-A46BDF28F7F8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14A37518-FAC3-C533-4375-B2413F3C491B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B550FDC6-A78E-6BB0-4F95-D7DBA31ECCA4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DB6966A2-4267-EE16-025C-A04AD7EFA666}"/>
              </a:ext>
            </a:extLst>
          </p:cNvPr>
          <p:cNvSpPr>
            <a:spLocks noGrp="1"/>
          </p:cNvSpPr>
          <p:nvPr/>
        </p:nvSpPr>
        <p:spPr>
          <a:xfrm>
            <a:off x="12022112" y="361200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44E993C4-F557-D9D6-16D9-B067ECD70592}"/>
              </a:ext>
            </a:extLst>
          </p:cNvPr>
          <p:cNvSpPr>
            <a:spLocks noGrp="1"/>
          </p:cNvSpPr>
          <p:nvPr/>
        </p:nvSpPr>
        <p:spPr>
          <a:xfrm>
            <a:off x="12022112" y="567883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4F26E0BE-1315-8130-E71F-2EFC9863032B}"/>
              </a:ext>
            </a:extLst>
          </p:cNvPr>
          <p:cNvSpPr>
            <a:spLocks noGrp="1"/>
          </p:cNvSpPr>
          <p:nvPr/>
        </p:nvSpPr>
        <p:spPr>
          <a:xfrm>
            <a:off x="10371105" y="642872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05FF2DB0-FC1C-BAD1-C43F-123811FD95CB}"/>
              </a:ext>
            </a:extLst>
          </p:cNvPr>
          <p:cNvSpPr>
            <a:spLocks noGrp="1"/>
          </p:cNvSpPr>
          <p:nvPr/>
        </p:nvSpPr>
        <p:spPr>
          <a:xfrm>
            <a:off x="7046955" y="8548351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89FDED3F-C7B3-308C-7B06-54BEBDB540A9}"/>
              </a:ext>
            </a:extLst>
          </p:cNvPr>
          <p:cNvSpPr>
            <a:spLocks noGrp="1"/>
          </p:cNvSpPr>
          <p:nvPr/>
        </p:nvSpPr>
        <p:spPr>
          <a:xfrm>
            <a:off x="10052561" y="8055511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9EE95699-F401-F51E-4244-219C470EAB49}"/>
              </a:ext>
            </a:extLst>
          </p:cNvPr>
          <p:cNvSpPr>
            <a:spLocks noGrp="1"/>
          </p:cNvSpPr>
          <p:nvPr/>
        </p:nvSpPr>
        <p:spPr>
          <a:xfrm>
            <a:off x="2882422" y="8056292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85165608-023D-9ABE-4AEC-7AE6F01BC8CC}"/>
              </a:ext>
            </a:extLst>
          </p:cNvPr>
          <p:cNvSpPr>
            <a:spLocks noGrp="1"/>
          </p:cNvSpPr>
          <p:nvPr/>
        </p:nvSpPr>
        <p:spPr>
          <a:xfrm>
            <a:off x="12022113" y="724211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C455A715-DCA0-8A58-6313-C5ACE8AE50C9}"/>
              </a:ext>
            </a:extLst>
          </p:cNvPr>
          <p:cNvSpPr>
            <a:spLocks noGrp="1"/>
          </p:cNvSpPr>
          <p:nvPr/>
        </p:nvSpPr>
        <p:spPr>
          <a:xfrm>
            <a:off x="12022112" y="930894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BCFBDF64-0035-0252-B5EA-7A34214B5BAC}"/>
              </a:ext>
            </a:extLst>
          </p:cNvPr>
          <p:cNvSpPr>
            <a:spLocks noGrp="1"/>
          </p:cNvSpPr>
          <p:nvPr/>
        </p:nvSpPr>
        <p:spPr>
          <a:xfrm>
            <a:off x="10371105" y="1005884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C7942EE8-D496-5E3A-D1A5-258EE1512ECC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53730597-8DAC-54A7-7BE1-A0255465DF4E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80476353-5B78-3DDB-FEC7-4208FCEBAE2B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E2A8602F-E76F-C081-43C8-8B41F719A500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9868F749-BB1F-B1F0-C12B-E9174FB3FC90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A6ABCEED-A9B4-6257-13EB-E16970E2E113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C023C7EF-91C7-0F7E-8DD8-45B707AF8D3E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75170994-1365-6352-16D8-276C5B77E9E7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BCEAC03F-FA6B-0D93-E510-393AA09225FB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C5EA6E16-7CC1-8698-B407-0EDD99EFFC6C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771DE4AA-C9D6-5614-373D-E3BE389FD4D7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651B711F-1CD5-0327-2222-57E84CAE5CD7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D7FD16A0-ACF6-BA95-6281-0AA6D8862589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BF0570B8-3482-6ED3-7028-250F5DEC6F29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8F409B67-2E52-689F-0718-B6F3557DFB42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662349EB-851E-B67F-D679-1278A5F8DCD9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3A901121-0E37-B341-45B7-AF697C7CE790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82067BEA-2BE2-B449-D85F-8959DEF7C4CC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05A8B12A-CB3B-761B-87C7-11D4606E0E54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40569862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AB6F-359E-FFD5-0CC0-8B53C3EE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D346BA55-143F-AA9F-1DA0-C169B6248E47}"/>
              </a:ext>
            </a:extLst>
          </p:cNvPr>
          <p:cNvSpPr>
            <a:spLocks noGrp="1"/>
          </p:cNvSpPr>
          <p:nvPr/>
        </p:nvSpPr>
        <p:spPr>
          <a:xfrm>
            <a:off x="7046955" y="4918234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982FF45A-A7E2-A11E-98A8-E0DB19CEE7A2}"/>
              </a:ext>
            </a:extLst>
          </p:cNvPr>
          <p:cNvSpPr>
            <a:spLocks noGrp="1"/>
          </p:cNvSpPr>
          <p:nvPr/>
        </p:nvSpPr>
        <p:spPr>
          <a:xfrm>
            <a:off x="10052559" y="442539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C535AED7-F8ED-09F5-255F-93C59CC8530D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79AF4A32-5EF4-F5D9-2BB6-59348ADEF79E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3BAB0A5D-53F6-7C5A-8190-12BBC8090872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9B9F9DAA-2A0A-C36F-3E72-DBBFAFE9FAF1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5466247B-E03C-2A3A-786F-B2975869A65F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76A42DD8-FBE1-404F-B7AA-7E35D905115D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A5BCBE73-80DA-AA78-5EA4-822098999BD4}"/>
              </a:ext>
            </a:extLst>
          </p:cNvPr>
          <p:cNvSpPr>
            <a:spLocks noGrp="1"/>
          </p:cNvSpPr>
          <p:nvPr/>
        </p:nvSpPr>
        <p:spPr>
          <a:xfrm>
            <a:off x="12022112" y="361200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ED69FEA8-0440-94EE-C607-7A4B99F97CF4}"/>
              </a:ext>
            </a:extLst>
          </p:cNvPr>
          <p:cNvSpPr>
            <a:spLocks noGrp="1"/>
          </p:cNvSpPr>
          <p:nvPr/>
        </p:nvSpPr>
        <p:spPr>
          <a:xfrm>
            <a:off x="12022112" y="567883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A22BFE6F-DA62-84BD-AF1C-13CB026B6368}"/>
              </a:ext>
            </a:extLst>
          </p:cNvPr>
          <p:cNvSpPr>
            <a:spLocks noGrp="1"/>
          </p:cNvSpPr>
          <p:nvPr/>
        </p:nvSpPr>
        <p:spPr>
          <a:xfrm>
            <a:off x="10371105" y="642872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47FE328A-F6DD-C748-4B26-19FCFA243878}"/>
              </a:ext>
            </a:extLst>
          </p:cNvPr>
          <p:cNvSpPr>
            <a:spLocks noGrp="1"/>
          </p:cNvSpPr>
          <p:nvPr/>
        </p:nvSpPr>
        <p:spPr>
          <a:xfrm>
            <a:off x="7046955" y="8548351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28510284-0FEB-33BA-94AD-670849D6C38C}"/>
              </a:ext>
            </a:extLst>
          </p:cNvPr>
          <p:cNvSpPr>
            <a:spLocks noGrp="1"/>
          </p:cNvSpPr>
          <p:nvPr/>
        </p:nvSpPr>
        <p:spPr>
          <a:xfrm>
            <a:off x="10052561" y="8055511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0232B196-68E6-91EE-9E08-7D051D5CD41B}"/>
              </a:ext>
            </a:extLst>
          </p:cNvPr>
          <p:cNvSpPr>
            <a:spLocks noGrp="1"/>
          </p:cNvSpPr>
          <p:nvPr/>
        </p:nvSpPr>
        <p:spPr>
          <a:xfrm>
            <a:off x="2882422" y="8056292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764DDA4A-6E44-2FAF-808F-83E9511B86CE}"/>
              </a:ext>
            </a:extLst>
          </p:cNvPr>
          <p:cNvSpPr>
            <a:spLocks noGrp="1"/>
          </p:cNvSpPr>
          <p:nvPr/>
        </p:nvSpPr>
        <p:spPr>
          <a:xfrm>
            <a:off x="12022113" y="724211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D804CED0-038D-06F5-8588-56FC0D883ED8}"/>
              </a:ext>
            </a:extLst>
          </p:cNvPr>
          <p:cNvSpPr>
            <a:spLocks noGrp="1"/>
          </p:cNvSpPr>
          <p:nvPr/>
        </p:nvSpPr>
        <p:spPr>
          <a:xfrm>
            <a:off x="12022112" y="930894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D18043E2-146F-E4D1-AB58-CBBA59BECA86}"/>
              </a:ext>
            </a:extLst>
          </p:cNvPr>
          <p:cNvSpPr>
            <a:spLocks noGrp="1"/>
          </p:cNvSpPr>
          <p:nvPr/>
        </p:nvSpPr>
        <p:spPr>
          <a:xfrm>
            <a:off x="10371105" y="1005884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9CE5C6D1-BF6A-D7E4-AF04-9283F1E727B2}"/>
              </a:ext>
            </a:extLst>
          </p:cNvPr>
          <p:cNvSpPr>
            <a:spLocks noGrp="1"/>
          </p:cNvSpPr>
          <p:nvPr/>
        </p:nvSpPr>
        <p:spPr>
          <a:xfrm>
            <a:off x="7046955" y="1217846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636F4AAE-FBAF-E6FF-9B1B-0D552CB8BC75}"/>
              </a:ext>
            </a:extLst>
          </p:cNvPr>
          <p:cNvSpPr>
            <a:spLocks noGrp="1"/>
          </p:cNvSpPr>
          <p:nvPr/>
        </p:nvSpPr>
        <p:spPr>
          <a:xfrm>
            <a:off x="10052561" y="1168562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14B7C747-17B9-5D83-105D-AC6E04B44B4E}"/>
              </a:ext>
            </a:extLst>
          </p:cNvPr>
          <p:cNvSpPr>
            <a:spLocks noGrp="1"/>
          </p:cNvSpPr>
          <p:nvPr/>
        </p:nvSpPr>
        <p:spPr>
          <a:xfrm>
            <a:off x="2882422" y="11686406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A2062B0D-1E2B-4DF9-1F83-B6BCA04395F9}"/>
              </a:ext>
            </a:extLst>
          </p:cNvPr>
          <p:cNvSpPr>
            <a:spLocks noGrp="1"/>
          </p:cNvSpPr>
          <p:nvPr/>
        </p:nvSpPr>
        <p:spPr>
          <a:xfrm>
            <a:off x="12022113" y="1087223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8D034BBF-F30A-5ADD-3C83-9294E0265C92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348C1BC0-D4A2-D275-E895-1A6567F0591B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3D2C4F5D-25A0-40DC-68B9-81FBE9BBC3F9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7BD951A8-C2DB-AAE1-733B-D4DEE97EBA44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7710DEE7-3768-C8DC-256C-39D5CA2C1DC7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3768E6A4-F904-1B91-9728-F57A7BCC6F6B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32049ED4-128E-B6EC-B25C-B9142328AE9C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0B888742-C1E7-B3B6-4978-17477B2E098F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E5641FBA-BEDD-1F5B-1A77-AD387FC49F38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D0D7777B-B74C-AA57-B620-ABF9FC092F1E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8228CF46-82B0-897F-ABD2-F9127E6D0779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DF9F5894-9648-CF06-42DE-079290D5D3C3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2CC52D14-246C-708A-B252-512A08259AD5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A6D8CF68-955F-0420-A4CD-A9E4498DB4EB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D37E327E-1AED-0EB3-7177-70437F417E4B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5BCFA69D-E378-C81D-4CC9-B7091E5C52F0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1AE739BB-132D-A717-A124-1D272C65A73C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B434ACE7-1537-E4F8-17B7-7C5F0445E787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1CD42FDC-AE3E-4AE1-E3A5-2E49F8E88398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389441177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92BF-91BA-6526-6FEF-272B13CD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A0392882-ED17-BB2C-6343-0F7203434097}"/>
              </a:ext>
            </a:extLst>
          </p:cNvPr>
          <p:cNvSpPr>
            <a:spLocks noGrp="1"/>
          </p:cNvSpPr>
          <p:nvPr/>
        </p:nvSpPr>
        <p:spPr>
          <a:xfrm>
            <a:off x="7046955" y="4918234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5E2F14F8-36E8-FA00-EB7B-3134A89F405E}"/>
              </a:ext>
            </a:extLst>
          </p:cNvPr>
          <p:cNvSpPr>
            <a:spLocks noGrp="1"/>
          </p:cNvSpPr>
          <p:nvPr/>
        </p:nvSpPr>
        <p:spPr>
          <a:xfrm>
            <a:off x="10052559" y="442539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1D11CBD3-C003-3DFD-DBE0-019E6A2F5583}"/>
              </a:ext>
            </a:extLst>
          </p:cNvPr>
          <p:cNvSpPr>
            <a:spLocks noGrp="1"/>
          </p:cNvSpPr>
          <p:nvPr/>
        </p:nvSpPr>
        <p:spPr>
          <a:xfrm>
            <a:off x="7046955" y="141511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5E478DEB-9BDB-883B-4029-7B8F20633557}"/>
              </a:ext>
            </a:extLst>
          </p:cNvPr>
          <p:cNvSpPr>
            <a:spLocks noGrp="1"/>
          </p:cNvSpPr>
          <p:nvPr/>
        </p:nvSpPr>
        <p:spPr>
          <a:xfrm>
            <a:off x="10052559" y="9222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195F04D0-B65B-2809-0FBF-B84EEE96C73E}"/>
              </a:ext>
            </a:extLst>
          </p:cNvPr>
          <p:cNvSpPr>
            <a:spLocks noGrp="1"/>
          </p:cNvSpPr>
          <p:nvPr/>
        </p:nvSpPr>
        <p:spPr>
          <a:xfrm>
            <a:off x="2882422" y="92306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0149E13B-E60C-D023-2917-508EC67F0052}"/>
              </a:ext>
            </a:extLst>
          </p:cNvPr>
          <p:cNvSpPr>
            <a:spLocks noGrp="1"/>
          </p:cNvSpPr>
          <p:nvPr/>
        </p:nvSpPr>
        <p:spPr>
          <a:xfrm>
            <a:off x="2882422" y="442617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913012C6-748C-2E0D-79E0-65729B42B171}"/>
              </a:ext>
            </a:extLst>
          </p:cNvPr>
          <p:cNvSpPr>
            <a:spLocks noGrp="1"/>
          </p:cNvSpPr>
          <p:nvPr/>
        </p:nvSpPr>
        <p:spPr>
          <a:xfrm>
            <a:off x="12022112" y="211221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5EB3FC94-CB31-917E-218F-3AF9447F43C2}"/>
              </a:ext>
            </a:extLst>
          </p:cNvPr>
          <p:cNvSpPr>
            <a:spLocks noGrp="1"/>
          </p:cNvSpPr>
          <p:nvPr/>
        </p:nvSpPr>
        <p:spPr>
          <a:xfrm>
            <a:off x="10371105" y="28621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0333701C-3A69-D8A7-256F-1A46234EDCBD}"/>
              </a:ext>
            </a:extLst>
          </p:cNvPr>
          <p:cNvSpPr>
            <a:spLocks noGrp="1"/>
          </p:cNvSpPr>
          <p:nvPr/>
        </p:nvSpPr>
        <p:spPr>
          <a:xfrm>
            <a:off x="12022112" y="361200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AC09CA5F-F1EF-B25A-1206-282667C15C5F}"/>
              </a:ext>
            </a:extLst>
          </p:cNvPr>
          <p:cNvSpPr>
            <a:spLocks noGrp="1"/>
          </p:cNvSpPr>
          <p:nvPr/>
        </p:nvSpPr>
        <p:spPr>
          <a:xfrm>
            <a:off x="12022112" y="567883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E55BC00D-5961-B802-9065-E18ADCD90048}"/>
              </a:ext>
            </a:extLst>
          </p:cNvPr>
          <p:cNvSpPr>
            <a:spLocks noGrp="1"/>
          </p:cNvSpPr>
          <p:nvPr/>
        </p:nvSpPr>
        <p:spPr>
          <a:xfrm>
            <a:off x="10371105" y="642872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9FCE5655-DEC7-A567-EB4F-911F8F7996D3}"/>
              </a:ext>
            </a:extLst>
          </p:cNvPr>
          <p:cNvSpPr>
            <a:spLocks noGrp="1"/>
          </p:cNvSpPr>
          <p:nvPr/>
        </p:nvSpPr>
        <p:spPr>
          <a:xfrm>
            <a:off x="7046955" y="8548351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5649BF13-5834-26C9-C48C-15631702CCEF}"/>
              </a:ext>
            </a:extLst>
          </p:cNvPr>
          <p:cNvSpPr>
            <a:spLocks noGrp="1"/>
          </p:cNvSpPr>
          <p:nvPr/>
        </p:nvSpPr>
        <p:spPr>
          <a:xfrm>
            <a:off x="10052561" y="8055511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30AC2F83-1CDD-55EC-2388-70A704425A48}"/>
              </a:ext>
            </a:extLst>
          </p:cNvPr>
          <p:cNvSpPr>
            <a:spLocks noGrp="1"/>
          </p:cNvSpPr>
          <p:nvPr/>
        </p:nvSpPr>
        <p:spPr>
          <a:xfrm>
            <a:off x="2882422" y="8056292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AD5254D7-6D4F-7049-8DE6-CCE522C25AFF}"/>
              </a:ext>
            </a:extLst>
          </p:cNvPr>
          <p:cNvSpPr>
            <a:spLocks noGrp="1"/>
          </p:cNvSpPr>
          <p:nvPr/>
        </p:nvSpPr>
        <p:spPr>
          <a:xfrm>
            <a:off x="12022113" y="724211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140A2969-814F-3655-F5FC-59C4DB3D3FD6}"/>
              </a:ext>
            </a:extLst>
          </p:cNvPr>
          <p:cNvSpPr>
            <a:spLocks noGrp="1"/>
          </p:cNvSpPr>
          <p:nvPr/>
        </p:nvSpPr>
        <p:spPr>
          <a:xfrm>
            <a:off x="12022112" y="930894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E8FE73AE-F118-1ACB-E8C4-E14CBA07688E}"/>
              </a:ext>
            </a:extLst>
          </p:cNvPr>
          <p:cNvSpPr>
            <a:spLocks noGrp="1"/>
          </p:cNvSpPr>
          <p:nvPr/>
        </p:nvSpPr>
        <p:spPr>
          <a:xfrm>
            <a:off x="10371105" y="1005884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A9AECCCF-C38F-109B-676A-34977560A09A}"/>
              </a:ext>
            </a:extLst>
          </p:cNvPr>
          <p:cNvSpPr>
            <a:spLocks noGrp="1"/>
          </p:cNvSpPr>
          <p:nvPr/>
        </p:nvSpPr>
        <p:spPr>
          <a:xfrm>
            <a:off x="7046955" y="1217846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FBAB8E76-B7EC-F3B5-9459-C2A8BFD5F1BD}"/>
              </a:ext>
            </a:extLst>
          </p:cNvPr>
          <p:cNvSpPr>
            <a:spLocks noGrp="1"/>
          </p:cNvSpPr>
          <p:nvPr/>
        </p:nvSpPr>
        <p:spPr>
          <a:xfrm>
            <a:off x="10052561" y="1168562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DE0C70E9-9462-F4E4-3901-EFA554F8BB01}"/>
              </a:ext>
            </a:extLst>
          </p:cNvPr>
          <p:cNvSpPr>
            <a:spLocks noGrp="1"/>
          </p:cNvSpPr>
          <p:nvPr/>
        </p:nvSpPr>
        <p:spPr>
          <a:xfrm>
            <a:off x="2882422" y="11686406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858FB360-4012-25B0-3A7B-6D0B218E8407}"/>
              </a:ext>
            </a:extLst>
          </p:cNvPr>
          <p:cNvSpPr>
            <a:spLocks noGrp="1"/>
          </p:cNvSpPr>
          <p:nvPr/>
        </p:nvSpPr>
        <p:spPr>
          <a:xfrm>
            <a:off x="12022113" y="1087223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953B9A3C-708F-E682-6A72-2FBC3BC0D395}"/>
              </a:ext>
            </a:extLst>
          </p:cNvPr>
          <p:cNvSpPr>
            <a:spLocks noGrp="1"/>
          </p:cNvSpPr>
          <p:nvPr/>
        </p:nvSpPr>
        <p:spPr>
          <a:xfrm>
            <a:off x="10371105" y="13760182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B0B87B1D-AE47-6719-4BAB-561CAE08B134}"/>
              </a:ext>
            </a:extLst>
          </p:cNvPr>
          <p:cNvSpPr>
            <a:spLocks noGrp="1"/>
          </p:cNvSpPr>
          <p:nvPr/>
        </p:nvSpPr>
        <p:spPr>
          <a:xfrm>
            <a:off x="7046955" y="158798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F9D8C600-465C-7F5B-92C4-A0C509577C12}"/>
              </a:ext>
            </a:extLst>
          </p:cNvPr>
          <p:cNvSpPr>
            <a:spLocks noGrp="1"/>
          </p:cNvSpPr>
          <p:nvPr/>
        </p:nvSpPr>
        <p:spPr>
          <a:xfrm>
            <a:off x="10052561" y="15386967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7941E5F0-3939-61A6-6CB7-242A467A5664}"/>
              </a:ext>
            </a:extLst>
          </p:cNvPr>
          <p:cNvSpPr>
            <a:spLocks noGrp="1"/>
          </p:cNvSpPr>
          <p:nvPr/>
        </p:nvSpPr>
        <p:spPr>
          <a:xfrm>
            <a:off x="2882422" y="1538774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EFD66482-B14E-2F5F-2C1D-0146BB55885E}"/>
              </a:ext>
            </a:extLst>
          </p:cNvPr>
          <p:cNvSpPr>
            <a:spLocks noGrp="1"/>
          </p:cNvSpPr>
          <p:nvPr/>
        </p:nvSpPr>
        <p:spPr>
          <a:xfrm>
            <a:off x="12022113" y="1457357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26B86C8B-F6EC-2629-954C-9A754479A8DC}"/>
              </a:ext>
            </a:extLst>
          </p:cNvPr>
          <p:cNvSpPr>
            <a:spLocks noGrp="1"/>
          </p:cNvSpPr>
          <p:nvPr/>
        </p:nvSpPr>
        <p:spPr>
          <a:xfrm>
            <a:off x="12022112" y="16711629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4E4CF41A-CB58-C44F-AC03-9AF07B13379C}"/>
              </a:ext>
            </a:extLst>
          </p:cNvPr>
          <p:cNvSpPr>
            <a:spLocks noGrp="1"/>
          </p:cNvSpPr>
          <p:nvPr/>
        </p:nvSpPr>
        <p:spPr>
          <a:xfrm>
            <a:off x="10371105" y="1746152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E97855D4-F2A7-21A5-317D-FDCE2161C118}"/>
              </a:ext>
            </a:extLst>
          </p:cNvPr>
          <p:cNvSpPr>
            <a:spLocks noGrp="1"/>
          </p:cNvSpPr>
          <p:nvPr/>
        </p:nvSpPr>
        <p:spPr>
          <a:xfrm>
            <a:off x="7046955" y="19581149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D2221402-8F62-E5A4-7615-2A10587D3E15}"/>
              </a:ext>
            </a:extLst>
          </p:cNvPr>
          <p:cNvSpPr>
            <a:spLocks noGrp="1"/>
          </p:cNvSpPr>
          <p:nvPr/>
        </p:nvSpPr>
        <p:spPr>
          <a:xfrm>
            <a:off x="10052561" y="190883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579F46AA-D4CD-2785-E9E4-EA46ABA81E0D}"/>
              </a:ext>
            </a:extLst>
          </p:cNvPr>
          <p:cNvSpPr>
            <a:spLocks noGrp="1"/>
          </p:cNvSpPr>
          <p:nvPr/>
        </p:nvSpPr>
        <p:spPr>
          <a:xfrm>
            <a:off x="2882422" y="1908908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4DD94BB4-64C0-5421-83C9-374684A5B290}"/>
              </a:ext>
            </a:extLst>
          </p:cNvPr>
          <p:cNvSpPr>
            <a:spLocks noGrp="1"/>
          </p:cNvSpPr>
          <p:nvPr/>
        </p:nvSpPr>
        <p:spPr>
          <a:xfrm>
            <a:off x="12022113" y="18274915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B5BE6D92-8AEE-343A-4778-0CD133583B15}"/>
              </a:ext>
            </a:extLst>
          </p:cNvPr>
          <p:cNvSpPr>
            <a:spLocks noGrp="1"/>
          </p:cNvSpPr>
          <p:nvPr/>
        </p:nvSpPr>
        <p:spPr>
          <a:xfrm>
            <a:off x="12022110" y="2041297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688A21BD-CD90-BF21-4277-E11F1E659576}"/>
              </a:ext>
            </a:extLst>
          </p:cNvPr>
          <p:cNvSpPr>
            <a:spLocks noGrp="1"/>
          </p:cNvSpPr>
          <p:nvPr/>
        </p:nvSpPr>
        <p:spPr>
          <a:xfrm>
            <a:off x="10371104" y="2116286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35EAF85A-6CA0-D683-E3ED-7C895B8C442A}"/>
              </a:ext>
            </a:extLst>
          </p:cNvPr>
          <p:cNvSpPr>
            <a:spLocks noGrp="1"/>
          </p:cNvSpPr>
          <p:nvPr/>
        </p:nvSpPr>
        <p:spPr>
          <a:xfrm>
            <a:off x="10052560" y="22860875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79B3EA90-C225-7604-254D-A4B73BBC6611}"/>
              </a:ext>
            </a:extLst>
          </p:cNvPr>
          <p:cNvSpPr>
            <a:spLocks noGrp="1"/>
          </p:cNvSpPr>
          <p:nvPr/>
        </p:nvSpPr>
        <p:spPr>
          <a:xfrm>
            <a:off x="12022111" y="220474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A468AFEA-97BE-094D-2426-D562F7194497}"/>
              </a:ext>
            </a:extLst>
          </p:cNvPr>
          <p:cNvSpPr>
            <a:spLocks noGrp="1"/>
          </p:cNvSpPr>
          <p:nvPr/>
        </p:nvSpPr>
        <p:spPr>
          <a:xfrm>
            <a:off x="14361196" y="23353715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A07447F8-5B3F-447C-3AAA-23C9A75FC74A}"/>
              </a:ext>
            </a:extLst>
          </p:cNvPr>
          <p:cNvSpPr>
            <a:spLocks noGrp="1"/>
          </p:cNvSpPr>
          <p:nvPr/>
        </p:nvSpPr>
        <p:spPr>
          <a:xfrm>
            <a:off x="17303301" y="22861657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B2C2E63E-FC88-720D-10A8-13B1DC780933}"/>
              </a:ext>
            </a:extLst>
          </p:cNvPr>
          <p:cNvSpPr>
            <a:spLocks noGrp="1"/>
          </p:cNvSpPr>
          <p:nvPr/>
        </p:nvSpPr>
        <p:spPr>
          <a:xfrm>
            <a:off x="7055624" y="2335371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C7A722B6-046A-3F52-1FFC-5B5E07C34C49}"/>
              </a:ext>
            </a:extLst>
          </p:cNvPr>
          <p:cNvSpPr>
            <a:spLocks noGrp="1"/>
          </p:cNvSpPr>
          <p:nvPr/>
        </p:nvSpPr>
        <p:spPr>
          <a:xfrm>
            <a:off x="2891091" y="2286165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534BA25-B901-BD28-7D53-103470C6F313}"/>
              </a:ext>
            </a:extLst>
          </p:cNvPr>
          <p:cNvSpPr>
            <a:spLocks noGrp="1"/>
          </p:cNvSpPr>
          <p:nvPr/>
        </p:nvSpPr>
        <p:spPr>
          <a:xfrm>
            <a:off x="12004527" y="1293906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57778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CE0F-09D3-AF7A-30BE-F1EB4FAE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5A4C19CB-91F7-09B2-219E-C5DC946A69AA}"/>
              </a:ext>
            </a:extLst>
          </p:cNvPr>
          <p:cNvSpPr>
            <a:spLocks noGrp="1"/>
          </p:cNvSpPr>
          <p:nvPr/>
        </p:nvSpPr>
        <p:spPr>
          <a:xfrm>
            <a:off x="7029371" y="-580838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7D0F18AA-12C5-4CEF-8532-B061EB4B27B5}"/>
              </a:ext>
            </a:extLst>
          </p:cNvPr>
          <p:cNvSpPr>
            <a:spLocks noGrp="1"/>
          </p:cNvSpPr>
          <p:nvPr/>
        </p:nvSpPr>
        <p:spPr>
          <a:xfrm>
            <a:off x="10034975" y="-630122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E8327467-4A21-8D50-C14B-3B8E2306A570}"/>
              </a:ext>
            </a:extLst>
          </p:cNvPr>
          <p:cNvSpPr>
            <a:spLocks noGrp="1"/>
          </p:cNvSpPr>
          <p:nvPr/>
        </p:nvSpPr>
        <p:spPr>
          <a:xfrm>
            <a:off x="7029371" y="-9311497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2E890EDF-612D-918A-1108-9D64F188A7DE}"/>
              </a:ext>
            </a:extLst>
          </p:cNvPr>
          <p:cNvSpPr>
            <a:spLocks noGrp="1"/>
          </p:cNvSpPr>
          <p:nvPr/>
        </p:nvSpPr>
        <p:spPr>
          <a:xfrm>
            <a:off x="10034975" y="-980433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00A88A42-8E0C-D5A8-0852-5088181B631C}"/>
              </a:ext>
            </a:extLst>
          </p:cNvPr>
          <p:cNvSpPr>
            <a:spLocks noGrp="1"/>
          </p:cNvSpPr>
          <p:nvPr/>
        </p:nvSpPr>
        <p:spPr>
          <a:xfrm>
            <a:off x="2864838" y="-980355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D91A0A11-130E-32A1-167E-19B4DC906C70}"/>
              </a:ext>
            </a:extLst>
          </p:cNvPr>
          <p:cNvSpPr>
            <a:spLocks noGrp="1"/>
          </p:cNvSpPr>
          <p:nvPr/>
        </p:nvSpPr>
        <p:spPr>
          <a:xfrm>
            <a:off x="2864838" y="-630044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1D01093A-5FFC-A20B-6141-11F3CF9577B3}"/>
              </a:ext>
            </a:extLst>
          </p:cNvPr>
          <p:cNvSpPr>
            <a:spLocks noGrp="1"/>
          </p:cNvSpPr>
          <p:nvPr/>
        </p:nvSpPr>
        <p:spPr>
          <a:xfrm>
            <a:off x="12004528" y="-8614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87BF75B9-EA10-67CF-E029-6A80D2CBB2ED}"/>
              </a:ext>
            </a:extLst>
          </p:cNvPr>
          <p:cNvSpPr>
            <a:spLocks noGrp="1"/>
          </p:cNvSpPr>
          <p:nvPr/>
        </p:nvSpPr>
        <p:spPr>
          <a:xfrm>
            <a:off x="10353521" y="-786450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BC227B21-BDE5-E388-587E-0D8BD8A99BF9}"/>
              </a:ext>
            </a:extLst>
          </p:cNvPr>
          <p:cNvSpPr>
            <a:spLocks noGrp="1"/>
          </p:cNvSpPr>
          <p:nvPr/>
        </p:nvSpPr>
        <p:spPr>
          <a:xfrm>
            <a:off x="12004528" y="-711461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C46672AD-A694-E041-5B1B-3B320140E08E}"/>
              </a:ext>
            </a:extLst>
          </p:cNvPr>
          <p:cNvSpPr>
            <a:spLocks noGrp="1"/>
          </p:cNvSpPr>
          <p:nvPr/>
        </p:nvSpPr>
        <p:spPr>
          <a:xfrm>
            <a:off x="12004528" y="-504778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8C3BF614-E430-1C5F-DD71-A4CF5EC8C01E}"/>
              </a:ext>
            </a:extLst>
          </p:cNvPr>
          <p:cNvSpPr>
            <a:spLocks noGrp="1"/>
          </p:cNvSpPr>
          <p:nvPr/>
        </p:nvSpPr>
        <p:spPr>
          <a:xfrm>
            <a:off x="10353521" y="-42978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BFA001B3-9BA6-201A-FDAC-E1AA345C6966}"/>
              </a:ext>
            </a:extLst>
          </p:cNvPr>
          <p:cNvSpPr>
            <a:spLocks noGrp="1"/>
          </p:cNvSpPr>
          <p:nvPr/>
        </p:nvSpPr>
        <p:spPr>
          <a:xfrm>
            <a:off x="7029371" y="-217826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FEAE91E2-5057-BC64-BFB8-C798B497EA9D}"/>
              </a:ext>
            </a:extLst>
          </p:cNvPr>
          <p:cNvSpPr>
            <a:spLocks noGrp="1"/>
          </p:cNvSpPr>
          <p:nvPr/>
        </p:nvSpPr>
        <p:spPr>
          <a:xfrm>
            <a:off x="10034977" y="-2671105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A5FCE6D0-A06D-9094-F77D-DC7D6C80663F}"/>
              </a:ext>
            </a:extLst>
          </p:cNvPr>
          <p:cNvSpPr>
            <a:spLocks noGrp="1"/>
          </p:cNvSpPr>
          <p:nvPr/>
        </p:nvSpPr>
        <p:spPr>
          <a:xfrm>
            <a:off x="2864838" y="-2670324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B3F45F29-CF85-01B5-23B8-646455C19C35}"/>
              </a:ext>
            </a:extLst>
          </p:cNvPr>
          <p:cNvSpPr>
            <a:spLocks noGrp="1"/>
          </p:cNvSpPr>
          <p:nvPr/>
        </p:nvSpPr>
        <p:spPr>
          <a:xfrm>
            <a:off x="12004529" y="-348449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844C6565-B247-E166-A9F7-1529D4CD0FF2}"/>
              </a:ext>
            </a:extLst>
          </p:cNvPr>
          <p:cNvSpPr>
            <a:spLocks noGrp="1"/>
          </p:cNvSpPr>
          <p:nvPr/>
        </p:nvSpPr>
        <p:spPr>
          <a:xfrm>
            <a:off x="12004528" y="-141766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AA9C40BC-B3A2-8265-9E48-E24609E9C253}"/>
              </a:ext>
            </a:extLst>
          </p:cNvPr>
          <p:cNvSpPr>
            <a:spLocks noGrp="1"/>
          </p:cNvSpPr>
          <p:nvPr/>
        </p:nvSpPr>
        <p:spPr>
          <a:xfrm>
            <a:off x="10353521" y="-667775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0BE96EF5-6B0E-A971-CAF1-F321A5A3AF48}"/>
              </a:ext>
            </a:extLst>
          </p:cNvPr>
          <p:cNvSpPr>
            <a:spLocks noGrp="1"/>
          </p:cNvSpPr>
          <p:nvPr/>
        </p:nvSpPr>
        <p:spPr>
          <a:xfrm>
            <a:off x="7029371" y="14518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94E11FD4-8C08-3BDB-8091-EF8D8F5FD04D}"/>
              </a:ext>
            </a:extLst>
          </p:cNvPr>
          <p:cNvSpPr>
            <a:spLocks noGrp="1"/>
          </p:cNvSpPr>
          <p:nvPr/>
        </p:nvSpPr>
        <p:spPr>
          <a:xfrm>
            <a:off x="10034977" y="95900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10F0EE19-A6EA-F94C-4E10-6BFB75BDE78B}"/>
              </a:ext>
            </a:extLst>
          </p:cNvPr>
          <p:cNvSpPr>
            <a:spLocks noGrp="1"/>
          </p:cNvSpPr>
          <p:nvPr/>
        </p:nvSpPr>
        <p:spPr>
          <a:xfrm>
            <a:off x="2864838" y="95979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B5AB2DD4-E9B0-6E20-252E-C943E4698C91}"/>
              </a:ext>
            </a:extLst>
          </p:cNvPr>
          <p:cNvSpPr>
            <a:spLocks noGrp="1"/>
          </p:cNvSpPr>
          <p:nvPr/>
        </p:nvSpPr>
        <p:spPr>
          <a:xfrm>
            <a:off x="12004529" y="14561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447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F018-4CBA-6DDF-2B5B-37E0BA8AF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8E1B2993-1C50-D09E-9CB7-65A9F38919B7}"/>
              </a:ext>
            </a:extLst>
          </p:cNvPr>
          <p:cNvSpPr>
            <a:spLocks noGrp="1"/>
          </p:cNvSpPr>
          <p:nvPr/>
        </p:nvSpPr>
        <p:spPr>
          <a:xfrm>
            <a:off x="7029371" y="-580838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C02A94B6-11A7-DAE0-A88A-48CC25E875C6}"/>
              </a:ext>
            </a:extLst>
          </p:cNvPr>
          <p:cNvSpPr>
            <a:spLocks noGrp="1"/>
          </p:cNvSpPr>
          <p:nvPr/>
        </p:nvSpPr>
        <p:spPr>
          <a:xfrm>
            <a:off x="10034975" y="-630122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75DE9C17-51B9-246E-7ACE-C05E01886103}"/>
              </a:ext>
            </a:extLst>
          </p:cNvPr>
          <p:cNvSpPr>
            <a:spLocks noGrp="1"/>
          </p:cNvSpPr>
          <p:nvPr/>
        </p:nvSpPr>
        <p:spPr>
          <a:xfrm>
            <a:off x="7029371" y="-9311497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2FE54224-4E25-8B85-5DC4-26A75F8E083A}"/>
              </a:ext>
            </a:extLst>
          </p:cNvPr>
          <p:cNvSpPr>
            <a:spLocks noGrp="1"/>
          </p:cNvSpPr>
          <p:nvPr/>
        </p:nvSpPr>
        <p:spPr>
          <a:xfrm>
            <a:off x="10034975" y="-980433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6E2D13F0-4890-7032-2537-6FAC1E781866}"/>
              </a:ext>
            </a:extLst>
          </p:cNvPr>
          <p:cNvSpPr>
            <a:spLocks noGrp="1"/>
          </p:cNvSpPr>
          <p:nvPr/>
        </p:nvSpPr>
        <p:spPr>
          <a:xfrm>
            <a:off x="2864838" y="-980355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AB58533A-3E45-EA3B-5C0B-CAA204E994C7}"/>
              </a:ext>
            </a:extLst>
          </p:cNvPr>
          <p:cNvSpPr>
            <a:spLocks noGrp="1"/>
          </p:cNvSpPr>
          <p:nvPr/>
        </p:nvSpPr>
        <p:spPr>
          <a:xfrm>
            <a:off x="2864838" y="-630044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C2FD38A6-00B3-A848-1477-BC86CA949078}"/>
              </a:ext>
            </a:extLst>
          </p:cNvPr>
          <p:cNvSpPr>
            <a:spLocks noGrp="1"/>
          </p:cNvSpPr>
          <p:nvPr/>
        </p:nvSpPr>
        <p:spPr>
          <a:xfrm>
            <a:off x="12004528" y="-8614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939447BD-5A93-0C28-D5AA-B0446AC5BB2C}"/>
              </a:ext>
            </a:extLst>
          </p:cNvPr>
          <p:cNvSpPr>
            <a:spLocks noGrp="1"/>
          </p:cNvSpPr>
          <p:nvPr/>
        </p:nvSpPr>
        <p:spPr>
          <a:xfrm>
            <a:off x="10353521" y="-786450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6572E534-08A2-3030-FF77-77DF6C663048}"/>
              </a:ext>
            </a:extLst>
          </p:cNvPr>
          <p:cNvSpPr>
            <a:spLocks noGrp="1"/>
          </p:cNvSpPr>
          <p:nvPr/>
        </p:nvSpPr>
        <p:spPr>
          <a:xfrm>
            <a:off x="12004528" y="-711461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90511D2C-A470-E69B-950D-ACD15C545074}"/>
              </a:ext>
            </a:extLst>
          </p:cNvPr>
          <p:cNvSpPr>
            <a:spLocks noGrp="1"/>
          </p:cNvSpPr>
          <p:nvPr/>
        </p:nvSpPr>
        <p:spPr>
          <a:xfrm>
            <a:off x="12004528" y="-504778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8970F8F9-0FAF-6D14-C265-443B27D3D57E}"/>
              </a:ext>
            </a:extLst>
          </p:cNvPr>
          <p:cNvSpPr>
            <a:spLocks noGrp="1"/>
          </p:cNvSpPr>
          <p:nvPr/>
        </p:nvSpPr>
        <p:spPr>
          <a:xfrm>
            <a:off x="10353521" y="-42978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B0DA37DB-AA79-8205-5C1F-5B68E9EEBC9C}"/>
              </a:ext>
            </a:extLst>
          </p:cNvPr>
          <p:cNvSpPr>
            <a:spLocks noGrp="1"/>
          </p:cNvSpPr>
          <p:nvPr/>
        </p:nvSpPr>
        <p:spPr>
          <a:xfrm>
            <a:off x="7029371" y="-217826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08AFFFC9-6A4A-C538-15FD-6D3152109F61}"/>
              </a:ext>
            </a:extLst>
          </p:cNvPr>
          <p:cNvSpPr>
            <a:spLocks noGrp="1"/>
          </p:cNvSpPr>
          <p:nvPr/>
        </p:nvSpPr>
        <p:spPr>
          <a:xfrm>
            <a:off x="10034977" y="-2671105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0921BA3F-38A1-DE8F-A70A-549C8784BE6B}"/>
              </a:ext>
            </a:extLst>
          </p:cNvPr>
          <p:cNvSpPr>
            <a:spLocks noGrp="1"/>
          </p:cNvSpPr>
          <p:nvPr/>
        </p:nvSpPr>
        <p:spPr>
          <a:xfrm>
            <a:off x="2864838" y="-2670324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25A78E51-47D1-500C-59E2-82C0A74C71FB}"/>
              </a:ext>
            </a:extLst>
          </p:cNvPr>
          <p:cNvSpPr>
            <a:spLocks noGrp="1"/>
          </p:cNvSpPr>
          <p:nvPr/>
        </p:nvSpPr>
        <p:spPr>
          <a:xfrm>
            <a:off x="12004529" y="-348449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6A465A8E-DDAE-FE20-7DE8-39D959978584}"/>
              </a:ext>
            </a:extLst>
          </p:cNvPr>
          <p:cNvSpPr>
            <a:spLocks noGrp="1"/>
          </p:cNvSpPr>
          <p:nvPr/>
        </p:nvSpPr>
        <p:spPr>
          <a:xfrm>
            <a:off x="12004528" y="-141766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05FA0B8F-DFA3-50FF-49E6-93B0F7C07ACA}"/>
              </a:ext>
            </a:extLst>
          </p:cNvPr>
          <p:cNvSpPr>
            <a:spLocks noGrp="1"/>
          </p:cNvSpPr>
          <p:nvPr/>
        </p:nvSpPr>
        <p:spPr>
          <a:xfrm>
            <a:off x="10353521" y="-667775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EB6ADD38-A4BD-45AA-AE8B-CB19F5D954B1}"/>
              </a:ext>
            </a:extLst>
          </p:cNvPr>
          <p:cNvSpPr>
            <a:spLocks noGrp="1"/>
          </p:cNvSpPr>
          <p:nvPr/>
        </p:nvSpPr>
        <p:spPr>
          <a:xfrm>
            <a:off x="7029371" y="14518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F3487BBD-6633-3DE0-0B18-A79B9AAB1781}"/>
              </a:ext>
            </a:extLst>
          </p:cNvPr>
          <p:cNvSpPr>
            <a:spLocks noGrp="1"/>
          </p:cNvSpPr>
          <p:nvPr/>
        </p:nvSpPr>
        <p:spPr>
          <a:xfrm>
            <a:off x="10034977" y="95900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4688FA06-F0CB-0E5D-08B4-07D66BA90068}"/>
              </a:ext>
            </a:extLst>
          </p:cNvPr>
          <p:cNvSpPr>
            <a:spLocks noGrp="1"/>
          </p:cNvSpPr>
          <p:nvPr/>
        </p:nvSpPr>
        <p:spPr>
          <a:xfrm>
            <a:off x="2864838" y="95979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8DB5D954-72D1-AFA7-1394-ACDEC3AD1B54}"/>
              </a:ext>
            </a:extLst>
          </p:cNvPr>
          <p:cNvSpPr>
            <a:spLocks noGrp="1"/>
          </p:cNvSpPr>
          <p:nvPr/>
        </p:nvSpPr>
        <p:spPr>
          <a:xfrm>
            <a:off x="12004529" y="14561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7D0C95B5-9BA5-767A-5A1C-05EDCE76D20C}"/>
              </a:ext>
            </a:extLst>
          </p:cNvPr>
          <p:cNvSpPr>
            <a:spLocks noGrp="1"/>
          </p:cNvSpPr>
          <p:nvPr/>
        </p:nvSpPr>
        <p:spPr>
          <a:xfrm>
            <a:off x="12004528" y="228367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6A52E213-B776-36E3-0118-C6634CB31B32}"/>
              </a:ext>
            </a:extLst>
          </p:cNvPr>
          <p:cNvSpPr>
            <a:spLocks noGrp="1"/>
          </p:cNvSpPr>
          <p:nvPr/>
        </p:nvSpPr>
        <p:spPr>
          <a:xfrm>
            <a:off x="10353521" y="3033566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2DDB119F-C9FB-9848-4E5D-234FC4A97CFE}"/>
              </a:ext>
            </a:extLst>
          </p:cNvPr>
          <p:cNvSpPr>
            <a:spLocks noGrp="1"/>
          </p:cNvSpPr>
          <p:nvPr/>
        </p:nvSpPr>
        <p:spPr>
          <a:xfrm>
            <a:off x="7029371" y="5153192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D3965289-AABB-1F50-0CB7-832A8E73964F}"/>
              </a:ext>
            </a:extLst>
          </p:cNvPr>
          <p:cNvSpPr>
            <a:spLocks noGrp="1"/>
          </p:cNvSpPr>
          <p:nvPr/>
        </p:nvSpPr>
        <p:spPr>
          <a:xfrm>
            <a:off x="10034977" y="466035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CD5CD0FF-1F14-EF79-F544-E2857170E9CE}"/>
              </a:ext>
            </a:extLst>
          </p:cNvPr>
          <p:cNvSpPr>
            <a:spLocks noGrp="1"/>
          </p:cNvSpPr>
          <p:nvPr/>
        </p:nvSpPr>
        <p:spPr>
          <a:xfrm>
            <a:off x="2864838" y="466113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13A001CD-730B-619F-E154-D4A91FC727F7}"/>
              </a:ext>
            </a:extLst>
          </p:cNvPr>
          <p:cNvSpPr>
            <a:spLocks noGrp="1"/>
          </p:cNvSpPr>
          <p:nvPr/>
        </p:nvSpPr>
        <p:spPr>
          <a:xfrm>
            <a:off x="12004529" y="384695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57185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B7D6-DD51-EA8F-6899-C7359FA53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159E0B19-20BA-53F8-5647-8B23BD5A10C9}"/>
              </a:ext>
            </a:extLst>
          </p:cNvPr>
          <p:cNvSpPr>
            <a:spLocks noGrp="1"/>
          </p:cNvSpPr>
          <p:nvPr/>
        </p:nvSpPr>
        <p:spPr>
          <a:xfrm>
            <a:off x="7029371" y="-580838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097C1E1E-C7BA-5D2A-89A0-4F56BAA14E3D}"/>
              </a:ext>
            </a:extLst>
          </p:cNvPr>
          <p:cNvSpPr>
            <a:spLocks noGrp="1"/>
          </p:cNvSpPr>
          <p:nvPr/>
        </p:nvSpPr>
        <p:spPr>
          <a:xfrm>
            <a:off x="10034975" y="-630122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D06EAD44-CF46-FD17-A9B2-492CC123B186}"/>
              </a:ext>
            </a:extLst>
          </p:cNvPr>
          <p:cNvSpPr>
            <a:spLocks noGrp="1"/>
          </p:cNvSpPr>
          <p:nvPr/>
        </p:nvSpPr>
        <p:spPr>
          <a:xfrm>
            <a:off x="7029371" y="-9311497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F711BFF5-5C2B-B538-C30B-F37DD6F05786}"/>
              </a:ext>
            </a:extLst>
          </p:cNvPr>
          <p:cNvSpPr>
            <a:spLocks noGrp="1"/>
          </p:cNvSpPr>
          <p:nvPr/>
        </p:nvSpPr>
        <p:spPr>
          <a:xfrm>
            <a:off x="10034975" y="-980433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2A41F263-D3BE-C763-A026-0971ABA0AAA9}"/>
              </a:ext>
            </a:extLst>
          </p:cNvPr>
          <p:cNvSpPr>
            <a:spLocks noGrp="1"/>
          </p:cNvSpPr>
          <p:nvPr/>
        </p:nvSpPr>
        <p:spPr>
          <a:xfrm>
            <a:off x="2864838" y="-980355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5995DDDA-C638-6A5D-A384-E9DF2F93F958}"/>
              </a:ext>
            </a:extLst>
          </p:cNvPr>
          <p:cNvSpPr>
            <a:spLocks noGrp="1"/>
          </p:cNvSpPr>
          <p:nvPr/>
        </p:nvSpPr>
        <p:spPr>
          <a:xfrm>
            <a:off x="2864838" y="-630044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59E4B156-CEBE-886E-F7BD-B860CDD13F3D}"/>
              </a:ext>
            </a:extLst>
          </p:cNvPr>
          <p:cNvSpPr>
            <a:spLocks noGrp="1"/>
          </p:cNvSpPr>
          <p:nvPr/>
        </p:nvSpPr>
        <p:spPr>
          <a:xfrm>
            <a:off x="12004528" y="-8614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56D42228-DE64-872A-AE5C-02486EDDBA68}"/>
              </a:ext>
            </a:extLst>
          </p:cNvPr>
          <p:cNvSpPr>
            <a:spLocks noGrp="1"/>
          </p:cNvSpPr>
          <p:nvPr/>
        </p:nvSpPr>
        <p:spPr>
          <a:xfrm>
            <a:off x="10353521" y="-786450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A782241B-0A03-6353-0EDD-AF4A939BCD17}"/>
              </a:ext>
            </a:extLst>
          </p:cNvPr>
          <p:cNvSpPr>
            <a:spLocks noGrp="1"/>
          </p:cNvSpPr>
          <p:nvPr/>
        </p:nvSpPr>
        <p:spPr>
          <a:xfrm>
            <a:off x="12004528" y="-711461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44DC061B-52AF-59C2-EA49-3F027F0D8A5C}"/>
              </a:ext>
            </a:extLst>
          </p:cNvPr>
          <p:cNvSpPr>
            <a:spLocks noGrp="1"/>
          </p:cNvSpPr>
          <p:nvPr/>
        </p:nvSpPr>
        <p:spPr>
          <a:xfrm>
            <a:off x="12004528" y="-504778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F07C72A3-BD04-21D0-36AF-AA865DB02908}"/>
              </a:ext>
            </a:extLst>
          </p:cNvPr>
          <p:cNvSpPr>
            <a:spLocks noGrp="1"/>
          </p:cNvSpPr>
          <p:nvPr/>
        </p:nvSpPr>
        <p:spPr>
          <a:xfrm>
            <a:off x="10353521" y="-42978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88FEFE0D-76B3-A79B-BBAC-07E8B85ED1E4}"/>
              </a:ext>
            </a:extLst>
          </p:cNvPr>
          <p:cNvSpPr>
            <a:spLocks noGrp="1"/>
          </p:cNvSpPr>
          <p:nvPr/>
        </p:nvSpPr>
        <p:spPr>
          <a:xfrm>
            <a:off x="7029371" y="-217826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D56425C5-881E-EFE9-4546-21157A3FA646}"/>
              </a:ext>
            </a:extLst>
          </p:cNvPr>
          <p:cNvSpPr>
            <a:spLocks noGrp="1"/>
          </p:cNvSpPr>
          <p:nvPr/>
        </p:nvSpPr>
        <p:spPr>
          <a:xfrm>
            <a:off x="10034977" y="-2671105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7BBD2903-97C5-BD57-2A70-FDB9AA708B4E}"/>
              </a:ext>
            </a:extLst>
          </p:cNvPr>
          <p:cNvSpPr>
            <a:spLocks noGrp="1"/>
          </p:cNvSpPr>
          <p:nvPr/>
        </p:nvSpPr>
        <p:spPr>
          <a:xfrm>
            <a:off x="2864838" y="-2670324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B1994B50-F97A-9275-CDD9-AA717E1D351B}"/>
              </a:ext>
            </a:extLst>
          </p:cNvPr>
          <p:cNvSpPr>
            <a:spLocks noGrp="1"/>
          </p:cNvSpPr>
          <p:nvPr/>
        </p:nvSpPr>
        <p:spPr>
          <a:xfrm>
            <a:off x="12004529" y="-348449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94A8A8E2-2C60-269D-AAF3-E269F896D1EB}"/>
              </a:ext>
            </a:extLst>
          </p:cNvPr>
          <p:cNvSpPr>
            <a:spLocks noGrp="1"/>
          </p:cNvSpPr>
          <p:nvPr/>
        </p:nvSpPr>
        <p:spPr>
          <a:xfrm>
            <a:off x="12004528" y="-141766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E8F09628-9BD3-BB80-CBFF-7F49C4BA7C19}"/>
              </a:ext>
            </a:extLst>
          </p:cNvPr>
          <p:cNvSpPr>
            <a:spLocks noGrp="1"/>
          </p:cNvSpPr>
          <p:nvPr/>
        </p:nvSpPr>
        <p:spPr>
          <a:xfrm>
            <a:off x="10353521" y="-667775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9F537CA2-4F35-5BAA-1594-5A53D1523B14}"/>
              </a:ext>
            </a:extLst>
          </p:cNvPr>
          <p:cNvSpPr>
            <a:spLocks noGrp="1"/>
          </p:cNvSpPr>
          <p:nvPr/>
        </p:nvSpPr>
        <p:spPr>
          <a:xfrm>
            <a:off x="7029371" y="14518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68C0A002-BA66-5386-E59A-24E71853837C}"/>
              </a:ext>
            </a:extLst>
          </p:cNvPr>
          <p:cNvSpPr>
            <a:spLocks noGrp="1"/>
          </p:cNvSpPr>
          <p:nvPr/>
        </p:nvSpPr>
        <p:spPr>
          <a:xfrm>
            <a:off x="10034977" y="95900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87A79B4F-5390-8CA1-31E7-979EBE467E1C}"/>
              </a:ext>
            </a:extLst>
          </p:cNvPr>
          <p:cNvSpPr>
            <a:spLocks noGrp="1"/>
          </p:cNvSpPr>
          <p:nvPr/>
        </p:nvSpPr>
        <p:spPr>
          <a:xfrm>
            <a:off x="2864838" y="95979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CE584E65-3AD5-E342-E67C-87019B217D07}"/>
              </a:ext>
            </a:extLst>
          </p:cNvPr>
          <p:cNvSpPr>
            <a:spLocks noGrp="1"/>
          </p:cNvSpPr>
          <p:nvPr/>
        </p:nvSpPr>
        <p:spPr>
          <a:xfrm>
            <a:off x="12004529" y="14561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FC9F5D3E-C08F-D78B-96A0-0ACB0604FBD9}"/>
              </a:ext>
            </a:extLst>
          </p:cNvPr>
          <p:cNvSpPr>
            <a:spLocks noGrp="1"/>
          </p:cNvSpPr>
          <p:nvPr/>
        </p:nvSpPr>
        <p:spPr>
          <a:xfrm>
            <a:off x="12004528" y="228367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5DCCAD22-4F7E-2D71-5674-92E6847CCC62}"/>
              </a:ext>
            </a:extLst>
          </p:cNvPr>
          <p:cNvSpPr>
            <a:spLocks noGrp="1"/>
          </p:cNvSpPr>
          <p:nvPr/>
        </p:nvSpPr>
        <p:spPr>
          <a:xfrm>
            <a:off x="10353521" y="3033566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56B9FCD6-2C1E-76CB-5400-E0453B66A1E0}"/>
              </a:ext>
            </a:extLst>
          </p:cNvPr>
          <p:cNvSpPr>
            <a:spLocks noGrp="1"/>
          </p:cNvSpPr>
          <p:nvPr/>
        </p:nvSpPr>
        <p:spPr>
          <a:xfrm>
            <a:off x="7029371" y="5153192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F3A3F53B-53DD-10EE-1821-E3C8F7817342}"/>
              </a:ext>
            </a:extLst>
          </p:cNvPr>
          <p:cNvSpPr>
            <a:spLocks noGrp="1"/>
          </p:cNvSpPr>
          <p:nvPr/>
        </p:nvSpPr>
        <p:spPr>
          <a:xfrm>
            <a:off x="10034977" y="466035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7361BDAD-CE62-634E-C85C-74BCE446AB03}"/>
              </a:ext>
            </a:extLst>
          </p:cNvPr>
          <p:cNvSpPr>
            <a:spLocks noGrp="1"/>
          </p:cNvSpPr>
          <p:nvPr/>
        </p:nvSpPr>
        <p:spPr>
          <a:xfrm>
            <a:off x="2864838" y="466113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1D15764B-1C11-6F25-496E-C885BE640746}"/>
              </a:ext>
            </a:extLst>
          </p:cNvPr>
          <p:cNvSpPr>
            <a:spLocks noGrp="1"/>
          </p:cNvSpPr>
          <p:nvPr/>
        </p:nvSpPr>
        <p:spPr>
          <a:xfrm>
            <a:off x="12004529" y="384695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7CA44DB9-E8A6-D5D5-F869-D6FD03026D3F}"/>
              </a:ext>
            </a:extLst>
          </p:cNvPr>
          <p:cNvSpPr>
            <a:spLocks noGrp="1"/>
          </p:cNvSpPr>
          <p:nvPr/>
        </p:nvSpPr>
        <p:spPr>
          <a:xfrm>
            <a:off x="12004528" y="5985013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19AE7410-44A7-C7B6-9531-6A39AAF66C0E}"/>
              </a:ext>
            </a:extLst>
          </p:cNvPr>
          <p:cNvSpPr>
            <a:spLocks noGrp="1"/>
          </p:cNvSpPr>
          <p:nvPr/>
        </p:nvSpPr>
        <p:spPr>
          <a:xfrm>
            <a:off x="10353521" y="6734907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F150B317-FB47-E283-2F5D-16A8FF41C94F}"/>
              </a:ext>
            </a:extLst>
          </p:cNvPr>
          <p:cNvSpPr>
            <a:spLocks noGrp="1"/>
          </p:cNvSpPr>
          <p:nvPr/>
        </p:nvSpPr>
        <p:spPr>
          <a:xfrm>
            <a:off x="7029371" y="88545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04EF13FD-B28D-56A5-9198-61381F7424EC}"/>
              </a:ext>
            </a:extLst>
          </p:cNvPr>
          <p:cNvSpPr>
            <a:spLocks noGrp="1"/>
          </p:cNvSpPr>
          <p:nvPr/>
        </p:nvSpPr>
        <p:spPr>
          <a:xfrm>
            <a:off x="10034977" y="8361692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D35C4662-DB08-44C9-4C7C-283A61A70DF5}"/>
              </a:ext>
            </a:extLst>
          </p:cNvPr>
          <p:cNvSpPr>
            <a:spLocks noGrp="1"/>
          </p:cNvSpPr>
          <p:nvPr/>
        </p:nvSpPr>
        <p:spPr>
          <a:xfrm>
            <a:off x="2864838" y="8362473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4B2620B5-D83F-4554-D14D-BC82522A6BE5}"/>
              </a:ext>
            </a:extLst>
          </p:cNvPr>
          <p:cNvSpPr>
            <a:spLocks noGrp="1"/>
          </p:cNvSpPr>
          <p:nvPr/>
        </p:nvSpPr>
        <p:spPr>
          <a:xfrm>
            <a:off x="12004529" y="754829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E2D24151-8899-1E1C-37AC-5B39289B29DF}"/>
              </a:ext>
            </a:extLst>
          </p:cNvPr>
          <p:cNvSpPr>
            <a:spLocks noGrp="1"/>
          </p:cNvSpPr>
          <p:nvPr/>
        </p:nvSpPr>
        <p:spPr>
          <a:xfrm>
            <a:off x="12004526" y="968635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32FECC6C-E13D-A609-A16C-BA0C9ED5D6AA}"/>
              </a:ext>
            </a:extLst>
          </p:cNvPr>
          <p:cNvSpPr>
            <a:spLocks noGrp="1"/>
          </p:cNvSpPr>
          <p:nvPr/>
        </p:nvSpPr>
        <p:spPr>
          <a:xfrm>
            <a:off x="10353520" y="104362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3595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DE71-6B38-6E8D-9277-F73C37C3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5C5D19D8-1AA4-96B7-65E0-A67B242AC788}"/>
              </a:ext>
            </a:extLst>
          </p:cNvPr>
          <p:cNvSpPr>
            <a:spLocks noGrp="1"/>
          </p:cNvSpPr>
          <p:nvPr/>
        </p:nvSpPr>
        <p:spPr>
          <a:xfrm>
            <a:off x="7029371" y="-580838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10D95693-878B-D7CF-85CA-36AC872CF48F}"/>
              </a:ext>
            </a:extLst>
          </p:cNvPr>
          <p:cNvSpPr>
            <a:spLocks noGrp="1"/>
          </p:cNvSpPr>
          <p:nvPr/>
        </p:nvSpPr>
        <p:spPr>
          <a:xfrm>
            <a:off x="10034975" y="-630122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9AA91829-6600-58CC-E90D-97EA36BF721C}"/>
              </a:ext>
            </a:extLst>
          </p:cNvPr>
          <p:cNvSpPr>
            <a:spLocks noGrp="1"/>
          </p:cNvSpPr>
          <p:nvPr/>
        </p:nvSpPr>
        <p:spPr>
          <a:xfrm>
            <a:off x="7029371" y="-9311497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A6F6E9C0-E641-C827-77CD-1F3045B0BED4}"/>
              </a:ext>
            </a:extLst>
          </p:cNvPr>
          <p:cNvSpPr>
            <a:spLocks noGrp="1"/>
          </p:cNvSpPr>
          <p:nvPr/>
        </p:nvSpPr>
        <p:spPr>
          <a:xfrm>
            <a:off x="10034975" y="-980433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ECE4D7AD-AE15-0234-296D-D31C15ED74FD}"/>
              </a:ext>
            </a:extLst>
          </p:cNvPr>
          <p:cNvSpPr>
            <a:spLocks noGrp="1"/>
          </p:cNvSpPr>
          <p:nvPr/>
        </p:nvSpPr>
        <p:spPr>
          <a:xfrm>
            <a:off x="2864838" y="-980355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E58A9BBA-6C1F-638E-E8FA-66EFA48C7EB2}"/>
              </a:ext>
            </a:extLst>
          </p:cNvPr>
          <p:cNvSpPr>
            <a:spLocks noGrp="1"/>
          </p:cNvSpPr>
          <p:nvPr/>
        </p:nvSpPr>
        <p:spPr>
          <a:xfrm>
            <a:off x="2864838" y="-630044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D71ED962-6EF3-3F94-00FD-74A69C88DEBD}"/>
              </a:ext>
            </a:extLst>
          </p:cNvPr>
          <p:cNvSpPr>
            <a:spLocks noGrp="1"/>
          </p:cNvSpPr>
          <p:nvPr/>
        </p:nvSpPr>
        <p:spPr>
          <a:xfrm>
            <a:off x="12004528" y="-8614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46EE8506-D192-CA17-5EBF-ECE0AE1669EC}"/>
              </a:ext>
            </a:extLst>
          </p:cNvPr>
          <p:cNvSpPr>
            <a:spLocks noGrp="1"/>
          </p:cNvSpPr>
          <p:nvPr/>
        </p:nvSpPr>
        <p:spPr>
          <a:xfrm>
            <a:off x="10353521" y="-786450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8270725B-3151-3B15-90A0-AB65799E6B22}"/>
              </a:ext>
            </a:extLst>
          </p:cNvPr>
          <p:cNvSpPr>
            <a:spLocks noGrp="1"/>
          </p:cNvSpPr>
          <p:nvPr/>
        </p:nvSpPr>
        <p:spPr>
          <a:xfrm>
            <a:off x="12004528" y="-711461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726B5F28-AC12-B7AD-E7D3-9384A45DE976}"/>
              </a:ext>
            </a:extLst>
          </p:cNvPr>
          <p:cNvSpPr>
            <a:spLocks noGrp="1"/>
          </p:cNvSpPr>
          <p:nvPr/>
        </p:nvSpPr>
        <p:spPr>
          <a:xfrm>
            <a:off x="12004528" y="-504778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BDE954EF-1747-6871-9119-8BD5D7BB8F5B}"/>
              </a:ext>
            </a:extLst>
          </p:cNvPr>
          <p:cNvSpPr>
            <a:spLocks noGrp="1"/>
          </p:cNvSpPr>
          <p:nvPr/>
        </p:nvSpPr>
        <p:spPr>
          <a:xfrm>
            <a:off x="10353521" y="-42978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8B447C42-BE46-D928-F6C0-4B6FA4C49BD8}"/>
              </a:ext>
            </a:extLst>
          </p:cNvPr>
          <p:cNvSpPr>
            <a:spLocks noGrp="1"/>
          </p:cNvSpPr>
          <p:nvPr/>
        </p:nvSpPr>
        <p:spPr>
          <a:xfrm>
            <a:off x="7029371" y="-217826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3F2F9A79-3413-823C-8787-F90A7D9DC7AA}"/>
              </a:ext>
            </a:extLst>
          </p:cNvPr>
          <p:cNvSpPr>
            <a:spLocks noGrp="1"/>
          </p:cNvSpPr>
          <p:nvPr/>
        </p:nvSpPr>
        <p:spPr>
          <a:xfrm>
            <a:off x="10034977" y="-2671105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2CB35E9B-377E-283E-595C-2CBAA8E3D2CA}"/>
              </a:ext>
            </a:extLst>
          </p:cNvPr>
          <p:cNvSpPr>
            <a:spLocks noGrp="1"/>
          </p:cNvSpPr>
          <p:nvPr/>
        </p:nvSpPr>
        <p:spPr>
          <a:xfrm>
            <a:off x="2864838" y="-2670324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494145D8-430C-A87E-BEAF-7A25A8A7316F}"/>
              </a:ext>
            </a:extLst>
          </p:cNvPr>
          <p:cNvSpPr>
            <a:spLocks noGrp="1"/>
          </p:cNvSpPr>
          <p:nvPr/>
        </p:nvSpPr>
        <p:spPr>
          <a:xfrm>
            <a:off x="12004529" y="-348449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D85F2A21-71E8-A18D-2539-39A94C607A31}"/>
              </a:ext>
            </a:extLst>
          </p:cNvPr>
          <p:cNvSpPr>
            <a:spLocks noGrp="1"/>
          </p:cNvSpPr>
          <p:nvPr/>
        </p:nvSpPr>
        <p:spPr>
          <a:xfrm>
            <a:off x="12004528" y="-141766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7DEB3AB0-4284-47EB-6802-967CD0BD651D}"/>
              </a:ext>
            </a:extLst>
          </p:cNvPr>
          <p:cNvSpPr>
            <a:spLocks noGrp="1"/>
          </p:cNvSpPr>
          <p:nvPr/>
        </p:nvSpPr>
        <p:spPr>
          <a:xfrm>
            <a:off x="10353521" y="-667775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71263DED-4550-3248-A28F-3729F30344AA}"/>
              </a:ext>
            </a:extLst>
          </p:cNvPr>
          <p:cNvSpPr>
            <a:spLocks noGrp="1"/>
          </p:cNvSpPr>
          <p:nvPr/>
        </p:nvSpPr>
        <p:spPr>
          <a:xfrm>
            <a:off x="7029371" y="14518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E5B97B1B-BA80-C937-30DD-7A4D6F50B7E7}"/>
              </a:ext>
            </a:extLst>
          </p:cNvPr>
          <p:cNvSpPr>
            <a:spLocks noGrp="1"/>
          </p:cNvSpPr>
          <p:nvPr/>
        </p:nvSpPr>
        <p:spPr>
          <a:xfrm>
            <a:off x="10034977" y="95900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9AAF5A20-6D2E-C34A-3230-4988603A9AF1}"/>
              </a:ext>
            </a:extLst>
          </p:cNvPr>
          <p:cNvSpPr>
            <a:spLocks noGrp="1"/>
          </p:cNvSpPr>
          <p:nvPr/>
        </p:nvSpPr>
        <p:spPr>
          <a:xfrm>
            <a:off x="2864838" y="95979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F0BD4EEC-063E-FC88-C636-87CD669D1D43}"/>
              </a:ext>
            </a:extLst>
          </p:cNvPr>
          <p:cNvSpPr>
            <a:spLocks noGrp="1"/>
          </p:cNvSpPr>
          <p:nvPr/>
        </p:nvSpPr>
        <p:spPr>
          <a:xfrm>
            <a:off x="12004529" y="14561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164E9559-97FF-EA44-9AE0-3DFB20024803}"/>
              </a:ext>
            </a:extLst>
          </p:cNvPr>
          <p:cNvSpPr>
            <a:spLocks noGrp="1"/>
          </p:cNvSpPr>
          <p:nvPr/>
        </p:nvSpPr>
        <p:spPr>
          <a:xfrm>
            <a:off x="12004528" y="228367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79F3CF8E-2355-2523-7976-178F6097E3A0}"/>
              </a:ext>
            </a:extLst>
          </p:cNvPr>
          <p:cNvSpPr>
            <a:spLocks noGrp="1"/>
          </p:cNvSpPr>
          <p:nvPr/>
        </p:nvSpPr>
        <p:spPr>
          <a:xfrm>
            <a:off x="10353521" y="3033566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23B9B00A-D733-7B80-5D3D-9259A67E1B7A}"/>
              </a:ext>
            </a:extLst>
          </p:cNvPr>
          <p:cNvSpPr>
            <a:spLocks noGrp="1"/>
          </p:cNvSpPr>
          <p:nvPr/>
        </p:nvSpPr>
        <p:spPr>
          <a:xfrm>
            <a:off x="7029371" y="5153192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1521DB7D-F88D-4B85-6EF7-FC101CC73EAF}"/>
              </a:ext>
            </a:extLst>
          </p:cNvPr>
          <p:cNvSpPr>
            <a:spLocks noGrp="1"/>
          </p:cNvSpPr>
          <p:nvPr/>
        </p:nvSpPr>
        <p:spPr>
          <a:xfrm>
            <a:off x="10034977" y="466035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D8C5097B-3C2E-D6A6-7E64-4C2A73653647}"/>
              </a:ext>
            </a:extLst>
          </p:cNvPr>
          <p:cNvSpPr>
            <a:spLocks noGrp="1"/>
          </p:cNvSpPr>
          <p:nvPr/>
        </p:nvSpPr>
        <p:spPr>
          <a:xfrm>
            <a:off x="2864838" y="466113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AB340251-67B5-483B-1E8D-85989B2E8256}"/>
              </a:ext>
            </a:extLst>
          </p:cNvPr>
          <p:cNvSpPr>
            <a:spLocks noGrp="1"/>
          </p:cNvSpPr>
          <p:nvPr/>
        </p:nvSpPr>
        <p:spPr>
          <a:xfrm>
            <a:off x="12004529" y="384695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15C4EA42-1501-4398-8A5A-854FD8D49B5A}"/>
              </a:ext>
            </a:extLst>
          </p:cNvPr>
          <p:cNvSpPr>
            <a:spLocks noGrp="1"/>
          </p:cNvSpPr>
          <p:nvPr/>
        </p:nvSpPr>
        <p:spPr>
          <a:xfrm>
            <a:off x="12004528" y="5985013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326EB42A-BDB9-C7D5-CB2F-E5E87BBC301D}"/>
              </a:ext>
            </a:extLst>
          </p:cNvPr>
          <p:cNvSpPr>
            <a:spLocks noGrp="1"/>
          </p:cNvSpPr>
          <p:nvPr/>
        </p:nvSpPr>
        <p:spPr>
          <a:xfrm>
            <a:off x="10353521" y="6734907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942116AD-1679-1CC5-9ED6-9DB495E32D12}"/>
              </a:ext>
            </a:extLst>
          </p:cNvPr>
          <p:cNvSpPr>
            <a:spLocks noGrp="1"/>
          </p:cNvSpPr>
          <p:nvPr/>
        </p:nvSpPr>
        <p:spPr>
          <a:xfrm>
            <a:off x="7029371" y="88545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A4CCA6E8-A35C-CAC1-9925-2A05FFD7054B}"/>
              </a:ext>
            </a:extLst>
          </p:cNvPr>
          <p:cNvSpPr>
            <a:spLocks noGrp="1"/>
          </p:cNvSpPr>
          <p:nvPr/>
        </p:nvSpPr>
        <p:spPr>
          <a:xfrm>
            <a:off x="10034977" y="8361692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BC5B56CA-2FA3-A88B-AA60-FB1D3A84F545}"/>
              </a:ext>
            </a:extLst>
          </p:cNvPr>
          <p:cNvSpPr>
            <a:spLocks noGrp="1"/>
          </p:cNvSpPr>
          <p:nvPr/>
        </p:nvSpPr>
        <p:spPr>
          <a:xfrm>
            <a:off x="2864838" y="8362473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A5FFE5C4-3E95-693E-FE61-B67D52B0A438}"/>
              </a:ext>
            </a:extLst>
          </p:cNvPr>
          <p:cNvSpPr>
            <a:spLocks noGrp="1"/>
          </p:cNvSpPr>
          <p:nvPr/>
        </p:nvSpPr>
        <p:spPr>
          <a:xfrm>
            <a:off x="12004529" y="754829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27813941-0D7E-707D-95BE-18E9F79B7952}"/>
              </a:ext>
            </a:extLst>
          </p:cNvPr>
          <p:cNvSpPr>
            <a:spLocks noGrp="1"/>
          </p:cNvSpPr>
          <p:nvPr/>
        </p:nvSpPr>
        <p:spPr>
          <a:xfrm>
            <a:off x="12004526" y="968635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5CE120BC-EA38-F6C5-DBB2-38760DEA6D61}"/>
              </a:ext>
            </a:extLst>
          </p:cNvPr>
          <p:cNvSpPr>
            <a:spLocks noGrp="1"/>
          </p:cNvSpPr>
          <p:nvPr/>
        </p:nvSpPr>
        <p:spPr>
          <a:xfrm>
            <a:off x="10353520" y="104362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0DD7E235-CB8A-252B-3D74-01A98E2A056A}"/>
              </a:ext>
            </a:extLst>
          </p:cNvPr>
          <p:cNvSpPr>
            <a:spLocks noGrp="1"/>
          </p:cNvSpPr>
          <p:nvPr/>
        </p:nvSpPr>
        <p:spPr>
          <a:xfrm>
            <a:off x="2873507" y="12135041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3144435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4911-3A03-2207-03F1-0E9EA187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5310E01E-2342-07CF-FC67-1C67C5EABB5C}"/>
              </a:ext>
            </a:extLst>
          </p:cNvPr>
          <p:cNvSpPr>
            <a:spLocks noGrp="1"/>
          </p:cNvSpPr>
          <p:nvPr/>
        </p:nvSpPr>
        <p:spPr>
          <a:xfrm>
            <a:off x="7029371" y="-580838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68025D02-8809-32CF-35D2-FF22CD5BBD85}"/>
              </a:ext>
            </a:extLst>
          </p:cNvPr>
          <p:cNvSpPr>
            <a:spLocks noGrp="1"/>
          </p:cNvSpPr>
          <p:nvPr/>
        </p:nvSpPr>
        <p:spPr>
          <a:xfrm>
            <a:off x="10034975" y="-630122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CB985A5B-5F2D-1C89-3208-6FB1ECE29EA1}"/>
              </a:ext>
            </a:extLst>
          </p:cNvPr>
          <p:cNvSpPr>
            <a:spLocks noGrp="1"/>
          </p:cNvSpPr>
          <p:nvPr/>
        </p:nvSpPr>
        <p:spPr>
          <a:xfrm>
            <a:off x="7029371" y="-9311497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04D5525F-EFF3-DA32-69FD-E810CCE48235}"/>
              </a:ext>
            </a:extLst>
          </p:cNvPr>
          <p:cNvSpPr>
            <a:spLocks noGrp="1"/>
          </p:cNvSpPr>
          <p:nvPr/>
        </p:nvSpPr>
        <p:spPr>
          <a:xfrm>
            <a:off x="10034975" y="-980433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947F93C5-B434-4908-41A1-9C8D5DCB8718}"/>
              </a:ext>
            </a:extLst>
          </p:cNvPr>
          <p:cNvSpPr>
            <a:spLocks noGrp="1"/>
          </p:cNvSpPr>
          <p:nvPr/>
        </p:nvSpPr>
        <p:spPr>
          <a:xfrm>
            <a:off x="2864838" y="-980355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E5F1AF4D-D0C7-33B2-248D-70ED4B61A319}"/>
              </a:ext>
            </a:extLst>
          </p:cNvPr>
          <p:cNvSpPr>
            <a:spLocks noGrp="1"/>
          </p:cNvSpPr>
          <p:nvPr/>
        </p:nvSpPr>
        <p:spPr>
          <a:xfrm>
            <a:off x="2864838" y="-630044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09E8EDDA-7748-EDEA-8988-7CA115709223}"/>
              </a:ext>
            </a:extLst>
          </p:cNvPr>
          <p:cNvSpPr>
            <a:spLocks noGrp="1"/>
          </p:cNvSpPr>
          <p:nvPr/>
        </p:nvSpPr>
        <p:spPr>
          <a:xfrm>
            <a:off x="12004528" y="-8614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A3E6C1D7-5C1B-D28A-34E8-20598B5A4D83}"/>
              </a:ext>
            </a:extLst>
          </p:cNvPr>
          <p:cNvSpPr>
            <a:spLocks noGrp="1"/>
          </p:cNvSpPr>
          <p:nvPr/>
        </p:nvSpPr>
        <p:spPr>
          <a:xfrm>
            <a:off x="10353521" y="-786450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ACA3879B-7482-33B5-0EB4-276820E25022}"/>
              </a:ext>
            </a:extLst>
          </p:cNvPr>
          <p:cNvSpPr>
            <a:spLocks noGrp="1"/>
          </p:cNvSpPr>
          <p:nvPr/>
        </p:nvSpPr>
        <p:spPr>
          <a:xfrm>
            <a:off x="12004528" y="-711461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4AC7B523-F5E1-0E40-9E4E-21C00C8FFABD}"/>
              </a:ext>
            </a:extLst>
          </p:cNvPr>
          <p:cNvSpPr>
            <a:spLocks noGrp="1"/>
          </p:cNvSpPr>
          <p:nvPr/>
        </p:nvSpPr>
        <p:spPr>
          <a:xfrm>
            <a:off x="12004528" y="-504778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FC889D9D-6522-658F-F296-37CE7AD4C261}"/>
              </a:ext>
            </a:extLst>
          </p:cNvPr>
          <p:cNvSpPr>
            <a:spLocks noGrp="1"/>
          </p:cNvSpPr>
          <p:nvPr/>
        </p:nvSpPr>
        <p:spPr>
          <a:xfrm>
            <a:off x="10353521" y="-42978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135D8CB0-0739-A5FC-C258-FD8C94881971}"/>
              </a:ext>
            </a:extLst>
          </p:cNvPr>
          <p:cNvSpPr>
            <a:spLocks noGrp="1"/>
          </p:cNvSpPr>
          <p:nvPr/>
        </p:nvSpPr>
        <p:spPr>
          <a:xfrm>
            <a:off x="7029371" y="-217826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0BAE6CCF-836A-E136-899B-6120844F45CD}"/>
              </a:ext>
            </a:extLst>
          </p:cNvPr>
          <p:cNvSpPr>
            <a:spLocks noGrp="1"/>
          </p:cNvSpPr>
          <p:nvPr/>
        </p:nvSpPr>
        <p:spPr>
          <a:xfrm>
            <a:off x="10034977" y="-2671105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24E1D92E-EEE1-0AF1-E89D-58C8C3B05D74}"/>
              </a:ext>
            </a:extLst>
          </p:cNvPr>
          <p:cNvSpPr>
            <a:spLocks noGrp="1"/>
          </p:cNvSpPr>
          <p:nvPr/>
        </p:nvSpPr>
        <p:spPr>
          <a:xfrm>
            <a:off x="2864838" y="-2670324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D201FCAD-0B46-A4AA-22A3-89F646ED22C8}"/>
              </a:ext>
            </a:extLst>
          </p:cNvPr>
          <p:cNvSpPr>
            <a:spLocks noGrp="1"/>
          </p:cNvSpPr>
          <p:nvPr/>
        </p:nvSpPr>
        <p:spPr>
          <a:xfrm>
            <a:off x="12004529" y="-348449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9E7B27BE-3C4A-F362-2818-3A552D79DBED}"/>
              </a:ext>
            </a:extLst>
          </p:cNvPr>
          <p:cNvSpPr>
            <a:spLocks noGrp="1"/>
          </p:cNvSpPr>
          <p:nvPr/>
        </p:nvSpPr>
        <p:spPr>
          <a:xfrm>
            <a:off x="12004528" y="-141766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888F4D20-7F00-459B-EA2D-2CB1F6BA5C1A}"/>
              </a:ext>
            </a:extLst>
          </p:cNvPr>
          <p:cNvSpPr>
            <a:spLocks noGrp="1"/>
          </p:cNvSpPr>
          <p:nvPr/>
        </p:nvSpPr>
        <p:spPr>
          <a:xfrm>
            <a:off x="10353521" y="-667775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A041F2A6-ECF7-F0B0-309D-8582B8DEE100}"/>
              </a:ext>
            </a:extLst>
          </p:cNvPr>
          <p:cNvSpPr>
            <a:spLocks noGrp="1"/>
          </p:cNvSpPr>
          <p:nvPr/>
        </p:nvSpPr>
        <p:spPr>
          <a:xfrm>
            <a:off x="7029371" y="14518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A787DD06-70EB-6051-3D8D-2A18EAF9E8C5}"/>
              </a:ext>
            </a:extLst>
          </p:cNvPr>
          <p:cNvSpPr>
            <a:spLocks noGrp="1"/>
          </p:cNvSpPr>
          <p:nvPr/>
        </p:nvSpPr>
        <p:spPr>
          <a:xfrm>
            <a:off x="10034977" y="95900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8F9F47E3-EA21-BCED-702A-07F03A4BB5BE}"/>
              </a:ext>
            </a:extLst>
          </p:cNvPr>
          <p:cNvSpPr>
            <a:spLocks noGrp="1"/>
          </p:cNvSpPr>
          <p:nvPr/>
        </p:nvSpPr>
        <p:spPr>
          <a:xfrm>
            <a:off x="2864838" y="95979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398029ED-D008-0E2C-76AA-E0C588A26508}"/>
              </a:ext>
            </a:extLst>
          </p:cNvPr>
          <p:cNvSpPr>
            <a:spLocks noGrp="1"/>
          </p:cNvSpPr>
          <p:nvPr/>
        </p:nvSpPr>
        <p:spPr>
          <a:xfrm>
            <a:off x="12004529" y="14561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80B8AB5E-3E97-75C1-72E4-C61F9E7626AF}"/>
              </a:ext>
            </a:extLst>
          </p:cNvPr>
          <p:cNvSpPr>
            <a:spLocks noGrp="1"/>
          </p:cNvSpPr>
          <p:nvPr/>
        </p:nvSpPr>
        <p:spPr>
          <a:xfrm>
            <a:off x="12004528" y="228367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414EB059-A5A0-DFCD-133C-DE5C7C7CC018}"/>
              </a:ext>
            </a:extLst>
          </p:cNvPr>
          <p:cNvSpPr>
            <a:spLocks noGrp="1"/>
          </p:cNvSpPr>
          <p:nvPr/>
        </p:nvSpPr>
        <p:spPr>
          <a:xfrm>
            <a:off x="10353521" y="3033566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FA7F1EB4-4402-E65E-B36D-B55D805F1A78}"/>
              </a:ext>
            </a:extLst>
          </p:cNvPr>
          <p:cNvSpPr>
            <a:spLocks noGrp="1"/>
          </p:cNvSpPr>
          <p:nvPr/>
        </p:nvSpPr>
        <p:spPr>
          <a:xfrm>
            <a:off x="7029371" y="5153192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F2B5800E-9989-EDFF-8690-E9F71D47E72B}"/>
              </a:ext>
            </a:extLst>
          </p:cNvPr>
          <p:cNvSpPr>
            <a:spLocks noGrp="1"/>
          </p:cNvSpPr>
          <p:nvPr/>
        </p:nvSpPr>
        <p:spPr>
          <a:xfrm>
            <a:off x="10034977" y="466035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BA680703-E4E8-1793-D758-87F66363919E}"/>
              </a:ext>
            </a:extLst>
          </p:cNvPr>
          <p:cNvSpPr>
            <a:spLocks noGrp="1"/>
          </p:cNvSpPr>
          <p:nvPr/>
        </p:nvSpPr>
        <p:spPr>
          <a:xfrm>
            <a:off x="2864838" y="466113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26D7CD34-8435-916B-657A-905D9FC67827}"/>
              </a:ext>
            </a:extLst>
          </p:cNvPr>
          <p:cNvSpPr>
            <a:spLocks noGrp="1"/>
          </p:cNvSpPr>
          <p:nvPr/>
        </p:nvSpPr>
        <p:spPr>
          <a:xfrm>
            <a:off x="12004529" y="384695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AD6A9EAC-5347-C950-3214-0021BEF14828}"/>
              </a:ext>
            </a:extLst>
          </p:cNvPr>
          <p:cNvSpPr>
            <a:spLocks noGrp="1"/>
          </p:cNvSpPr>
          <p:nvPr/>
        </p:nvSpPr>
        <p:spPr>
          <a:xfrm>
            <a:off x="12004528" y="5985013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995E63B1-B369-301A-FB0F-BE22C750A0C2}"/>
              </a:ext>
            </a:extLst>
          </p:cNvPr>
          <p:cNvSpPr>
            <a:spLocks noGrp="1"/>
          </p:cNvSpPr>
          <p:nvPr/>
        </p:nvSpPr>
        <p:spPr>
          <a:xfrm>
            <a:off x="10353521" y="6734907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7ADB7DC8-C800-E56A-9C1C-A9BD0DB7BD66}"/>
              </a:ext>
            </a:extLst>
          </p:cNvPr>
          <p:cNvSpPr>
            <a:spLocks noGrp="1"/>
          </p:cNvSpPr>
          <p:nvPr/>
        </p:nvSpPr>
        <p:spPr>
          <a:xfrm>
            <a:off x="7029371" y="88545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798AC50E-C264-EC60-7225-2DF48693E6A7}"/>
              </a:ext>
            </a:extLst>
          </p:cNvPr>
          <p:cNvSpPr>
            <a:spLocks noGrp="1"/>
          </p:cNvSpPr>
          <p:nvPr/>
        </p:nvSpPr>
        <p:spPr>
          <a:xfrm>
            <a:off x="10034977" y="8361692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7D260D53-3520-D775-2C60-E561F8F07FF3}"/>
              </a:ext>
            </a:extLst>
          </p:cNvPr>
          <p:cNvSpPr>
            <a:spLocks noGrp="1"/>
          </p:cNvSpPr>
          <p:nvPr/>
        </p:nvSpPr>
        <p:spPr>
          <a:xfrm>
            <a:off x="2864838" y="8362473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B17F9498-F7DF-8EBD-BB44-20473E7C43C8}"/>
              </a:ext>
            </a:extLst>
          </p:cNvPr>
          <p:cNvSpPr>
            <a:spLocks noGrp="1"/>
          </p:cNvSpPr>
          <p:nvPr/>
        </p:nvSpPr>
        <p:spPr>
          <a:xfrm>
            <a:off x="12004529" y="754829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0B4169C6-F0CC-2CE1-AF46-FA19D5677251}"/>
              </a:ext>
            </a:extLst>
          </p:cNvPr>
          <p:cNvSpPr>
            <a:spLocks noGrp="1"/>
          </p:cNvSpPr>
          <p:nvPr/>
        </p:nvSpPr>
        <p:spPr>
          <a:xfrm>
            <a:off x="12004526" y="968635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8E008A32-6A47-B0F4-35A2-AA90B1568169}"/>
              </a:ext>
            </a:extLst>
          </p:cNvPr>
          <p:cNvSpPr>
            <a:spLocks noGrp="1"/>
          </p:cNvSpPr>
          <p:nvPr/>
        </p:nvSpPr>
        <p:spPr>
          <a:xfrm>
            <a:off x="10353520" y="104362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D05F6CD5-6A18-604B-491D-48E8F5577632}"/>
              </a:ext>
            </a:extLst>
          </p:cNvPr>
          <p:cNvSpPr>
            <a:spLocks noGrp="1"/>
          </p:cNvSpPr>
          <p:nvPr/>
        </p:nvSpPr>
        <p:spPr>
          <a:xfrm>
            <a:off x="10034976" y="1213425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D6A76B42-C1F1-C4EB-D6F2-105D53C5F826}"/>
              </a:ext>
            </a:extLst>
          </p:cNvPr>
          <p:cNvSpPr>
            <a:spLocks noGrp="1"/>
          </p:cNvSpPr>
          <p:nvPr/>
        </p:nvSpPr>
        <p:spPr>
          <a:xfrm>
            <a:off x="12004527" y="1132086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ABD68E7A-198B-9F71-9C3A-097476FB77B8}"/>
              </a:ext>
            </a:extLst>
          </p:cNvPr>
          <p:cNvSpPr>
            <a:spLocks noGrp="1"/>
          </p:cNvSpPr>
          <p:nvPr/>
        </p:nvSpPr>
        <p:spPr>
          <a:xfrm>
            <a:off x="7038040" y="126271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CFAD5B9B-2429-BD59-DB6C-70665A44EE80}"/>
              </a:ext>
            </a:extLst>
          </p:cNvPr>
          <p:cNvSpPr>
            <a:spLocks noGrp="1"/>
          </p:cNvSpPr>
          <p:nvPr/>
        </p:nvSpPr>
        <p:spPr>
          <a:xfrm>
            <a:off x="2873507" y="12135041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7FA21BD9-C398-7578-ACA5-8A296CB06281}"/>
              </a:ext>
            </a:extLst>
          </p:cNvPr>
          <p:cNvSpPr>
            <a:spLocks noGrp="1"/>
          </p:cNvSpPr>
          <p:nvPr/>
        </p:nvSpPr>
        <p:spPr>
          <a:xfrm>
            <a:off x="10371104" y="140740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BE8A777-5BF9-0B28-25FE-00CD2CFDD343}"/>
              </a:ext>
            </a:extLst>
          </p:cNvPr>
          <p:cNvSpPr>
            <a:spLocks noGrp="1"/>
          </p:cNvSpPr>
          <p:nvPr/>
        </p:nvSpPr>
        <p:spPr>
          <a:xfrm>
            <a:off x="10052560" y="157720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DBDC187F-19F6-F032-98EB-CE12CF4A7FED}"/>
              </a:ext>
            </a:extLst>
          </p:cNvPr>
          <p:cNvSpPr>
            <a:spLocks noGrp="1"/>
          </p:cNvSpPr>
          <p:nvPr/>
        </p:nvSpPr>
        <p:spPr>
          <a:xfrm>
            <a:off x="12022111" y="149587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73910C41-CC73-80C7-CEF7-FCE7C95011AE}"/>
              </a:ext>
            </a:extLst>
          </p:cNvPr>
          <p:cNvSpPr>
            <a:spLocks noGrp="1"/>
          </p:cNvSpPr>
          <p:nvPr/>
        </p:nvSpPr>
        <p:spPr>
          <a:xfrm>
            <a:off x="14361196" y="162649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BD9D1B8C-8C10-0870-D10C-4427B7907E42}"/>
              </a:ext>
            </a:extLst>
          </p:cNvPr>
          <p:cNvSpPr>
            <a:spLocks noGrp="1"/>
          </p:cNvSpPr>
          <p:nvPr/>
        </p:nvSpPr>
        <p:spPr>
          <a:xfrm>
            <a:off x="17303301" y="157728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B2FE1EF0-9800-4BED-A9F3-5A58AFB7097B}"/>
              </a:ext>
            </a:extLst>
          </p:cNvPr>
          <p:cNvSpPr>
            <a:spLocks noGrp="1"/>
          </p:cNvSpPr>
          <p:nvPr/>
        </p:nvSpPr>
        <p:spPr>
          <a:xfrm>
            <a:off x="7046954" y="162649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E29BC905-3884-AE8F-3C26-9AC5AF733FBB}"/>
              </a:ext>
            </a:extLst>
          </p:cNvPr>
          <p:cNvSpPr>
            <a:spLocks noGrp="1"/>
          </p:cNvSpPr>
          <p:nvPr/>
        </p:nvSpPr>
        <p:spPr>
          <a:xfrm>
            <a:off x="2882420" y="157728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1B741055-83BC-87C3-5959-058987D5272B}"/>
              </a:ext>
            </a:extLst>
          </p:cNvPr>
          <p:cNvSpPr>
            <a:spLocks noGrp="1"/>
          </p:cNvSpPr>
          <p:nvPr/>
        </p:nvSpPr>
        <p:spPr>
          <a:xfrm>
            <a:off x="12022110" y="170255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6F2FD1DD-D6C4-7007-AD04-A1851AC69377}"/>
              </a:ext>
            </a:extLst>
          </p:cNvPr>
          <p:cNvSpPr>
            <a:spLocks noGrp="1"/>
          </p:cNvSpPr>
          <p:nvPr/>
        </p:nvSpPr>
        <p:spPr>
          <a:xfrm>
            <a:off x="10371104" y="177754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3362B035-9A39-99C1-E66F-872F3AA7600C}"/>
              </a:ext>
            </a:extLst>
          </p:cNvPr>
          <p:cNvSpPr>
            <a:spLocks noGrp="1"/>
          </p:cNvSpPr>
          <p:nvPr/>
        </p:nvSpPr>
        <p:spPr>
          <a:xfrm>
            <a:off x="10052560" y="194734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39BA4BE2-7DE8-CC39-0999-6541A4095D87}"/>
              </a:ext>
            </a:extLst>
          </p:cNvPr>
          <p:cNvSpPr>
            <a:spLocks noGrp="1"/>
          </p:cNvSpPr>
          <p:nvPr/>
        </p:nvSpPr>
        <p:spPr>
          <a:xfrm>
            <a:off x="12022111" y="186600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E315F90B-E318-E500-3749-FAC2EC36236E}"/>
              </a:ext>
            </a:extLst>
          </p:cNvPr>
          <p:cNvSpPr>
            <a:spLocks noGrp="1"/>
          </p:cNvSpPr>
          <p:nvPr/>
        </p:nvSpPr>
        <p:spPr>
          <a:xfrm>
            <a:off x="14361196" y="199662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281C16E7-3CCE-FA69-5229-6AC55BE8EA7F}"/>
              </a:ext>
            </a:extLst>
          </p:cNvPr>
          <p:cNvSpPr>
            <a:spLocks noGrp="1"/>
          </p:cNvSpPr>
          <p:nvPr/>
        </p:nvSpPr>
        <p:spPr>
          <a:xfrm>
            <a:off x="17303301" y="194742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9AA2FA1C-7B09-11FE-E6D7-61C2EFBE87AC}"/>
              </a:ext>
            </a:extLst>
          </p:cNvPr>
          <p:cNvSpPr>
            <a:spLocks noGrp="1"/>
          </p:cNvSpPr>
          <p:nvPr/>
        </p:nvSpPr>
        <p:spPr>
          <a:xfrm>
            <a:off x="7046954" y="199662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C2E13650-3522-AEDE-20AD-DA64C0356778}"/>
              </a:ext>
            </a:extLst>
          </p:cNvPr>
          <p:cNvSpPr>
            <a:spLocks noGrp="1"/>
          </p:cNvSpPr>
          <p:nvPr/>
        </p:nvSpPr>
        <p:spPr>
          <a:xfrm>
            <a:off x="2882420" y="194742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590DD0EE-5227-014C-AF3C-ECB486BEACB8}"/>
              </a:ext>
            </a:extLst>
          </p:cNvPr>
          <p:cNvSpPr>
            <a:spLocks noGrp="1"/>
          </p:cNvSpPr>
          <p:nvPr/>
        </p:nvSpPr>
        <p:spPr>
          <a:xfrm>
            <a:off x="12022110" y="207268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9EA977E8-6C0D-68FB-2671-88DE29D89D1A}"/>
              </a:ext>
            </a:extLst>
          </p:cNvPr>
          <p:cNvSpPr>
            <a:spLocks noGrp="1"/>
          </p:cNvSpPr>
          <p:nvPr/>
        </p:nvSpPr>
        <p:spPr>
          <a:xfrm>
            <a:off x="10371104" y="214767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A27387C5-6BF5-1832-4E44-0D875FC5BB8B}"/>
              </a:ext>
            </a:extLst>
          </p:cNvPr>
          <p:cNvSpPr>
            <a:spLocks noGrp="1"/>
          </p:cNvSpPr>
          <p:nvPr/>
        </p:nvSpPr>
        <p:spPr>
          <a:xfrm>
            <a:off x="10052560" y="231747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66B3DD60-1826-7DC7-0628-F4C7504A53F0}"/>
              </a:ext>
            </a:extLst>
          </p:cNvPr>
          <p:cNvSpPr>
            <a:spLocks noGrp="1"/>
          </p:cNvSpPr>
          <p:nvPr/>
        </p:nvSpPr>
        <p:spPr>
          <a:xfrm>
            <a:off x="12022111" y="223613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BE04A710-7673-47D0-CCC0-470024DA1762}"/>
              </a:ext>
            </a:extLst>
          </p:cNvPr>
          <p:cNvSpPr>
            <a:spLocks noGrp="1"/>
          </p:cNvSpPr>
          <p:nvPr/>
        </p:nvSpPr>
        <p:spPr>
          <a:xfrm>
            <a:off x="14361196" y="236676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03946E71-626B-6164-6194-EE3AB52A4113}"/>
              </a:ext>
            </a:extLst>
          </p:cNvPr>
          <p:cNvSpPr>
            <a:spLocks noGrp="1"/>
          </p:cNvSpPr>
          <p:nvPr/>
        </p:nvSpPr>
        <p:spPr>
          <a:xfrm>
            <a:off x="17303301" y="231755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D139F0B6-A4E7-C1D1-0CE4-2C7FA0284198}"/>
              </a:ext>
            </a:extLst>
          </p:cNvPr>
          <p:cNvSpPr>
            <a:spLocks noGrp="1"/>
          </p:cNvSpPr>
          <p:nvPr/>
        </p:nvSpPr>
        <p:spPr>
          <a:xfrm>
            <a:off x="7046954" y="236676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44495C6B-AF31-93FF-7733-8CE8C2047DF8}"/>
              </a:ext>
            </a:extLst>
          </p:cNvPr>
          <p:cNvSpPr>
            <a:spLocks noGrp="1"/>
          </p:cNvSpPr>
          <p:nvPr/>
        </p:nvSpPr>
        <p:spPr>
          <a:xfrm>
            <a:off x="2882420" y="231755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é</a:t>
            </a:r>
          </a:p>
        </p:txBody>
      </p:sp>
    </p:spTree>
    <p:extLst>
      <p:ext uri="{BB962C8B-B14F-4D97-AF65-F5344CB8AC3E}">
        <p14:creationId xmlns:p14="http://schemas.microsoft.com/office/powerpoint/2010/main" val="191628735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C389-3996-2DF6-E001-9CD47469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90019704-38F6-0C71-803B-523B541B2A7F}"/>
              </a:ext>
            </a:extLst>
          </p:cNvPr>
          <p:cNvSpPr>
            <a:spLocks noGrp="1"/>
          </p:cNvSpPr>
          <p:nvPr/>
        </p:nvSpPr>
        <p:spPr>
          <a:xfrm>
            <a:off x="7029371" y="-580838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2F2078F2-25A3-6C58-9A79-DCBAFE41392A}"/>
              </a:ext>
            </a:extLst>
          </p:cNvPr>
          <p:cNvSpPr>
            <a:spLocks noGrp="1"/>
          </p:cNvSpPr>
          <p:nvPr/>
        </p:nvSpPr>
        <p:spPr>
          <a:xfrm>
            <a:off x="10034975" y="-630122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9DF4AE86-4D0E-8BFE-BA5B-F00138D19703}"/>
              </a:ext>
            </a:extLst>
          </p:cNvPr>
          <p:cNvSpPr>
            <a:spLocks noGrp="1"/>
          </p:cNvSpPr>
          <p:nvPr/>
        </p:nvSpPr>
        <p:spPr>
          <a:xfrm>
            <a:off x="7029371" y="-9311497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E935E8D1-550B-178C-5D93-431C9298ACD0}"/>
              </a:ext>
            </a:extLst>
          </p:cNvPr>
          <p:cNvSpPr>
            <a:spLocks noGrp="1"/>
          </p:cNvSpPr>
          <p:nvPr/>
        </p:nvSpPr>
        <p:spPr>
          <a:xfrm>
            <a:off x="10034975" y="-980433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285FB621-3F7F-3BEC-D983-074F6AE15493}"/>
              </a:ext>
            </a:extLst>
          </p:cNvPr>
          <p:cNvSpPr>
            <a:spLocks noGrp="1"/>
          </p:cNvSpPr>
          <p:nvPr/>
        </p:nvSpPr>
        <p:spPr>
          <a:xfrm>
            <a:off x="2864838" y="-980355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746E1E54-87DB-7BB9-07B8-DA538C188CC7}"/>
              </a:ext>
            </a:extLst>
          </p:cNvPr>
          <p:cNvSpPr>
            <a:spLocks noGrp="1"/>
          </p:cNvSpPr>
          <p:nvPr/>
        </p:nvSpPr>
        <p:spPr>
          <a:xfrm>
            <a:off x="2864838" y="-630044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8CB8B44F-31AD-41AB-40EB-1323AD6F4653}"/>
              </a:ext>
            </a:extLst>
          </p:cNvPr>
          <p:cNvSpPr>
            <a:spLocks noGrp="1"/>
          </p:cNvSpPr>
          <p:nvPr/>
        </p:nvSpPr>
        <p:spPr>
          <a:xfrm>
            <a:off x="12004528" y="-8614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A73B90F0-9B80-9D0A-BFB5-A470275F46F4}"/>
              </a:ext>
            </a:extLst>
          </p:cNvPr>
          <p:cNvSpPr>
            <a:spLocks noGrp="1"/>
          </p:cNvSpPr>
          <p:nvPr/>
        </p:nvSpPr>
        <p:spPr>
          <a:xfrm>
            <a:off x="10353521" y="-786450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345A3F3B-73C0-2415-F1BC-CEB6FD6B2D31}"/>
              </a:ext>
            </a:extLst>
          </p:cNvPr>
          <p:cNvSpPr>
            <a:spLocks noGrp="1"/>
          </p:cNvSpPr>
          <p:nvPr/>
        </p:nvSpPr>
        <p:spPr>
          <a:xfrm>
            <a:off x="12004528" y="-711461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D8258C69-ACD1-99BF-B3FB-3535B100E741}"/>
              </a:ext>
            </a:extLst>
          </p:cNvPr>
          <p:cNvSpPr>
            <a:spLocks noGrp="1"/>
          </p:cNvSpPr>
          <p:nvPr/>
        </p:nvSpPr>
        <p:spPr>
          <a:xfrm>
            <a:off x="12004528" y="-504778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CFE39AC3-8915-7637-18C5-88DBF189B364}"/>
              </a:ext>
            </a:extLst>
          </p:cNvPr>
          <p:cNvSpPr>
            <a:spLocks noGrp="1"/>
          </p:cNvSpPr>
          <p:nvPr/>
        </p:nvSpPr>
        <p:spPr>
          <a:xfrm>
            <a:off x="10353521" y="-42978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D9945765-4AFB-7582-5192-864A6D7368C2}"/>
              </a:ext>
            </a:extLst>
          </p:cNvPr>
          <p:cNvSpPr>
            <a:spLocks noGrp="1"/>
          </p:cNvSpPr>
          <p:nvPr/>
        </p:nvSpPr>
        <p:spPr>
          <a:xfrm>
            <a:off x="7029371" y="-217826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A33F4DA0-A950-046D-688C-73019E8916D6}"/>
              </a:ext>
            </a:extLst>
          </p:cNvPr>
          <p:cNvSpPr>
            <a:spLocks noGrp="1"/>
          </p:cNvSpPr>
          <p:nvPr/>
        </p:nvSpPr>
        <p:spPr>
          <a:xfrm>
            <a:off x="10034977" y="-2671105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8A0C55A4-BC94-88AD-F58D-A564EE90533E}"/>
              </a:ext>
            </a:extLst>
          </p:cNvPr>
          <p:cNvSpPr>
            <a:spLocks noGrp="1"/>
          </p:cNvSpPr>
          <p:nvPr/>
        </p:nvSpPr>
        <p:spPr>
          <a:xfrm>
            <a:off x="2864838" y="-2670324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985BDA85-EE05-3DCA-1B83-46321440397F}"/>
              </a:ext>
            </a:extLst>
          </p:cNvPr>
          <p:cNvSpPr>
            <a:spLocks noGrp="1"/>
          </p:cNvSpPr>
          <p:nvPr/>
        </p:nvSpPr>
        <p:spPr>
          <a:xfrm>
            <a:off x="12004529" y="-348449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EF56B566-6D69-9099-9897-F54523466F74}"/>
              </a:ext>
            </a:extLst>
          </p:cNvPr>
          <p:cNvSpPr>
            <a:spLocks noGrp="1"/>
          </p:cNvSpPr>
          <p:nvPr/>
        </p:nvSpPr>
        <p:spPr>
          <a:xfrm>
            <a:off x="12004528" y="-141766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A951ACA8-98AF-D56F-87B4-23A751AC9AF5}"/>
              </a:ext>
            </a:extLst>
          </p:cNvPr>
          <p:cNvSpPr>
            <a:spLocks noGrp="1"/>
          </p:cNvSpPr>
          <p:nvPr/>
        </p:nvSpPr>
        <p:spPr>
          <a:xfrm>
            <a:off x="10353521" y="-667775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E702EF57-90D1-8D88-708B-6022334BDC82}"/>
              </a:ext>
            </a:extLst>
          </p:cNvPr>
          <p:cNvSpPr>
            <a:spLocks noGrp="1"/>
          </p:cNvSpPr>
          <p:nvPr/>
        </p:nvSpPr>
        <p:spPr>
          <a:xfrm>
            <a:off x="7029371" y="14518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0DA173E2-902E-7BB9-A61E-1089BDCB3088}"/>
              </a:ext>
            </a:extLst>
          </p:cNvPr>
          <p:cNvSpPr>
            <a:spLocks noGrp="1"/>
          </p:cNvSpPr>
          <p:nvPr/>
        </p:nvSpPr>
        <p:spPr>
          <a:xfrm>
            <a:off x="10034977" y="95900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599B9CA9-A309-8C1B-8A4D-94326BA4796C}"/>
              </a:ext>
            </a:extLst>
          </p:cNvPr>
          <p:cNvSpPr>
            <a:spLocks noGrp="1"/>
          </p:cNvSpPr>
          <p:nvPr/>
        </p:nvSpPr>
        <p:spPr>
          <a:xfrm>
            <a:off x="2864838" y="95979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68DE88AE-5D1F-8312-5F00-9AC1DBAF65D2}"/>
              </a:ext>
            </a:extLst>
          </p:cNvPr>
          <p:cNvSpPr>
            <a:spLocks noGrp="1"/>
          </p:cNvSpPr>
          <p:nvPr/>
        </p:nvSpPr>
        <p:spPr>
          <a:xfrm>
            <a:off x="12004529" y="14561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14020017-C7F3-A5EA-8665-9E466504F063}"/>
              </a:ext>
            </a:extLst>
          </p:cNvPr>
          <p:cNvSpPr>
            <a:spLocks noGrp="1"/>
          </p:cNvSpPr>
          <p:nvPr/>
        </p:nvSpPr>
        <p:spPr>
          <a:xfrm>
            <a:off x="12004528" y="228367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9F04EB2E-93E1-7929-6098-7A7BF9F93AB4}"/>
              </a:ext>
            </a:extLst>
          </p:cNvPr>
          <p:cNvSpPr>
            <a:spLocks noGrp="1"/>
          </p:cNvSpPr>
          <p:nvPr/>
        </p:nvSpPr>
        <p:spPr>
          <a:xfrm>
            <a:off x="10353521" y="3033566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7F453457-4B2D-BC60-E7B2-5B8B7A7AD1FB}"/>
              </a:ext>
            </a:extLst>
          </p:cNvPr>
          <p:cNvSpPr>
            <a:spLocks noGrp="1"/>
          </p:cNvSpPr>
          <p:nvPr/>
        </p:nvSpPr>
        <p:spPr>
          <a:xfrm>
            <a:off x="7029371" y="5153192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EEC2AF00-5794-BC85-FCA3-54B5551D3C6B}"/>
              </a:ext>
            </a:extLst>
          </p:cNvPr>
          <p:cNvSpPr>
            <a:spLocks noGrp="1"/>
          </p:cNvSpPr>
          <p:nvPr/>
        </p:nvSpPr>
        <p:spPr>
          <a:xfrm>
            <a:off x="10034977" y="466035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AB6A6368-5F66-1BB5-C143-EFA73B1E507A}"/>
              </a:ext>
            </a:extLst>
          </p:cNvPr>
          <p:cNvSpPr>
            <a:spLocks noGrp="1"/>
          </p:cNvSpPr>
          <p:nvPr/>
        </p:nvSpPr>
        <p:spPr>
          <a:xfrm>
            <a:off x="2864838" y="466113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47CB04F7-9258-D619-5A8F-94E4D6BC9D68}"/>
              </a:ext>
            </a:extLst>
          </p:cNvPr>
          <p:cNvSpPr>
            <a:spLocks noGrp="1"/>
          </p:cNvSpPr>
          <p:nvPr/>
        </p:nvSpPr>
        <p:spPr>
          <a:xfrm>
            <a:off x="12004529" y="384695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ADEA5F91-D8B7-5C67-2ACE-495803DCD72B}"/>
              </a:ext>
            </a:extLst>
          </p:cNvPr>
          <p:cNvSpPr>
            <a:spLocks noGrp="1"/>
          </p:cNvSpPr>
          <p:nvPr/>
        </p:nvSpPr>
        <p:spPr>
          <a:xfrm>
            <a:off x="12004528" y="5985013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86EB025A-58BD-2147-AF9A-5F463BC315AA}"/>
              </a:ext>
            </a:extLst>
          </p:cNvPr>
          <p:cNvSpPr>
            <a:spLocks noGrp="1"/>
          </p:cNvSpPr>
          <p:nvPr/>
        </p:nvSpPr>
        <p:spPr>
          <a:xfrm>
            <a:off x="10353521" y="6734907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8A3BDE59-BBFC-FA61-35A8-E49881D2312B}"/>
              </a:ext>
            </a:extLst>
          </p:cNvPr>
          <p:cNvSpPr>
            <a:spLocks noGrp="1"/>
          </p:cNvSpPr>
          <p:nvPr/>
        </p:nvSpPr>
        <p:spPr>
          <a:xfrm>
            <a:off x="7029371" y="88545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B51BB141-1CBD-6643-FE46-9CF47B20A918}"/>
              </a:ext>
            </a:extLst>
          </p:cNvPr>
          <p:cNvSpPr>
            <a:spLocks noGrp="1"/>
          </p:cNvSpPr>
          <p:nvPr/>
        </p:nvSpPr>
        <p:spPr>
          <a:xfrm>
            <a:off x="10034977" y="8361692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5CDD1DFA-97D6-37D7-AB79-DE254085D7A9}"/>
              </a:ext>
            </a:extLst>
          </p:cNvPr>
          <p:cNvSpPr>
            <a:spLocks noGrp="1"/>
          </p:cNvSpPr>
          <p:nvPr/>
        </p:nvSpPr>
        <p:spPr>
          <a:xfrm>
            <a:off x="2864838" y="8362473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24653927-6D7E-A17E-A9BA-477E2E44096B}"/>
              </a:ext>
            </a:extLst>
          </p:cNvPr>
          <p:cNvSpPr>
            <a:spLocks noGrp="1"/>
          </p:cNvSpPr>
          <p:nvPr/>
        </p:nvSpPr>
        <p:spPr>
          <a:xfrm>
            <a:off x="12004529" y="754829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BF143843-A11B-5298-8D49-C01FBF6A676B}"/>
              </a:ext>
            </a:extLst>
          </p:cNvPr>
          <p:cNvSpPr>
            <a:spLocks noGrp="1"/>
          </p:cNvSpPr>
          <p:nvPr/>
        </p:nvSpPr>
        <p:spPr>
          <a:xfrm>
            <a:off x="12004526" y="968635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21341C1A-81FE-505D-35E5-BD32CE75FC2D}"/>
              </a:ext>
            </a:extLst>
          </p:cNvPr>
          <p:cNvSpPr>
            <a:spLocks noGrp="1"/>
          </p:cNvSpPr>
          <p:nvPr/>
        </p:nvSpPr>
        <p:spPr>
          <a:xfrm>
            <a:off x="10353520" y="104362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1BE4A669-4ED6-43E1-8041-1226B3820FD0}"/>
              </a:ext>
            </a:extLst>
          </p:cNvPr>
          <p:cNvSpPr>
            <a:spLocks noGrp="1"/>
          </p:cNvSpPr>
          <p:nvPr/>
        </p:nvSpPr>
        <p:spPr>
          <a:xfrm>
            <a:off x="10034976" y="1213425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E5A96DC0-7602-2D1E-4F5E-68D560DF0B2D}"/>
              </a:ext>
            </a:extLst>
          </p:cNvPr>
          <p:cNvSpPr>
            <a:spLocks noGrp="1"/>
          </p:cNvSpPr>
          <p:nvPr/>
        </p:nvSpPr>
        <p:spPr>
          <a:xfrm>
            <a:off x="12004527" y="1132086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B4289956-49C6-5B83-7E6B-0435E0A77693}"/>
              </a:ext>
            </a:extLst>
          </p:cNvPr>
          <p:cNvSpPr>
            <a:spLocks noGrp="1"/>
          </p:cNvSpPr>
          <p:nvPr/>
        </p:nvSpPr>
        <p:spPr>
          <a:xfrm>
            <a:off x="14343612" y="1262709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005A8CDA-FCC3-E473-0FF9-96C0CFE65F5C}"/>
              </a:ext>
            </a:extLst>
          </p:cNvPr>
          <p:cNvSpPr>
            <a:spLocks noGrp="1"/>
          </p:cNvSpPr>
          <p:nvPr/>
        </p:nvSpPr>
        <p:spPr>
          <a:xfrm>
            <a:off x="17285717" y="12135041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2F7F19D1-8E6E-6DDE-E03F-149E3BB31644}"/>
              </a:ext>
            </a:extLst>
          </p:cNvPr>
          <p:cNvSpPr>
            <a:spLocks noGrp="1"/>
          </p:cNvSpPr>
          <p:nvPr/>
        </p:nvSpPr>
        <p:spPr>
          <a:xfrm>
            <a:off x="7038040" y="126271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5EE32533-E145-1CD1-4168-084E57C75119}"/>
              </a:ext>
            </a:extLst>
          </p:cNvPr>
          <p:cNvSpPr>
            <a:spLocks noGrp="1"/>
          </p:cNvSpPr>
          <p:nvPr/>
        </p:nvSpPr>
        <p:spPr>
          <a:xfrm>
            <a:off x="2873507" y="12135041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F8450910-A59A-2FC9-89AC-B478527AB01F}"/>
              </a:ext>
            </a:extLst>
          </p:cNvPr>
          <p:cNvSpPr>
            <a:spLocks noGrp="1"/>
          </p:cNvSpPr>
          <p:nvPr/>
        </p:nvSpPr>
        <p:spPr>
          <a:xfrm>
            <a:off x="10371104" y="140740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B2756FFB-9767-82F0-2DE8-6BCA2106CCD5}"/>
              </a:ext>
            </a:extLst>
          </p:cNvPr>
          <p:cNvSpPr>
            <a:spLocks noGrp="1"/>
          </p:cNvSpPr>
          <p:nvPr/>
        </p:nvSpPr>
        <p:spPr>
          <a:xfrm>
            <a:off x="10052560" y="157720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0B2B98FE-344A-4E74-B1C1-141342A710FD}"/>
              </a:ext>
            </a:extLst>
          </p:cNvPr>
          <p:cNvSpPr>
            <a:spLocks noGrp="1"/>
          </p:cNvSpPr>
          <p:nvPr/>
        </p:nvSpPr>
        <p:spPr>
          <a:xfrm>
            <a:off x="12022111" y="149587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744CCF83-C734-7CD5-E0EA-41E58F53BCA8}"/>
              </a:ext>
            </a:extLst>
          </p:cNvPr>
          <p:cNvSpPr>
            <a:spLocks noGrp="1"/>
          </p:cNvSpPr>
          <p:nvPr/>
        </p:nvSpPr>
        <p:spPr>
          <a:xfrm>
            <a:off x="14361196" y="162649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FE75FF22-8F36-09A6-3AE8-C9708610589B}"/>
              </a:ext>
            </a:extLst>
          </p:cNvPr>
          <p:cNvSpPr>
            <a:spLocks noGrp="1"/>
          </p:cNvSpPr>
          <p:nvPr/>
        </p:nvSpPr>
        <p:spPr>
          <a:xfrm>
            <a:off x="17303301" y="157728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68D0622A-1F0E-E69B-A4BA-98D910CC30BB}"/>
              </a:ext>
            </a:extLst>
          </p:cNvPr>
          <p:cNvSpPr>
            <a:spLocks noGrp="1"/>
          </p:cNvSpPr>
          <p:nvPr/>
        </p:nvSpPr>
        <p:spPr>
          <a:xfrm>
            <a:off x="7046954" y="162649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B06E2820-B6FB-DB7A-08BF-7E1D2A9E33AF}"/>
              </a:ext>
            </a:extLst>
          </p:cNvPr>
          <p:cNvSpPr>
            <a:spLocks noGrp="1"/>
          </p:cNvSpPr>
          <p:nvPr/>
        </p:nvSpPr>
        <p:spPr>
          <a:xfrm>
            <a:off x="2882420" y="157728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7B060A84-669C-811A-6CC6-D9881EE4941D}"/>
              </a:ext>
            </a:extLst>
          </p:cNvPr>
          <p:cNvSpPr>
            <a:spLocks noGrp="1"/>
          </p:cNvSpPr>
          <p:nvPr/>
        </p:nvSpPr>
        <p:spPr>
          <a:xfrm>
            <a:off x="12022110" y="170255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E84AF64E-58F6-D7AF-3A3C-0A0810D1A2C7}"/>
              </a:ext>
            </a:extLst>
          </p:cNvPr>
          <p:cNvSpPr>
            <a:spLocks noGrp="1"/>
          </p:cNvSpPr>
          <p:nvPr/>
        </p:nvSpPr>
        <p:spPr>
          <a:xfrm>
            <a:off x="10371104" y="177754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86777F1-1A58-1F94-629E-DB2226AFF52E}"/>
              </a:ext>
            </a:extLst>
          </p:cNvPr>
          <p:cNvSpPr>
            <a:spLocks noGrp="1"/>
          </p:cNvSpPr>
          <p:nvPr/>
        </p:nvSpPr>
        <p:spPr>
          <a:xfrm>
            <a:off x="10052560" y="194734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67A1D04D-A17A-F2A3-19BD-C1485161B6B8}"/>
              </a:ext>
            </a:extLst>
          </p:cNvPr>
          <p:cNvSpPr>
            <a:spLocks noGrp="1"/>
          </p:cNvSpPr>
          <p:nvPr/>
        </p:nvSpPr>
        <p:spPr>
          <a:xfrm>
            <a:off x="12022111" y="186600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FC1A22EB-23E6-B9CC-B231-77E4E9D5A58B}"/>
              </a:ext>
            </a:extLst>
          </p:cNvPr>
          <p:cNvSpPr>
            <a:spLocks noGrp="1"/>
          </p:cNvSpPr>
          <p:nvPr/>
        </p:nvSpPr>
        <p:spPr>
          <a:xfrm>
            <a:off x="14361196" y="199662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FF6E76F2-DB1C-53D4-1525-91D0A5A20889}"/>
              </a:ext>
            </a:extLst>
          </p:cNvPr>
          <p:cNvSpPr>
            <a:spLocks noGrp="1"/>
          </p:cNvSpPr>
          <p:nvPr/>
        </p:nvSpPr>
        <p:spPr>
          <a:xfrm>
            <a:off x="17303301" y="194742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DCEB2379-024D-A240-FBE4-3CD7C8A8323F}"/>
              </a:ext>
            </a:extLst>
          </p:cNvPr>
          <p:cNvSpPr>
            <a:spLocks noGrp="1"/>
          </p:cNvSpPr>
          <p:nvPr/>
        </p:nvSpPr>
        <p:spPr>
          <a:xfrm>
            <a:off x="7046954" y="199662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EED3CAE0-F679-B930-8244-B7F574A63432}"/>
              </a:ext>
            </a:extLst>
          </p:cNvPr>
          <p:cNvSpPr>
            <a:spLocks noGrp="1"/>
          </p:cNvSpPr>
          <p:nvPr/>
        </p:nvSpPr>
        <p:spPr>
          <a:xfrm>
            <a:off x="2882420" y="194742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03E3DDA7-AB5B-7DC5-3FE4-0190BA265B68}"/>
              </a:ext>
            </a:extLst>
          </p:cNvPr>
          <p:cNvSpPr>
            <a:spLocks noGrp="1"/>
          </p:cNvSpPr>
          <p:nvPr/>
        </p:nvSpPr>
        <p:spPr>
          <a:xfrm>
            <a:off x="12022110" y="207268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A61CF063-0CA3-F144-B0F8-CD86D43AF4AF}"/>
              </a:ext>
            </a:extLst>
          </p:cNvPr>
          <p:cNvSpPr>
            <a:spLocks noGrp="1"/>
          </p:cNvSpPr>
          <p:nvPr/>
        </p:nvSpPr>
        <p:spPr>
          <a:xfrm>
            <a:off x="10371104" y="214767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86B56CC9-EB86-FCFC-6D9C-062DD0BEA288}"/>
              </a:ext>
            </a:extLst>
          </p:cNvPr>
          <p:cNvSpPr>
            <a:spLocks noGrp="1"/>
          </p:cNvSpPr>
          <p:nvPr/>
        </p:nvSpPr>
        <p:spPr>
          <a:xfrm>
            <a:off x="10052560" y="231747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72F8AA82-E150-7D11-2A99-CCAC7530379F}"/>
              </a:ext>
            </a:extLst>
          </p:cNvPr>
          <p:cNvSpPr>
            <a:spLocks noGrp="1"/>
          </p:cNvSpPr>
          <p:nvPr/>
        </p:nvSpPr>
        <p:spPr>
          <a:xfrm>
            <a:off x="12022111" y="223613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561CACFC-3082-919D-946C-B42A4C3545D9}"/>
              </a:ext>
            </a:extLst>
          </p:cNvPr>
          <p:cNvSpPr>
            <a:spLocks noGrp="1"/>
          </p:cNvSpPr>
          <p:nvPr/>
        </p:nvSpPr>
        <p:spPr>
          <a:xfrm>
            <a:off x="14361196" y="236676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A27144BA-E0BA-D654-5FDA-42E56CD7EC59}"/>
              </a:ext>
            </a:extLst>
          </p:cNvPr>
          <p:cNvSpPr>
            <a:spLocks noGrp="1"/>
          </p:cNvSpPr>
          <p:nvPr/>
        </p:nvSpPr>
        <p:spPr>
          <a:xfrm>
            <a:off x="17303301" y="231755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37263876-D3BF-E953-30B9-D8B1701686E5}"/>
              </a:ext>
            </a:extLst>
          </p:cNvPr>
          <p:cNvSpPr>
            <a:spLocks noGrp="1"/>
          </p:cNvSpPr>
          <p:nvPr/>
        </p:nvSpPr>
        <p:spPr>
          <a:xfrm>
            <a:off x="7046954" y="236676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F9B34AE7-1733-5206-1C6C-1C824BFBABC0}"/>
              </a:ext>
            </a:extLst>
          </p:cNvPr>
          <p:cNvSpPr>
            <a:spLocks noGrp="1"/>
          </p:cNvSpPr>
          <p:nvPr/>
        </p:nvSpPr>
        <p:spPr>
          <a:xfrm>
            <a:off x="2882420" y="231755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é</a:t>
            </a:r>
          </a:p>
        </p:txBody>
      </p:sp>
    </p:spTree>
    <p:extLst>
      <p:ext uri="{BB962C8B-B14F-4D97-AF65-F5344CB8AC3E}">
        <p14:creationId xmlns:p14="http://schemas.microsoft.com/office/powerpoint/2010/main" val="216048402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3A56-4D2D-C0AC-B47E-A0B1BE92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ine">
            <a:extLst>
              <a:ext uri="{FF2B5EF4-FFF2-40B4-BE49-F238E27FC236}">
                <a16:creationId xmlns:a16="http://schemas.microsoft.com/office/drawing/2014/main" id="{F5AB3188-A3A0-6D6C-C504-400A9AF46F65}"/>
              </a:ext>
            </a:extLst>
          </p:cNvPr>
          <p:cNvSpPr>
            <a:spLocks noGrp="1"/>
          </p:cNvSpPr>
          <p:nvPr/>
        </p:nvSpPr>
        <p:spPr>
          <a:xfrm>
            <a:off x="7029371" y="-580838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Rectangle">
            <a:extLst>
              <a:ext uri="{FF2B5EF4-FFF2-40B4-BE49-F238E27FC236}">
                <a16:creationId xmlns:a16="http://schemas.microsoft.com/office/drawing/2014/main" id="{5E279F12-D57C-C70E-006B-569DA263F65A}"/>
              </a:ext>
            </a:extLst>
          </p:cNvPr>
          <p:cNvSpPr>
            <a:spLocks noGrp="1"/>
          </p:cNvSpPr>
          <p:nvPr/>
        </p:nvSpPr>
        <p:spPr>
          <a:xfrm>
            <a:off x="10034975" y="-630122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5" name="Line">
            <a:extLst>
              <a:ext uri="{FF2B5EF4-FFF2-40B4-BE49-F238E27FC236}">
                <a16:creationId xmlns:a16="http://schemas.microsoft.com/office/drawing/2014/main" id="{91FD447C-D5A4-8D8E-D1A8-9F10FF107BD6}"/>
              </a:ext>
            </a:extLst>
          </p:cNvPr>
          <p:cNvSpPr>
            <a:spLocks noGrp="1"/>
          </p:cNvSpPr>
          <p:nvPr/>
        </p:nvSpPr>
        <p:spPr>
          <a:xfrm>
            <a:off x="7029371" y="-9311497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Rectangle">
            <a:extLst>
              <a:ext uri="{FF2B5EF4-FFF2-40B4-BE49-F238E27FC236}">
                <a16:creationId xmlns:a16="http://schemas.microsoft.com/office/drawing/2014/main" id="{B0AA3785-7BB3-D4EA-EC10-BF9AE78BA950}"/>
              </a:ext>
            </a:extLst>
          </p:cNvPr>
          <p:cNvSpPr>
            <a:spLocks noGrp="1"/>
          </p:cNvSpPr>
          <p:nvPr/>
        </p:nvSpPr>
        <p:spPr>
          <a:xfrm>
            <a:off x="10034975" y="-980433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8" name="what">
            <a:extLst>
              <a:ext uri="{FF2B5EF4-FFF2-40B4-BE49-F238E27FC236}">
                <a16:creationId xmlns:a16="http://schemas.microsoft.com/office/drawing/2014/main" id="{173EE9B7-EAB8-F40B-AC33-C38323925471}"/>
              </a:ext>
            </a:extLst>
          </p:cNvPr>
          <p:cNvSpPr>
            <a:spLocks noGrp="1"/>
          </p:cNvSpPr>
          <p:nvPr/>
        </p:nvSpPr>
        <p:spPr>
          <a:xfrm>
            <a:off x="2864838" y="-9803556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659" name="is">
            <a:extLst>
              <a:ext uri="{FF2B5EF4-FFF2-40B4-BE49-F238E27FC236}">
                <a16:creationId xmlns:a16="http://schemas.microsoft.com/office/drawing/2014/main" id="{D780F82E-A76D-5C94-611D-1624BDAFAC27}"/>
              </a:ext>
            </a:extLst>
          </p:cNvPr>
          <p:cNvSpPr>
            <a:spLocks noGrp="1"/>
          </p:cNvSpPr>
          <p:nvPr/>
        </p:nvSpPr>
        <p:spPr>
          <a:xfrm>
            <a:off x="2864838" y="-6300440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660" name="Line">
            <a:extLst>
              <a:ext uri="{FF2B5EF4-FFF2-40B4-BE49-F238E27FC236}">
                <a16:creationId xmlns:a16="http://schemas.microsoft.com/office/drawing/2014/main" id="{A1DCDA69-91D4-D414-F4C9-67951B10EE2F}"/>
              </a:ext>
            </a:extLst>
          </p:cNvPr>
          <p:cNvSpPr>
            <a:spLocks noGrp="1"/>
          </p:cNvSpPr>
          <p:nvPr/>
        </p:nvSpPr>
        <p:spPr>
          <a:xfrm>
            <a:off x="12004528" y="-8614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Rounded Rectangle">
            <a:extLst>
              <a:ext uri="{FF2B5EF4-FFF2-40B4-BE49-F238E27FC236}">
                <a16:creationId xmlns:a16="http://schemas.microsoft.com/office/drawing/2014/main" id="{F7C6DC05-7428-30D8-9696-BAB8FEFCB83F}"/>
              </a:ext>
            </a:extLst>
          </p:cNvPr>
          <p:cNvSpPr>
            <a:spLocks noGrp="1"/>
          </p:cNvSpPr>
          <p:nvPr/>
        </p:nvSpPr>
        <p:spPr>
          <a:xfrm>
            <a:off x="10353521" y="-7864506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3" name="Line">
            <a:extLst>
              <a:ext uri="{FF2B5EF4-FFF2-40B4-BE49-F238E27FC236}">
                <a16:creationId xmlns:a16="http://schemas.microsoft.com/office/drawing/2014/main" id="{807AD241-02CC-2833-EF03-DB05180694AE}"/>
              </a:ext>
            </a:extLst>
          </p:cNvPr>
          <p:cNvSpPr>
            <a:spLocks noGrp="1"/>
          </p:cNvSpPr>
          <p:nvPr/>
        </p:nvSpPr>
        <p:spPr>
          <a:xfrm>
            <a:off x="12004528" y="-711461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6792F43F-602B-8641-76B4-C389E32CA85D}"/>
              </a:ext>
            </a:extLst>
          </p:cNvPr>
          <p:cNvSpPr>
            <a:spLocks noGrp="1"/>
          </p:cNvSpPr>
          <p:nvPr/>
        </p:nvSpPr>
        <p:spPr>
          <a:xfrm>
            <a:off x="12004528" y="-504778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Rounded Rectangle">
            <a:extLst>
              <a:ext uri="{FF2B5EF4-FFF2-40B4-BE49-F238E27FC236}">
                <a16:creationId xmlns:a16="http://schemas.microsoft.com/office/drawing/2014/main" id="{9592B031-745F-F3AA-6048-B32B8F28F0EB}"/>
              </a:ext>
            </a:extLst>
          </p:cNvPr>
          <p:cNvSpPr>
            <a:spLocks noGrp="1"/>
          </p:cNvSpPr>
          <p:nvPr/>
        </p:nvSpPr>
        <p:spPr>
          <a:xfrm>
            <a:off x="10353521" y="-42978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7" name="Line">
            <a:extLst>
              <a:ext uri="{FF2B5EF4-FFF2-40B4-BE49-F238E27FC236}">
                <a16:creationId xmlns:a16="http://schemas.microsoft.com/office/drawing/2014/main" id="{6BFD2E4D-BE07-9965-2E5B-D1207DDD8A77}"/>
              </a:ext>
            </a:extLst>
          </p:cNvPr>
          <p:cNvSpPr>
            <a:spLocks noGrp="1"/>
          </p:cNvSpPr>
          <p:nvPr/>
        </p:nvSpPr>
        <p:spPr>
          <a:xfrm>
            <a:off x="7029371" y="-217826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Rectangle">
            <a:extLst>
              <a:ext uri="{FF2B5EF4-FFF2-40B4-BE49-F238E27FC236}">
                <a16:creationId xmlns:a16="http://schemas.microsoft.com/office/drawing/2014/main" id="{15C08AE3-02E4-2B1B-8C82-E2CD77D54F68}"/>
              </a:ext>
            </a:extLst>
          </p:cNvPr>
          <p:cNvSpPr>
            <a:spLocks noGrp="1"/>
          </p:cNvSpPr>
          <p:nvPr/>
        </p:nvSpPr>
        <p:spPr>
          <a:xfrm>
            <a:off x="10034977" y="-2671105"/>
            <a:ext cx="3939104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69" name="the">
            <a:extLst>
              <a:ext uri="{FF2B5EF4-FFF2-40B4-BE49-F238E27FC236}">
                <a16:creationId xmlns:a16="http://schemas.microsoft.com/office/drawing/2014/main" id="{01E8098C-F56A-92BC-68C8-B59C149381C0}"/>
              </a:ext>
            </a:extLst>
          </p:cNvPr>
          <p:cNvSpPr>
            <a:spLocks noGrp="1"/>
          </p:cNvSpPr>
          <p:nvPr/>
        </p:nvSpPr>
        <p:spPr>
          <a:xfrm>
            <a:off x="2864838" y="-2670324"/>
            <a:ext cx="3858501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670" name="Line">
            <a:extLst>
              <a:ext uri="{FF2B5EF4-FFF2-40B4-BE49-F238E27FC236}">
                <a16:creationId xmlns:a16="http://schemas.microsoft.com/office/drawing/2014/main" id="{565A12F6-AB9B-8051-F48B-E34F89F30F74}"/>
              </a:ext>
            </a:extLst>
          </p:cNvPr>
          <p:cNvSpPr>
            <a:spLocks noGrp="1"/>
          </p:cNvSpPr>
          <p:nvPr/>
        </p:nvSpPr>
        <p:spPr>
          <a:xfrm>
            <a:off x="12004529" y="-348449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Line">
            <a:extLst>
              <a:ext uri="{FF2B5EF4-FFF2-40B4-BE49-F238E27FC236}">
                <a16:creationId xmlns:a16="http://schemas.microsoft.com/office/drawing/2014/main" id="{567A5FCB-C855-4C62-E5B2-DD97DA36C7E1}"/>
              </a:ext>
            </a:extLst>
          </p:cNvPr>
          <p:cNvSpPr>
            <a:spLocks noGrp="1"/>
          </p:cNvSpPr>
          <p:nvPr/>
        </p:nvSpPr>
        <p:spPr>
          <a:xfrm>
            <a:off x="12004528" y="-141766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Rounded Rectangle">
            <a:extLst>
              <a:ext uri="{FF2B5EF4-FFF2-40B4-BE49-F238E27FC236}">
                <a16:creationId xmlns:a16="http://schemas.microsoft.com/office/drawing/2014/main" id="{38CED613-A38D-CCE0-AE3A-C35F164ED17B}"/>
              </a:ext>
            </a:extLst>
          </p:cNvPr>
          <p:cNvSpPr>
            <a:spLocks noGrp="1"/>
          </p:cNvSpPr>
          <p:nvPr/>
        </p:nvSpPr>
        <p:spPr>
          <a:xfrm>
            <a:off x="10353521" y="-667775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5" name="Line">
            <a:extLst>
              <a:ext uri="{FF2B5EF4-FFF2-40B4-BE49-F238E27FC236}">
                <a16:creationId xmlns:a16="http://schemas.microsoft.com/office/drawing/2014/main" id="{90044939-46FC-8307-EB5D-057C74BE4C1D}"/>
              </a:ext>
            </a:extLst>
          </p:cNvPr>
          <p:cNvSpPr>
            <a:spLocks noGrp="1"/>
          </p:cNvSpPr>
          <p:nvPr/>
        </p:nvSpPr>
        <p:spPr>
          <a:xfrm>
            <a:off x="7029371" y="14518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4ABE4ECF-7D95-8131-F485-753A0537BF01}"/>
              </a:ext>
            </a:extLst>
          </p:cNvPr>
          <p:cNvSpPr>
            <a:spLocks noGrp="1"/>
          </p:cNvSpPr>
          <p:nvPr/>
        </p:nvSpPr>
        <p:spPr>
          <a:xfrm>
            <a:off x="10034977" y="95900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C7ED516D-51AA-AE11-E99B-0F2278AD3D9D}"/>
              </a:ext>
            </a:extLst>
          </p:cNvPr>
          <p:cNvSpPr>
            <a:spLocks noGrp="1"/>
          </p:cNvSpPr>
          <p:nvPr/>
        </p:nvSpPr>
        <p:spPr>
          <a:xfrm>
            <a:off x="2864838" y="95979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DA7D0A6F-EBD1-2B48-82C1-0E5AAB26AF0E}"/>
              </a:ext>
            </a:extLst>
          </p:cNvPr>
          <p:cNvSpPr>
            <a:spLocks noGrp="1"/>
          </p:cNvSpPr>
          <p:nvPr/>
        </p:nvSpPr>
        <p:spPr>
          <a:xfrm>
            <a:off x="12004529" y="14561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C917D6A8-CCC8-9943-D634-8897AF09D22B}"/>
              </a:ext>
            </a:extLst>
          </p:cNvPr>
          <p:cNvSpPr>
            <a:spLocks noGrp="1"/>
          </p:cNvSpPr>
          <p:nvPr/>
        </p:nvSpPr>
        <p:spPr>
          <a:xfrm>
            <a:off x="12004528" y="2283672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CFC966E7-425F-8599-0BB9-BE1E5D0B370D}"/>
              </a:ext>
            </a:extLst>
          </p:cNvPr>
          <p:cNvSpPr>
            <a:spLocks noGrp="1"/>
          </p:cNvSpPr>
          <p:nvPr/>
        </p:nvSpPr>
        <p:spPr>
          <a:xfrm>
            <a:off x="10353521" y="3033566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C33A9B4A-BEDB-75F7-3F9B-F1D2834BC32B}"/>
              </a:ext>
            </a:extLst>
          </p:cNvPr>
          <p:cNvSpPr>
            <a:spLocks noGrp="1"/>
          </p:cNvSpPr>
          <p:nvPr/>
        </p:nvSpPr>
        <p:spPr>
          <a:xfrm>
            <a:off x="7029371" y="5153192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9EC808C9-1FE6-38FE-F7AC-6A998D91CAC0}"/>
              </a:ext>
            </a:extLst>
          </p:cNvPr>
          <p:cNvSpPr>
            <a:spLocks noGrp="1"/>
          </p:cNvSpPr>
          <p:nvPr/>
        </p:nvSpPr>
        <p:spPr>
          <a:xfrm>
            <a:off x="10034977" y="466035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46E233D8-3C7C-8ED4-8297-E9EF961B614F}"/>
              </a:ext>
            </a:extLst>
          </p:cNvPr>
          <p:cNvSpPr>
            <a:spLocks noGrp="1"/>
          </p:cNvSpPr>
          <p:nvPr/>
        </p:nvSpPr>
        <p:spPr>
          <a:xfrm>
            <a:off x="2864838" y="466113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437929CE-AA2D-3040-BB4A-9F67C01C2176}"/>
              </a:ext>
            </a:extLst>
          </p:cNvPr>
          <p:cNvSpPr>
            <a:spLocks noGrp="1"/>
          </p:cNvSpPr>
          <p:nvPr/>
        </p:nvSpPr>
        <p:spPr>
          <a:xfrm>
            <a:off x="12004529" y="384695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F7E687ED-A549-5F03-95FD-769F67AFEB44}"/>
              </a:ext>
            </a:extLst>
          </p:cNvPr>
          <p:cNvSpPr>
            <a:spLocks noGrp="1"/>
          </p:cNvSpPr>
          <p:nvPr/>
        </p:nvSpPr>
        <p:spPr>
          <a:xfrm>
            <a:off x="12004528" y="5985013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E845C74C-B7C5-0450-6FB5-E8F7C6BC3F06}"/>
              </a:ext>
            </a:extLst>
          </p:cNvPr>
          <p:cNvSpPr>
            <a:spLocks noGrp="1"/>
          </p:cNvSpPr>
          <p:nvPr/>
        </p:nvSpPr>
        <p:spPr>
          <a:xfrm>
            <a:off x="10353521" y="6734907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7C46DA45-E259-3235-989E-AFEA38341C2E}"/>
              </a:ext>
            </a:extLst>
          </p:cNvPr>
          <p:cNvSpPr>
            <a:spLocks noGrp="1"/>
          </p:cNvSpPr>
          <p:nvPr/>
        </p:nvSpPr>
        <p:spPr>
          <a:xfrm>
            <a:off x="7029371" y="88545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3662CE34-97C4-FC79-0751-58D7E0946DD4}"/>
              </a:ext>
            </a:extLst>
          </p:cNvPr>
          <p:cNvSpPr>
            <a:spLocks noGrp="1"/>
          </p:cNvSpPr>
          <p:nvPr/>
        </p:nvSpPr>
        <p:spPr>
          <a:xfrm>
            <a:off x="10034977" y="8361692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4EFAF7B1-F869-3FF2-731B-FCA2279E4A9D}"/>
              </a:ext>
            </a:extLst>
          </p:cNvPr>
          <p:cNvSpPr>
            <a:spLocks noGrp="1"/>
          </p:cNvSpPr>
          <p:nvPr/>
        </p:nvSpPr>
        <p:spPr>
          <a:xfrm>
            <a:off x="2864838" y="8362473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A074DF01-03CA-9DF4-27CD-421BB5F5F316}"/>
              </a:ext>
            </a:extLst>
          </p:cNvPr>
          <p:cNvSpPr>
            <a:spLocks noGrp="1"/>
          </p:cNvSpPr>
          <p:nvPr/>
        </p:nvSpPr>
        <p:spPr>
          <a:xfrm>
            <a:off x="12004529" y="754829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C408DECE-222F-C384-DA81-3467A906542E}"/>
              </a:ext>
            </a:extLst>
          </p:cNvPr>
          <p:cNvSpPr>
            <a:spLocks noGrp="1"/>
          </p:cNvSpPr>
          <p:nvPr/>
        </p:nvSpPr>
        <p:spPr>
          <a:xfrm>
            <a:off x="12004526" y="968635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39D14A6F-2C85-CD53-840C-A445BED14698}"/>
              </a:ext>
            </a:extLst>
          </p:cNvPr>
          <p:cNvSpPr>
            <a:spLocks noGrp="1"/>
          </p:cNvSpPr>
          <p:nvPr/>
        </p:nvSpPr>
        <p:spPr>
          <a:xfrm>
            <a:off x="10353520" y="104362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09028412-7D0C-C1CB-886F-2FBE71788FDA}"/>
              </a:ext>
            </a:extLst>
          </p:cNvPr>
          <p:cNvSpPr>
            <a:spLocks noGrp="1"/>
          </p:cNvSpPr>
          <p:nvPr/>
        </p:nvSpPr>
        <p:spPr>
          <a:xfrm>
            <a:off x="10034976" y="1213425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2EF85E6D-D6A4-22CA-7856-10EAB5D27D3A}"/>
              </a:ext>
            </a:extLst>
          </p:cNvPr>
          <p:cNvSpPr>
            <a:spLocks noGrp="1"/>
          </p:cNvSpPr>
          <p:nvPr/>
        </p:nvSpPr>
        <p:spPr>
          <a:xfrm>
            <a:off x="12004527" y="1132086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E7C9B537-86FF-0937-042A-46387F11065D}"/>
              </a:ext>
            </a:extLst>
          </p:cNvPr>
          <p:cNvSpPr>
            <a:spLocks noGrp="1"/>
          </p:cNvSpPr>
          <p:nvPr/>
        </p:nvSpPr>
        <p:spPr>
          <a:xfrm>
            <a:off x="14343612" y="12627099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E7AC0B1D-A2EE-AAFB-6AC2-3E5C2D50A972}"/>
              </a:ext>
            </a:extLst>
          </p:cNvPr>
          <p:cNvSpPr>
            <a:spLocks noGrp="1"/>
          </p:cNvSpPr>
          <p:nvPr/>
        </p:nvSpPr>
        <p:spPr>
          <a:xfrm>
            <a:off x="17285717" y="12135041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F502C21D-8149-0667-385A-910C47166307}"/>
              </a:ext>
            </a:extLst>
          </p:cNvPr>
          <p:cNvSpPr>
            <a:spLocks noGrp="1"/>
          </p:cNvSpPr>
          <p:nvPr/>
        </p:nvSpPr>
        <p:spPr>
          <a:xfrm>
            <a:off x="7038040" y="126271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2401E628-A36D-3E49-6467-F21A4900C308}"/>
              </a:ext>
            </a:extLst>
          </p:cNvPr>
          <p:cNvSpPr>
            <a:spLocks noGrp="1"/>
          </p:cNvSpPr>
          <p:nvPr/>
        </p:nvSpPr>
        <p:spPr>
          <a:xfrm>
            <a:off x="2873507" y="12135041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41FD773E-1486-51D6-20C8-297D263C5EBE}"/>
              </a:ext>
            </a:extLst>
          </p:cNvPr>
          <p:cNvSpPr>
            <a:spLocks noGrp="1"/>
          </p:cNvSpPr>
          <p:nvPr/>
        </p:nvSpPr>
        <p:spPr>
          <a:xfrm>
            <a:off x="12022110" y="13324196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5B009ACF-7F2A-2C51-8351-F2EAA9BE8B40}"/>
              </a:ext>
            </a:extLst>
          </p:cNvPr>
          <p:cNvSpPr>
            <a:spLocks noGrp="1"/>
          </p:cNvSpPr>
          <p:nvPr/>
        </p:nvSpPr>
        <p:spPr>
          <a:xfrm>
            <a:off x="10371104" y="1407409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F65F7729-B8E1-3FE8-1CB2-7DA43EAD93C2}"/>
              </a:ext>
            </a:extLst>
          </p:cNvPr>
          <p:cNvSpPr>
            <a:spLocks noGrp="1"/>
          </p:cNvSpPr>
          <p:nvPr/>
        </p:nvSpPr>
        <p:spPr>
          <a:xfrm>
            <a:off x="10052560" y="157720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C6074BF6-5E6F-F798-59AE-FCB3FCA86B79}"/>
              </a:ext>
            </a:extLst>
          </p:cNvPr>
          <p:cNvSpPr>
            <a:spLocks noGrp="1"/>
          </p:cNvSpPr>
          <p:nvPr/>
        </p:nvSpPr>
        <p:spPr>
          <a:xfrm>
            <a:off x="12022111" y="149587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059BE5B8-2C4D-C13A-9002-1772C397AA83}"/>
              </a:ext>
            </a:extLst>
          </p:cNvPr>
          <p:cNvSpPr>
            <a:spLocks noGrp="1"/>
          </p:cNvSpPr>
          <p:nvPr/>
        </p:nvSpPr>
        <p:spPr>
          <a:xfrm>
            <a:off x="14361196" y="162649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DAA0C34F-20ED-08C9-768B-44547798F76D}"/>
              </a:ext>
            </a:extLst>
          </p:cNvPr>
          <p:cNvSpPr>
            <a:spLocks noGrp="1"/>
          </p:cNvSpPr>
          <p:nvPr/>
        </p:nvSpPr>
        <p:spPr>
          <a:xfrm>
            <a:off x="17303301" y="157728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9C5B567-7CF8-7F9B-3014-85E5D159CD58}"/>
              </a:ext>
            </a:extLst>
          </p:cNvPr>
          <p:cNvSpPr>
            <a:spLocks noGrp="1"/>
          </p:cNvSpPr>
          <p:nvPr/>
        </p:nvSpPr>
        <p:spPr>
          <a:xfrm>
            <a:off x="7046954" y="162649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B3702E91-1F5D-C6C9-51B2-DA540532FA87}"/>
              </a:ext>
            </a:extLst>
          </p:cNvPr>
          <p:cNvSpPr>
            <a:spLocks noGrp="1"/>
          </p:cNvSpPr>
          <p:nvPr/>
        </p:nvSpPr>
        <p:spPr>
          <a:xfrm>
            <a:off x="2882420" y="157728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72F35BD7-FB43-8C83-FCD7-8862503FA9A7}"/>
              </a:ext>
            </a:extLst>
          </p:cNvPr>
          <p:cNvSpPr>
            <a:spLocks noGrp="1"/>
          </p:cNvSpPr>
          <p:nvPr/>
        </p:nvSpPr>
        <p:spPr>
          <a:xfrm>
            <a:off x="12022110" y="170255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A0155492-AFF5-41C1-B25A-2B61AC57C122}"/>
              </a:ext>
            </a:extLst>
          </p:cNvPr>
          <p:cNvSpPr>
            <a:spLocks noGrp="1"/>
          </p:cNvSpPr>
          <p:nvPr/>
        </p:nvSpPr>
        <p:spPr>
          <a:xfrm>
            <a:off x="10371104" y="177754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E8F69BEA-C8DF-1DF2-38DF-5024B490548F}"/>
              </a:ext>
            </a:extLst>
          </p:cNvPr>
          <p:cNvSpPr>
            <a:spLocks noGrp="1"/>
          </p:cNvSpPr>
          <p:nvPr/>
        </p:nvSpPr>
        <p:spPr>
          <a:xfrm>
            <a:off x="10052560" y="194734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38C0B892-9F8C-246A-828F-DA3574FEB779}"/>
              </a:ext>
            </a:extLst>
          </p:cNvPr>
          <p:cNvSpPr>
            <a:spLocks noGrp="1"/>
          </p:cNvSpPr>
          <p:nvPr/>
        </p:nvSpPr>
        <p:spPr>
          <a:xfrm>
            <a:off x="12022111" y="186600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22AAAEF3-0645-67A8-D4F9-00C490F1AE1A}"/>
              </a:ext>
            </a:extLst>
          </p:cNvPr>
          <p:cNvSpPr>
            <a:spLocks noGrp="1"/>
          </p:cNvSpPr>
          <p:nvPr/>
        </p:nvSpPr>
        <p:spPr>
          <a:xfrm>
            <a:off x="14361196" y="199662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3BB9D3FE-EDBB-C9E7-9A9F-3028A159252B}"/>
              </a:ext>
            </a:extLst>
          </p:cNvPr>
          <p:cNvSpPr>
            <a:spLocks noGrp="1"/>
          </p:cNvSpPr>
          <p:nvPr/>
        </p:nvSpPr>
        <p:spPr>
          <a:xfrm>
            <a:off x="17303301" y="194742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1B64BFA2-8CB3-BD59-3B91-9094C0B92FD9}"/>
              </a:ext>
            </a:extLst>
          </p:cNvPr>
          <p:cNvSpPr>
            <a:spLocks noGrp="1"/>
          </p:cNvSpPr>
          <p:nvPr/>
        </p:nvSpPr>
        <p:spPr>
          <a:xfrm>
            <a:off x="7046954" y="199662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63ECB73C-5668-C1CB-2712-165F790E5312}"/>
              </a:ext>
            </a:extLst>
          </p:cNvPr>
          <p:cNvSpPr>
            <a:spLocks noGrp="1"/>
          </p:cNvSpPr>
          <p:nvPr/>
        </p:nvSpPr>
        <p:spPr>
          <a:xfrm>
            <a:off x="2882420" y="194742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19095770-9D97-D6C9-B8C3-36A3F7E48452}"/>
              </a:ext>
            </a:extLst>
          </p:cNvPr>
          <p:cNvSpPr>
            <a:spLocks noGrp="1"/>
          </p:cNvSpPr>
          <p:nvPr/>
        </p:nvSpPr>
        <p:spPr>
          <a:xfrm>
            <a:off x="12022110" y="207268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CC4A5EAA-ABA4-F3EC-0610-DE23CC5F015C}"/>
              </a:ext>
            </a:extLst>
          </p:cNvPr>
          <p:cNvSpPr>
            <a:spLocks noGrp="1"/>
          </p:cNvSpPr>
          <p:nvPr/>
        </p:nvSpPr>
        <p:spPr>
          <a:xfrm>
            <a:off x="10371104" y="214767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6CE86747-2CAB-CECD-6B01-2D2E118E3E73}"/>
              </a:ext>
            </a:extLst>
          </p:cNvPr>
          <p:cNvSpPr>
            <a:spLocks noGrp="1"/>
          </p:cNvSpPr>
          <p:nvPr/>
        </p:nvSpPr>
        <p:spPr>
          <a:xfrm>
            <a:off x="10052560" y="231747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E555D953-3356-A872-5403-DB4F3CDBBA73}"/>
              </a:ext>
            </a:extLst>
          </p:cNvPr>
          <p:cNvSpPr>
            <a:spLocks noGrp="1"/>
          </p:cNvSpPr>
          <p:nvPr/>
        </p:nvSpPr>
        <p:spPr>
          <a:xfrm>
            <a:off x="12022111" y="223613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9562DE7C-1F0C-45FE-4F2F-4404EDE9AF8D}"/>
              </a:ext>
            </a:extLst>
          </p:cNvPr>
          <p:cNvSpPr>
            <a:spLocks noGrp="1"/>
          </p:cNvSpPr>
          <p:nvPr/>
        </p:nvSpPr>
        <p:spPr>
          <a:xfrm>
            <a:off x="14361196" y="236676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9BCAB77E-E951-CE7F-CC2E-C22D77EA3A8C}"/>
              </a:ext>
            </a:extLst>
          </p:cNvPr>
          <p:cNvSpPr>
            <a:spLocks noGrp="1"/>
          </p:cNvSpPr>
          <p:nvPr/>
        </p:nvSpPr>
        <p:spPr>
          <a:xfrm>
            <a:off x="17303301" y="231755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853F31BC-E568-2D9C-8472-9A9986925212}"/>
              </a:ext>
            </a:extLst>
          </p:cNvPr>
          <p:cNvSpPr>
            <a:spLocks noGrp="1"/>
          </p:cNvSpPr>
          <p:nvPr/>
        </p:nvSpPr>
        <p:spPr>
          <a:xfrm>
            <a:off x="7046954" y="236676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5AC2A0A2-094E-C20C-8F0C-F41C46B14583}"/>
              </a:ext>
            </a:extLst>
          </p:cNvPr>
          <p:cNvSpPr>
            <a:spLocks noGrp="1"/>
          </p:cNvSpPr>
          <p:nvPr/>
        </p:nvSpPr>
        <p:spPr>
          <a:xfrm>
            <a:off x="2882420" y="231755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é</a:t>
            </a:r>
          </a:p>
        </p:txBody>
      </p:sp>
    </p:spTree>
    <p:extLst>
      <p:ext uri="{BB962C8B-B14F-4D97-AF65-F5344CB8AC3E}">
        <p14:creationId xmlns:p14="http://schemas.microsoft.com/office/powerpoint/2010/main" val="321405822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C0B2-BD4C-037C-6826-CA3095D7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91274F36-D91D-CEED-CC76-4A32BC56F429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D38618A7-F193-A843-0BE7-38D96A90D100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D9EE7F95-6F88-9855-DB0D-3BF6E05898C8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BB15D5D6-A88D-D169-8378-25790D763398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B5EA081C-6BA2-E272-49D5-862C2A1EBE86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9E6ACE70-73CC-5E0F-3446-4EE96DDF6C02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8609885A-03E5-79BC-D1BE-567A553862CD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A892EFE3-4C37-AC68-A1C9-FB43C2B88DAB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A519EA0F-0E5D-DA6A-381F-89D38B548E3D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FB0C5C65-C72C-E67B-F722-14C389C94755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B6F5BF4C-EF4B-02AD-250C-13D6C5904D0E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0CD6F14B-8F6F-4A3F-3686-212BC4BAA0F2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58E84536-E72A-B0CD-F1AE-D2B92A5E1773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E2B48147-CEB1-6EAF-FF37-418E03FB836A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DBF16C64-AE53-42F6-36F6-27318A8DDF2C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B521A94C-AD9A-6948-6B7A-CF9F63DBFB0B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CC419C8D-70F9-1FBB-FD45-B9AD683B03E7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5519ED5B-00B0-BA6C-80E2-82BF50ECD5B9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636B7082-839C-9BE2-FE24-D70EBE897CFB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040C6A73-99AE-D2D6-2D4F-D23804688962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5CABEF28-05FC-9F32-B57C-FC7D95C13383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DF73C045-A1BB-19EE-E541-4000B6EDDB6E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F31C5AF9-EDFB-DBB9-C95B-5B4574001150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E9BE63CC-97B5-882B-4F76-B5F9AFB34815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35126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A2A9-CF3B-D9D9-D5A9-2FF011F3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14883FDE-369B-AD5D-604F-3CF861BF68EC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346DA9B2-50B8-C36F-F26F-7D25C1598698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5F79BE01-63A5-BA9E-CFA9-68475EFA091D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5E8021E9-D7DE-833D-9B7A-107C22B5DAD5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ADB55C8F-EE43-52D6-7450-6A76495230F1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7A37BBA4-2F98-71C5-E7A8-B508339F3AE7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52CE4A26-A861-27C1-F600-0A6B551E3D61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316AC40E-F1CA-CC82-327E-EF80070F194F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4F13A991-1FC4-351A-0BD1-8FDBBCF75F62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AF1F47E0-CCA9-2662-6C18-C70CF578E929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9EE18024-B3A1-6E97-3F06-EB24DC6F08F7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98CF9CE4-EF40-954A-7D9D-79E6311CC9B7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A98C2624-09B0-B449-8546-44269AAB2664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89AA75FC-5486-AC64-ADC0-C32C7EB0D6CC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82243069-F724-72AF-AB78-BDAFD03388F0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88E352A5-3F67-B7EC-552D-A28C24C4B10C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D8E7AC95-08DE-46DB-4B69-2CB258657CF3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9216233D-26A5-2F6C-9F2D-FD46B63866E8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88727F9D-DA50-F49C-1478-7247F05137DE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09E227A1-4023-8F09-AA62-9AAC0B1D6035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62548F76-D23A-9E50-3049-A110BD42922A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4693C95A-4610-C92E-DE8F-0D06DACC541E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3C06B803-87D0-CDF6-BFF5-39F33A5F27B1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E0313921-8FB6-3603-2497-28A7D92F18DE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3E2E1F6F-EF1F-95CB-1560-7C8D64F9787C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3BFED1F1-A36F-E643-21F8-AE25F132B139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06553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77BD5-70C8-1B6F-A791-29ED53E5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89052F90-13A1-49C0-64D0-01C4405F6B28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E9ECE506-4D97-BC13-2790-A30212DC0859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16C87CD6-FD09-5CFA-29C6-246D95505A48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24D27B8F-4E97-EB80-F37C-3418952E2E04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9D28E16B-62DB-3B62-3028-D13BA1590DAD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4F0F9265-9E3C-39B4-BDCC-F0EB6580D786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A97B83B9-F9BA-E031-C92D-B2F131C70238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67E63666-2EC8-1A66-5130-5B36F928F2C2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B4EC61BE-7AC5-B3B2-F088-0EDD19FB7EDE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287C2FB9-6D13-0631-FE86-7511E6B4DA0A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F3567BE1-F89B-0989-B270-83418D32D909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7BF238ED-A510-81BF-A963-98B720B722E0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60B0ECD1-4F82-4FC3-37AD-B95428D5CD65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078D2206-1519-581A-D14A-A924236BF46A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57C58AEA-80C6-977E-F2FB-F0AF3E8F8522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1E413C54-4ECB-53A4-9538-A31FA1AC0452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14B929FF-825F-4093-59C7-B63032A0F41B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0A74871B-019F-FA9B-A46F-A75526818077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E88D28D1-586A-ED5B-2F62-DB824989A54F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1F4C7405-65A9-3FBC-F85A-45BCC88715C7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275A7B16-0D47-0389-B2AE-9082A9936384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6DBB3A29-FD7E-D471-9DD7-2EC6AB35E866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98717707-B18F-FC38-E3F7-96C5386679F6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61C28869-564E-770F-4B29-1C36D68A3FE5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75B37CC-E20E-C9F1-BCC1-C01B57C1B849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78F17DEB-650B-7BFE-C95D-E4D96745168D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9C13C191-BC95-412B-5660-51B874022B42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5686323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160F-D082-6756-C2A4-44502405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17667501-38DF-C73C-2493-16728992B967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CFF310AF-148F-2EC4-5E23-CB3966CDF27A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E1FC8550-A109-8E9A-089C-871A96E12103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B29F2F5D-7EBA-D28C-FE50-FAE8CAF2AE49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8E297450-9A33-FE49-A8C0-1FF07D028DAE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7F8881CB-F8A9-B01D-B718-DBA1A75F5868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BBC913C8-0A39-E377-D8C7-5D89089FF442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DFCE7BA4-E9D8-12D9-6DD0-54EB9E72006B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3EAAA19D-3DBB-41DB-6DF6-F677EAC359C4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2EA2041D-803A-7593-F03C-C122E80FBB39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07B8F316-708E-54F0-4F7B-81185B1437B6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2C0D82DB-EBDD-5016-F3E0-19408C4AD563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DFB800AE-582B-612B-6007-C06D7D0E6708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5F7E1D78-4DF1-554F-7130-0A0C24416399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8212288E-C8C2-83B0-7E70-EF8B6C8F58BE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7E7485C1-BCF1-AB86-19F2-73B7689425F7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0759C5BC-6562-54D2-D0C1-C6AADF98A678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9F6F2959-E4F6-6E0B-BD40-BB1A1EB718A0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FFAE53FB-9FA9-FEB3-C0FA-E39DFAF48D1B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0209EEE5-9344-C15C-5C21-DE66D56C0DDE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95191D85-81B1-0321-F34B-3E959C5401C3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DB95493D-685F-41A7-D7E0-F560FB4367F7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8424649A-F1A6-F376-9F2C-4C96BDD55D9F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D3C4AAF8-618A-B3A1-EB32-583B9142F3D1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57E00D7-56BB-AA50-6DB4-1C23CCE6DBD7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5E7F4D15-1934-9CEE-5D7E-4FB9612445E9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28DC3791-573C-0511-D3C9-6F2E88DCABD5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50B7D527-2F55-74BD-4AFD-84DAC4E930BE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53D8139C-6CF7-42FD-0CBA-EB8102B52998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17B94067-CB0D-A752-3FC1-CBEE28E9B492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8785956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F5F9-164A-C350-5E8C-5B25A38BC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679841F8-2478-CEB8-82B1-49BE8B5007F7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CCF9A2C0-EAAC-9826-0600-3E651F80FA23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FBA30187-898F-3DE6-9A36-43C1BF55B4FB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160D069A-202C-100F-CFC5-C316B9330486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2A268595-D824-B7B1-F001-E286CCBA087C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9D51C38E-8E86-F7A3-DA5A-B778FFC519CF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19B75E99-0D95-93E0-DAEF-E4706A20FF81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DA8A52C6-77B4-8241-F005-165643F991F8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9A724328-98F4-D5D3-D893-8A1BAF15630F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9871BBE4-7673-B398-1095-92AD6E1AFC02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2658C86E-CEEB-9D38-8DA7-B38A2E4A6F1A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812416FC-BAA8-34F2-E378-F5335F2FCFBA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C8757A6E-C3BB-0970-0842-A34A5D9096F7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F83836FD-4F81-9E7E-5C20-689EBA28EFFE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ACCFB834-E020-264C-4D77-DF4CC4F7875F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C4081517-03E7-CA5D-FD8A-25A2EE001531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A5A1B487-DE80-8AD1-F989-3DFE17D743D9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1383A008-3157-D07A-C850-B27A995701ED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D89FF6BF-CF2C-4214-B26A-53FD8DD7E62D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905DC37C-83C6-98A3-D107-F6E790EC3481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D5202F9E-5F0A-6BD6-D194-D965869DE173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6E7A7876-3E0A-E98D-12B9-C16A62C3B1F3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966A0CD5-C7B8-3EAD-CF4B-52422BA6B3B4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8C4D5F0A-44D3-1FCB-C151-26AF8CA5E31B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D9A2375E-A081-A985-6461-977BC3C8685A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228639BA-CD20-C305-F39D-968D989D1A1D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1E39CBB3-4EA7-1396-C362-DE2CD37F5E11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FED9638F-CBA8-7C4C-1461-F137F80F4B0C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636DB285-28C3-5F14-2D55-511BCBD16188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F8FCD252-1B66-1CBE-9D08-1DFC6BA56EF8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8C449D43-773A-8D7B-22A7-A7857BEECC90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26D55193-3233-F7D5-08F5-52A76C36E1A6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7465455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652C3-600B-DD51-C3C3-835D1C7A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93ED7958-FEEE-04BD-4C27-D71929CB6226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26587C9B-DD4C-A2B2-9883-AF8D033C1C57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66A97617-B4B1-A222-B22E-85C203ADF8DC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7BD9DEDE-7032-0872-94A1-B9A99C277FBD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F3217FEF-D15E-2405-832D-257337DB87F7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4434C511-3EF3-606D-1DBB-599AC3921BF4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0826B301-DB41-9B05-25EF-549C81742584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22180AA1-95AD-E2E6-80AC-B980EF93CA0D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C0A2CF0C-3114-7F95-048B-D60A3EA333F4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02202D81-4B07-328F-4745-E5A708E2640F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5C0FC987-BE91-B9C8-B847-34E71490F356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EFBCD478-1F7E-F6F8-FC5D-F4C0F067893A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797508CD-CAD5-DC2B-74CD-E700AB9E8A79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FBB657CF-8FE5-5C15-1B78-4645330CFF53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E07E38CF-523D-867D-A483-CCEADA69253B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148455A5-6668-563D-AB9E-24C34C496259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96CD45E1-122D-96DC-387C-6700DA536308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959A014D-DD19-024C-7CEA-935D9BAC2430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0032C2CD-EFE9-9A48-983A-73C6959C5D85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83BD5162-0CCC-F450-7469-F18D3FC5D68B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F3A725F3-F2CE-51ED-D6B8-B570346A2785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77F86E87-BD35-AC5E-1235-3B9B33D8A6EE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54550725-ABA0-891A-9425-195C0820AC13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90AF0CEC-3E5F-994C-AD68-F3C9B9E29299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B27DDA16-A366-EDC7-AA46-EE969DE34C07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1E644E45-9FFD-7073-1050-B06B712173CA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46B45107-E11D-C2F6-90C4-FAA6F320D14D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F30FA7CE-EAB3-4518-280B-44A72984304C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470607EB-4E67-8206-4F6E-2158457A6D3C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D722A2EA-8DFD-16BA-7160-282252735FD0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F8EA42AF-E400-E44E-118E-BE145AE9B299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AB6C1EF8-88A3-1852-B242-961BA653663F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C15758E1-A91C-7CA1-A503-40DA382D18AB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4F3431DF-5724-34C3-9554-5AE60F0D3D86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168683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7072-52C2-6A43-3635-55D054FA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1F1BFAB8-483B-FF21-A9BE-88167C854BB5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BA9C39EF-5810-30AD-DCE6-7715711FB009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D44382F1-5FE4-E719-345B-97468144932C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448EACCC-04AC-61A2-5231-B4BD9063B7A0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91AB03BE-4DA4-3EFF-EC84-8A38D6AEEBFD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61766AC7-1082-8F3C-32A3-D0FB83DAF5A7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405B9820-0A9D-1F4A-D063-6095BA3F5D09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C815E2A7-7C7F-F910-5C29-F66CF674C07E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B94B0CA0-DA2C-A5ED-D87C-2A33EFEC9D38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AEB5A123-1D51-B673-86B9-351928FCDE7F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92A8BC90-BBE7-93F1-E25B-95C46B397731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2A18B948-888E-1495-9F63-B670658F2205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2121C134-47B7-70C9-264C-6467D34FC198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4E4E9E1C-2C89-764C-CB2B-37CAB56E10A3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64DA8629-8D91-0C7E-72F2-35F31782261B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C9510FC5-F917-C936-1AD2-F08C899EC0E8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B79C0240-B5AF-2502-872C-6A0B1E270796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B46DA05A-A163-48B2-5DB7-FEFC34CE47B3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1E99B847-89B7-9CF7-AA5B-317A22A4D629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CEB13264-ED2F-03DD-EC69-A862BEB2ADB5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AA44B076-524A-015D-FAEA-680EA37D19FE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81926B7A-17F6-5E4E-A5C7-C061414A2736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3F4F2142-D21C-8458-3AEF-D21D8827AF2C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14844309-5E3C-A3C7-DCBD-E49A7FAF1ADE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58EDE0EC-5CF1-E7DA-9490-8154708D05D3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9AEE2BB5-DE1F-9B4A-7679-654D07C43175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28B7C2EB-07D8-71D2-7D5C-308728CAFDD7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8F5160D9-4203-B462-DE29-F359F1DC9710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37826C9F-8C9C-1FCE-4021-B6A743EDC982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A3C5A16E-99D4-08D2-667C-0F0E13AF603F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F9DD1AFE-47E1-0AE5-CFA4-062DF54BEE15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56BB9818-7B50-5983-F720-BC47B12B2C24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3A4789EE-D8DB-7F9B-1A23-15C319E9F599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0776DE33-2944-55CC-9C68-F42ED48C4E62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789F7CCE-ADB7-6BA5-C217-A741C77AFCDD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</p:spTree>
    <p:extLst>
      <p:ext uri="{BB962C8B-B14F-4D97-AF65-F5344CB8AC3E}">
        <p14:creationId xmlns:p14="http://schemas.microsoft.com/office/powerpoint/2010/main" val="143578007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97C5-DFD5-7A82-86DD-C58FA9D7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CD9F7DE5-4827-DE78-0BA9-3D0236804575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BE0D63E4-4317-5433-873A-072C89974649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593717F0-65D3-B573-631F-B76284824D5C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D0446A40-8F21-6789-F837-D464AC853882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BE572F2E-9980-113D-BFCC-594FF7E41256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5AA547DA-78BA-6FBD-B15B-EE13CD52BD00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F37526C3-2F59-1AA2-693A-94AA36566841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8256E13A-7447-8570-090E-2A9C2D01DC4C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4E787055-61CC-AC29-2BD4-41DC121743CD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32FC75F0-A022-F1FA-8191-57F092C8432B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25AB6604-7E03-80C4-C2C2-CEABC701D688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0F1D4581-520B-FE8F-ABF3-E79615BCA214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81339EF7-F2B6-9339-B48A-749082E3E447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2887C9B9-333F-4E3B-80AD-6B24CF5D4F43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8053732C-3AC7-0723-BDE4-D4F77A8298FA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04B335C3-7290-4A8F-79E3-50B41DC70703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56731446-33E3-35A9-526A-F6F66CDBEDCA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3067F671-2238-8D08-927D-B5312C917D0E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67BE4E79-1A62-C666-6BD9-1888D336AD01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2A240461-BEFB-B799-5198-4735CEE36298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346A4186-8E84-6368-9FC0-CB78FF4597E0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F81293BA-3FF4-668C-F080-8363F2D4858E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B37D26FD-25F4-6F73-00D1-2F4E93B67083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C09F318A-1613-F46A-617D-93AF91D11F40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E73EED5D-683C-ECF9-7167-0678152A7787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748ECF34-A228-C15A-BA05-E0FB5A890240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1BAE8395-E30E-F86C-1BA2-F4C906E0ABC1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A5DD290-DF58-E997-7682-45CA28436B13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5FA1E453-AB98-C88A-474B-450F5A05D2CE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6DF4C356-416E-D214-7E4A-1A6190978C0D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27E74DFF-D5E4-256C-CBAC-D27AB495FD7B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64CDAE48-4F02-F9EA-BDF3-D04D3E05759B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942940FA-3AA1-0BE3-5CC8-C875BCFE41E8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8AD1AA26-C135-1BB8-28F8-E4FFEEE212CF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A75D710A-39C5-35F8-B062-EDE3D1F555AA}"/>
              </a:ext>
            </a:extLst>
          </p:cNvPr>
          <p:cNvSpPr>
            <a:spLocks noGrp="1"/>
          </p:cNvSpPr>
          <p:nvPr/>
        </p:nvSpPr>
        <p:spPr>
          <a:xfrm>
            <a:off x="10052560" y="839513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F030FD93-DE20-1A8C-3701-99E8760B3DB5}"/>
              </a:ext>
            </a:extLst>
          </p:cNvPr>
          <p:cNvSpPr>
            <a:spLocks noGrp="1"/>
          </p:cNvSpPr>
          <p:nvPr/>
        </p:nvSpPr>
        <p:spPr>
          <a:xfrm>
            <a:off x="12022111" y="758174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39EA6981-DE96-6C8F-7DD6-3D3D107B2221}"/>
              </a:ext>
            </a:extLst>
          </p:cNvPr>
          <p:cNvSpPr>
            <a:spLocks noGrp="1"/>
          </p:cNvSpPr>
          <p:nvPr/>
        </p:nvSpPr>
        <p:spPr>
          <a:xfrm>
            <a:off x="7046954" y="888797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860B93C4-E90D-5AD6-E196-E1CC1B7BD0DA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</p:spTree>
    <p:extLst>
      <p:ext uri="{BB962C8B-B14F-4D97-AF65-F5344CB8AC3E}">
        <p14:creationId xmlns:p14="http://schemas.microsoft.com/office/powerpoint/2010/main" val="359879870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10A1-4552-D852-D6CE-F4B195B8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D278807C-B420-8F04-5ECF-9BACB08D4AB9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95E7D91D-1D98-6AB3-B925-05DCD5E0B0A6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60477B89-E80E-D07B-7325-24B3673395A8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352EDABA-BDD4-A301-CF76-EECBCA12CE6E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925C552F-324A-0B94-AD3B-FF6180BE1B75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E4698DC3-F9CE-70D8-C9ED-D03E416C3B9C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2A3BA611-8200-2290-B5E1-6A3875D6A1B3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4E7CC4C6-C98B-7E5F-7DF2-3CD4445EF91F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3FD3CF10-67FA-139F-E3F1-0960651415DD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4F976B82-0093-A467-7E3B-287521B72103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B7A1F5A6-0C79-F290-3625-558D8BBA4ABD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C6EA3799-D2D3-4267-FC6C-4957F953AC52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3D8B8891-0323-3F35-B6AC-4FF2DF9BA46E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FAA8E663-A542-CBE4-9A22-039D440AD53E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FEF9D13E-91B0-02F7-2282-DF11AC0DD6ED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284BE853-0D5E-9298-1933-5518E3966999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5BBDF074-FC14-CFB6-8F08-DA0F02C94EFB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4F7F8B10-A58C-AB94-7A78-DFC8F1246B38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8CFCABD3-89C0-C360-3EC1-8FE614430C44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F0084F41-A5FE-AFA2-B884-C4C3E38A8B59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84B81048-CEA9-C25C-B916-21DF08D1A197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49DFB33A-1B43-080B-B18E-6AAC5F72E04B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11687C30-28F2-43A1-C5E7-CC52362DD93D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97352DBD-802E-3DE2-0DDF-5E36D231E7FA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8C83E63-DD29-E1E1-EFCC-BD2FF0DCF2B3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2574FB2E-BEAE-52E5-687D-CACF0CFA19A5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18D4724D-5D43-F476-370C-4AEF7DC549BC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25A80276-90B7-94AA-2AC6-A0CB802AE321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F8A94809-61C7-E26A-FB89-1EE04BCCF024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294A7F28-5C08-0C7C-13AF-245ED2C2B1A0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302DBF66-DA8B-B50C-3C96-8A16A0119DB5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30FB62A2-856D-CADA-76BD-74E50F7CE5C2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8B2F6E74-6551-8795-9C2D-75A2805DE9E4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B3497D02-4455-42FE-5491-8FD177D97154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66DA1754-7EDE-DE43-B2F7-6A45D996F06B}"/>
              </a:ext>
            </a:extLst>
          </p:cNvPr>
          <p:cNvSpPr>
            <a:spLocks noGrp="1"/>
          </p:cNvSpPr>
          <p:nvPr/>
        </p:nvSpPr>
        <p:spPr>
          <a:xfrm>
            <a:off x="10052560" y="839513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7434BB1E-F441-71D6-B959-71651A480017}"/>
              </a:ext>
            </a:extLst>
          </p:cNvPr>
          <p:cNvSpPr>
            <a:spLocks noGrp="1"/>
          </p:cNvSpPr>
          <p:nvPr/>
        </p:nvSpPr>
        <p:spPr>
          <a:xfrm>
            <a:off x="12022111" y="758174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3831622E-8561-C6F6-7590-DDC4506D4BD7}"/>
              </a:ext>
            </a:extLst>
          </p:cNvPr>
          <p:cNvSpPr>
            <a:spLocks noGrp="1"/>
          </p:cNvSpPr>
          <p:nvPr/>
        </p:nvSpPr>
        <p:spPr>
          <a:xfrm>
            <a:off x="14361196" y="888797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62EC09E9-D7F1-1524-673F-1B9472CFC651}"/>
              </a:ext>
            </a:extLst>
          </p:cNvPr>
          <p:cNvSpPr>
            <a:spLocks noGrp="1"/>
          </p:cNvSpPr>
          <p:nvPr/>
        </p:nvSpPr>
        <p:spPr>
          <a:xfrm>
            <a:off x="17303301" y="839591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E28ED2D3-BC3E-9A09-985F-0CD8C5BE85F9}"/>
              </a:ext>
            </a:extLst>
          </p:cNvPr>
          <p:cNvSpPr>
            <a:spLocks noGrp="1"/>
          </p:cNvSpPr>
          <p:nvPr/>
        </p:nvSpPr>
        <p:spPr>
          <a:xfrm>
            <a:off x="7046954" y="888797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7F1179CD-B720-02FA-7236-2BA3C93B51EF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</p:spTree>
    <p:extLst>
      <p:ext uri="{BB962C8B-B14F-4D97-AF65-F5344CB8AC3E}">
        <p14:creationId xmlns:p14="http://schemas.microsoft.com/office/powerpoint/2010/main" val="90474972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9717-112F-A20C-08ED-7603B73E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38F1B8DD-069C-C623-E7CC-BE0EBDF6B01B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8A9BAB74-DD8F-1932-E963-2538836376EB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7B0D573D-65BC-BD41-2ECD-3201F9B9A057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8A167E89-D71D-873D-FA5D-00524DDC8885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F0708651-E5E6-3080-E450-5C4ADF9488D8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7FD07611-8899-D332-8B62-559D49E97CF2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F6C6891E-76B4-3E1C-EAF8-742A2A06611C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11CCDE9A-89E1-BFB2-8A78-21741DAB16E9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FAED14A1-54B9-B172-1514-E83B0E933707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261AB356-C237-6EEE-F0D3-EFE38AB6F43C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FEBF07BD-B40A-C966-DAA8-B7B2374E70F4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6BC99C88-69A1-E42D-AAB1-178A0696973D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DDB9DD17-C7BA-4944-BFA3-9B05546BB2CC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E1FEEB1B-35FB-1277-B1BC-CF7FDA27834B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5840790E-56F7-F131-2485-72787814A3D1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0C097036-BD56-2100-EE5C-CD833ABFEC96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ABCDFA29-4C67-B1D0-A97C-19ED7851F159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551715E8-2D1E-7153-C849-AE7C6D262B81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5DE7A35F-D86E-B478-A653-146977BCA694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D1D5692C-EC29-AD46-9264-D29502CCD5B4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9B00A197-E7E5-3C7F-C395-EAC32F54710F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2DA5D5EF-24B8-BF63-FC2F-0C45F60115E6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246740D9-FC61-9D67-39DA-47E047875666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9AFC9C1C-9080-99B9-EE9E-478F831CF469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35241ABB-10A7-B5DF-A8D8-E5D4FCA14364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BCB87FCF-AC19-A5C2-D372-CC68562093C4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03C7B2B2-7144-9701-F175-0627C64BAF95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654B4421-05A8-836B-2677-D38D94E2A901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D2F3F86C-354C-3D8F-5172-BC6E86FE9CAA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FE6BA60C-9737-2DC4-EA0E-B5015C42EE31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77C533F-7C0E-91FF-AF13-2C4103D834CF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0DA9A614-0ED8-7521-9D39-AC87462346EE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4B6B2977-C669-1B38-B2C6-0EF8F87286D3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3F89C03F-7CB3-F857-901F-AB20F9B5EE9F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250FC7A3-E96E-2FF8-E7B6-75B77EF659D2}"/>
              </a:ext>
            </a:extLst>
          </p:cNvPr>
          <p:cNvSpPr>
            <a:spLocks noGrp="1"/>
          </p:cNvSpPr>
          <p:nvPr/>
        </p:nvSpPr>
        <p:spPr>
          <a:xfrm>
            <a:off x="10052560" y="839513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1D20234A-BDA1-2B89-ADF5-69A3F29BD650}"/>
              </a:ext>
            </a:extLst>
          </p:cNvPr>
          <p:cNvSpPr>
            <a:spLocks noGrp="1"/>
          </p:cNvSpPr>
          <p:nvPr/>
        </p:nvSpPr>
        <p:spPr>
          <a:xfrm>
            <a:off x="12022111" y="758174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ED77F1D-6978-37AC-D718-3C31E929134A}"/>
              </a:ext>
            </a:extLst>
          </p:cNvPr>
          <p:cNvSpPr>
            <a:spLocks noGrp="1"/>
          </p:cNvSpPr>
          <p:nvPr/>
        </p:nvSpPr>
        <p:spPr>
          <a:xfrm>
            <a:off x="14361196" y="888797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3E350639-5C7D-1D05-3E5B-9D10A78FE61A}"/>
              </a:ext>
            </a:extLst>
          </p:cNvPr>
          <p:cNvSpPr>
            <a:spLocks noGrp="1"/>
          </p:cNvSpPr>
          <p:nvPr/>
        </p:nvSpPr>
        <p:spPr>
          <a:xfrm>
            <a:off x="17303301" y="839591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9CB5BF76-D648-32C3-EA72-4D601A65F772}"/>
              </a:ext>
            </a:extLst>
          </p:cNvPr>
          <p:cNvSpPr>
            <a:spLocks noGrp="1"/>
          </p:cNvSpPr>
          <p:nvPr/>
        </p:nvSpPr>
        <p:spPr>
          <a:xfrm>
            <a:off x="7046954" y="888797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2AFDCE51-A7E2-7C92-83DE-BC8CD79B2D56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490B90D-3C5A-C722-5726-118F95A13B57}"/>
              </a:ext>
            </a:extLst>
          </p:cNvPr>
          <p:cNvSpPr>
            <a:spLocks noGrp="1"/>
          </p:cNvSpPr>
          <p:nvPr/>
        </p:nvSpPr>
        <p:spPr>
          <a:xfrm>
            <a:off x="12022110" y="964857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5F25FEE0-94D5-9D88-9860-7E56B7A1F3AB}"/>
              </a:ext>
            </a:extLst>
          </p:cNvPr>
          <p:cNvSpPr>
            <a:spLocks noGrp="1"/>
          </p:cNvSpPr>
          <p:nvPr/>
        </p:nvSpPr>
        <p:spPr>
          <a:xfrm>
            <a:off x="10371104" y="1039846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944229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3071A-83E0-C79B-9158-ED92612B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58895F7A-3FCF-309D-307D-25192C82E61F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CB904204-E0D4-1960-14A0-D7C4110685D9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B80C10D4-B664-3550-26A4-F6536EEFFE31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19EEBB2A-6A76-1FAF-B745-7687CF7C8089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4B1E6C4E-EBD9-B590-3B73-70BD6E68C71C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C269AC01-1C5E-B73F-0683-4CC27374F761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22636144-198E-291A-877F-18DBFC2DD166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7405BA69-279E-4887-1C30-5EC1F9B9EAED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210974AB-1E23-ABD9-914B-ED73BE0CABEE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AD325175-4956-9640-3EB9-43F4299D9223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943D203E-BFA0-743C-2B16-83D11A2CA0B9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EBDD8A82-9633-24B5-07A0-14B9644BBA49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F50CBCCA-0868-EDE7-B146-45A03465F007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F3B6CAC6-505A-2400-4381-09B82C1C7338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3A60A870-F372-011D-5666-DE7673A2192F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250FFBE0-6B47-A2D7-1BE0-2A135543E836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D8694C34-3113-EDF4-ADBF-A99E3810D26D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E5309771-4A87-C1E7-B148-3E99600C3A09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9F9C1A21-07A9-8F0E-61FD-AB7D06BEFD46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A754693D-E38F-5F70-D795-438646ED8D69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2EF92592-8E9D-E1D0-2977-7A2F7871CDB9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2EE529D7-A31E-BB71-429F-45F1CF8D2D32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C73C8D92-753D-478D-2ACF-7E9EF4A62DD7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F0986364-FE8F-4824-06AB-AA8B23122ED9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D1B99700-77AD-BC23-892B-8F64C05833AB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3DBD785D-BD29-0E04-8CCF-3F52F7E306AA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D315E73B-008A-72A8-99E6-1BB6AACF08AD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FEED155D-087E-FE7F-5D12-E41084EFEAE0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9ED5C6C9-7D24-16F0-4D78-7BC7AEA29F05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23A88DEE-03B8-65DD-59A5-E9D03C718751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261102A-228E-04ED-61CB-A609A07B6E8D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E20BF058-B1D8-762B-3D93-E10F543B64AD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94BFF1CF-FA8F-322B-4FB9-D584E6C40F50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2F6E81B5-2AE5-D049-B114-ED4230B65F18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58E57293-43C7-B7FC-713B-14AF126B0260}"/>
              </a:ext>
            </a:extLst>
          </p:cNvPr>
          <p:cNvSpPr>
            <a:spLocks noGrp="1"/>
          </p:cNvSpPr>
          <p:nvPr/>
        </p:nvSpPr>
        <p:spPr>
          <a:xfrm>
            <a:off x="10052560" y="839513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498887E7-ABDE-E059-1B22-5E7C9F5F9A04}"/>
              </a:ext>
            </a:extLst>
          </p:cNvPr>
          <p:cNvSpPr>
            <a:spLocks noGrp="1"/>
          </p:cNvSpPr>
          <p:nvPr/>
        </p:nvSpPr>
        <p:spPr>
          <a:xfrm>
            <a:off x="12022111" y="758174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C27ACBB-C13A-11FA-20C0-D6C225BBF099}"/>
              </a:ext>
            </a:extLst>
          </p:cNvPr>
          <p:cNvSpPr>
            <a:spLocks noGrp="1"/>
          </p:cNvSpPr>
          <p:nvPr/>
        </p:nvSpPr>
        <p:spPr>
          <a:xfrm>
            <a:off x="14361196" y="888797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42A5E069-398C-C0FE-8F2A-2F9AEDBD7DED}"/>
              </a:ext>
            </a:extLst>
          </p:cNvPr>
          <p:cNvSpPr>
            <a:spLocks noGrp="1"/>
          </p:cNvSpPr>
          <p:nvPr/>
        </p:nvSpPr>
        <p:spPr>
          <a:xfrm>
            <a:off x="17303301" y="839591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A6CBDDC0-A502-1D16-102A-2B80FC9FFFAC}"/>
              </a:ext>
            </a:extLst>
          </p:cNvPr>
          <p:cNvSpPr>
            <a:spLocks noGrp="1"/>
          </p:cNvSpPr>
          <p:nvPr/>
        </p:nvSpPr>
        <p:spPr>
          <a:xfrm>
            <a:off x="7046954" y="888797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1ACCA013-2087-F89E-EA40-D9350E0D8B28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2323F425-D4E6-98B4-D04D-29F1B6477FF9}"/>
              </a:ext>
            </a:extLst>
          </p:cNvPr>
          <p:cNvSpPr>
            <a:spLocks noGrp="1"/>
          </p:cNvSpPr>
          <p:nvPr/>
        </p:nvSpPr>
        <p:spPr>
          <a:xfrm>
            <a:off x="12022110" y="964857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A7301A9A-C3D1-AB53-6EE4-5E2E28783C38}"/>
              </a:ext>
            </a:extLst>
          </p:cNvPr>
          <p:cNvSpPr>
            <a:spLocks noGrp="1"/>
          </p:cNvSpPr>
          <p:nvPr/>
        </p:nvSpPr>
        <p:spPr>
          <a:xfrm>
            <a:off x="10371104" y="1039846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3E49EF38-75EB-9D07-D5B0-18206138A051}"/>
              </a:ext>
            </a:extLst>
          </p:cNvPr>
          <p:cNvSpPr>
            <a:spLocks noGrp="1"/>
          </p:cNvSpPr>
          <p:nvPr/>
        </p:nvSpPr>
        <p:spPr>
          <a:xfrm>
            <a:off x="2882420" y="1209725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</p:spTree>
    <p:extLst>
      <p:ext uri="{BB962C8B-B14F-4D97-AF65-F5344CB8AC3E}">
        <p14:creationId xmlns:p14="http://schemas.microsoft.com/office/powerpoint/2010/main" val="191106454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D385-8276-E65D-584A-853F722BA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F2EF7E44-40B8-095F-A8B8-08F0061C5320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AFD216F1-ACCE-7943-4180-62D467D7A26B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CAC3914E-808B-ACEA-2C23-4EE092B0EEF6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7CCDDED6-1B11-F169-4D40-0C25676A737A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703B1E3C-06E8-6EF4-63D9-D89BDEAC75C6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2AD636A4-6BC3-73BC-F55F-6DA7BF66440E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48A9E99C-D3AA-1E32-5C9E-D9670689B674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73605A80-FF6A-CE9C-B648-3E9EC417D275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1D3C61C3-6AE8-BBD4-8137-15FC7B948E42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945701C2-7FBA-A495-AB74-62B172D80A1F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340B95A5-1132-8425-3824-4C417BA81FFA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B8884BB2-1D0C-D059-17E8-57E26A4CB5E2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7270CF92-CE84-AF28-6522-8D64B86A5BB4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9D61AD10-5B7F-19A7-9409-36C81CD7B322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ABEBE8B5-69D2-57FD-11EF-9308167A6278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42B5A962-B823-C472-F048-9E431C8939F2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B778B1D8-4451-CFB6-7046-7B616CDFB7E0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D0077A95-5016-1DF8-3CB9-1BCBDD978507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8A9B906D-F193-E295-B023-3F62F754CF81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52D5DEF5-5834-B771-97B8-71505651A0F1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9C770CED-FC9A-8680-B47B-987DCBD8CD9C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BFBBEB1B-D9BF-5899-DC0A-2990921B2CC1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3599A634-2D0F-48D3-8541-8DFA4AC6A555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C083D3D7-FCD6-6715-CD65-8417BE987E8C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E69D6F00-899F-FF42-1BE5-15858B7BD26A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3AEE5F57-7324-61BA-2025-4BBBC1BD06CA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D3CAB0F5-4F65-B4CF-B48B-E14D34DB3161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F1652EB0-9084-0878-4FD9-0926708E48BD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AACBE014-1692-8048-4FC1-BD76C21833B8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A26445A4-EA53-7513-4B7B-AD62214C4B7D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E0813613-3EA9-96B8-C1FD-88F6A8F9BDC7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0074AC82-BA9F-50C8-7279-C8B5C45E179A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CFF240C4-9D8D-736C-69C4-370CA90EF3C7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F1D519BB-B7B5-406F-F917-EC04C14B10E7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E3D0DF28-887E-E8AF-0312-EEF89E498CDB}"/>
              </a:ext>
            </a:extLst>
          </p:cNvPr>
          <p:cNvSpPr>
            <a:spLocks noGrp="1"/>
          </p:cNvSpPr>
          <p:nvPr/>
        </p:nvSpPr>
        <p:spPr>
          <a:xfrm>
            <a:off x="10052560" y="839513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A0B8D42B-64D8-694D-076D-1CF7B4257E44}"/>
              </a:ext>
            </a:extLst>
          </p:cNvPr>
          <p:cNvSpPr>
            <a:spLocks noGrp="1"/>
          </p:cNvSpPr>
          <p:nvPr/>
        </p:nvSpPr>
        <p:spPr>
          <a:xfrm>
            <a:off x="12022111" y="758174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D9F88574-14C0-06FE-FAF3-058375B9DD55}"/>
              </a:ext>
            </a:extLst>
          </p:cNvPr>
          <p:cNvSpPr>
            <a:spLocks noGrp="1"/>
          </p:cNvSpPr>
          <p:nvPr/>
        </p:nvSpPr>
        <p:spPr>
          <a:xfrm>
            <a:off x="14361196" y="888797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908FE520-26E8-58A3-D2F2-6DD982E365CB}"/>
              </a:ext>
            </a:extLst>
          </p:cNvPr>
          <p:cNvSpPr>
            <a:spLocks noGrp="1"/>
          </p:cNvSpPr>
          <p:nvPr/>
        </p:nvSpPr>
        <p:spPr>
          <a:xfrm>
            <a:off x="17303301" y="839591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84EA179C-2121-B6CB-7E7A-20561E57570E}"/>
              </a:ext>
            </a:extLst>
          </p:cNvPr>
          <p:cNvSpPr>
            <a:spLocks noGrp="1"/>
          </p:cNvSpPr>
          <p:nvPr/>
        </p:nvSpPr>
        <p:spPr>
          <a:xfrm>
            <a:off x="7046954" y="888797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5BDA4F42-4E07-FFAB-A6B5-2E822C99DE07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406B143C-4257-A64F-196F-FE753BF20160}"/>
              </a:ext>
            </a:extLst>
          </p:cNvPr>
          <p:cNvSpPr>
            <a:spLocks noGrp="1"/>
          </p:cNvSpPr>
          <p:nvPr/>
        </p:nvSpPr>
        <p:spPr>
          <a:xfrm>
            <a:off x="12022110" y="964857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F9EFCCFC-4BE9-73E7-9B86-56EF1EC4FC22}"/>
              </a:ext>
            </a:extLst>
          </p:cNvPr>
          <p:cNvSpPr>
            <a:spLocks noGrp="1"/>
          </p:cNvSpPr>
          <p:nvPr/>
        </p:nvSpPr>
        <p:spPr>
          <a:xfrm>
            <a:off x="10371104" y="1039846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4B7852B2-1289-D81E-534E-B7970C99B669}"/>
              </a:ext>
            </a:extLst>
          </p:cNvPr>
          <p:cNvSpPr>
            <a:spLocks noGrp="1"/>
          </p:cNvSpPr>
          <p:nvPr/>
        </p:nvSpPr>
        <p:spPr>
          <a:xfrm>
            <a:off x="10052560" y="1209647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2845FA4-C6A2-9001-311F-459E79358EC9}"/>
              </a:ext>
            </a:extLst>
          </p:cNvPr>
          <p:cNvSpPr>
            <a:spLocks noGrp="1"/>
          </p:cNvSpPr>
          <p:nvPr/>
        </p:nvSpPr>
        <p:spPr>
          <a:xfrm>
            <a:off x="12022111" y="1128308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160209C6-F424-F317-225F-12C02119EB70}"/>
              </a:ext>
            </a:extLst>
          </p:cNvPr>
          <p:cNvSpPr>
            <a:spLocks noGrp="1"/>
          </p:cNvSpPr>
          <p:nvPr/>
        </p:nvSpPr>
        <p:spPr>
          <a:xfrm>
            <a:off x="7046954" y="1258931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6F3F1A43-AD34-2D92-F51D-2412DDA9CC59}"/>
              </a:ext>
            </a:extLst>
          </p:cNvPr>
          <p:cNvSpPr>
            <a:spLocks noGrp="1"/>
          </p:cNvSpPr>
          <p:nvPr/>
        </p:nvSpPr>
        <p:spPr>
          <a:xfrm>
            <a:off x="2882420" y="1209725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</p:spTree>
    <p:extLst>
      <p:ext uri="{BB962C8B-B14F-4D97-AF65-F5344CB8AC3E}">
        <p14:creationId xmlns:p14="http://schemas.microsoft.com/office/powerpoint/2010/main" val="29082318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00CB-E37B-3093-E332-D881D812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D03DE899-C5CB-C156-72C0-DA0EF0D1B43F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ED05C253-ABA7-4FE5-6A06-01647769E6EA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918CE28F-5C27-9A8C-AD29-3916DF0DA60D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88A59290-7ECF-CC45-AF92-85B586090094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0A9EC29C-123C-1A0C-206E-DF477CFC8975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65E57454-DE8A-C715-11F5-1066E04E5641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2652048F-736B-2C72-949D-D6CA54809F82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D2804F86-4E11-2295-F740-D07C4CE6A6EC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02B6BB3E-3074-DC06-3A18-E53F939C2986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0A9F8E14-7920-BB79-CD54-56E170FBAA7E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A763EE4C-C5A9-5943-A161-D78F93E4F7F4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28DB6AC8-00D3-7B0F-639C-92B50B0C09E0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57F7E0DD-DF9D-6C01-2507-E06EA61FF130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988B73E0-1637-B85B-F8C4-BCDBCAAFA022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06C9A55D-911F-922B-029A-EC869E889B54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0E0869C7-DA89-8FC9-9A84-B5CFD0FD0AB5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B2E07203-492F-8138-E4E5-EAFF6BCFAEE5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658FF9DD-0E85-0470-7EE7-8AAD5D5D7665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741CD328-E980-17E5-1329-E598729AF04E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C45BEEAD-603F-01F4-0233-C2C5E3F62FCA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474B7F2E-AEED-94FF-E72A-16EDFD668586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CA33F1E9-9ED1-2B51-E880-5E2BF7F0FA3E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AF02B5C4-B802-5005-8406-E147613B9A92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5C34F29C-DB0B-86EB-55BE-A74D0448AB32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48264501-7752-3AFA-2389-CD9218C5216D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3501229A-905D-E346-DA6A-62518FB206CD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1EF52E5-3960-7AF9-15F3-3F78F96DB6F5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54555FBF-54AE-7D95-92EA-4B33D3BB1BAA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5E6967B5-1BEA-F7DA-A1E9-C2FC03C6C8AB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2174367B-FB62-745E-71C7-E7D440F82686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FD4E9D75-12B9-BD50-74C3-F4BB35A51F58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2A8585EB-A545-32A6-A8A6-19F566971F6F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03E70C27-893D-B1EF-E2D4-9B775F5D8D02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FFE8F4EB-2F46-EB42-C4C7-3A25DB33CC38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F5B7B2B0-C4C9-19BB-C242-DD6464E3768F}"/>
              </a:ext>
            </a:extLst>
          </p:cNvPr>
          <p:cNvSpPr>
            <a:spLocks noGrp="1"/>
          </p:cNvSpPr>
          <p:nvPr/>
        </p:nvSpPr>
        <p:spPr>
          <a:xfrm>
            <a:off x="10052560" y="839513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3F77DC2F-A7AB-7514-03EE-EDB83DD85976}"/>
              </a:ext>
            </a:extLst>
          </p:cNvPr>
          <p:cNvSpPr>
            <a:spLocks noGrp="1"/>
          </p:cNvSpPr>
          <p:nvPr/>
        </p:nvSpPr>
        <p:spPr>
          <a:xfrm>
            <a:off x="12022111" y="758174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18991BAD-1BA2-DA82-6E01-EC55FF1F16D2}"/>
              </a:ext>
            </a:extLst>
          </p:cNvPr>
          <p:cNvSpPr>
            <a:spLocks noGrp="1"/>
          </p:cNvSpPr>
          <p:nvPr/>
        </p:nvSpPr>
        <p:spPr>
          <a:xfrm>
            <a:off x="14361196" y="888797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D9183CD2-0E72-FAD4-219C-E8FE4337B04A}"/>
              </a:ext>
            </a:extLst>
          </p:cNvPr>
          <p:cNvSpPr>
            <a:spLocks noGrp="1"/>
          </p:cNvSpPr>
          <p:nvPr/>
        </p:nvSpPr>
        <p:spPr>
          <a:xfrm>
            <a:off x="17303301" y="839591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C7B85F56-2946-FEE5-A630-BC5AF0F881E8}"/>
              </a:ext>
            </a:extLst>
          </p:cNvPr>
          <p:cNvSpPr>
            <a:spLocks noGrp="1"/>
          </p:cNvSpPr>
          <p:nvPr/>
        </p:nvSpPr>
        <p:spPr>
          <a:xfrm>
            <a:off x="7046954" y="888797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0C08C756-6B94-D02F-5C01-26D41AA77114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6E4CC976-351F-900D-291B-5E539C8A0EC1}"/>
              </a:ext>
            </a:extLst>
          </p:cNvPr>
          <p:cNvSpPr>
            <a:spLocks noGrp="1"/>
          </p:cNvSpPr>
          <p:nvPr/>
        </p:nvSpPr>
        <p:spPr>
          <a:xfrm>
            <a:off x="12022110" y="964857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269C4EF7-8FD3-F8C5-7F20-DFEB50F0F9E8}"/>
              </a:ext>
            </a:extLst>
          </p:cNvPr>
          <p:cNvSpPr>
            <a:spLocks noGrp="1"/>
          </p:cNvSpPr>
          <p:nvPr/>
        </p:nvSpPr>
        <p:spPr>
          <a:xfrm>
            <a:off x="10371104" y="1039846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DC89302D-871A-7653-BC2C-4A4308D534D6}"/>
              </a:ext>
            </a:extLst>
          </p:cNvPr>
          <p:cNvSpPr>
            <a:spLocks noGrp="1"/>
          </p:cNvSpPr>
          <p:nvPr/>
        </p:nvSpPr>
        <p:spPr>
          <a:xfrm>
            <a:off x="10052560" y="1209647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6381D758-1F04-E31F-2A5E-07AD96D4B7F0}"/>
              </a:ext>
            </a:extLst>
          </p:cNvPr>
          <p:cNvSpPr>
            <a:spLocks noGrp="1"/>
          </p:cNvSpPr>
          <p:nvPr/>
        </p:nvSpPr>
        <p:spPr>
          <a:xfrm>
            <a:off x="12022111" y="1128308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AE1BFD60-584F-7CBC-0388-B0CB1E202C11}"/>
              </a:ext>
            </a:extLst>
          </p:cNvPr>
          <p:cNvSpPr>
            <a:spLocks noGrp="1"/>
          </p:cNvSpPr>
          <p:nvPr/>
        </p:nvSpPr>
        <p:spPr>
          <a:xfrm>
            <a:off x="14361196" y="1258931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5C245808-532F-F70A-F78E-A844CCD09AF7}"/>
              </a:ext>
            </a:extLst>
          </p:cNvPr>
          <p:cNvSpPr>
            <a:spLocks noGrp="1"/>
          </p:cNvSpPr>
          <p:nvPr/>
        </p:nvSpPr>
        <p:spPr>
          <a:xfrm>
            <a:off x="17303301" y="1209725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A4B86024-FAEE-5A7B-6D04-E5E07F50BBE9}"/>
              </a:ext>
            </a:extLst>
          </p:cNvPr>
          <p:cNvSpPr>
            <a:spLocks noGrp="1"/>
          </p:cNvSpPr>
          <p:nvPr/>
        </p:nvSpPr>
        <p:spPr>
          <a:xfrm>
            <a:off x="7046954" y="1258931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25365F4D-F49E-2644-D229-AF48A47B8792}"/>
              </a:ext>
            </a:extLst>
          </p:cNvPr>
          <p:cNvSpPr>
            <a:spLocks noGrp="1"/>
          </p:cNvSpPr>
          <p:nvPr/>
        </p:nvSpPr>
        <p:spPr>
          <a:xfrm>
            <a:off x="2882420" y="1209725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35" name="Rounded Rectangle">
            <a:extLst>
              <a:ext uri="{FF2B5EF4-FFF2-40B4-BE49-F238E27FC236}">
                <a16:creationId xmlns:a16="http://schemas.microsoft.com/office/drawing/2014/main" id="{7393BE1D-5677-5CCE-B569-5CB3A33F9490}"/>
              </a:ext>
            </a:extLst>
          </p:cNvPr>
          <p:cNvSpPr>
            <a:spLocks noGrp="1"/>
          </p:cNvSpPr>
          <p:nvPr/>
        </p:nvSpPr>
        <p:spPr>
          <a:xfrm>
            <a:off x="10371104" y="1414498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9409C1A2-0792-05A5-FCAE-8EF59C9F9431}"/>
              </a:ext>
            </a:extLst>
          </p:cNvPr>
          <p:cNvSpPr>
            <a:spLocks noGrp="1"/>
          </p:cNvSpPr>
          <p:nvPr/>
        </p:nvSpPr>
        <p:spPr>
          <a:xfrm>
            <a:off x="10052560" y="1584299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776B271E-169E-1447-EB9C-99D5D1970F17}"/>
              </a:ext>
            </a:extLst>
          </p:cNvPr>
          <p:cNvSpPr>
            <a:spLocks noGrp="1"/>
          </p:cNvSpPr>
          <p:nvPr/>
        </p:nvSpPr>
        <p:spPr>
          <a:xfrm>
            <a:off x="12022111" y="1502960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6E7841DC-1392-F2D4-7D53-66D7E4E5793E}"/>
              </a:ext>
            </a:extLst>
          </p:cNvPr>
          <p:cNvSpPr>
            <a:spLocks noGrp="1"/>
          </p:cNvSpPr>
          <p:nvPr/>
        </p:nvSpPr>
        <p:spPr>
          <a:xfrm>
            <a:off x="14361196" y="16335836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" name="&lt;end&gt;">
            <a:extLst>
              <a:ext uri="{FF2B5EF4-FFF2-40B4-BE49-F238E27FC236}">
                <a16:creationId xmlns:a16="http://schemas.microsoft.com/office/drawing/2014/main" id="{CE938854-2880-48F2-88B3-7FB140C27BE2}"/>
              </a:ext>
            </a:extLst>
          </p:cNvPr>
          <p:cNvSpPr>
            <a:spLocks noGrp="1"/>
          </p:cNvSpPr>
          <p:nvPr/>
        </p:nvSpPr>
        <p:spPr>
          <a:xfrm>
            <a:off x="17303301" y="15843778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&lt;fim&gt;</a:t>
            </a:r>
          </a:p>
        </p:txBody>
      </p:sp>
      <p:sp>
        <p:nvSpPr>
          <p:cNvPr id="40" name="Line">
            <a:extLst>
              <a:ext uri="{FF2B5EF4-FFF2-40B4-BE49-F238E27FC236}">
                <a16:creationId xmlns:a16="http://schemas.microsoft.com/office/drawing/2014/main" id="{F731E7C8-B03E-3B9F-876F-0B35233A3971}"/>
              </a:ext>
            </a:extLst>
          </p:cNvPr>
          <p:cNvSpPr>
            <a:spLocks noGrp="1"/>
          </p:cNvSpPr>
          <p:nvPr/>
        </p:nvSpPr>
        <p:spPr>
          <a:xfrm>
            <a:off x="7046954" y="1633583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" name="Boston">
            <a:extLst>
              <a:ext uri="{FF2B5EF4-FFF2-40B4-BE49-F238E27FC236}">
                <a16:creationId xmlns:a16="http://schemas.microsoft.com/office/drawing/2014/main" id="{F8BF6FE4-1FEA-1529-4738-1D9D0E3930A2}"/>
              </a:ext>
            </a:extLst>
          </p:cNvPr>
          <p:cNvSpPr>
            <a:spLocks noGrp="1"/>
          </p:cNvSpPr>
          <p:nvPr/>
        </p:nvSpPr>
        <p:spPr>
          <a:xfrm>
            <a:off x="2882420" y="1584377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Boston</a:t>
            </a:r>
          </a:p>
        </p:txBody>
      </p:sp>
    </p:spTree>
    <p:extLst>
      <p:ext uri="{BB962C8B-B14F-4D97-AF65-F5344CB8AC3E}">
        <p14:creationId xmlns:p14="http://schemas.microsoft.com/office/powerpoint/2010/main" val="204827473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B8B0-200D-BD83-72C5-F5497BE5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D0D052A3-767C-9E25-D030-F716A98844B3}"/>
              </a:ext>
            </a:extLst>
          </p:cNvPr>
          <p:cNvSpPr>
            <a:spLocks noGrp="1"/>
          </p:cNvSpPr>
          <p:nvPr/>
        </p:nvSpPr>
        <p:spPr>
          <a:xfrm>
            <a:off x="7029371" y="-962645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9AC8C292-EB05-1805-BEAF-344095C879E8}"/>
              </a:ext>
            </a:extLst>
          </p:cNvPr>
          <p:cNvSpPr>
            <a:spLocks noGrp="1"/>
          </p:cNvSpPr>
          <p:nvPr/>
        </p:nvSpPr>
        <p:spPr>
          <a:xfrm>
            <a:off x="10034977" y="-1011929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1BC734F0-06D1-FEB9-DF34-82C0AD677DB1}"/>
              </a:ext>
            </a:extLst>
          </p:cNvPr>
          <p:cNvSpPr>
            <a:spLocks noGrp="1"/>
          </p:cNvSpPr>
          <p:nvPr/>
        </p:nvSpPr>
        <p:spPr>
          <a:xfrm>
            <a:off x="2864838" y="-1011851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E5D85AE2-A8BB-F47B-F53D-CCB9B2DDE110}"/>
              </a:ext>
            </a:extLst>
          </p:cNvPr>
          <p:cNvSpPr>
            <a:spLocks noGrp="1"/>
          </p:cNvSpPr>
          <p:nvPr/>
        </p:nvSpPr>
        <p:spPr>
          <a:xfrm>
            <a:off x="12004529" y="-1093269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D5ECA689-3297-E030-EA0A-2B3E4AF71C72}"/>
              </a:ext>
            </a:extLst>
          </p:cNvPr>
          <p:cNvSpPr>
            <a:spLocks noGrp="1"/>
          </p:cNvSpPr>
          <p:nvPr/>
        </p:nvSpPr>
        <p:spPr>
          <a:xfrm>
            <a:off x="12004528" y="-8794635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88003F0E-0126-F324-694A-6C81C0AFBC9A}"/>
              </a:ext>
            </a:extLst>
          </p:cNvPr>
          <p:cNvSpPr>
            <a:spLocks noGrp="1"/>
          </p:cNvSpPr>
          <p:nvPr/>
        </p:nvSpPr>
        <p:spPr>
          <a:xfrm>
            <a:off x="10353521" y="-8044741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D7D1B522-BE20-70EF-DF9E-EAE6B2ECF84B}"/>
              </a:ext>
            </a:extLst>
          </p:cNvPr>
          <p:cNvSpPr>
            <a:spLocks noGrp="1"/>
          </p:cNvSpPr>
          <p:nvPr/>
        </p:nvSpPr>
        <p:spPr>
          <a:xfrm>
            <a:off x="7029371" y="-5925115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CDD13C1C-6B1A-1B84-E6C8-7D41D76A64FC}"/>
              </a:ext>
            </a:extLst>
          </p:cNvPr>
          <p:cNvSpPr>
            <a:spLocks noGrp="1"/>
          </p:cNvSpPr>
          <p:nvPr/>
        </p:nvSpPr>
        <p:spPr>
          <a:xfrm>
            <a:off x="10034977" y="-6417956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D8484637-B31D-FE61-7130-4FE6944013D3}"/>
              </a:ext>
            </a:extLst>
          </p:cNvPr>
          <p:cNvSpPr>
            <a:spLocks noGrp="1"/>
          </p:cNvSpPr>
          <p:nvPr/>
        </p:nvSpPr>
        <p:spPr>
          <a:xfrm>
            <a:off x="2864838" y="-64171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CAB53A59-459F-9E81-1A16-87F585354CDF}"/>
              </a:ext>
            </a:extLst>
          </p:cNvPr>
          <p:cNvSpPr>
            <a:spLocks noGrp="1"/>
          </p:cNvSpPr>
          <p:nvPr/>
        </p:nvSpPr>
        <p:spPr>
          <a:xfrm>
            <a:off x="12004529" y="-723134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3D91A5FC-51AD-B497-E78F-1A032DA498E6}"/>
              </a:ext>
            </a:extLst>
          </p:cNvPr>
          <p:cNvSpPr>
            <a:spLocks noGrp="1"/>
          </p:cNvSpPr>
          <p:nvPr/>
        </p:nvSpPr>
        <p:spPr>
          <a:xfrm>
            <a:off x="12004528" y="-5093294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2B2BA40E-0E4A-614B-F71C-584BDCB7342B}"/>
              </a:ext>
            </a:extLst>
          </p:cNvPr>
          <p:cNvSpPr>
            <a:spLocks noGrp="1"/>
          </p:cNvSpPr>
          <p:nvPr/>
        </p:nvSpPr>
        <p:spPr>
          <a:xfrm>
            <a:off x="10353521" y="-4343400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06042991-83D0-319E-D276-CF98DCE9AFCA}"/>
              </a:ext>
            </a:extLst>
          </p:cNvPr>
          <p:cNvSpPr>
            <a:spLocks noGrp="1"/>
          </p:cNvSpPr>
          <p:nvPr/>
        </p:nvSpPr>
        <p:spPr>
          <a:xfrm>
            <a:off x="7029371" y="-2223774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D5D4BD97-5CD1-3CEA-5E20-3CEFCBA3CB16}"/>
              </a:ext>
            </a:extLst>
          </p:cNvPr>
          <p:cNvSpPr>
            <a:spLocks noGrp="1"/>
          </p:cNvSpPr>
          <p:nvPr/>
        </p:nvSpPr>
        <p:spPr>
          <a:xfrm>
            <a:off x="10034977" y="-2716615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8BBF603B-614A-313E-62AB-079AB10F3FD1}"/>
              </a:ext>
            </a:extLst>
          </p:cNvPr>
          <p:cNvSpPr>
            <a:spLocks noGrp="1"/>
          </p:cNvSpPr>
          <p:nvPr/>
        </p:nvSpPr>
        <p:spPr>
          <a:xfrm>
            <a:off x="2864838" y="-27158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05B898EF-F979-98AA-7E0F-B7B6966902E4}"/>
              </a:ext>
            </a:extLst>
          </p:cNvPr>
          <p:cNvSpPr>
            <a:spLocks noGrp="1"/>
          </p:cNvSpPr>
          <p:nvPr/>
        </p:nvSpPr>
        <p:spPr>
          <a:xfrm>
            <a:off x="12004529" y="-353000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E665724E-E5D8-45D5-DA35-3AF797E8A46D}"/>
              </a:ext>
            </a:extLst>
          </p:cNvPr>
          <p:cNvSpPr>
            <a:spLocks noGrp="1"/>
          </p:cNvSpPr>
          <p:nvPr/>
        </p:nvSpPr>
        <p:spPr>
          <a:xfrm>
            <a:off x="12004526" y="-139195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23009E9F-4F45-22EE-1C89-838FFFB9F09E}"/>
              </a:ext>
            </a:extLst>
          </p:cNvPr>
          <p:cNvSpPr>
            <a:spLocks noGrp="1"/>
          </p:cNvSpPr>
          <p:nvPr/>
        </p:nvSpPr>
        <p:spPr>
          <a:xfrm>
            <a:off x="10353520" y="-64205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E014AA05-1A30-0294-871E-C092365A0476}"/>
              </a:ext>
            </a:extLst>
          </p:cNvPr>
          <p:cNvSpPr>
            <a:spLocks noGrp="1"/>
          </p:cNvSpPr>
          <p:nvPr/>
        </p:nvSpPr>
        <p:spPr>
          <a:xfrm>
            <a:off x="10034976" y="105595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121879E6-3176-F09E-1434-F16E9C48965B}"/>
              </a:ext>
            </a:extLst>
          </p:cNvPr>
          <p:cNvSpPr>
            <a:spLocks noGrp="1"/>
          </p:cNvSpPr>
          <p:nvPr/>
        </p:nvSpPr>
        <p:spPr>
          <a:xfrm>
            <a:off x="12004527" y="24256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37C74198-DDA3-8F2A-0ED5-E1B271A84CBD}"/>
              </a:ext>
            </a:extLst>
          </p:cNvPr>
          <p:cNvSpPr>
            <a:spLocks noGrp="1"/>
          </p:cNvSpPr>
          <p:nvPr/>
        </p:nvSpPr>
        <p:spPr>
          <a:xfrm>
            <a:off x="14343612" y="1548792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F77F56F1-A9F4-0D37-5355-53FF57403B0D}"/>
              </a:ext>
            </a:extLst>
          </p:cNvPr>
          <p:cNvSpPr>
            <a:spLocks noGrp="1"/>
          </p:cNvSpPr>
          <p:nvPr/>
        </p:nvSpPr>
        <p:spPr>
          <a:xfrm>
            <a:off x="17285717" y="1056734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5D429514-A2BA-8102-B895-89C22EA47DDB}"/>
              </a:ext>
            </a:extLst>
          </p:cNvPr>
          <p:cNvSpPr>
            <a:spLocks noGrp="1"/>
          </p:cNvSpPr>
          <p:nvPr/>
        </p:nvSpPr>
        <p:spPr>
          <a:xfrm>
            <a:off x="7038040" y="154879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3B297B33-1B7D-07AD-AF87-795BCD3BA41C}"/>
              </a:ext>
            </a:extLst>
          </p:cNvPr>
          <p:cNvSpPr>
            <a:spLocks noGrp="1"/>
          </p:cNvSpPr>
          <p:nvPr/>
        </p:nvSpPr>
        <p:spPr>
          <a:xfrm>
            <a:off x="2873507" y="1056734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7333BE4-1C22-D1D3-E5E6-806B1EF538D5}"/>
              </a:ext>
            </a:extLst>
          </p:cNvPr>
          <p:cNvSpPr>
            <a:spLocks noGrp="1"/>
          </p:cNvSpPr>
          <p:nvPr/>
        </p:nvSpPr>
        <p:spPr>
          <a:xfrm>
            <a:off x="12022110" y="2245889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D760BB00-7D7C-1DD7-BF78-7B6507CD86F2}"/>
              </a:ext>
            </a:extLst>
          </p:cNvPr>
          <p:cNvSpPr>
            <a:spLocks noGrp="1"/>
          </p:cNvSpPr>
          <p:nvPr/>
        </p:nvSpPr>
        <p:spPr>
          <a:xfrm>
            <a:off x="10371104" y="2995783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8519836F-B26B-4CBF-E8EA-A6942D2B5350}"/>
              </a:ext>
            </a:extLst>
          </p:cNvPr>
          <p:cNvSpPr>
            <a:spLocks noGrp="1"/>
          </p:cNvSpPr>
          <p:nvPr/>
        </p:nvSpPr>
        <p:spPr>
          <a:xfrm>
            <a:off x="10052560" y="4693792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A2667848-4934-0EF2-3940-24B17D743842}"/>
              </a:ext>
            </a:extLst>
          </p:cNvPr>
          <p:cNvSpPr>
            <a:spLocks noGrp="1"/>
          </p:cNvSpPr>
          <p:nvPr/>
        </p:nvSpPr>
        <p:spPr>
          <a:xfrm>
            <a:off x="12022111" y="38804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49E12BAA-DDE7-4BBE-596A-1582DF754BF7}"/>
              </a:ext>
            </a:extLst>
          </p:cNvPr>
          <p:cNvSpPr>
            <a:spLocks noGrp="1"/>
          </p:cNvSpPr>
          <p:nvPr/>
        </p:nvSpPr>
        <p:spPr>
          <a:xfrm>
            <a:off x="14361196" y="518663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21209C82-238E-AAC3-6E94-DADE1FD1829B}"/>
              </a:ext>
            </a:extLst>
          </p:cNvPr>
          <p:cNvSpPr>
            <a:spLocks noGrp="1"/>
          </p:cNvSpPr>
          <p:nvPr/>
        </p:nvSpPr>
        <p:spPr>
          <a:xfrm>
            <a:off x="17303301" y="469457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545DA1A-9B8F-A5D8-8150-7E2306688804}"/>
              </a:ext>
            </a:extLst>
          </p:cNvPr>
          <p:cNvSpPr>
            <a:spLocks noGrp="1"/>
          </p:cNvSpPr>
          <p:nvPr/>
        </p:nvSpPr>
        <p:spPr>
          <a:xfrm>
            <a:off x="7046954" y="518663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EA17C837-5DC8-582B-2B87-AEA1805390B2}"/>
              </a:ext>
            </a:extLst>
          </p:cNvPr>
          <p:cNvSpPr>
            <a:spLocks noGrp="1"/>
          </p:cNvSpPr>
          <p:nvPr/>
        </p:nvSpPr>
        <p:spPr>
          <a:xfrm>
            <a:off x="2882420" y="469457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B75B6A72-10FF-ED77-51E6-DD545E05E1E8}"/>
              </a:ext>
            </a:extLst>
          </p:cNvPr>
          <p:cNvSpPr>
            <a:spLocks noGrp="1"/>
          </p:cNvSpPr>
          <p:nvPr/>
        </p:nvSpPr>
        <p:spPr>
          <a:xfrm>
            <a:off x="12022110" y="594723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CB78627F-4144-40EC-C046-1A919284FE58}"/>
              </a:ext>
            </a:extLst>
          </p:cNvPr>
          <p:cNvSpPr>
            <a:spLocks noGrp="1"/>
          </p:cNvSpPr>
          <p:nvPr/>
        </p:nvSpPr>
        <p:spPr>
          <a:xfrm>
            <a:off x="10371104" y="669712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E3E73896-FD38-50F7-A404-9599D665D4EF}"/>
              </a:ext>
            </a:extLst>
          </p:cNvPr>
          <p:cNvSpPr>
            <a:spLocks noGrp="1"/>
          </p:cNvSpPr>
          <p:nvPr/>
        </p:nvSpPr>
        <p:spPr>
          <a:xfrm>
            <a:off x="10052560" y="839513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B54C3F2F-040B-E84E-4BE0-7327D53EA35F}"/>
              </a:ext>
            </a:extLst>
          </p:cNvPr>
          <p:cNvSpPr>
            <a:spLocks noGrp="1"/>
          </p:cNvSpPr>
          <p:nvPr/>
        </p:nvSpPr>
        <p:spPr>
          <a:xfrm>
            <a:off x="12022111" y="758174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51975F23-B420-8DA7-78E6-5CAFB08620C2}"/>
              </a:ext>
            </a:extLst>
          </p:cNvPr>
          <p:cNvSpPr>
            <a:spLocks noGrp="1"/>
          </p:cNvSpPr>
          <p:nvPr/>
        </p:nvSpPr>
        <p:spPr>
          <a:xfrm>
            <a:off x="14361196" y="888797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F3A8F4CA-5F71-33F0-EC8B-BC1617A4EA35}"/>
              </a:ext>
            </a:extLst>
          </p:cNvPr>
          <p:cNvSpPr>
            <a:spLocks noGrp="1"/>
          </p:cNvSpPr>
          <p:nvPr/>
        </p:nvSpPr>
        <p:spPr>
          <a:xfrm>
            <a:off x="17303301" y="839591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9C0D4D36-3277-CA69-C6E9-732085BA90D7}"/>
              </a:ext>
            </a:extLst>
          </p:cNvPr>
          <p:cNvSpPr>
            <a:spLocks noGrp="1"/>
          </p:cNvSpPr>
          <p:nvPr/>
        </p:nvSpPr>
        <p:spPr>
          <a:xfrm>
            <a:off x="7046954" y="888797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4557A936-DFAC-1880-D9E9-4EB61CA61443}"/>
              </a:ext>
            </a:extLst>
          </p:cNvPr>
          <p:cNvSpPr>
            <a:spLocks noGrp="1"/>
          </p:cNvSpPr>
          <p:nvPr/>
        </p:nvSpPr>
        <p:spPr>
          <a:xfrm>
            <a:off x="2882420" y="839591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39116E3-DCCD-5202-276E-C4FCDF71BD48}"/>
              </a:ext>
            </a:extLst>
          </p:cNvPr>
          <p:cNvSpPr>
            <a:spLocks noGrp="1"/>
          </p:cNvSpPr>
          <p:nvPr/>
        </p:nvSpPr>
        <p:spPr>
          <a:xfrm>
            <a:off x="12022110" y="964857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7C826B3B-5A37-36F3-2854-CFCABB529B93}"/>
              </a:ext>
            </a:extLst>
          </p:cNvPr>
          <p:cNvSpPr>
            <a:spLocks noGrp="1"/>
          </p:cNvSpPr>
          <p:nvPr/>
        </p:nvSpPr>
        <p:spPr>
          <a:xfrm>
            <a:off x="10371104" y="1039846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8C8F9EEB-97E6-37A9-C111-A0A1FBF65851}"/>
              </a:ext>
            </a:extLst>
          </p:cNvPr>
          <p:cNvSpPr>
            <a:spLocks noGrp="1"/>
          </p:cNvSpPr>
          <p:nvPr/>
        </p:nvSpPr>
        <p:spPr>
          <a:xfrm>
            <a:off x="10052560" y="1209647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629C2FFF-3790-1521-842D-3493B8C151E7}"/>
              </a:ext>
            </a:extLst>
          </p:cNvPr>
          <p:cNvSpPr>
            <a:spLocks noGrp="1"/>
          </p:cNvSpPr>
          <p:nvPr/>
        </p:nvSpPr>
        <p:spPr>
          <a:xfrm>
            <a:off x="12022111" y="1128308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F66E4EB8-EC53-50BA-F2BC-EA560CAC72A2}"/>
              </a:ext>
            </a:extLst>
          </p:cNvPr>
          <p:cNvSpPr>
            <a:spLocks noGrp="1"/>
          </p:cNvSpPr>
          <p:nvPr/>
        </p:nvSpPr>
        <p:spPr>
          <a:xfrm>
            <a:off x="14361196" y="1258931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E0CCE245-4317-3775-2D04-B03FE1DDCD05}"/>
              </a:ext>
            </a:extLst>
          </p:cNvPr>
          <p:cNvSpPr>
            <a:spLocks noGrp="1"/>
          </p:cNvSpPr>
          <p:nvPr/>
        </p:nvSpPr>
        <p:spPr>
          <a:xfrm>
            <a:off x="17303301" y="1209725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1E1A4D54-2A4A-0322-CC8C-DCBF89F9C708}"/>
              </a:ext>
            </a:extLst>
          </p:cNvPr>
          <p:cNvSpPr>
            <a:spLocks noGrp="1"/>
          </p:cNvSpPr>
          <p:nvPr/>
        </p:nvSpPr>
        <p:spPr>
          <a:xfrm>
            <a:off x="7046954" y="1258931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52FFF1D7-8748-5B69-7BF0-E2CC8C5E1779}"/>
              </a:ext>
            </a:extLst>
          </p:cNvPr>
          <p:cNvSpPr>
            <a:spLocks noGrp="1"/>
          </p:cNvSpPr>
          <p:nvPr/>
        </p:nvSpPr>
        <p:spPr>
          <a:xfrm>
            <a:off x="2882420" y="1209725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49536E5A-D00A-F477-47FE-E7F0BF3A9EBF}"/>
              </a:ext>
            </a:extLst>
          </p:cNvPr>
          <p:cNvSpPr>
            <a:spLocks noGrp="1"/>
          </p:cNvSpPr>
          <p:nvPr/>
        </p:nvSpPr>
        <p:spPr>
          <a:xfrm>
            <a:off x="12022110" y="1339509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" name="Rounded Rectangle">
            <a:extLst>
              <a:ext uri="{FF2B5EF4-FFF2-40B4-BE49-F238E27FC236}">
                <a16:creationId xmlns:a16="http://schemas.microsoft.com/office/drawing/2014/main" id="{B384FBB8-2EE3-DBF3-63C7-AD40A10D8CA8}"/>
              </a:ext>
            </a:extLst>
          </p:cNvPr>
          <p:cNvSpPr>
            <a:spLocks noGrp="1"/>
          </p:cNvSpPr>
          <p:nvPr/>
        </p:nvSpPr>
        <p:spPr>
          <a:xfrm>
            <a:off x="10371104" y="14144987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585F87A6-4C15-ED78-9D91-FAC371C564E6}"/>
              </a:ext>
            </a:extLst>
          </p:cNvPr>
          <p:cNvSpPr>
            <a:spLocks noGrp="1"/>
          </p:cNvSpPr>
          <p:nvPr/>
        </p:nvSpPr>
        <p:spPr>
          <a:xfrm>
            <a:off x="10052560" y="15842996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7FCA98CB-4A49-80FF-1630-C1A6F6B6B481}"/>
              </a:ext>
            </a:extLst>
          </p:cNvPr>
          <p:cNvSpPr>
            <a:spLocks noGrp="1"/>
          </p:cNvSpPr>
          <p:nvPr/>
        </p:nvSpPr>
        <p:spPr>
          <a:xfrm>
            <a:off x="12022111" y="1502960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2BBCBD9A-E717-45D2-20E1-D9C5320DF7DB}"/>
              </a:ext>
            </a:extLst>
          </p:cNvPr>
          <p:cNvSpPr>
            <a:spLocks noGrp="1"/>
          </p:cNvSpPr>
          <p:nvPr/>
        </p:nvSpPr>
        <p:spPr>
          <a:xfrm>
            <a:off x="14361196" y="16335836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" name="&lt;end&gt;">
            <a:extLst>
              <a:ext uri="{FF2B5EF4-FFF2-40B4-BE49-F238E27FC236}">
                <a16:creationId xmlns:a16="http://schemas.microsoft.com/office/drawing/2014/main" id="{C2E4B0DD-60A6-ADA9-26C9-A050FCADB05E}"/>
              </a:ext>
            </a:extLst>
          </p:cNvPr>
          <p:cNvSpPr>
            <a:spLocks noGrp="1"/>
          </p:cNvSpPr>
          <p:nvPr/>
        </p:nvSpPr>
        <p:spPr>
          <a:xfrm>
            <a:off x="17303301" y="15843778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  <p:sp>
        <p:nvSpPr>
          <p:cNvPr id="40" name="Line">
            <a:extLst>
              <a:ext uri="{FF2B5EF4-FFF2-40B4-BE49-F238E27FC236}">
                <a16:creationId xmlns:a16="http://schemas.microsoft.com/office/drawing/2014/main" id="{7F9B0129-4661-A259-A221-74F6C6BDD922}"/>
              </a:ext>
            </a:extLst>
          </p:cNvPr>
          <p:cNvSpPr>
            <a:spLocks noGrp="1"/>
          </p:cNvSpPr>
          <p:nvPr/>
        </p:nvSpPr>
        <p:spPr>
          <a:xfrm>
            <a:off x="7046954" y="16335836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1" name="Boston">
            <a:extLst>
              <a:ext uri="{FF2B5EF4-FFF2-40B4-BE49-F238E27FC236}">
                <a16:creationId xmlns:a16="http://schemas.microsoft.com/office/drawing/2014/main" id="{F4533D69-BA8D-315A-335D-16BF095B6FC0}"/>
              </a:ext>
            </a:extLst>
          </p:cNvPr>
          <p:cNvSpPr>
            <a:spLocks noGrp="1"/>
          </p:cNvSpPr>
          <p:nvPr/>
        </p:nvSpPr>
        <p:spPr>
          <a:xfrm>
            <a:off x="2882420" y="1584377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</p:spTree>
    <p:extLst>
      <p:ext uri="{BB962C8B-B14F-4D97-AF65-F5344CB8AC3E}">
        <p14:creationId xmlns:p14="http://schemas.microsoft.com/office/powerpoint/2010/main" val="346424597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8871-0655-0116-E118-2835945F9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630B9867-F0E2-0E1A-1612-09D962339870}"/>
              </a:ext>
            </a:extLst>
          </p:cNvPr>
          <p:cNvSpPr>
            <a:spLocks noGrp="1"/>
          </p:cNvSpPr>
          <p:nvPr/>
        </p:nvSpPr>
        <p:spPr>
          <a:xfrm>
            <a:off x="7029371" y="-131785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2582CD75-07C6-8BF4-3CD9-56EA2EBEDA11}"/>
              </a:ext>
            </a:extLst>
          </p:cNvPr>
          <p:cNvSpPr>
            <a:spLocks noGrp="1"/>
          </p:cNvSpPr>
          <p:nvPr/>
        </p:nvSpPr>
        <p:spPr>
          <a:xfrm>
            <a:off x="10034977" y="-1367139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F5C14331-A215-62B4-1835-1C65ECA9B229}"/>
              </a:ext>
            </a:extLst>
          </p:cNvPr>
          <p:cNvSpPr>
            <a:spLocks noGrp="1"/>
          </p:cNvSpPr>
          <p:nvPr/>
        </p:nvSpPr>
        <p:spPr>
          <a:xfrm>
            <a:off x="2864838" y="-1367061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C7B817E1-E648-117D-FB8C-55B80AD43766}"/>
              </a:ext>
            </a:extLst>
          </p:cNvPr>
          <p:cNvSpPr>
            <a:spLocks noGrp="1"/>
          </p:cNvSpPr>
          <p:nvPr/>
        </p:nvSpPr>
        <p:spPr>
          <a:xfrm>
            <a:off x="12004529" y="-144847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6923E71C-0409-DA12-F760-1CB265D942DD}"/>
              </a:ext>
            </a:extLst>
          </p:cNvPr>
          <p:cNvSpPr>
            <a:spLocks noGrp="1"/>
          </p:cNvSpPr>
          <p:nvPr/>
        </p:nvSpPr>
        <p:spPr>
          <a:xfrm>
            <a:off x="12004528" y="-12346728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6CE9E334-B471-3D06-8C4E-E2C315F1C354}"/>
              </a:ext>
            </a:extLst>
          </p:cNvPr>
          <p:cNvSpPr>
            <a:spLocks noGrp="1"/>
          </p:cNvSpPr>
          <p:nvPr/>
        </p:nvSpPr>
        <p:spPr>
          <a:xfrm>
            <a:off x="10353521" y="-11596834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EB3972FF-1B60-A505-3503-7E6AC5556BC3}"/>
              </a:ext>
            </a:extLst>
          </p:cNvPr>
          <p:cNvSpPr>
            <a:spLocks noGrp="1"/>
          </p:cNvSpPr>
          <p:nvPr/>
        </p:nvSpPr>
        <p:spPr>
          <a:xfrm>
            <a:off x="7029371" y="-94772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56C7BACB-FC79-D182-65FF-BDA7D4A2A586}"/>
              </a:ext>
            </a:extLst>
          </p:cNvPr>
          <p:cNvSpPr>
            <a:spLocks noGrp="1"/>
          </p:cNvSpPr>
          <p:nvPr/>
        </p:nvSpPr>
        <p:spPr>
          <a:xfrm>
            <a:off x="10034977" y="-997004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4FA2940B-2BB9-3140-B6F7-BDEB42C6E96C}"/>
              </a:ext>
            </a:extLst>
          </p:cNvPr>
          <p:cNvSpPr>
            <a:spLocks noGrp="1"/>
          </p:cNvSpPr>
          <p:nvPr/>
        </p:nvSpPr>
        <p:spPr>
          <a:xfrm>
            <a:off x="2864838" y="-996926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89839728-8B1F-89B0-F6B3-1148FB3C4036}"/>
              </a:ext>
            </a:extLst>
          </p:cNvPr>
          <p:cNvSpPr>
            <a:spLocks noGrp="1"/>
          </p:cNvSpPr>
          <p:nvPr/>
        </p:nvSpPr>
        <p:spPr>
          <a:xfrm>
            <a:off x="12004529" y="-1078344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8BCF9D6A-FB0F-68D1-20E4-39E74172334E}"/>
              </a:ext>
            </a:extLst>
          </p:cNvPr>
          <p:cNvSpPr>
            <a:spLocks noGrp="1"/>
          </p:cNvSpPr>
          <p:nvPr/>
        </p:nvSpPr>
        <p:spPr>
          <a:xfrm>
            <a:off x="12004528" y="-8645387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FE84FF88-3C9B-5BC0-0492-C7F6E718049F}"/>
              </a:ext>
            </a:extLst>
          </p:cNvPr>
          <p:cNvSpPr>
            <a:spLocks noGrp="1"/>
          </p:cNvSpPr>
          <p:nvPr/>
        </p:nvSpPr>
        <p:spPr>
          <a:xfrm>
            <a:off x="10353521" y="-789549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8A3A9350-936F-52C8-CD1B-19483D3A5156}"/>
              </a:ext>
            </a:extLst>
          </p:cNvPr>
          <p:cNvSpPr>
            <a:spLocks noGrp="1"/>
          </p:cNvSpPr>
          <p:nvPr/>
        </p:nvSpPr>
        <p:spPr>
          <a:xfrm>
            <a:off x="7029371" y="-577586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C800934B-6C45-A622-9BC9-87F9C39C8EA8}"/>
              </a:ext>
            </a:extLst>
          </p:cNvPr>
          <p:cNvSpPr>
            <a:spLocks noGrp="1"/>
          </p:cNvSpPr>
          <p:nvPr/>
        </p:nvSpPr>
        <p:spPr>
          <a:xfrm>
            <a:off x="10034977" y="-62687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9121ACF8-AFE4-FDB6-16E2-66B11460977D}"/>
              </a:ext>
            </a:extLst>
          </p:cNvPr>
          <p:cNvSpPr>
            <a:spLocks noGrp="1"/>
          </p:cNvSpPr>
          <p:nvPr/>
        </p:nvSpPr>
        <p:spPr>
          <a:xfrm>
            <a:off x="2864838" y="-626792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13FB9BCE-E785-EE38-A352-CC2CE0E86081}"/>
              </a:ext>
            </a:extLst>
          </p:cNvPr>
          <p:cNvSpPr>
            <a:spLocks noGrp="1"/>
          </p:cNvSpPr>
          <p:nvPr/>
        </p:nvSpPr>
        <p:spPr>
          <a:xfrm>
            <a:off x="12004529" y="-708210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6E54BA64-49CC-4C0E-83EB-7359A8558A94}"/>
              </a:ext>
            </a:extLst>
          </p:cNvPr>
          <p:cNvSpPr>
            <a:spLocks noGrp="1"/>
          </p:cNvSpPr>
          <p:nvPr/>
        </p:nvSpPr>
        <p:spPr>
          <a:xfrm>
            <a:off x="12004526" y="-494404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B7A4A97B-2056-4B07-A2D4-05395BE00742}"/>
              </a:ext>
            </a:extLst>
          </p:cNvPr>
          <p:cNvSpPr>
            <a:spLocks noGrp="1"/>
          </p:cNvSpPr>
          <p:nvPr/>
        </p:nvSpPr>
        <p:spPr>
          <a:xfrm>
            <a:off x="10353520" y="-41941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2CE535F1-E2BD-7E96-DB9A-8B6AB0285A30}"/>
              </a:ext>
            </a:extLst>
          </p:cNvPr>
          <p:cNvSpPr>
            <a:spLocks noGrp="1"/>
          </p:cNvSpPr>
          <p:nvPr/>
        </p:nvSpPr>
        <p:spPr>
          <a:xfrm>
            <a:off x="10034976" y="-249614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1D8C41E7-C632-8A7C-C960-F3C1A21114BB}"/>
              </a:ext>
            </a:extLst>
          </p:cNvPr>
          <p:cNvSpPr>
            <a:spLocks noGrp="1"/>
          </p:cNvSpPr>
          <p:nvPr/>
        </p:nvSpPr>
        <p:spPr>
          <a:xfrm>
            <a:off x="12004527" y="-330953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12F7AB33-344F-EB24-D9C4-8C31AD0B38FD}"/>
              </a:ext>
            </a:extLst>
          </p:cNvPr>
          <p:cNvSpPr>
            <a:spLocks noGrp="1"/>
          </p:cNvSpPr>
          <p:nvPr/>
        </p:nvSpPr>
        <p:spPr>
          <a:xfrm>
            <a:off x="14343612" y="-2003301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4689360E-04A4-3620-F296-E369AD281CC0}"/>
              </a:ext>
            </a:extLst>
          </p:cNvPr>
          <p:cNvSpPr>
            <a:spLocks noGrp="1"/>
          </p:cNvSpPr>
          <p:nvPr/>
        </p:nvSpPr>
        <p:spPr>
          <a:xfrm>
            <a:off x="17285717" y="-2495359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FAAAC1A3-9490-912E-2B59-AAEF123953CB}"/>
              </a:ext>
            </a:extLst>
          </p:cNvPr>
          <p:cNvSpPr>
            <a:spLocks noGrp="1"/>
          </p:cNvSpPr>
          <p:nvPr/>
        </p:nvSpPr>
        <p:spPr>
          <a:xfrm>
            <a:off x="7038040" y="-20033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57B6019B-AB4B-A966-A617-9632DB557432}"/>
              </a:ext>
            </a:extLst>
          </p:cNvPr>
          <p:cNvSpPr>
            <a:spLocks noGrp="1"/>
          </p:cNvSpPr>
          <p:nvPr/>
        </p:nvSpPr>
        <p:spPr>
          <a:xfrm>
            <a:off x="2873507" y="-249535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E368817B-6120-4860-FA5F-FF44B0380EDB}"/>
              </a:ext>
            </a:extLst>
          </p:cNvPr>
          <p:cNvSpPr>
            <a:spLocks noGrp="1"/>
          </p:cNvSpPr>
          <p:nvPr/>
        </p:nvSpPr>
        <p:spPr>
          <a:xfrm>
            <a:off x="12022110" y="-130620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70083C99-BD94-663F-3BB5-DE8881CF6CC2}"/>
              </a:ext>
            </a:extLst>
          </p:cNvPr>
          <p:cNvSpPr>
            <a:spLocks noGrp="1"/>
          </p:cNvSpPr>
          <p:nvPr/>
        </p:nvSpPr>
        <p:spPr>
          <a:xfrm>
            <a:off x="10371104" y="-5563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1F3B8DF9-320E-FB47-F8B1-0A084D2F29FB}"/>
              </a:ext>
            </a:extLst>
          </p:cNvPr>
          <p:cNvSpPr>
            <a:spLocks noGrp="1"/>
          </p:cNvSpPr>
          <p:nvPr/>
        </p:nvSpPr>
        <p:spPr>
          <a:xfrm>
            <a:off x="10052560" y="11416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BC8D6F85-40C5-F625-8B0E-D8B7ADF9BECF}"/>
              </a:ext>
            </a:extLst>
          </p:cNvPr>
          <p:cNvSpPr>
            <a:spLocks noGrp="1"/>
          </p:cNvSpPr>
          <p:nvPr/>
        </p:nvSpPr>
        <p:spPr>
          <a:xfrm>
            <a:off x="12022111" y="3283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83D6EDC2-09B6-D3FA-1917-4D0C6D926FE1}"/>
              </a:ext>
            </a:extLst>
          </p:cNvPr>
          <p:cNvSpPr>
            <a:spLocks noGrp="1"/>
          </p:cNvSpPr>
          <p:nvPr/>
        </p:nvSpPr>
        <p:spPr>
          <a:xfrm>
            <a:off x="14361196" y="16345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88154DF7-F5C9-F5DE-27D0-D52C861AECC9}"/>
              </a:ext>
            </a:extLst>
          </p:cNvPr>
          <p:cNvSpPr>
            <a:spLocks noGrp="1"/>
          </p:cNvSpPr>
          <p:nvPr/>
        </p:nvSpPr>
        <p:spPr>
          <a:xfrm>
            <a:off x="17303301" y="11424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E1FCDF40-ED1A-0F02-9299-6227457E4B83}"/>
              </a:ext>
            </a:extLst>
          </p:cNvPr>
          <p:cNvSpPr>
            <a:spLocks noGrp="1"/>
          </p:cNvSpPr>
          <p:nvPr/>
        </p:nvSpPr>
        <p:spPr>
          <a:xfrm>
            <a:off x="7046954" y="16345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F77BFACD-6A23-C3F3-BBA4-9046E1490A30}"/>
              </a:ext>
            </a:extLst>
          </p:cNvPr>
          <p:cNvSpPr>
            <a:spLocks noGrp="1"/>
          </p:cNvSpPr>
          <p:nvPr/>
        </p:nvSpPr>
        <p:spPr>
          <a:xfrm>
            <a:off x="2882420" y="11424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E7E44DAC-7E6B-02B6-62B7-50ABA44ACA27}"/>
              </a:ext>
            </a:extLst>
          </p:cNvPr>
          <p:cNvSpPr>
            <a:spLocks noGrp="1"/>
          </p:cNvSpPr>
          <p:nvPr/>
        </p:nvSpPr>
        <p:spPr>
          <a:xfrm>
            <a:off x="12022110" y="23951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79D81708-334F-7CDE-552C-D9DB9F1C0476}"/>
              </a:ext>
            </a:extLst>
          </p:cNvPr>
          <p:cNvSpPr>
            <a:spLocks noGrp="1"/>
          </p:cNvSpPr>
          <p:nvPr/>
        </p:nvSpPr>
        <p:spPr>
          <a:xfrm>
            <a:off x="10371104" y="31450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4FF8778B-CEB1-7E30-A533-D9E38EA1E61B}"/>
              </a:ext>
            </a:extLst>
          </p:cNvPr>
          <p:cNvSpPr>
            <a:spLocks noGrp="1"/>
          </p:cNvSpPr>
          <p:nvPr/>
        </p:nvSpPr>
        <p:spPr>
          <a:xfrm>
            <a:off x="10052560" y="48430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C2FF3D36-6E2D-2BE5-C5D2-2F9E591DD284}"/>
              </a:ext>
            </a:extLst>
          </p:cNvPr>
          <p:cNvSpPr>
            <a:spLocks noGrp="1"/>
          </p:cNvSpPr>
          <p:nvPr/>
        </p:nvSpPr>
        <p:spPr>
          <a:xfrm>
            <a:off x="12022111" y="40296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0162F0CD-37C2-67B9-B8C9-73EF1C7A6D01}"/>
              </a:ext>
            </a:extLst>
          </p:cNvPr>
          <p:cNvSpPr>
            <a:spLocks noGrp="1"/>
          </p:cNvSpPr>
          <p:nvPr/>
        </p:nvSpPr>
        <p:spPr>
          <a:xfrm>
            <a:off x="14361196" y="53358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6674F711-7FDA-ABC2-E1ED-CB5E886879ED}"/>
              </a:ext>
            </a:extLst>
          </p:cNvPr>
          <p:cNvSpPr>
            <a:spLocks noGrp="1"/>
          </p:cNvSpPr>
          <p:nvPr/>
        </p:nvSpPr>
        <p:spPr>
          <a:xfrm>
            <a:off x="17303301" y="48438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5889FA53-F26D-182F-E195-B0EE88028167}"/>
              </a:ext>
            </a:extLst>
          </p:cNvPr>
          <p:cNvSpPr>
            <a:spLocks noGrp="1"/>
          </p:cNvSpPr>
          <p:nvPr/>
        </p:nvSpPr>
        <p:spPr>
          <a:xfrm>
            <a:off x="7046954" y="53358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222C3695-D478-4186-410D-47957C91D495}"/>
              </a:ext>
            </a:extLst>
          </p:cNvPr>
          <p:cNvSpPr>
            <a:spLocks noGrp="1"/>
          </p:cNvSpPr>
          <p:nvPr/>
        </p:nvSpPr>
        <p:spPr>
          <a:xfrm>
            <a:off x="2882420" y="48438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4BF833A9-003B-5960-89A6-133A0FCC8B51}"/>
              </a:ext>
            </a:extLst>
          </p:cNvPr>
          <p:cNvSpPr>
            <a:spLocks noGrp="1"/>
          </p:cNvSpPr>
          <p:nvPr/>
        </p:nvSpPr>
        <p:spPr>
          <a:xfrm>
            <a:off x="12022110" y="60964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55084110-F840-079F-BF7F-87CDC993419D}"/>
              </a:ext>
            </a:extLst>
          </p:cNvPr>
          <p:cNvSpPr>
            <a:spLocks noGrp="1"/>
          </p:cNvSpPr>
          <p:nvPr/>
        </p:nvSpPr>
        <p:spPr>
          <a:xfrm>
            <a:off x="10371104" y="68463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0E1C40FB-0C4D-B3C0-16C9-E77D56DC4645}"/>
              </a:ext>
            </a:extLst>
          </p:cNvPr>
          <p:cNvSpPr>
            <a:spLocks noGrp="1"/>
          </p:cNvSpPr>
          <p:nvPr/>
        </p:nvSpPr>
        <p:spPr>
          <a:xfrm>
            <a:off x="10052560" y="85443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91309771-0F55-D972-B87B-625BC2FB606E}"/>
              </a:ext>
            </a:extLst>
          </p:cNvPr>
          <p:cNvSpPr>
            <a:spLocks noGrp="1"/>
          </p:cNvSpPr>
          <p:nvPr/>
        </p:nvSpPr>
        <p:spPr>
          <a:xfrm>
            <a:off x="12022111" y="77309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78069581-BD53-3584-D0BF-0E17CE9F29A7}"/>
              </a:ext>
            </a:extLst>
          </p:cNvPr>
          <p:cNvSpPr>
            <a:spLocks noGrp="1"/>
          </p:cNvSpPr>
          <p:nvPr/>
        </p:nvSpPr>
        <p:spPr>
          <a:xfrm>
            <a:off x="14361196" y="90372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9FEF3F0D-78CE-3685-238B-3A0387F89AC6}"/>
              </a:ext>
            </a:extLst>
          </p:cNvPr>
          <p:cNvSpPr>
            <a:spLocks noGrp="1"/>
          </p:cNvSpPr>
          <p:nvPr/>
        </p:nvSpPr>
        <p:spPr>
          <a:xfrm>
            <a:off x="17303301" y="85451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F84ED226-ECC9-2137-788D-F8492468215A}"/>
              </a:ext>
            </a:extLst>
          </p:cNvPr>
          <p:cNvSpPr>
            <a:spLocks noGrp="1"/>
          </p:cNvSpPr>
          <p:nvPr/>
        </p:nvSpPr>
        <p:spPr>
          <a:xfrm>
            <a:off x="7046954" y="90372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8C9F4BE4-3C9F-170E-4DB3-E18F552F99B0}"/>
              </a:ext>
            </a:extLst>
          </p:cNvPr>
          <p:cNvSpPr>
            <a:spLocks noGrp="1"/>
          </p:cNvSpPr>
          <p:nvPr/>
        </p:nvSpPr>
        <p:spPr>
          <a:xfrm>
            <a:off x="2882420" y="85451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</p:spTree>
    <p:extLst>
      <p:ext uri="{BB962C8B-B14F-4D97-AF65-F5344CB8AC3E}">
        <p14:creationId xmlns:p14="http://schemas.microsoft.com/office/powerpoint/2010/main" val="2891870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4B69-7E48-5705-6550-C2889067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000978CB-0837-FE10-E273-4687A6D02D40}"/>
              </a:ext>
            </a:extLst>
          </p:cNvPr>
          <p:cNvSpPr>
            <a:spLocks noGrp="1"/>
          </p:cNvSpPr>
          <p:nvPr/>
        </p:nvSpPr>
        <p:spPr>
          <a:xfrm>
            <a:off x="7029371" y="-131785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00021B82-7257-EC38-79B7-330DD939BA68}"/>
              </a:ext>
            </a:extLst>
          </p:cNvPr>
          <p:cNvSpPr>
            <a:spLocks noGrp="1"/>
          </p:cNvSpPr>
          <p:nvPr/>
        </p:nvSpPr>
        <p:spPr>
          <a:xfrm>
            <a:off x="10034977" y="-1367139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D373452B-33E9-EB7C-81B2-C47596F964F0}"/>
              </a:ext>
            </a:extLst>
          </p:cNvPr>
          <p:cNvSpPr>
            <a:spLocks noGrp="1"/>
          </p:cNvSpPr>
          <p:nvPr/>
        </p:nvSpPr>
        <p:spPr>
          <a:xfrm>
            <a:off x="2864838" y="-1367061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21323BEB-914A-3A76-8CDD-2B359A3BF8D7}"/>
              </a:ext>
            </a:extLst>
          </p:cNvPr>
          <p:cNvSpPr>
            <a:spLocks noGrp="1"/>
          </p:cNvSpPr>
          <p:nvPr/>
        </p:nvSpPr>
        <p:spPr>
          <a:xfrm>
            <a:off x="12004529" y="-144847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48F5A4F9-B414-3606-8764-3C400D9F26A0}"/>
              </a:ext>
            </a:extLst>
          </p:cNvPr>
          <p:cNvSpPr>
            <a:spLocks noGrp="1"/>
          </p:cNvSpPr>
          <p:nvPr/>
        </p:nvSpPr>
        <p:spPr>
          <a:xfrm>
            <a:off x="12004528" y="-12346728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3D809E4D-008A-E867-CA51-D23CCDE407A7}"/>
              </a:ext>
            </a:extLst>
          </p:cNvPr>
          <p:cNvSpPr>
            <a:spLocks noGrp="1"/>
          </p:cNvSpPr>
          <p:nvPr/>
        </p:nvSpPr>
        <p:spPr>
          <a:xfrm>
            <a:off x="10353521" y="-11596834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93B1E2B5-B11C-AAB8-2A66-E9C60C3DF247}"/>
              </a:ext>
            </a:extLst>
          </p:cNvPr>
          <p:cNvSpPr>
            <a:spLocks noGrp="1"/>
          </p:cNvSpPr>
          <p:nvPr/>
        </p:nvSpPr>
        <p:spPr>
          <a:xfrm>
            <a:off x="7029371" y="-94772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D7977B0E-92CA-EC6A-A0DA-05FA000BBD38}"/>
              </a:ext>
            </a:extLst>
          </p:cNvPr>
          <p:cNvSpPr>
            <a:spLocks noGrp="1"/>
          </p:cNvSpPr>
          <p:nvPr/>
        </p:nvSpPr>
        <p:spPr>
          <a:xfrm>
            <a:off x="10034977" y="-997004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D240FF23-D147-1002-6D73-2829F9EC3432}"/>
              </a:ext>
            </a:extLst>
          </p:cNvPr>
          <p:cNvSpPr>
            <a:spLocks noGrp="1"/>
          </p:cNvSpPr>
          <p:nvPr/>
        </p:nvSpPr>
        <p:spPr>
          <a:xfrm>
            <a:off x="2864838" y="-996926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3C2D5EAA-C1C9-C30B-15BC-ED07672D6BBF}"/>
              </a:ext>
            </a:extLst>
          </p:cNvPr>
          <p:cNvSpPr>
            <a:spLocks noGrp="1"/>
          </p:cNvSpPr>
          <p:nvPr/>
        </p:nvSpPr>
        <p:spPr>
          <a:xfrm>
            <a:off x="12004529" y="-1078344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95E74477-9715-D91B-980B-A72129A0FA71}"/>
              </a:ext>
            </a:extLst>
          </p:cNvPr>
          <p:cNvSpPr>
            <a:spLocks noGrp="1"/>
          </p:cNvSpPr>
          <p:nvPr/>
        </p:nvSpPr>
        <p:spPr>
          <a:xfrm>
            <a:off x="12004528" y="-8645387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8030E2AA-47B3-0CF7-3772-3CF1654DAA01}"/>
              </a:ext>
            </a:extLst>
          </p:cNvPr>
          <p:cNvSpPr>
            <a:spLocks noGrp="1"/>
          </p:cNvSpPr>
          <p:nvPr/>
        </p:nvSpPr>
        <p:spPr>
          <a:xfrm>
            <a:off x="10353521" y="-789549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37A0A29D-6AC0-17CB-62E6-ECFB447CD725}"/>
              </a:ext>
            </a:extLst>
          </p:cNvPr>
          <p:cNvSpPr>
            <a:spLocks noGrp="1"/>
          </p:cNvSpPr>
          <p:nvPr/>
        </p:nvSpPr>
        <p:spPr>
          <a:xfrm>
            <a:off x="7029371" y="-577586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CAED86EC-E2FA-510B-1F49-E04A3E95CEA1}"/>
              </a:ext>
            </a:extLst>
          </p:cNvPr>
          <p:cNvSpPr>
            <a:spLocks noGrp="1"/>
          </p:cNvSpPr>
          <p:nvPr/>
        </p:nvSpPr>
        <p:spPr>
          <a:xfrm>
            <a:off x="10034977" y="-62687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BF70963B-860D-7F45-CCAA-2A608ECC5046}"/>
              </a:ext>
            </a:extLst>
          </p:cNvPr>
          <p:cNvSpPr>
            <a:spLocks noGrp="1"/>
          </p:cNvSpPr>
          <p:nvPr/>
        </p:nvSpPr>
        <p:spPr>
          <a:xfrm>
            <a:off x="2864838" y="-626792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AA0DA71C-44E3-02D1-78B7-BEB4210899B8}"/>
              </a:ext>
            </a:extLst>
          </p:cNvPr>
          <p:cNvSpPr>
            <a:spLocks noGrp="1"/>
          </p:cNvSpPr>
          <p:nvPr/>
        </p:nvSpPr>
        <p:spPr>
          <a:xfrm>
            <a:off x="12004529" y="-708210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FDA4ADB2-1452-11DE-A171-9A8807D493E7}"/>
              </a:ext>
            </a:extLst>
          </p:cNvPr>
          <p:cNvSpPr>
            <a:spLocks noGrp="1"/>
          </p:cNvSpPr>
          <p:nvPr/>
        </p:nvSpPr>
        <p:spPr>
          <a:xfrm>
            <a:off x="12004526" y="-494404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C7F7B31C-8E3E-5032-A928-E3D15D84FE44}"/>
              </a:ext>
            </a:extLst>
          </p:cNvPr>
          <p:cNvSpPr>
            <a:spLocks noGrp="1"/>
          </p:cNvSpPr>
          <p:nvPr/>
        </p:nvSpPr>
        <p:spPr>
          <a:xfrm>
            <a:off x="10353520" y="-41941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22D00A0F-97F2-747B-1186-A4083F1FEAA0}"/>
              </a:ext>
            </a:extLst>
          </p:cNvPr>
          <p:cNvSpPr>
            <a:spLocks noGrp="1"/>
          </p:cNvSpPr>
          <p:nvPr/>
        </p:nvSpPr>
        <p:spPr>
          <a:xfrm>
            <a:off x="10034976" y="-249614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C69FD1D9-582F-28CD-05A3-8114724D2267}"/>
              </a:ext>
            </a:extLst>
          </p:cNvPr>
          <p:cNvSpPr>
            <a:spLocks noGrp="1"/>
          </p:cNvSpPr>
          <p:nvPr/>
        </p:nvSpPr>
        <p:spPr>
          <a:xfrm>
            <a:off x="12004527" y="-330953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58490B89-B004-B361-6C1D-6626BA53EC22}"/>
              </a:ext>
            </a:extLst>
          </p:cNvPr>
          <p:cNvSpPr>
            <a:spLocks noGrp="1"/>
          </p:cNvSpPr>
          <p:nvPr/>
        </p:nvSpPr>
        <p:spPr>
          <a:xfrm>
            <a:off x="14343612" y="-2003301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6852E057-47B7-0C43-1DBC-3589D9A8633F}"/>
              </a:ext>
            </a:extLst>
          </p:cNvPr>
          <p:cNvSpPr>
            <a:spLocks noGrp="1"/>
          </p:cNvSpPr>
          <p:nvPr/>
        </p:nvSpPr>
        <p:spPr>
          <a:xfrm>
            <a:off x="17285717" y="-2495359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80857E0D-21BE-A215-6025-73D266AFE70A}"/>
              </a:ext>
            </a:extLst>
          </p:cNvPr>
          <p:cNvSpPr>
            <a:spLocks noGrp="1"/>
          </p:cNvSpPr>
          <p:nvPr/>
        </p:nvSpPr>
        <p:spPr>
          <a:xfrm>
            <a:off x="7038040" y="-20033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FFA7F764-4181-11B4-3A5D-167072E8A2D6}"/>
              </a:ext>
            </a:extLst>
          </p:cNvPr>
          <p:cNvSpPr>
            <a:spLocks noGrp="1"/>
          </p:cNvSpPr>
          <p:nvPr/>
        </p:nvSpPr>
        <p:spPr>
          <a:xfrm>
            <a:off x="2873507" y="-249535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406D0A02-4CE9-E124-ECE8-224C3768ACBB}"/>
              </a:ext>
            </a:extLst>
          </p:cNvPr>
          <p:cNvSpPr>
            <a:spLocks noGrp="1"/>
          </p:cNvSpPr>
          <p:nvPr/>
        </p:nvSpPr>
        <p:spPr>
          <a:xfrm>
            <a:off x="12022110" y="-130620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6BCBF5A0-BF9C-8798-4C56-AA790388E192}"/>
              </a:ext>
            </a:extLst>
          </p:cNvPr>
          <p:cNvSpPr>
            <a:spLocks noGrp="1"/>
          </p:cNvSpPr>
          <p:nvPr/>
        </p:nvSpPr>
        <p:spPr>
          <a:xfrm>
            <a:off x="10371104" y="-5563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1BD820C5-FDB7-84FD-DD76-1B3F79381E54}"/>
              </a:ext>
            </a:extLst>
          </p:cNvPr>
          <p:cNvSpPr>
            <a:spLocks noGrp="1"/>
          </p:cNvSpPr>
          <p:nvPr/>
        </p:nvSpPr>
        <p:spPr>
          <a:xfrm>
            <a:off x="10052560" y="11416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BF42BB98-DFF6-A583-82BA-5B41BA3083C6}"/>
              </a:ext>
            </a:extLst>
          </p:cNvPr>
          <p:cNvSpPr>
            <a:spLocks noGrp="1"/>
          </p:cNvSpPr>
          <p:nvPr/>
        </p:nvSpPr>
        <p:spPr>
          <a:xfrm>
            <a:off x="12022111" y="3283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4DCBF60E-F19C-7E8C-FB6B-171D64814FF3}"/>
              </a:ext>
            </a:extLst>
          </p:cNvPr>
          <p:cNvSpPr>
            <a:spLocks noGrp="1"/>
          </p:cNvSpPr>
          <p:nvPr/>
        </p:nvSpPr>
        <p:spPr>
          <a:xfrm>
            <a:off x="14361196" y="16345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669DE66C-C6E0-1D3D-C774-7CCF2142C4B8}"/>
              </a:ext>
            </a:extLst>
          </p:cNvPr>
          <p:cNvSpPr>
            <a:spLocks noGrp="1"/>
          </p:cNvSpPr>
          <p:nvPr/>
        </p:nvSpPr>
        <p:spPr>
          <a:xfrm>
            <a:off x="17303301" y="11424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496FEAD3-3FC9-62C4-D10D-A316560A42C2}"/>
              </a:ext>
            </a:extLst>
          </p:cNvPr>
          <p:cNvSpPr>
            <a:spLocks noGrp="1"/>
          </p:cNvSpPr>
          <p:nvPr/>
        </p:nvSpPr>
        <p:spPr>
          <a:xfrm>
            <a:off x="7046954" y="16345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F9C2E081-856D-854A-9CB3-BD6728EBC776}"/>
              </a:ext>
            </a:extLst>
          </p:cNvPr>
          <p:cNvSpPr>
            <a:spLocks noGrp="1"/>
          </p:cNvSpPr>
          <p:nvPr/>
        </p:nvSpPr>
        <p:spPr>
          <a:xfrm>
            <a:off x="2882420" y="11424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86B7CB7E-3AB6-4992-A03C-99F4A9286916}"/>
              </a:ext>
            </a:extLst>
          </p:cNvPr>
          <p:cNvSpPr>
            <a:spLocks noGrp="1"/>
          </p:cNvSpPr>
          <p:nvPr/>
        </p:nvSpPr>
        <p:spPr>
          <a:xfrm>
            <a:off x="12022110" y="23951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0C948C8C-AE07-1B75-6D82-2F9D8C68EB99}"/>
              </a:ext>
            </a:extLst>
          </p:cNvPr>
          <p:cNvSpPr>
            <a:spLocks noGrp="1"/>
          </p:cNvSpPr>
          <p:nvPr/>
        </p:nvSpPr>
        <p:spPr>
          <a:xfrm>
            <a:off x="10371104" y="31450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52B256F2-5143-D39E-CEF1-02A04F4210F3}"/>
              </a:ext>
            </a:extLst>
          </p:cNvPr>
          <p:cNvSpPr>
            <a:spLocks noGrp="1"/>
          </p:cNvSpPr>
          <p:nvPr/>
        </p:nvSpPr>
        <p:spPr>
          <a:xfrm>
            <a:off x="10052560" y="48430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E998558A-603F-5E96-DCE8-F279364AF638}"/>
              </a:ext>
            </a:extLst>
          </p:cNvPr>
          <p:cNvSpPr>
            <a:spLocks noGrp="1"/>
          </p:cNvSpPr>
          <p:nvPr/>
        </p:nvSpPr>
        <p:spPr>
          <a:xfrm>
            <a:off x="12022111" y="40296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62733C87-507B-043A-9007-3CB9F855341E}"/>
              </a:ext>
            </a:extLst>
          </p:cNvPr>
          <p:cNvSpPr>
            <a:spLocks noGrp="1"/>
          </p:cNvSpPr>
          <p:nvPr/>
        </p:nvSpPr>
        <p:spPr>
          <a:xfrm>
            <a:off x="14361196" y="53358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B517EDF9-5452-F15B-AFE1-D9F39126AAB6}"/>
              </a:ext>
            </a:extLst>
          </p:cNvPr>
          <p:cNvSpPr>
            <a:spLocks noGrp="1"/>
          </p:cNvSpPr>
          <p:nvPr/>
        </p:nvSpPr>
        <p:spPr>
          <a:xfrm>
            <a:off x="17303301" y="48438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E17D5BC4-5350-0BBD-18EC-F9AA4587F68A}"/>
              </a:ext>
            </a:extLst>
          </p:cNvPr>
          <p:cNvSpPr>
            <a:spLocks noGrp="1"/>
          </p:cNvSpPr>
          <p:nvPr/>
        </p:nvSpPr>
        <p:spPr>
          <a:xfrm>
            <a:off x="7046954" y="53358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E1E7788D-BA58-C47C-0D0E-09E405194B37}"/>
              </a:ext>
            </a:extLst>
          </p:cNvPr>
          <p:cNvSpPr>
            <a:spLocks noGrp="1"/>
          </p:cNvSpPr>
          <p:nvPr/>
        </p:nvSpPr>
        <p:spPr>
          <a:xfrm>
            <a:off x="2882420" y="48438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BA8B0563-9BD6-37C0-819C-C9497C6F1EC0}"/>
              </a:ext>
            </a:extLst>
          </p:cNvPr>
          <p:cNvSpPr>
            <a:spLocks noGrp="1"/>
          </p:cNvSpPr>
          <p:nvPr/>
        </p:nvSpPr>
        <p:spPr>
          <a:xfrm>
            <a:off x="12022110" y="60964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BA8597CF-FA4A-64B1-186F-2877187313DB}"/>
              </a:ext>
            </a:extLst>
          </p:cNvPr>
          <p:cNvSpPr>
            <a:spLocks noGrp="1"/>
          </p:cNvSpPr>
          <p:nvPr/>
        </p:nvSpPr>
        <p:spPr>
          <a:xfrm>
            <a:off x="10371104" y="68463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A8F5A11E-DF90-B83F-19FD-D85471797DA0}"/>
              </a:ext>
            </a:extLst>
          </p:cNvPr>
          <p:cNvSpPr>
            <a:spLocks noGrp="1"/>
          </p:cNvSpPr>
          <p:nvPr/>
        </p:nvSpPr>
        <p:spPr>
          <a:xfrm>
            <a:off x="10052560" y="85443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22E7FBEC-1718-BC51-4E2C-8AEB745A41D0}"/>
              </a:ext>
            </a:extLst>
          </p:cNvPr>
          <p:cNvSpPr>
            <a:spLocks noGrp="1"/>
          </p:cNvSpPr>
          <p:nvPr/>
        </p:nvSpPr>
        <p:spPr>
          <a:xfrm>
            <a:off x="12022111" y="77309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EEB6930F-FA4C-BE16-A2CE-A6AA44685AA5}"/>
              </a:ext>
            </a:extLst>
          </p:cNvPr>
          <p:cNvSpPr>
            <a:spLocks noGrp="1"/>
          </p:cNvSpPr>
          <p:nvPr/>
        </p:nvSpPr>
        <p:spPr>
          <a:xfrm>
            <a:off x="14361196" y="90372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C2C627EA-4DA4-3A96-C93C-689F02376F1F}"/>
              </a:ext>
            </a:extLst>
          </p:cNvPr>
          <p:cNvSpPr>
            <a:spLocks noGrp="1"/>
          </p:cNvSpPr>
          <p:nvPr/>
        </p:nvSpPr>
        <p:spPr>
          <a:xfrm>
            <a:off x="17303301" y="85451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24D065B9-7EEB-3026-6919-09E394EA1D52}"/>
              </a:ext>
            </a:extLst>
          </p:cNvPr>
          <p:cNvSpPr>
            <a:spLocks noGrp="1"/>
          </p:cNvSpPr>
          <p:nvPr/>
        </p:nvSpPr>
        <p:spPr>
          <a:xfrm>
            <a:off x="7046954" y="90372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F34BB18C-634B-1E37-76B4-44318F88A36B}"/>
              </a:ext>
            </a:extLst>
          </p:cNvPr>
          <p:cNvSpPr>
            <a:spLocks noGrp="1"/>
          </p:cNvSpPr>
          <p:nvPr/>
        </p:nvSpPr>
        <p:spPr>
          <a:xfrm>
            <a:off x="2882420" y="85451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28053E72-F50F-1AF0-F89E-69FAB9661915}"/>
              </a:ext>
            </a:extLst>
          </p:cNvPr>
          <p:cNvSpPr>
            <a:spLocks noGrp="1"/>
          </p:cNvSpPr>
          <p:nvPr/>
        </p:nvSpPr>
        <p:spPr>
          <a:xfrm>
            <a:off x="12022110" y="98430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" name="Rounded Rectangle">
            <a:extLst>
              <a:ext uri="{FF2B5EF4-FFF2-40B4-BE49-F238E27FC236}">
                <a16:creationId xmlns:a16="http://schemas.microsoft.com/office/drawing/2014/main" id="{D8990A75-C0E4-62EC-6A8F-562C8495F512}"/>
              </a:ext>
            </a:extLst>
          </p:cNvPr>
          <p:cNvSpPr>
            <a:spLocks noGrp="1"/>
          </p:cNvSpPr>
          <p:nvPr/>
        </p:nvSpPr>
        <p:spPr>
          <a:xfrm>
            <a:off x="10371104" y="1059289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76026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3F6C-B2FB-AACD-52EE-5A2517BD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9843A2D2-056D-FC92-9A89-A8A57DA71CD9}"/>
              </a:ext>
            </a:extLst>
          </p:cNvPr>
          <p:cNvSpPr>
            <a:spLocks noGrp="1"/>
          </p:cNvSpPr>
          <p:nvPr/>
        </p:nvSpPr>
        <p:spPr>
          <a:xfrm>
            <a:off x="7029371" y="-131785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FCE09F10-CE63-AF13-0918-600E50B9E89A}"/>
              </a:ext>
            </a:extLst>
          </p:cNvPr>
          <p:cNvSpPr>
            <a:spLocks noGrp="1"/>
          </p:cNvSpPr>
          <p:nvPr/>
        </p:nvSpPr>
        <p:spPr>
          <a:xfrm>
            <a:off x="10034977" y="-1367139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652800E2-9DDF-86B6-A775-D349B15F71A8}"/>
              </a:ext>
            </a:extLst>
          </p:cNvPr>
          <p:cNvSpPr>
            <a:spLocks noGrp="1"/>
          </p:cNvSpPr>
          <p:nvPr/>
        </p:nvSpPr>
        <p:spPr>
          <a:xfrm>
            <a:off x="2864838" y="-1367061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57D188CF-68BB-1323-60D7-72557D83CAB3}"/>
              </a:ext>
            </a:extLst>
          </p:cNvPr>
          <p:cNvSpPr>
            <a:spLocks noGrp="1"/>
          </p:cNvSpPr>
          <p:nvPr/>
        </p:nvSpPr>
        <p:spPr>
          <a:xfrm>
            <a:off x="12004529" y="-144847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9D49D8C0-0A6E-4809-E84D-E41AF94B6401}"/>
              </a:ext>
            </a:extLst>
          </p:cNvPr>
          <p:cNvSpPr>
            <a:spLocks noGrp="1"/>
          </p:cNvSpPr>
          <p:nvPr/>
        </p:nvSpPr>
        <p:spPr>
          <a:xfrm>
            <a:off x="12004528" y="-12346728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A1879424-A6C9-760F-4D21-267C4A4734A2}"/>
              </a:ext>
            </a:extLst>
          </p:cNvPr>
          <p:cNvSpPr>
            <a:spLocks noGrp="1"/>
          </p:cNvSpPr>
          <p:nvPr/>
        </p:nvSpPr>
        <p:spPr>
          <a:xfrm>
            <a:off x="10353521" y="-11596834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E1B11456-7623-9F21-772A-F96C1EBC3D27}"/>
              </a:ext>
            </a:extLst>
          </p:cNvPr>
          <p:cNvSpPr>
            <a:spLocks noGrp="1"/>
          </p:cNvSpPr>
          <p:nvPr/>
        </p:nvSpPr>
        <p:spPr>
          <a:xfrm>
            <a:off x="7029371" y="-94772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FD6A79E9-3087-28C9-45EA-C252E3CAF5F4}"/>
              </a:ext>
            </a:extLst>
          </p:cNvPr>
          <p:cNvSpPr>
            <a:spLocks noGrp="1"/>
          </p:cNvSpPr>
          <p:nvPr/>
        </p:nvSpPr>
        <p:spPr>
          <a:xfrm>
            <a:off x="10034977" y="-997004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883397E4-21C8-7B36-B59A-246C2E481100}"/>
              </a:ext>
            </a:extLst>
          </p:cNvPr>
          <p:cNvSpPr>
            <a:spLocks noGrp="1"/>
          </p:cNvSpPr>
          <p:nvPr/>
        </p:nvSpPr>
        <p:spPr>
          <a:xfrm>
            <a:off x="2864838" y="-996926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C63C6114-6F8A-EA3B-21CE-6F704A2581A3}"/>
              </a:ext>
            </a:extLst>
          </p:cNvPr>
          <p:cNvSpPr>
            <a:spLocks noGrp="1"/>
          </p:cNvSpPr>
          <p:nvPr/>
        </p:nvSpPr>
        <p:spPr>
          <a:xfrm>
            <a:off x="12004529" y="-1078344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E352F936-5361-5389-C043-6DB845DD5B90}"/>
              </a:ext>
            </a:extLst>
          </p:cNvPr>
          <p:cNvSpPr>
            <a:spLocks noGrp="1"/>
          </p:cNvSpPr>
          <p:nvPr/>
        </p:nvSpPr>
        <p:spPr>
          <a:xfrm>
            <a:off x="12004528" y="-8645387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ADD83EAC-73C1-711A-B92C-238BAF547C2A}"/>
              </a:ext>
            </a:extLst>
          </p:cNvPr>
          <p:cNvSpPr>
            <a:spLocks noGrp="1"/>
          </p:cNvSpPr>
          <p:nvPr/>
        </p:nvSpPr>
        <p:spPr>
          <a:xfrm>
            <a:off x="10353521" y="-789549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0708222F-0627-C633-2C92-5B5974D1374C}"/>
              </a:ext>
            </a:extLst>
          </p:cNvPr>
          <p:cNvSpPr>
            <a:spLocks noGrp="1"/>
          </p:cNvSpPr>
          <p:nvPr/>
        </p:nvSpPr>
        <p:spPr>
          <a:xfrm>
            <a:off x="7029371" y="-577586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A016AF42-69D3-9459-C7F0-D09F22F48ED8}"/>
              </a:ext>
            </a:extLst>
          </p:cNvPr>
          <p:cNvSpPr>
            <a:spLocks noGrp="1"/>
          </p:cNvSpPr>
          <p:nvPr/>
        </p:nvSpPr>
        <p:spPr>
          <a:xfrm>
            <a:off x="10034977" y="-62687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C82C1973-3A6F-058D-965C-CB06C3001A87}"/>
              </a:ext>
            </a:extLst>
          </p:cNvPr>
          <p:cNvSpPr>
            <a:spLocks noGrp="1"/>
          </p:cNvSpPr>
          <p:nvPr/>
        </p:nvSpPr>
        <p:spPr>
          <a:xfrm>
            <a:off x="2864838" y="-626792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0F92E5FD-D322-CB88-8F1D-FCBD1519E883}"/>
              </a:ext>
            </a:extLst>
          </p:cNvPr>
          <p:cNvSpPr>
            <a:spLocks noGrp="1"/>
          </p:cNvSpPr>
          <p:nvPr/>
        </p:nvSpPr>
        <p:spPr>
          <a:xfrm>
            <a:off x="12004529" y="-708210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5EB50DBF-ED85-3C53-DB99-15073C95E016}"/>
              </a:ext>
            </a:extLst>
          </p:cNvPr>
          <p:cNvSpPr>
            <a:spLocks noGrp="1"/>
          </p:cNvSpPr>
          <p:nvPr/>
        </p:nvSpPr>
        <p:spPr>
          <a:xfrm>
            <a:off x="12004526" y="-494404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A9CA0E95-91A9-4B55-F7AD-4BA4EA7CB378}"/>
              </a:ext>
            </a:extLst>
          </p:cNvPr>
          <p:cNvSpPr>
            <a:spLocks noGrp="1"/>
          </p:cNvSpPr>
          <p:nvPr/>
        </p:nvSpPr>
        <p:spPr>
          <a:xfrm>
            <a:off x="10353520" y="-41941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CFFEB49B-BED5-F065-604E-6524B76B2908}"/>
              </a:ext>
            </a:extLst>
          </p:cNvPr>
          <p:cNvSpPr>
            <a:spLocks noGrp="1"/>
          </p:cNvSpPr>
          <p:nvPr/>
        </p:nvSpPr>
        <p:spPr>
          <a:xfrm>
            <a:off x="10034976" y="-249614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0D7E6FFD-50F6-150F-5E45-BFAC8AB619F4}"/>
              </a:ext>
            </a:extLst>
          </p:cNvPr>
          <p:cNvSpPr>
            <a:spLocks noGrp="1"/>
          </p:cNvSpPr>
          <p:nvPr/>
        </p:nvSpPr>
        <p:spPr>
          <a:xfrm>
            <a:off x="12004527" y="-330953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74CC09E4-73A8-DC3C-F5D8-01980E321437}"/>
              </a:ext>
            </a:extLst>
          </p:cNvPr>
          <p:cNvSpPr>
            <a:spLocks noGrp="1"/>
          </p:cNvSpPr>
          <p:nvPr/>
        </p:nvSpPr>
        <p:spPr>
          <a:xfrm>
            <a:off x="14343612" y="-2003301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26230BA8-3EA9-41D3-64FB-BD9A6EACDC0C}"/>
              </a:ext>
            </a:extLst>
          </p:cNvPr>
          <p:cNvSpPr>
            <a:spLocks noGrp="1"/>
          </p:cNvSpPr>
          <p:nvPr/>
        </p:nvSpPr>
        <p:spPr>
          <a:xfrm>
            <a:off x="17285717" y="-2495359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0CB68B8C-ED37-14A8-C141-985E41878D23}"/>
              </a:ext>
            </a:extLst>
          </p:cNvPr>
          <p:cNvSpPr>
            <a:spLocks noGrp="1"/>
          </p:cNvSpPr>
          <p:nvPr/>
        </p:nvSpPr>
        <p:spPr>
          <a:xfrm>
            <a:off x="7038040" y="-20033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56AC1A5C-10DC-FB21-B05C-1414DF8E4953}"/>
              </a:ext>
            </a:extLst>
          </p:cNvPr>
          <p:cNvSpPr>
            <a:spLocks noGrp="1"/>
          </p:cNvSpPr>
          <p:nvPr/>
        </p:nvSpPr>
        <p:spPr>
          <a:xfrm>
            <a:off x="2873507" y="-249535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2B69F023-3A67-C6DF-4E38-C297BB02DC4D}"/>
              </a:ext>
            </a:extLst>
          </p:cNvPr>
          <p:cNvSpPr>
            <a:spLocks noGrp="1"/>
          </p:cNvSpPr>
          <p:nvPr/>
        </p:nvSpPr>
        <p:spPr>
          <a:xfrm>
            <a:off x="12022110" y="-130620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1C511DDD-B789-57AD-8665-5F931A354B0E}"/>
              </a:ext>
            </a:extLst>
          </p:cNvPr>
          <p:cNvSpPr>
            <a:spLocks noGrp="1"/>
          </p:cNvSpPr>
          <p:nvPr/>
        </p:nvSpPr>
        <p:spPr>
          <a:xfrm>
            <a:off x="10371104" y="-5563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BFF572EB-C5DD-8899-9278-CF363D81B1F6}"/>
              </a:ext>
            </a:extLst>
          </p:cNvPr>
          <p:cNvSpPr>
            <a:spLocks noGrp="1"/>
          </p:cNvSpPr>
          <p:nvPr/>
        </p:nvSpPr>
        <p:spPr>
          <a:xfrm>
            <a:off x="10052560" y="11416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F7690047-23C2-CE6C-761C-21B4ADD21A8C}"/>
              </a:ext>
            </a:extLst>
          </p:cNvPr>
          <p:cNvSpPr>
            <a:spLocks noGrp="1"/>
          </p:cNvSpPr>
          <p:nvPr/>
        </p:nvSpPr>
        <p:spPr>
          <a:xfrm>
            <a:off x="12022111" y="3283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89DFD8D5-1084-DC0B-4444-DA37BC1E5A6D}"/>
              </a:ext>
            </a:extLst>
          </p:cNvPr>
          <p:cNvSpPr>
            <a:spLocks noGrp="1"/>
          </p:cNvSpPr>
          <p:nvPr/>
        </p:nvSpPr>
        <p:spPr>
          <a:xfrm>
            <a:off x="14361196" y="16345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A7BE0D37-E16E-82EB-BCBC-A9945527D49B}"/>
              </a:ext>
            </a:extLst>
          </p:cNvPr>
          <p:cNvSpPr>
            <a:spLocks noGrp="1"/>
          </p:cNvSpPr>
          <p:nvPr/>
        </p:nvSpPr>
        <p:spPr>
          <a:xfrm>
            <a:off x="17303301" y="11424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25E5F67E-B360-9E7B-E4B3-53142B478CE2}"/>
              </a:ext>
            </a:extLst>
          </p:cNvPr>
          <p:cNvSpPr>
            <a:spLocks noGrp="1"/>
          </p:cNvSpPr>
          <p:nvPr/>
        </p:nvSpPr>
        <p:spPr>
          <a:xfrm>
            <a:off x="7046954" y="16345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65907E13-6654-2D8A-552E-9B4ADDBD3704}"/>
              </a:ext>
            </a:extLst>
          </p:cNvPr>
          <p:cNvSpPr>
            <a:spLocks noGrp="1"/>
          </p:cNvSpPr>
          <p:nvPr/>
        </p:nvSpPr>
        <p:spPr>
          <a:xfrm>
            <a:off x="2882420" y="11424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8BC2D814-8090-9970-9FD9-2FAAD24F7160}"/>
              </a:ext>
            </a:extLst>
          </p:cNvPr>
          <p:cNvSpPr>
            <a:spLocks noGrp="1"/>
          </p:cNvSpPr>
          <p:nvPr/>
        </p:nvSpPr>
        <p:spPr>
          <a:xfrm>
            <a:off x="12022110" y="23951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1109D254-640C-DB3A-A965-39C55AB49057}"/>
              </a:ext>
            </a:extLst>
          </p:cNvPr>
          <p:cNvSpPr>
            <a:spLocks noGrp="1"/>
          </p:cNvSpPr>
          <p:nvPr/>
        </p:nvSpPr>
        <p:spPr>
          <a:xfrm>
            <a:off x="10371104" y="31450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48061AFC-7AAC-22C8-6A3F-2D4F2CD3F345}"/>
              </a:ext>
            </a:extLst>
          </p:cNvPr>
          <p:cNvSpPr>
            <a:spLocks noGrp="1"/>
          </p:cNvSpPr>
          <p:nvPr/>
        </p:nvSpPr>
        <p:spPr>
          <a:xfrm>
            <a:off x="10052560" y="48430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A6D5780F-5798-3EAB-6112-37A2180B5C0F}"/>
              </a:ext>
            </a:extLst>
          </p:cNvPr>
          <p:cNvSpPr>
            <a:spLocks noGrp="1"/>
          </p:cNvSpPr>
          <p:nvPr/>
        </p:nvSpPr>
        <p:spPr>
          <a:xfrm>
            <a:off x="12022111" y="40296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B9498933-2396-DAD1-965B-BF395D65EDE0}"/>
              </a:ext>
            </a:extLst>
          </p:cNvPr>
          <p:cNvSpPr>
            <a:spLocks noGrp="1"/>
          </p:cNvSpPr>
          <p:nvPr/>
        </p:nvSpPr>
        <p:spPr>
          <a:xfrm>
            <a:off x="14361196" y="53358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CCADF843-A141-44EC-A043-226802867781}"/>
              </a:ext>
            </a:extLst>
          </p:cNvPr>
          <p:cNvSpPr>
            <a:spLocks noGrp="1"/>
          </p:cNvSpPr>
          <p:nvPr/>
        </p:nvSpPr>
        <p:spPr>
          <a:xfrm>
            <a:off x="17303301" y="48438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BC7B42B1-9905-F40A-93DF-0F3635AA9989}"/>
              </a:ext>
            </a:extLst>
          </p:cNvPr>
          <p:cNvSpPr>
            <a:spLocks noGrp="1"/>
          </p:cNvSpPr>
          <p:nvPr/>
        </p:nvSpPr>
        <p:spPr>
          <a:xfrm>
            <a:off x="7046954" y="53358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4DF9ED00-906E-6764-ED26-BD364287C790}"/>
              </a:ext>
            </a:extLst>
          </p:cNvPr>
          <p:cNvSpPr>
            <a:spLocks noGrp="1"/>
          </p:cNvSpPr>
          <p:nvPr/>
        </p:nvSpPr>
        <p:spPr>
          <a:xfrm>
            <a:off x="2882420" y="48438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FF705864-FC7E-A1B6-F5EA-654EADE8902E}"/>
              </a:ext>
            </a:extLst>
          </p:cNvPr>
          <p:cNvSpPr>
            <a:spLocks noGrp="1"/>
          </p:cNvSpPr>
          <p:nvPr/>
        </p:nvSpPr>
        <p:spPr>
          <a:xfrm>
            <a:off x="12022110" y="60964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24AEBA56-3CC6-D176-A37A-50F45881DBC3}"/>
              </a:ext>
            </a:extLst>
          </p:cNvPr>
          <p:cNvSpPr>
            <a:spLocks noGrp="1"/>
          </p:cNvSpPr>
          <p:nvPr/>
        </p:nvSpPr>
        <p:spPr>
          <a:xfrm>
            <a:off x="10371104" y="68463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A32BD1F6-4E80-56FA-A672-35C11E139DB8}"/>
              </a:ext>
            </a:extLst>
          </p:cNvPr>
          <p:cNvSpPr>
            <a:spLocks noGrp="1"/>
          </p:cNvSpPr>
          <p:nvPr/>
        </p:nvSpPr>
        <p:spPr>
          <a:xfrm>
            <a:off x="10052560" y="85443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D68F7D68-4405-FB2D-6C5B-6BB6704DAFC2}"/>
              </a:ext>
            </a:extLst>
          </p:cNvPr>
          <p:cNvSpPr>
            <a:spLocks noGrp="1"/>
          </p:cNvSpPr>
          <p:nvPr/>
        </p:nvSpPr>
        <p:spPr>
          <a:xfrm>
            <a:off x="12022111" y="77309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D2A4B9DA-0294-5793-1292-697AAA38F3B3}"/>
              </a:ext>
            </a:extLst>
          </p:cNvPr>
          <p:cNvSpPr>
            <a:spLocks noGrp="1"/>
          </p:cNvSpPr>
          <p:nvPr/>
        </p:nvSpPr>
        <p:spPr>
          <a:xfrm>
            <a:off x="14361196" y="90372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6BA8BCE0-9FA7-388A-C95A-BC726C71F29F}"/>
              </a:ext>
            </a:extLst>
          </p:cNvPr>
          <p:cNvSpPr>
            <a:spLocks noGrp="1"/>
          </p:cNvSpPr>
          <p:nvPr/>
        </p:nvSpPr>
        <p:spPr>
          <a:xfrm>
            <a:off x="17303301" y="85451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5ECFEABA-307F-D45E-972F-98F887BEE2C3}"/>
              </a:ext>
            </a:extLst>
          </p:cNvPr>
          <p:cNvSpPr>
            <a:spLocks noGrp="1"/>
          </p:cNvSpPr>
          <p:nvPr/>
        </p:nvSpPr>
        <p:spPr>
          <a:xfrm>
            <a:off x="7046954" y="90372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F0D0243B-9D58-49A0-2F31-81DC5118B534}"/>
              </a:ext>
            </a:extLst>
          </p:cNvPr>
          <p:cNvSpPr>
            <a:spLocks noGrp="1"/>
          </p:cNvSpPr>
          <p:nvPr/>
        </p:nvSpPr>
        <p:spPr>
          <a:xfrm>
            <a:off x="2882420" y="85451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8F6086C8-1C57-415D-A5BD-141AA4AE82DD}"/>
              </a:ext>
            </a:extLst>
          </p:cNvPr>
          <p:cNvSpPr>
            <a:spLocks noGrp="1"/>
          </p:cNvSpPr>
          <p:nvPr/>
        </p:nvSpPr>
        <p:spPr>
          <a:xfrm>
            <a:off x="12022110" y="98430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" name="Rounded Rectangle">
            <a:extLst>
              <a:ext uri="{FF2B5EF4-FFF2-40B4-BE49-F238E27FC236}">
                <a16:creationId xmlns:a16="http://schemas.microsoft.com/office/drawing/2014/main" id="{B3FE2034-6B9F-B91E-939E-BA6BD70AFB94}"/>
              </a:ext>
            </a:extLst>
          </p:cNvPr>
          <p:cNvSpPr>
            <a:spLocks noGrp="1"/>
          </p:cNvSpPr>
          <p:nvPr/>
        </p:nvSpPr>
        <p:spPr>
          <a:xfrm>
            <a:off x="10371104" y="1059289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1" name="Boston">
            <a:extLst>
              <a:ext uri="{FF2B5EF4-FFF2-40B4-BE49-F238E27FC236}">
                <a16:creationId xmlns:a16="http://schemas.microsoft.com/office/drawing/2014/main" id="{099A983D-F9EA-B62A-516D-4917F412475E}"/>
              </a:ext>
            </a:extLst>
          </p:cNvPr>
          <p:cNvSpPr>
            <a:spLocks noGrp="1"/>
          </p:cNvSpPr>
          <p:nvPr/>
        </p:nvSpPr>
        <p:spPr>
          <a:xfrm>
            <a:off x="2882420" y="1229168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</p:spTree>
    <p:extLst>
      <p:ext uri="{BB962C8B-B14F-4D97-AF65-F5344CB8AC3E}">
        <p14:creationId xmlns:p14="http://schemas.microsoft.com/office/powerpoint/2010/main" val="320130495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5590-FCF3-FA24-672A-F7FCA84A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79948FE2-4A1D-98D3-FDBE-FD7AE70917C9}"/>
              </a:ext>
            </a:extLst>
          </p:cNvPr>
          <p:cNvSpPr>
            <a:spLocks noGrp="1"/>
          </p:cNvSpPr>
          <p:nvPr/>
        </p:nvSpPr>
        <p:spPr>
          <a:xfrm>
            <a:off x="7029371" y="-131785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35E23475-693E-FAC2-C4D9-9183E6EFFF2B}"/>
              </a:ext>
            </a:extLst>
          </p:cNvPr>
          <p:cNvSpPr>
            <a:spLocks noGrp="1"/>
          </p:cNvSpPr>
          <p:nvPr/>
        </p:nvSpPr>
        <p:spPr>
          <a:xfrm>
            <a:off x="10034977" y="-1367139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1FA93E7E-B768-FBAE-5F9D-B6F84D437782}"/>
              </a:ext>
            </a:extLst>
          </p:cNvPr>
          <p:cNvSpPr>
            <a:spLocks noGrp="1"/>
          </p:cNvSpPr>
          <p:nvPr/>
        </p:nvSpPr>
        <p:spPr>
          <a:xfrm>
            <a:off x="2864838" y="-1367061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35B63C2C-EE20-91CD-90D5-3DFB8929ACF6}"/>
              </a:ext>
            </a:extLst>
          </p:cNvPr>
          <p:cNvSpPr>
            <a:spLocks noGrp="1"/>
          </p:cNvSpPr>
          <p:nvPr/>
        </p:nvSpPr>
        <p:spPr>
          <a:xfrm>
            <a:off x="12004529" y="-144847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73B9EE5E-6FEB-84DD-4B7F-6429C7252CAD}"/>
              </a:ext>
            </a:extLst>
          </p:cNvPr>
          <p:cNvSpPr>
            <a:spLocks noGrp="1"/>
          </p:cNvSpPr>
          <p:nvPr/>
        </p:nvSpPr>
        <p:spPr>
          <a:xfrm>
            <a:off x="12004528" y="-12346728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88E7F44F-F0B4-C62D-035D-C5D4B6B0994B}"/>
              </a:ext>
            </a:extLst>
          </p:cNvPr>
          <p:cNvSpPr>
            <a:spLocks noGrp="1"/>
          </p:cNvSpPr>
          <p:nvPr/>
        </p:nvSpPr>
        <p:spPr>
          <a:xfrm>
            <a:off x="10353521" y="-11596834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351EEB8E-B8CD-97C1-BB81-D7A74A343A4E}"/>
              </a:ext>
            </a:extLst>
          </p:cNvPr>
          <p:cNvSpPr>
            <a:spLocks noGrp="1"/>
          </p:cNvSpPr>
          <p:nvPr/>
        </p:nvSpPr>
        <p:spPr>
          <a:xfrm>
            <a:off x="7029371" y="-94772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59768A86-A410-3A5C-FD3B-43D0A6C38958}"/>
              </a:ext>
            </a:extLst>
          </p:cNvPr>
          <p:cNvSpPr>
            <a:spLocks noGrp="1"/>
          </p:cNvSpPr>
          <p:nvPr/>
        </p:nvSpPr>
        <p:spPr>
          <a:xfrm>
            <a:off x="10034977" y="-997004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220766AB-9A21-23BF-0491-71E7931E149D}"/>
              </a:ext>
            </a:extLst>
          </p:cNvPr>
          <p:cNvSpPr>
            <a:spLocks noGrp="1"/>
          </p:cNvSpPr>
          <p:nvPr/>
        </p:nvSpPr>
        <p:spPr>
          <a:xfrm>
            <a:off x="2864838" y="-996926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3125E8A3-1AF6-DAAF-BC48-090403D69E55}"/>
              </a:ext>
            </a:extLst>
          </p:cNvPr>
          <p:cNvSpPr>
            <a:spLocks noGrp="1"/>
          </p:cNvSpPr>
          <p:nvPr/>
        </p:nvSpPr>
        <p:spPr>
          <a:xfrm>
            <a:off x="12004529" y="-1078344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6E1D8A61-8D95-D41D-7A76-BE081A7A111F}"/>
              </a:ext>
            </a:extLst>
          </p:cNvPr>
          <p:cNvSpPr>
            <a:spLocks noGrp="1"/>
          </p:cNvSpPr>
          <p:nvPr/>
        </p:nvSpPr>
        <p:spPr>
          <a:xfrm>
            <a:off x="12004528" y="-8645387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3BD81DDC-7CFE-A958-D50B-9A8F06E36E3A}"/>
              </a:ext>
            </a:extLst>
          </p:cNvPr>
          <p:cNvSpPr>
            <a:spLocks noGrp="1"/>
          </p:cNvSpPr>
          <p:nvPr/>
        </p:nvSpPr>
        <p:spPr>
          <a:xfrm>
            <a:off x="10353521" y="-789549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C4E0E58C-6D43-2324-7164-06206245E91C}"/>
              </a:ext>
            </a:extLst>
          </p:cNvPr>
          <p:cNvSpPr>
            <a:spLocks noGrp="1"/>
          </p:cNvSpPr>
          <p:nvPr/>
        </p:nvSpPr>
        <p:spPr>
          <a:xfrm>
            <a:off x="7029371" y="-577586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C104EC75-403B-C7D9-C211-7B77512D72B5}"/>
              </a:ext>
            </a:extLst>
          </p:cNvPr>
          <p:cNvSpPr>
            <a:spLocks noGrp="1"/>
          </p:cNvSpPr>
          <p:nvPr/>
        </p:nvSpPr>
        <p:spPr>
          <a:xfrm>
            <a:off x="10034977" y="-62687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6642E6FD-FAAC-B271-CA41-3A0B9B3F8517}"/>
              </a:ext>
            </a:extLst>
          </p:cNvPr>
          <p:cNvSpPr>
            <a:spLocks noGrp="1"/>
          </p:cNvSpPr>
          <p:nvPr/>
        </p:nvSpPr>
        <p:spPr>
          <a:xfrm>
            <a:off x="2864838" y="-626792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FD85FDE2-2931-2ADB-5569-8043C8FB4496}"/>
              </a:ext>
            </a:extLst>
          </p:cNvPr>
          <p:cNvSpPr>
            <a:spLocks noGrp="1"/>
          </p:cNvSpPr>
          <p:nvPr/>
        </p:nvSpPr>
        <p:spPr>
          <a:xfrm>
            <a:off x="12004529" y="-708210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092BED6B-BA43-5B24-8FBF-68435D829BE5}"/>
              </a:ext>
            </a:extLst>
          </p:cNvPr>
          <p:cNvSpPr>
            <a:spLocks noGrp="1"/>
          </p:cNvSpPr>
          <p:nvPr/>
        </p:nvSpPr>
        <p:spPr>
          <a:xfrm>
            <a:off x="12004526" y="-494404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FDE02EF9-D3AB-CF3D-1259-DAD0C8B6B6CD}"/>
              </a:ext>
            </a:extLst>
          </p:cNvPr>
          <p:cNvSpPr>
            <a:spLocks noGrp="1"/>
          </p:cNvSpPr>
          <p:nvPr/>
        </p:nvSpPr>
        <p:spPr>
          <a:xfrm>
            <a:off x="10353520" y="-41941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F3ACAEA5-1F5F-1AFD-FAB6-1BA61BDC5C6F}"/>
              </a:ext>
            </a:extLst>
          </p:cNvPr>
          <p:cNvSpPr>
            <a:spLocks noGrp="1"/>
          </p:cNvSpPr>
          <p:nvPr/>
        </p:nvSpPr>
        <p:spPr>
          <a:xfrm>
            <a:off x="10034976" y="-249614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135B16CC-0C28-FE21-3D85-96B4956557AF}"/>
              </a:ext>
            </a:extLst>
          </p:cNvPr>
          <p:cNvSpPr>
            <a:spLocks noGrp="1"/>
          </p:cNvSpPr>
          <p:nvPr/>
        </p:nvSpPr>
        <p:spPr>
          <a:xfrm>
            <a:off x="12004527" y="-330953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4646A6F2-086F-A984-2648-B0D2623F574D}"/>
              </a:ext>
            </a:extLst>
          </p:cNvPr>
          <p:cNvSpPr>
            <a:spLocks noGrp="1"/>
          </p:cNvSpPr>
          <p:nvPr/>
        </p:nvSpPr>
        <p:spPr>
          <a:xfrm>
            <a:off x="14343612" y="-2003301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869A32A1-4F94-2668-C58C-4A84106DDF31}"/>
              </a:ext>
            </a:extLst>
          </p:cNvPr>
          <p:cNvSpPr>
            <a:spLocks noGrp="1"/>
          </p:cNvSpPr>
          <p:nvPr/>
        </p:nvSpPr>
        <p:spPr>
          <a:xfrm>
            <a:off x="17285717" y="-2495359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E05581A0-86B7-5C49-6D15-AB4FA9ADF89D}"/>
              </a:ext>
            </a:extLst>
          </p:cNvPr>
          <p:cNvSpPr>
            <a:spLocks noGrp="1"/>
          </p:cNvSpPr>
          <p:nvPr/>
        </p:nvSpPr>
        <p:spPr>
          <a:xfrm>
            <a:off x="7038040" y="-20033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43CBC879-A98D-1070-DE61-A3ED176D4550}"/>
              </a:ext>
            </a:extLst>
          </p:cNvPr>
          <p:cNvSpPr>
            <a:spLocks noGrp="1"/>
          </p:cNvSpPr>
          <p:nvPr/>
        </p:nvSpPr>
        <p:spPr>
          <a:xfrm>
            <a:off x="2873507" y="-249535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E3F26188-CC0D-E3F9-66B1-19A7A2977CE2}"/>
              </a:ext>
            </a:extLst>
          </p:cNvPr>
          <p:cNvSpPr>
            <a:spLocks noGrp="1"/>
          </p:cNvSpPr>
          <p:nvPr/>
        </p:nvSpPr>
        <p:spPr>
          <a:xfrm>
            <a:off x="12022110" y="-130620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8FE49A78-B7DA-FCF5-8186-6F6B08C8C5BE}"/>
              </a:ext>
            </a:extLst>
          </p:cNvPr>
          <p:cNvSpPr>
            <a:spLocks noGrp="1"/>
          </p:cNvSpPr>
          <p:nvPr/>
        </p:nvSpPr>
        <p:spPr>
          <a:xfrm>
            <a:off x="10371104" y="-5563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7D1792E4-9AE5-A06A-D2EC-D08B11512E1F}"/>
              </a:ext>
            </a:extLst>
          </p:cNvPr>
          <p:cNvSpPr>
            <a:spLocks noGrp="1"/>
          </p:cNvSpPr>
          <p:nvPr/>
        </p:nvSpPr>
        <p:spPr>
          <a:xfrm>
            <a:off x="10052560" y="11416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B254699D-1834-50CA-77CD-50859E597DEE}"/>
              </a:ext>
            </a:extLst>
          </p:cNvPr>
          <p:cNvSpPr>
            <a:spLocks noGrp="1"/>
          </p:cNvSpPr>
          <p:nvPr/>
        </p:nvSpPr>
        <p:spPr>
          <a:xfrm>
            <a:off x="12022111" y="3283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F9195426-22B0-AE4F-C780-4E2BA6839889}"/>
              </a:ext>
            </a:extLst>
          </p:cNvPr>
          <p:cNvSpPr>
            <a:spLocks noGrp="1"/>
          </p:cNvSpPr>
          <p:nvPr/>
        </p:nvSpPr>
        <p:spPr>
          <a:xfrm>
            <a:off x="14361196" y="16345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0C3702E2-8214-2856-601C-970F4F9D1FCC}"/>
              </a:ext>
            </a:extLst>
          </p:cNvPr>
          <p:cNvSpPr>
            <a:spLocks noGrp="1"/>
          </p:cNvSpPr>
          <p:nvPr/>
        </p:nvSpPr>
        <p:spPr>
          <a:xfrm>
            <a:off x="17303301" y="11424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F6CCD3A3-3A98-016A-CD4B-BAA82EE74696}"/>
              </a:ext>
            </a:extLst>
          </p:cNvPr>
          <p:cNvSpPr>
            <a:spLocks noGrp="1"/>
          </p:cNvSpPr>
          <p:nvPr/>
        </p:nvSpPr>
        <p:spPr>
          <a:xfrm>
            <a:off x="7046954" y="16345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DDB89F80-C937-0E0D-DE6D-4C71F251A913}"/>
              </a:ext>
            </a:extLst>
          </p:cNvPr>
          <p:cNvSpPr>
            <a:spLocks noGrp="1"/>
          </p:cNvSpPr>
          <p:nvPr/>
        </p:nvSpPr>
        <p:spPr>
          <a:xfrm>
            <a:off x="2882420" y="11424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D82C0F62-4065-23CD-6E7B-6A7675653FB2}"/>
              </a:ext>
            </a:extLst>
          </p:cNvPr>
          <p:cNvSpPr>
            <a:spLocks noGrp="1"/>
          </p:cNvSpPr>
          <p:nvPr/>
        </p:nvSpPr>
        <p:spPr>
          <a:xfrm>
            <a:off x="12022110" y="23951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4DDC9E76-567C-F848-9AE8-239E6FFAE83D}"/>
              </a:ext>
            </a:extLst>
          </p:cNvPr>
          <p:cNvSpPr>
            <a:spLocks noGrp="1"/>
          </p:cNvSpPr>
          <p:nvPr/>
        </p:nvSpPr>
        <p:spPr>
          <a:xfrm>
            <a:off x="10371104" y="31450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DAF082F2-4F79-58B3-19B5-8E4A048F03B3}"/>
              </a:ext>
            </a:extLst>
          </p:cNvPr>
          <p:cNvSpPr>
            <a:spLocks noGrp="1"/>
          </p:cNvSpPr>
          <p:nvPr/>
        </p:nvSpPr>
        <p:spPr>
          <a:xfrm>
            <a:off x="10052560" y="48430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D717F93B-AF7C-9286-8B49-67D43CDE5D95}"/>
              </a:ext>
            </a:extLst>
          </p:cNvPr>
          <p:cNvSpPr>
            <a:spLocks noGrp="1"/>
          </p:cNvSpPr>
          <p:nvPr/>
        </p:nvSpPr>
        <p:spPr>
          <a:xfrm>
            <a:off x="12022111" y="40296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3D49551B-2ED2-071E-E441-6C5187C2422E}"/>
              </a:ext>
            </a:extLst>
          </p:cNvPr>
          <p:cNvSpPr>
            <a:spLocks noGrp="1"/>
          </p:cNvSpPr>
          <p:nvPr/>
        </p:nvSpPr>
        <p:spPr>
          <a:xfrm>
            <a:off x="14361196" y="53358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F21E6726-9782-C101-B356-2C4E0A640D48}"/>
              </a:ext>
            </a:extLst>
          </p:cNvPr>
          <p:cNvSpPr>
            <a:spLocks noGrp="1"/>
          </p:cNvSpPr>
          <p:nvPr/>
        </p:nvSpPr>
        <p:spPr>
          <a:xfrm>
            <a:off x="17303301" y="48438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38CC6004-998B-F014-404E-B8E2972073BC}"/>
              </a:ext>
            </a:extLst>
          </p:cNvPr>
          <p:cNvSpPr>
            <a:spLocks noGrp="1"/>
          </p:cNvSpPr>
          <p:nvPr/>
        </p:nvSpPr>
        <p:spPr>
          <a:xfrm>
            <a:off x="7046954" y="53358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D4B50407-B296-ABE7-015F-3F47B5F9D0E7}"/>
              </a:ext>
            </a:extLst>
          </p:cNvPr>
          <p:cNvSpPr>
            <a:spLocks noGrp="1"/>
          </p:cNvSpPr>
          <p:nvPr/>
        </p:nvSpPr>
        <p:spPr>
          <a:xfrm>
            <a:off x="2882420" y="48438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1134FD39-DD5E-CF96-EDED-3F3F080DA364}"/>
              </a:ext>
            </a:extLst>
          </p:cNvPr>
          <p:cNvSpPr>
            <a:spLocks noGrp="1"/>
          </p:cNvSpPr>
          <p:nvPr/>
        </p:nvSpPr>
        <p:spPr>
          <a:xfrm>
            <a:off x="12022110" y="60964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A6E93AD4-0A15-DA4F-85DF-094FCBB06AB3}"/>
              </a:ext>
            </a:extLst>
          </p:cNvPr>
          <p:cNvSpPr>
            <a:spLocks noGrp="1"/>
          </p:cNvSpPr>
          <p:nvPr/>
        </p:nvSpPr>
        <p:spPr>
          <a:xfrm>
            <a:off x="10371104" y="68463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F30F289B-F6A5-80C8-F804-38FC4A118C6D}"/>
              </a:ext>
            </a:extLst>
          </p:cNvPr>
          <p:cNvSpPr>
            <a:spLocks noGrp="1"/>
          </p:cNvSpPr>
          <p:nvPr/>
        </p:nvSpPr>
        <p:spPr>
          <a:xfrm>
            <a:off x="10052560" y="85443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D6511DF3-C33B-6345-00A5-3765EDDBCFA4}"/>
              </a:ext>
            </a:extLst>
          </p:cNvPr>
          <p:cNvSpPr>
            <a:spLocks noGrp="1"/>
          </p:cNvSpPr>
          <p:nvPr/>
        </p:nvSpPr>
        <p:spPr>
          <a:xfrm>
            <a:off x="12022111" y="77309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C982002-3A66-AAC2-C960-65229AF6DA8B}"/>
              </a:ext>
            </a:extLst>
          </p:cNvPr>
          <p:cNvSpPr>
            <a:spLocks noGrp="1"/>
          </p:cNvSpPr>
          <p:nvPr/>
        </p:nvSpPr>
        <p:spPr>
          <a:xfrm>
            <a:off x="14361196" y="90372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C463B4E8-3ECB-15FC-518D-9B218E4360AB}"/>
              </a:ext>
            </a:extLst>
          </p:cNvPr>
          <p:cNvSpPr>
            <a:spLocks noGrp="1"/>
          </p:cNvSpPr>
          <p:nvPr/>
        </p:nvSpPr>
        <p:spPr>
          <a:xfrm>
            <a:off x="17303301" y="85451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7E3AA38C-AAD0-62B3-7290-114FC76269D8}"/>
              </a:ext>
            </a:extLst>
          </p:cNvPr>
          <p:cNvSpPr>
            <a:spLocks noGrp="1"/>
          </p:cNvSpPr>
          <p:nvPr/>
        </p:nvSpPr>
        <p:spPr>
          <a:xfrm>
            <a:off x="7046954" y="90372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6182FFDC-E73E-F6A5-5165-F81C91340A73}"/>
              </a:ext>
            </a:extLst>
          </p:cNvPr>
          <p:cNvSpPr>
            <a:spLocks noGrp="1"/>
          </p:cNvSpPr>
          <p:nvPr/>
        </p:nvSpPr>
        <p:spPr>
          <a:xfrm>
            <a:off x="2882420" y="85451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C2340214-B104-B83E-B26C-0304ABAA00A4}"/>
              </a:ext>
            </a:extLst>
          </p:cNvPr>
          <p:cNvSpPr>
            <a:spLocks noGrp="1"/>
          </p:cNvSpPr>
          <p:nvPr/>
        </p:nvSpPr>
        <p:spPr>
          <a:xfrm>
            <a:off x="12022110" y="98430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" name="Rounded Rectangle">
            <a:extLst>
              <a:ext uri="{FF2B5EF4-FFF2-40B4-BE49-F238E27FC236}">
                <a16:creationId xmlns:a16="http://schemas.microsoft.com/office/drawing/2014/main" id="{30102849-5507-9C56-0823-3F8C4CA45AD5}"/>
              </a:ext>
            </a:extLst>
          </p:cNvPr>
          <p:cNvSpPr>
            <a:spLocks noGrp="1"/>
          </p:cNvSpPr>
          <p:nvPr/>
        </p:nvSpPr>
        <p:spPr>
          <a:xfrm>
            <a:off x="10371104" y="1059289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88D4A698-E62B-D494-60CA-A7EF8F39D623}"/>
              </a:ext>
            </a:extLst>
          </p:cNvPr>
          <p:cNvSpPr>
            <a:spLocks noGrp="1"/>
          </p:cNvSpPr>
          <p:nvPr/>
        </p:nvSpPr>
        <p:spPr>
          <a:xfrm>
            <a:off x="10052560" y="1229090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B6AC1E1C-B02B-C531-9339-86A4767DA6A4}"/>
              </a:ext>
            </a:extLst>
          </p:cNvPr>
          <p:cNvSpPr>
            <a:spLocks noGrp="1"/>
          </p:cNvSpPr>
          <p:nvPr/>
        </p:nvSpPr>
        <p:spPr>
          <a:xfrm>
            <a:off x="12022111" y="1147751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0" name="Line">
            <a:extLst>
              <a:ext uri="{FF2B5EF4-FFF2-40B4-BE49-F238E27FC236}">
                <a16:creationId xmlns:a16="http://schemas.microsoft.com/office/drawing/2014/main" id="{10DC96A8-4D15-82A5-F8CD-A5FCBB85BC7F}"/>
              </a:ext>
            </a:extLst>
          </p:cNvPr>
          <p:cNvSpPr>
            <a:spLocks noGrp="1"/>
          </p:cNvSpPr>
          <p:nvPr/>
        </p:nvSpPr>
        <p:spPr>
          <a:xfrm>
            <a:off x="7046954" y="1278374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1" name="Boston">
            <a:extLst>
              <a:ext uri="{FF2B5EF4-FFF2-40B4-BE49-F238E27FC236}">
                <a16:creationId xmlns:a16="http://schemas.microsoft.com/office/drawing/2014/main" id="{78C39AEA-4B0C-2734-7E15-E4D53D984BA2}"/>
              </a:ext>
            </a:extLst>
          </p:cNvPr>
          <p:cNvSpPr>
            <a:spLocks noGrp="1"/>
          </p:cNvSpPr>
          <p:nvPr/>
        </p:nvSpPr>
        <p:spPr>
          <a:xfrm>
            <a:off x="2882420" y="1229168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</p:spTree>
    <p:extLst>
      <p:ext uri="{BB962C8B-B14F-4D97-AF65-F5344CB8AC3E}">
        <p14:creationId xmlns:p14="http://schemas.microsoft.com/office/powerpoint/2010/main" val="151198130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A9B6-F23A-61E9-C23A-1672A558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Line">
            <a:extLst>
              <a:ext uri="{FF2B5EF4-FFF2-40B4-BE49-F238E27FC236}">
                <a16:creationId xmlns:a16="http://schemas.microsoft.com/office/drawing/2014/main" id="{F8E8975B-1CB0-1167-B325-B62898BB17F9}"/>
              </a:ext>
            </a:extLst>
          </p:cNvPr>
          <p:cNvSpPr>
            <a:spLocks noGrp="1"/>
          </p:cNvSpPr>
          <p:nvPr/>
        </p:nvSpPr>
        <p:spPr>
          <a:xfrm>
            <a:off x="7029371" y="-1317855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Rectangle">
            <a:extLst>
              <a:ext uri="{FF2B5EF4-FFF2-40B4-BE49-F238E27FC236}">
                <a16:creationId xmlns:a16="http://schemas.microsoft.com/office/drawing/2014/main" id="{97A6D533-751C-F454-12F2-EE86E5418F9D}"/>
              </a:ext>
            </a:extLst>
          </p:cNvPr>
          <p:cNvSpPr>
            <a:spLocks noGrp="1"/>
          </p:cNvSpPr>
          <p:nvPr/>
        </p:nvSpPr>
        <p:spPr>
          <a:xfrm>
            <a:off x="10034977" y="-13671391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77" name="capital">
            <a:extLst>
              <a:ext uri="{FF2B5EF4-FFF2-40B4-BE49-F238E27FC236}">
                <a16:creationId xmlns:a16="http://schemas.microsoft.com/office/drawing/2014/main" id="{BC195B54-51D5-78F7-0BBE-8E12333F7412}"/>
              </a:ext>
            </a:extLst>
          </p:cNvPr>
          <p:cNvSpPr>
            <a:spLocks noGrp="1"/>
          </p:cNvSpPr>
          <p:nvPr/>
        </p:nvSpPr>
        <p:spPr>
          <a:xfrm>
            <a:off x="2864838" y="-13670610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678" name="Line">
            <a:extLst>
              <a:ext uri="{FF2B5EF4-FFF2-40B4-BE49-F238E27FC236}">
                <a16:creationId xmlns:a16="http://schemas.microsoft.com/office/drawing/2014/main" id="{D7FF9AF0-9E4B-6331-A869-93E00794EDB0}"/>
              </a:ext>
            </a:extLst>
          </p:cNvPr>
          <p:cNvSpPr>
            <a:spLocks noGrp="1"/>
          </p:cNvSpPr>
          <p:nvPr/>
        </p:nvSpPr>
        <p:spPr>
          <a:xfrm>
            <a:off x="12004529" y="-1448478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Line">
            <a:extLst>
              <a:ext uri="{FF2B5EF4-FFF2-40B4-BE49-F238E27FC236}">
                <a16:creationId xmlns:a16="http://schemas.microsoft.com/office/drawing/2014/main" id="{EF98FA81-4F39-32B4-90D2-FC890D83CEE2}"/>
              </a:ext>
            </a:extLst>
          </p:cNvPr>
          <p:cNvSpPr>
            <a:spLocks noGrp="1"/>
          </p:cNvSpPr>
          <p:nvPr/>
        </p:nvSpPr>
        <p:spPr>
          <a:xfrm>
            <a:off x="12004528" y="-12346728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Rounded Rectangle">
            <a:extLst>
              <a:ext uri="{FF2B5EF4-FFF2-40B4-BE49-F238E27FC236}">
                <a16:creationId xmlns:a16="http://schemas.microsoft.com/office/drawing/2014/main" id="{B7F71170-F1A7-CD19-452C-48B9FE2BC10B}"/>
              </a:ext>
            </a:extLst>
          </p:cNvPr>
          <p:cNvSpPr>
            <a:spLocks noGrp="1"/>
          </p:cNvSpPr>
          <p:nvPr/>
        </p:nvSpPr>
        <p:spPr>
          <a:xfrm>
            <a:off x="10353521" y="-11596834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E971BC88-44B8-9191-FDB6-FC9CA9A70B17}"/>
              </a:ext>
            </a:extLst>
          </p:cNvPr>
          <p:cNvSpPr>
            <a:spLocks noGrp="1"/>
          </p:cNvSpPr>
          <p:nvPr/>
        </p:nvSpPr>
        <p:spPr>
          <a:xfrm>
            <a:off x="7029371" y="-9477208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Rectangle">
            <a:extLst>
              <a:ext uri="{FF2B5EF4-FFF2-40B4-BE49-F238E27FC236}">
                <a16:creationId xmlns:a16="http://schemas.microsoft.com/office/drawing/2014/main" id="{211263C5-D6AE-7F34-3C30-4FC309902310}"/>
              </a:ext>
            </a:extLst>
          </p:cNvPr>
          <p:cNvSpPr>
            <a:spLocks noGrp="1"/>
          </p:cNvSpPr>
          <p:nvPr/>
        </p:nvSpPr>
        <p:spPr>
          <a:xfrm>
            <a:off x="10034977" y="-9970049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6" name="of">
            <a:extLst>
              <a:ext uri="{FF2B5EF4-FFF2-40B4-BE49-F238E27FC236}">
                <a16:creationId xmlns:a16="http://schemas.microsoft.com/office/drawing/2014/main" id="{86CA675F-8223-A329-BDB6-2CFAD7D9EC9C}"/>
              </a:ext>
            </a:extLst>
          </p:cNvPr>
          <p:cNvSpPr>
            <a:spLocks noGrp="1"/>
          </p:cNvSpPr>
          <p:nvPr/>
        </p:nvSpPr>
        <p:spPr>
          <a:xfrm>
            <a:off x="2864838" y="-9969268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EE5CA661-090C-AD47-5D14-21307E532C83}"/>
              </a:ext>
            </a:extLst>
          </p:cNvPr>
          <p:cNvSpPr>
            <a:spLocks noGrp="1"/>
          </p:cNvSpPr>
          <p:nvPr/>
        </p:nvSpPr>
        <p:spPr>
          <a:xfrm>
            <a:off x="12004529" y="-10783442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Line">
            <a:extLst>
              <a:ext uri="{FF2B5EF4-FFF2-40B4-BE49-F238E27FC236}">
                <a16:creationId xmlns:a16="http://schemas.microsoft.com/office/drawing/2014/main" id="{6A68213F-9FE9-6011-2795-2E0871211E3A}"/>
              </a:ext>
            </a:extLst>
          </p:cNvPr>
          <p:cNvSpPr>
            <a:spLocks noGrp="1"/>
          </p:cNvSpPr>
          <p:nvPr/>
        </p:nvSpPr>
        <p:spPr>
          <a:xfrm>
            <a:off x="12004528" y="-8645387"/>
            <a:ext cx="1" cy="545636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Rounded Rectangle">
            <a:extLst>
              <a:ext uri="{FF2B5EF4-FFF2-40B4-BE49-F238E27FC236}">
                <a16:creationId xmlns:a16="http://schemas.microsoft.com/office/drawing/2014/main" id="{4D37FF8D-6572-428F-D1E7-6CE6F976E5AF}"/>
              </a:ext>
            </a:extLst>
          </p:cNvPr>
          <p:cNvSpPr>
            <a:spLocks noGrp="1"/>
          </p:cNvSpPr>
          <p:nvPr/>
        </p:nvSpPr>
        <p:spPr>
          <a:xfrm>
            <a:off x="10353521" y="-7895493"/>
            <a:ext cx="3302016" cy="545636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1D57265F-095D-5330-3723-2F31898164C9}"/>
              </a:ext>
            </a:extLst>
          </p:cNvPr>
          <p:cNvSpPr>
            <a:spLocks noGrp="1"/>
          </p:cNvSpPr>
          <p:nvPr/>
        </p:nvSpPr>
        <p:spPr>
          <a:xfrm>
            <a:off x="7029371" y="-5775867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Rectangle">
            <a:extLst>
              <a:ext uri="{FF2B5EF4-FFF2-40B4-BE49-F238E27FC236}">
                <a16:creationId xmlns:a16="http://schemas.microsoft.com/office/drawing/2014/main" id="{B40F623C-405F-B584-8022-74F5362F23EC}"/>
              </a:ext>
            </a:extLst>
          </p:cNvPr>
          <p:cNvSpPr>
            <a:spLocks noGrp="1"/>
          </p:cNvSpPr>
          <p:nvPr/>
        </p:nvSpPr>
        <p:spPr>
          <a:xfrm>
            <a:off x="10034977" y="-6268708"/>
            <a:ext cx="3939104" cy="98568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95" name="Massachusetts">
            <a:extLst>
              <a:ext uri="{FF2B5EF4-FFF2-40B4-BE49-F238E27FC236}">
                <a16:creationId xmlns:a16="http://schemas.microsoft.com/office/drawing/2014/main" id="{642FF530-E77D-A195-4E24-8BE33DD749CB}"/>
              </a:ext>
            </a:extLst>
          </p:cNvPr>
          <p:cNvSpPr>
            <a:spLocks noGrp="1"/>
          </p:cNvSpPr>
          <p:nvPr/>
        </p:nvSpPr>
        <p:spPr>
          <a:xfrm>
            <a:off x="2864838" y="-6267927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696" name="Line">
            <a:extLst>
              <a:ext uri="{FF2B5EF4-FFF2-40B4-BE49-F238E27FC236}">
                <a16:creationId xmlns:a16="http://schemas.microsoft.com/office/drawing/2014/main" id="{6DE9C091-ED55-55B1-19FD-2447C1092D1B}"/>
              </a:ext>
            </a:extLst>
          </p:cNvPr>
          <p:cNvSpPr>
            <a:spLocks noGrp="1"/>
          </p:cNvSpPr>
          <p:nvPr/>
        </p:nvSpPr>
        <p:spPr>
          <a:xfrm>
            <a:off x="12004529" y="-708210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75E6D172-4735-4236-200A-5EA29B512249}"/>
              </a:ext>
            </a:extLst>
          </p:cNvPr>
          <p:cNvSpPr>
            <a:spLocks noGrp="1"/>
          </p:cNvSpPr>
          <p:nvPr/>
        </p:nvSpPr>
        <p:spPr>
          <a:xfrm>
            <a:off x="12004526" y="-494404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Rounded Rectangle">
            <a:extLst>
              <a:ext uri="{FF2B5EF4-FFF2-40B4-BE49-F238E27FC236}">
                <a16:creationId xmlns:a16="http://schemas.microsoft.com/office/drawing/2014/main" id="{2CA1AB36-083C-86A0-117A-7251B5EE1D28}"/>
              </a:ext>
            </a:extLst>
          </p:cNvPr>
          <p:cNvSpPr>
            <a:spLocks noGrp="1"/>
          </p:cNvSpPr>
          <p:nvPr/>
        </p:nvSpPr>
        <p:spPr>
          <a:xfrm>
            <a:off x="10353520" y="-419415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2" name="Rectangle">
            <a:extLst>
              <a:ext uri="{FF2B5EF4-FFF2-40B4-BE49-F238E27FC236}">
                <a16:creationId xmlns:a16="http://schemas.microsoft.com/office/drawing/2014/main" id="{9F36AB5B-5185-DE5B-9A60-B1C80DAB6040}"/>
              </a:ext>
            </a:extLst>
          </p:cNvPr>
          <p:cNvSpPr>
            <a:spLocks noGrp="1"/>
          </p:cNvSpPr>
          <p:nvPr/>
        </p:nvSpPr>
        <p:spPr>
          <a:xfrm>
            <a:off x="10034976" y="-2496141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3" name="Line">
            <a:extLst>
              <a:ext uri="{FF2B5EF4-FFF2-40B4-BE49-F238E27FC236}">
                <a16:creationId xmlns:a16="http://schemas.microsoft.com/office/drawing/2014/main" id="{39E4C0CA-7716-029A-3448-B1C64C346007}"/>
              </a:ext>
            </a:extLst>
          </p:cNvPr>
          <p:cNvSpPr>
            <a:spLocks noGrp="1"/>
          </p:cNvSpPr>
          <p:nvPr/>
        </p:nvSpPr>
        <p:spPr>
          <a:xfrm>
            <a:off x="12004527" y="-3309533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5" name="Line">
            <a:extLst>
              <a:ext uri="{FF2B5EF4-FFF2-40B4-BE49-F238E27FC236}">
                <a16:creationId xmlns:a16="http://schemas.microsoft.com/office/drawing/2014/main" id="{85F47177-C19D-E169-DF87-F8909C3B75E9}"/>
              </a:ext>
            </a:extLst>
          </p:cNvPr>
          <p:cNvSpPr>
            <a:spLocks noGrp="1"/>
          </p:cNvSpPr>
          <p:nvPr/>
        </p:nvSpPr>
        <p:spPr>
          <a:xfrm>
            <a:off x="14343612" y="-2003301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6" name="The">
            <a:extLst>
              <a:ext uri="{FF2B5EF4-FFF2-40B4-BE49-F238E27FC236}">
                <a16:creationId xmlns:a16="http://schemas.microsoft.com/office/drawing/2014/main" id="{93FDBCFF-6935-FC66-B35C-37CFFD103CAF}"/>
              </a:ext>
            </a:extLst>
          </p:cNvPr>
          <p:cNvSpPr>
            <a:spLocks noGrp="1"/>
          </p:cNvSpPr>
          <p:nvPr/>
        </p:nvSpPr>
        <p:spPr>
          <a:xfrm>
            <a:off x="17285717" y="-2495359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708" name="Line">
            <a:extLst>
              <a:ext uri="{FF2B5EF4-FFF2-40B4-BE49-F238E27FC236}">
                <a16:creationId xmlns:a16="http://schemas.microsoft.com/office/drawing/2014/main" id="{0F4DBD3A-367D-A5A1-F864-90D920984C31}"/>
              </a:ext>
            </a:extLst>
          </p:cNvPr>
          <p:cNvSpPr>
            <a:spLocks noGrp="1"/>
          </p:cNvSpPr>
          <p:nvPr/>
        </p:nvSpPr>
        <p:spPr>
          <a:xfrm>
            <a:off x="7038040" y="-200330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09" name="&lt;end&gt;">
            <a:extLst>
              <a:ext uri="{FF2B5EF4-FFF2-40B4-BE49-F238E27FC236}">
                <a16:creationId xmlns:a16="http://schemas.microsoft.com/office/drawing/2014/main" id="{BB079130-B07A-A956-60A2-A7A35FEFD998}"/>
              </a:ext>
            </a:extLst>
          </p:cNvPr>
          <p:cNvSpPr>
            <a:spLocks noGrp="1"/>
          </p:cNvSpPr>
          <p:nvPr/>
        </p:nvSpPr>
        <p:spPr>
          <a:xfrm>
            <a:off x="2873507" y="-2495359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928FB03D-466E-38DC-EDB6-0EF2F066C7EB}"/>
              </a:ext>
            </a:extLst>
          </p:cNvPr>
          <p:cNvSpPr>
            <a:spLocks noGrp="1"/>
          </p:cNvSpPr>
          <p:nvPr/>
        </p:nvSpPr>
        <p:spPr>
          <a:xfrm>
            <a:off x="12022110" y="-1306204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0C883F2A-C854-DED7-A06D-D138226412A7}"/>
              </a:ext>
            </a:extLst>
          </p:cNvPr>
          <p:cNvSpPr>
            <a:spLocks noGrp="1"/>
          </p:cNvSpPr>
          <p:nvPr/>
        </p:nvSpPr>
        <p:spPr>
          <a:xfrm>
            <a:off x="10371104" y="-556310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87164CC7-F8A8-361C-DECC-F114DE54E5C5}"/>
              </a:ext>
            </a:extLst>
          </p:cNvPr>
          <p:cNvSpPr>
            <a:spLocks noGrp="1"/>
          </p:cNvSpPr>
          <p:nvPr/>
        </p:nvSpPr>
        <p:spPr>
          <a:xfrm>
            <a:off x="10052560" y="1141699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97D22D25-E4B6-0AD8-710C-22C14F5600A2}"/>
              </a:ext>
            </a:extLst>
          </p:cNvPr>
          <p:cNvSpPr>
            <a:spLocks noGrp="1"/>
          </p:cNvSpPr>
          <p:nvPr/>
        </p:nvSpPr>
        <p:spPr>
          <a:xfrm>
            <a:off x="12022111" y="32830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0B1DD3F9-54A1-1478-2E6C-9F5E3D613AF1}"/>
              </a:ext>
            </a:extLst>
          </p:cNvPr>
          <p:cNvSpPr>
            <a:spLocks noGrp="1"/>
          </p:cNvSpPr>
          <p:nvPr/>
        </p:nvSpPr>
        <p:spPr>
          <a:xfrm>
            <a:off x="14361196" y="163454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7" name="capital">
            <a:extLst>
              <a:ext uri="{FF2B5EF4-FFF2-40B4-BE49-F238E27FC236}">
                <a16:creationId xmlns:a16="http://schemas.microsoft.com/office/drawing/2014/main" id="{11901838-3919-6C48-17D9-3ACA50D41CD0}"/>
              </a:ext>
            </a:extLst>
          </p:cNvPr>
          <p:cNvSpPr>
            <a:spLocks noGrp="1"/>
          </p:cNvSpPr>
          <p:nvPr/>
        </p:nvSpPr>
        <p:spPr>
          <a:xfrm>
            <a:off x="17303301" y="114248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B30CAA00-B1AC-6F70-B467-487FAA8C6257}"/>
              </a:ext>
            </a:extLst>
          </p:cNvPr>
          <p:cNvSpPr>
            <a:spLocks noGrp="1"/>
          </p:cNvSpPr>
          <p:nvPr/>
        </p:nvSpPr>
        <p:spPr>
          <a:xfrm>
            <a:off x="7046954" y="163454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" name="The">
            <a:extLst>
              <a:ext uri="{FF2B5EF4-FFF2-40B4-BE49-F238E27FC236}">
                <a16:creationId xmlns:a16="http://schemas.microsoft.com/office/drawing/2014/main" id="{D7CF25C3-ED8E-83F6-3837-3A8F94F1B329}"/>
              </a:ext>
            </a:extLst>
          </p:cNvPr>
          <p:cNvSpPr>
            <a:spLocks noGrp="1"/>
          </p:cNvSpPr>
          <p:nvPr/>
        </p:nvSpPr>
        <p:spPr>
          <a:xfrm>
            <a:off x="2882420" y="114248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75263D8B-61DF-D331-FB72-320BDA1D0C67}"/>
              </a:ext>
            </a:extLst>
          </p:cNvPr>
          <p:cNvSpPr>
            <a:spLocks noGrp="1"/>
          </p:cNvSpPr>
          <p:nvPr/>
        </p:nvSpPr>
        <p:spPr>
          <a:xfrm>
            <a:off x="12022110" y="239513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4A05CEA8-CAEB-F5EB-31FF-8D6137A44E28}"/>
              </a:ext>
            </a:extLst>
          </p:cNvPr>
          <p:cNvSpPr>
            <a:spLocks noGrp="1"/>
          </p:cNvSpPr>
          <p:nvPr/>
        </p:nvSpPr>
        <p:spPr>
          <a:xfrm>
            <a:off x="10371104" y="314503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3A92E13E-68E4-D75A-797E-03519891AD09}"/>
              </a:ext>
            </a:extLst>
          </p:cNvPr>
          <p:cNvSpPr>
            <a:spLocks noGrp="1"/>
          </p:cNvSpPr>
          <p:nvPr/>
        </p:nvSpPr>
        <p:spPr>
          <a:xfrm>
            <a:off x="10052560" y="484304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84B55F0C-18D6-4D47-282D-323F98927E22}"/>
              </a:ext>
            </a:extLst>
          </p:cNvPr>
          <p:cNvSpPr>
            <a:spLocks noGrp="1"/>
          </p:cNvSpPr>
          <p:nvPr/>
        </p:nvSpPr>
        <p:spPr>
          <a:xfrm>
            <a:off x="12022111" y="402964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DD86BF1-BBA3-50B5-B170-847B73A5DA57}"/>
              </a:ext>
            </a:extLst>
          </p:cNvPr>
          <p:cNvSpPr>
            <a:spLocks noGrp="1"/>
          </p:cNvSpPr>
          <p:nvPr/>
        </p:nvSpPr>
        <p:spPr>
          <a:xfrm>
            <a:off x="14361196" y="533588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" name="is">
            <a:extLst>
              <a:ext uri="{FF2B5EF4-FFF2-40B4-BE49-F238E27FC236}">
                <a16:creationId xmlns:a16="http://schemas.microsoft.com/office/drawing/2014/main" id="{ABEB5CC2-2917-FAFC-DE8C-31596A0A9100}"/>
              </a:ext>
            </a:extLst>
          </p:cNvPr>
          <p:cNvSpPr>
            <a:spLocks noGrp="1"/>
          </p:cNvSpPr>
          <p:nvPr/>
        </p:nvSpPr>
        <p:spPr>
          <a:xfrm>
            <a:off x="17303301" y="484382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2575AF99-6400-C132-D4EB-3A8F2B980880}"/>
              </a:ext>
            </a:extLst>
          </p:cNvPr>
          <p:cNvSpPr>
            <a:spLocks noGrp="1"/>
          </p:cNvSpPr>
          <p:nvPr/>
        </p:nvSpPr>
        <p:spPr>
          <a:xfrm>
            <a:off x="7046954" y="533588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7" name="capital">
            <a:extLst>
              <a:ext uri="{FF2B5EF4-FFF2-40B4-BE49-F238E27FC236}">
                <a16:creationId xmlns:a16="http://schemas.microsoft.com/office/drawing/2014/main" id="{2BC58FD7-1DE8-1704-8D7B-86F85F8A19E1}"/>
              </a:ext>
            </a:extLst>
          </p:cNvPr>
          <p:cNvSpPr>
            <a:spLocks noGrp="1"/>
          </p:cNvSpPr>
          <p:nvPr/>
        </p:nvSpPr>
        <p:spPr>
          <a:xfrm>
            <a:off x="2882420" y="484382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60FE1B25-E5A3-8D5B-8EE1-DEE42DB3CC75}"/>
              </a:ext>
            </a:extLst>
          </p:cNvPr>
          <p:cNvSpPr>
            <a:spLocks noGrp="1"/>
          </p:cNvSpPr>
          <p:nvPr/>
        </p:nvSpPr>
        <p:spPr>
          <a:xfrm>
            <a:off x="12022110" y="6096477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CF35E2C2-DC45-7959-D0A3-B0D63A881092}"/>
              </a:ext>
            </a:extLst>
          </p:cNvPr>
          <p:cNvSpPr>
            <a:spLocks noGrp="1"/>
          </p:cNvSpPr>
          <p:nvPr/>
        </p:nvSpPr>
        <p:spPr>
          <a:xfrm>
            <a:off x="10371104" y="6846371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0A41C4BB-DC71-BD34-A123-11844BECBD71}"/>
              </a:ext>
            </a:extLst>
          </p:cNvPr>
          <p:cNvSpPr>
            <a:spLocks noGrp="1"/>
          </p:cNvSpPr>
          <p:nvPr/>
        </p:nvSpPr>
        <p:spPr>
          <a:xfrm>
            <a:off x="10052560" y="8544380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A95CD29C-6C0E-02B9-DDAD-E5B8AFD8DDA3}"/>
              </a:ext>
            </a:extLst>
          </p:cNvPr>
          <p:cNvSpPr>
            <a:spLocks noGrp="1"/>
          </p:cNvSpPr>
          <p:nvPr/>
        </p:nvSpPr>
        <p:spPr>
          <a:xfrm>
            <a:off x="12022111" y="7730988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574B8BDE-ACC9-DEC8-46F3-C48BDF795371}"/>
              </a:ext>
            </a:extLst>
          </p:cNvPr>
          <p:cNvSpPr>
            <a:spLocks noGrp="1"/>
          </p:cNvSpPr>
          <p:nvPr/>
        </p:nvSpPr>
        <p:spPr>
          <a:xfrm>
            <a:off x="14361196" y="9037220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" name="Boston">
            <a:extLst>
              <a:ext uri="{FF2B5EF4-FFF2-40B4-BE49-F238E27FC236}">
                <a16:creationId xmlns:a16="http://schemas.microsoft.com/office/drawing/2014/main" id="{75049769-5335-415B-CF8F-18E7849FC7C2}"/>
              </a:ext>
            </a:extLst>
          </p:cNvPr>
          <p:cNvSpPr>
            <a:spLocks noGrp="1"/>
          </p:cNvSpPr>
          <p:nvPr/>
        </p:nvSpPr>
        <p:spPr>
          <a:xfrm>
            <a:off x="17303301" y="8545162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832FC024-2A8D-6DB6-0096-63BEC7D1F283}"/>
              </a:ext>
            </a:extLst>
          </p:cNvPr>
          <p:cNvSpPr>
            <a:spLocks noGrp="1"/>
          </p:cNvSpPr>
          <p:nvPr/>
        </p:nvSpPr>
        <p:spPr>
          <a:xfrm>
            <a:off x="7046954" y="9037220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5" name="is">
            <a:extLst>
              <a:ext uri="{FF2B5EF4-FFF2-40B4-BE49-F238E27FC236}">
                <a16:creationId xmlns:a16="http://schemas.microsoft.com/office/drawing/2014/main" id="{8D51EED3-4018-D3E4-7719-C61BADBCA1A0}"/>
              </a:ext>
            </a:extLst>
          </p:cNvPr>
          <p:cNvSpPr>
            <a:spLocks noGrp="1"/>
          </p:cNvSpPr>
          <p:nvPr/>
        </p:nvSpPr>
        <p:spPr>
          <a:xfrm>
            <a:off x="2882420" y="8545162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95381BD8-7CAF-80F3-75ED-2E971942A330}"/>
              </a:ext>
            </a:extLst>
          </p:cNvPr>
          <p:cNvSpPr>
            <a:spLocks noGrp="1"/>
          </p:cNvSpPr>
          <p:nvPr/>
        </p:nvSpPr>
        <p:spPr>
          <a:xfrm>
            <a:off x="12022110" y="9843000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" name="Rounded Rectangle">
            <a:extLst>
              <a:ext uri="{FF2B5EF4-FFF2-40B4-BE49-F238E27FC236}">
                <a16:creationId xmlns:a16="http://schemas.microsoft.com/office/drawing/2014/main" id="{4A278519-B36F-F078-A27C-0C36C6BD8001}"/>
              </a:ext>
            </a:extLst>
          </p:cNvPr>
          <p:cNvSpPr>
            <a:spLocks noGrp="1"/>
          </p:cNvSpPr>
          <p:nvPr/>
        </p:nvSpPr>
        <p:spPr>
          <a:xfrm>
            <a:off x="10371104" y="10592894"/>
            <a:ext cx="3302016" cy="545635"/>
          </a:xfrm>
          <a:prstGeom prst="roundRect">
            <a:avLst>
              <a:gd name="adj" fmla="val 298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0199317A-DCD2-0787-D8DF-46ADFB635B67}"/>
              </a:ext>
            </a:extLst>
          </p:cNvPr>
          <p:cNvSpPr>
            <a:spLocks noGrp="1"/>
          </p:cNvSpPr>
          <p:nvPr/>
        </p:nvSpPr>
        <p:spPr>
          <a:xfrm>
            <a:off x="10052560" y="12290903"/>
            <a:ext cx="3939105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DF298D77-CBBC-908F-E4F7-EF582D31ABE9}"/>
              </a:ext>
            </a:extLst>
          </p:cNvPr>
          <p:cNvSpPr>
            <a:spLocks noGrp="1"/>
          </p:cNvSpPr>
          <p:nvPr/>
        </p:nvSpPr>
        <p:spPr>
          <a:xfrm>
            <a:off x="12022111" y="11477511"/>
            <a:ext cx="1" cy="545635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D73553F3-6C7B-A010-DF54-0C8123B25E3F}"/>
              </a:ext>
            </a:extLst>
          </p:cNvPr>
          <p:cNvSpPr>
            <a:spLocks noGrp="1"/>
          </p:cNvSpPr>
          <p:nvPr/>
        </p:nvSpPr>
        <p:spPr>
          <a:xfrm>
            <a:off x="14361196" y="12783743"/>
            <a:ext cx="263607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39" name="&lt;end&gt;">
            <a:extLst>
              <a:ext uri="{FF2B5EF4-FFF2-40B4-BE49-F238E27FC236}">
                <a16:creationId xmlns:a16="http://schemas.microsoft.com/office/drawing/2014/main" id="{F6B736FE-4106-837F-F2CA-30400D559B51}"/>
              </a:ext>
            </a:extLst>
          </p:cNvPr>
          <p:cNvSpPr>
            <a:spLocks noGrp="1"/>
          </p:cNvSpPr>
          <p:nvPr/>
        </p:nvSpPr>
        <p:spPr>
          <a:xfrm>
            <a:off x="17303301" y="12291685"/>
            <a:ext cx="3858502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40" name="Line">
            <a:extLst>
              <a:ext uri="{FF2B5EF4-FFF2-40B4-BE49-F238E27FC236}">
                <a16:creationId xmlns:a16="http://schemas.microsoft.com/office/drawing/2014/main" id="{3ADCD600-2A8A-F65C-59D2-078333ACA667}"/>
              </a:ext>
            </a:extLst>
          </p:cNvPr>
          <p:cNvSpPr>
            <a:spLocks noGrp="1"/>
          </p:cNvSpPr>
          <p:nvPr/>
        </p:nvSpPr>
        <p:spPr>
          <a:xfrm>
            <a:off x="7046954" y="12783743"/>
            <a:ext cx="263607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41" name="Boston">
            <a:extLst>
              <a:ext uri="{FF2B5EF4-FFF2-40B4-BE49-F238E27FC236}">
                <a16:creationId xmlns:a16="http://schemas.microsoft.com/office/drawing/2014/main" id="{90AF6A81-0B52-0002-8C89-35D364F7BB0F}"/>
              </a:ext>
            </a:extLst>
          </p:cNvPr>
          <p:cNvSpPr>
            <a:spLocks noGrp="1"/>
          </p:cNvSpPr>
          <p:nvPr/>
        </p:nvSpPr>
        <p:spPr>
          <a:xfrm>
            <a:off x="2882420" y="12291685"/>
            <a:ext cx="3858501" cy="984119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</p:spTree>
    <p:extLst>
      <p:ext uri="{BB962C8B-B14F-4D97-AF65-F5344CB8AC3E}">
        <p14:creationId xmlns:p14="http://schemas.microsoft.com/office/powerpoint/2010/main" val="360681763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ctangle">
            <a:extLst>
              <a:ext uri="{FF2B5EF4-FFF2-40B4-BE49-F238E27FC236}">
                <a16:creationId xmlns:a16="http://schemas.microsoft.com/office/drawing/2014/main" id="{6EB739B3-8E1D-40DF-823A-ED61A96E077B}"/>
              </a:ext>
            </a:extLst>
          </p:cNvPr>
          <p:cNvSpPr>
            <a:spLocks noGrp="1"/>
          </p:cNvSpPr>
          <p:nvPr/>
        </p:nvSpPr>
        <p:spPr>
          <a:xfrm>
            <a:off x="1817777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1" name="Rounded Rectangle">
            <a:extLst>
              <a:ext uri="{FF2B5EF4-FFF2-40B4-BE49-F238E27FC236}">
                <a16:creationId xmlns:a16="http://schemas.microsoft.com/office/drawing/2014/main" id="{E2836B7F-A236-4794-BED8-7C6A7BCDAF4C}"/>
              </a:ext>
            </a:extLst>
          </p:cNvPr>
          <p:cNvSpPr>
            <a:spLocks noGrp="1"/>
          </p:cNvSpPr>
          <p:nvPr/>
        </p:nvSpPr>
        <p:spPr>
          <a:xfrm>
            <a:off x="35213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2" name="Rectangle">
            <a:extLst>
              <a:ext uri="{FF2B5EF4-FFF2-40B4-BE49-F238E27FC236}">
                <a16:creationId xmlns:a16="http://schemas.microsoft.com/office/drawing/2014/main" id="{9DA714B6-539A-4511-A4AF-5C6FD507077C}"/>
              </a:ext>
            </a:extLst>
          </p:cNvPr>
          <p:cNvSpPr>
            <a:spLocks noGrp="1"/>
          </p:cNvSpPr>
          <p:nvPr/>
        </p:nvSpPr>
        <p:spPr>
          <a:xfrm>
            <a:off x="46371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3" name="Rounded Rectangle">
            <a:extLst>
              <a:ext uri="{FF2B5EF4-FFF2-40B4-BE49-F238E27FC236}">
                <a16:creationId xmlns:a16="http://schemas.microsoft.com/office/drawing/2014/main" id="{3627E3F0-8BF5-4983-B75F-EF97AD4B30BB}"/>
              </a:ext>
            </a:extLst>
          </p:cNvPr>
          <p:cNvSpPr>
            <a:spLocks noGrp="1"/>
          </p:cNvSpPr>
          <p:nvPr/>
        </p:nvSpPr>
        <p:spPr>
          <a:xfrm>
            <a:off x="63407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4" name="Rectangle">
            <a:extLst>
              <a:ext uri="{FF2B5EF4-FFF2-40B4-BE49-F238E27FC236}">
                <a16:creationId xmlns:a16="http://schemas.microsoft.com/office/drawing/2014/main" id="{B13BA325-C5E6-4FC2-9B3F-04871126368A}"/>
              </a:ext>
            </a:extLst>
          </p:cNvPr>
          <p:cNvSpPr>
            <a:spLocks noGrp="1"/>
          </p:cNvSpPr>
          <p:nvPr/>
        </p:nvSpPr>
        <p:spPr>
          <a:xfrm>
            <a:off x="74565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5" name="Rounded Rectangle">
            <a:extLst>
              <a:ext uri="{FF2B5EF4-FFF2-40B4-BE49-F238E27FC236}">
                <a16:creationId xmlns:a16="http://schemas.microsoft.com/office/drawing/2014/main" id="{616A2A7C-0ADE-4293-A8A6-ADC985A26CEC}"/>
              </a:ext>
            </a:extLst>
          </p:cNvPr>
          <p:cNvSpPr>
            <a:spLocks noGrp="1"/>
          </p:cNvSpPr>
          <p:nvPr/>
        </p:nvSpPr>
        <p:spPr>
          <a:xfrm>
            <a:off x="91601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6" name="Rectangle">
            <a:extLst>
              <a:ext uri="{FF2B5EF4-FFF2-40B4-BE49-F238E27FC236}">
                <a16:creationId xmlns:a16="http://schemas.microsoft.com/office/drawing/2014/main" id="{DB19F7A2-6F30-4041-A9FC-2335AC3DD4C2}"/>
              </a:ext>
            </a:extLst>
          </p:cNvPr>
          <p:cNvSpPr>
            <a:spLocks noGrp="1"/>
          </p:cNvSpPr>
          <p:nvPr/>
        </p:nvSpPr>
        <p:spPr>
          <a:xfrm>
            <a:off x="102759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7" name="Rounded Rectangle">
            <a:extLst>
              <a:ext uri="{FF2B5EF4-FFF2-40B4-BE49-F238E27FC236}">
                <a16:creationId xmlns:a16="http://schemas.microsoft.com/office/drawing/2014/main" id="{CCB07F7A-62AA-4D2A-A102-DE8D498AD335}"/>
              </a:ext>
            </a:extLst>
          </p:cNvPr>
          <p:cNvSpPr>
            <a:spLocks noGrp="1"/>
          </p:cNvSpPr>
          <p:nvPr/>
        </p:nvSpPr>
        <p:spPr>
          <a:xfrm>
            <a:off x="119795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28" name="Line">
            <a:extLst>
              <a:ext uri="{FF2B5EF4-FFF2-40B4-BE49-F238E27FC236}">
                <a16:creationId xmlns:a16="http://schemas.microsoft.com/office/drawing/2014/main" id="{5D960331-89ED-4ABD-A4D8-FF7C3F90D07B}"/>
              </a:ext>
            </a:extLst>
          </p:cNvPr>
          <p:cNvSpPr>
            <a:spLocks noGrp="1"/>
          </p:cNvSpPr>
          <p:nvPr/>
        </p:nvSpPr>
        <p:spPr>
          <a:xfrm>
            <a:off x="2983386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9" name="Line">
            <a:extLst>
              <a:ext uri="{FF2B5EF4-FFF2-40B4-BE49-F238E27FC236}">
                <a16:creationId xmlns:a16="http://schemas.microsoft.com/office/drawing/2014/main" id="{064822B1-01B9-4FBE-82A0-F790117B0D5C}"/>
              </a:ext>
            </a:extLst>
          </p:cNvPr>
          <p:cNvSpPr>
            <a:spLocks noGrp="1"/>
          </p:cNvSpPr>
          <p:nvPr/>
        </p:nvSpPr>
        <p:spPr>
          <a:xfrm>
            <a:off x="4035681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0" name="Line">
            <a:extLst>
              <a:ext uri="{FF2B5EF4-FFF2-40B4-BE49-F238E27FC236}">
                <a16:creationId xmlns:a16="http://schemas.microsoft.com/office/drawing/2014/main" id="{ED0A556E-D56F-4D5D-9375-610D0D7F9B72}"/>
              </a:ext>
            </a:extLst>
          </p:cNvPr>
          <p:cNvSpPr>
            <a:spLocks noGrp="1"/>
          </p:cNvSpPr>
          <p:nvPr/>
        </p:nvSpPr>
        <p:spPr>
          <a:xfrm>
            <a:off x="5802786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1" name="Line">
            <a:extLst>
              <a:ext uri="{FF2B5EF4-FFF2-40B4-BE49-F238E27FC236}">
                <a16:creationId xmlns:a16="http://schemas.microsoft.com/office/drawing/2014/main" id="{4D451AD9-F430-4918-A3B9-46F488DD9EA3}"/>
              </a:ext>
            </a:extLst>
          </p:cNvPr>
          <p:cNvSpPr>
            <a:spLocks noGrp="1"/>
          </p:cNvSpPr>
          <p:nvPr/>
        </p:nvSpPr>
        <p:spPr>
          <a:xfrm>
            <a:off x="6855081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2" name="Line">
            <a:extLst>
              <a:ext uri="{FF2B5EF4-FFF2-40B4-BE49-F238E27FC236}">
                <a16:creationId xmlns:a16="http://schemas.microsoft.com/office/drawing/2014/main" id="{A789E787-1B40-4D1A-9ABA-59513B5757BA}"/>
              </a:ext>
            </a:extLst>
          </p:cNvPr>
          <p:cNvSpPr>
            <a:spLocks noGrp="1"/>
          </p:cNvSpPr>
          <p:nvPr/>
        </p:nvSpPr>
        <p:spPr>
          <a:xfrm>
            <a:off x="8622185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3" name="Line">
            <a:extLst>
              <a:ext uri="{FF2B5EF4-FFF2-40B4-BE49-F238E27FC236}">
                <a16:creationId xmlns:a16="http://schemas.microsoft.com/office/drawing/2014/main" id="{F5F49A0F-FBA9-435A-826B-1A4A82CAB864}"/>
              </a:ext>
            </a:extLst>
          </p:cNvPr>
          <p:cNvSpPr>
            <a:spLocks noGrp="1"/>
          </p:cNvSpPr>
          <p:nvPr/>
        </p:nvSpPr>
        <p:spPr>
          <a:xfrm>
            <a:off x="9674481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4" name="Line">
            <a:extLst>
              <a:ext uri="{FF2B5EF4-FFF2-40B4-BE49-F238E27FC236}">
                <a16:creationId xmlns:a16="http://schemas.microsoft.com/office/drawing/2014/main" id="{BA41FB7E-0AA6-4C98-8936-19A0567A8226}"/>
              </a:ext>
            </a:extLst>
          </p:cNvPr>
          <p:cNvSpPr>
            <a:spLocks noGrp="1"/>
          </p:cNvSpPr>
          <p:nvPr/>
        </p:nvSpPr>
        <p:spPr>
          <a:xfrm>
            <a:off x="11441585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5" name="Line">
            <a:extLst>
              <a:ext uri="{FF2B5EF4-FFF2-40B4-BE49-F238E27FC236}">
                <a16:creationId xmlns:a16="http://schemas.microsoft.com/office/drawing/2014/main" id="{C3526081-8686-41E1-82A7-58601658E1A7}"/>
              </a:ext>
            </a:extLst>
          </p:cNvPr>
          <p:cNvSpPr>
            <a:spLocks noGrp="1"/>
          </p:cNvSpPr>
          <p:nvPr/>
        </p:nvSpPr>
        <p:spPr>
          <a:xfrm flipV="1">
            <a:off x="2324100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6" name="Line">
            <a:extLst>
              <a:ext uri="{FF2B5EF4-FFF2-40B4-BE49-F238E27FC236}">
                <a16:creationId xmlns:a16="http://schemas.microsoft.com/office/drawing/2014/main" id="{1CFD2154-952E-4E8E-A587-41AFF1917498}"/>
              </a:ext>
            </a:extLst>
          </p:cNvPr>
          <p:cNvSpPr>
            <a:spLocks noGrp="1"/>
          </p:cNvSpPr>
          <p:nvPr/>
        </p:nvSpPr>
        <p:spPr>
          <a:xfrm flipV="1">
            <a:off x="5143500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7" name="Line">
            <a:extLst>
              <a:ext uri="{FF2B5EF4-FFF2-40B4-BE49-F238E27FC236}">
                <a16:creationId xmlns:a16="http://schemas.microsoft.com/office/drawing/2014/main" id="{F2CDCFBD-403D-4A73-ACD5-96CC8BF8EC5B}"/>
              </a:ext>
            </a:extLst>
          </p:cNvPr>
          <p:cNvSpPr>
            <a:spLocks noGrp="1"/>
          </p:cNvSpPr>
          <p:nvPr/>
        </p:nvSpPr>
        <p:spPr>
          <a:xfrm flipV="1">
            <a:off x="7962899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8" name="Line">
            <a:extLst>
              <a:ext uri="{FF2B5EF4-FFF2-40B4-BE49-F238E27FC236}">
                <a16:creationId xmlns:a16="http://schemas.microsoft.com/office/drawing/2014/main" id="{D245CF60-A69B-4492-B03A-3FB4C36C0880}"/>
              </a:ext>
            </a:extLst>
          </p:cNvPr>
          <p:cNvSpPr>
            <a:spLocks noGrp="1"/>
          </p:cNvSpPr>
          <p:nvPr/>
        </p:nvSpPr>
        <p:spPr>
          <a:xfrm flipV="1">
            <a:off x="10782299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0" name="Rounded Rectangle">
            <a:extLst>
              <a:ext uri="{FF2B5EF4-FFF2-40B4-BE49-F238E27FC236}">
                <a16:creationId xmlns:a16="http://schemas.microsoft.com/office/drawing/2014/main" id="{425F553F-F248-4E6D-A328-3F25FAB6CAB0}"/>
              </a:ext>
            </a:extLst>
          </p:cNvPr>
          <p:cNvSpPr>
            <a:spLocks noGrp="1"/>
          </p:cNvSpPr>
          <p:nvPr/>
        </p:nvSpPr>
        <p:spPr>
          <a:xfrm>
            <a:off x="2111682" y="93720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41" name="Rounded Rectangle">
            <a:extLst>
              <a:ext uri="{FF2B5EF4-FFF2-40B4-BE49-F238E27FC236}">
                <a16:creationId xmlns:a16="http://schemas.microsoft.com/office/drawing/2014/main" id="{014D5BA0-C6B8-452F-B79F-620ED9F263EF}"/>
              </a:ext>
            </a:extLst>
          </p:cNvPr>
          <p:cNvSpPr>
            <a:spLocks noGrp="1"/>
          </p:cNvSpPr>
          <p:nvPr/>
        </p:nvSpPr>
        <p:spPr>
          <a:xfrm>
            <a:off x="4931081" y="93720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42" name="Rounded Rectangle">
            <a:extLst>
              <a:ext uri="{FF2B5EF4-FFF2-40B4-BE49-F238E27FC236}">
                <a16:creationId xmlns:a16="http://schemas.microsoft.com/office/drawing/2014/main" id="{838AE8F2-E7DC-4249-8A85-7704C6966657}"/>
              </a:ext>
            </a:extLst>
          </p:cNvPr>
          <p:cNvSpPr>
            <a:spLocks noGrp="1"/>
          </p:cNvSpPr>
          <p:nvPr/>
        </p:nvSpPr>
        <p:spPr>
          <a:xfrm>
            <a:off x="7750483" y="93720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43" name="Rounded Rectangle">
            <a:extLst>
              <a:ext uri="{FF2B5EF4-FFF2-40B4-BE49-F238E27FC236}">
                <a16:creationId xmlns:a16="http://schemas.microsoft.com/office/drawing/2014/main" id="{21BD3A1A-0FBB-45E9-8B02-54FFE3751D0F}"/>
              </a:ext>
            </a:extLst>
          </p:cNvPr>
          <p:cNvSpPr>
            <a:spLocks noGrp="1"/>
          </p:cNvSpPr>
          <p:nvPr/>
        </p:nvSpPr>
        <p:spPr>
          <a:xfrm>
            <a:off x="10569884" y="93720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45" name="input sequence">
            <a:extLst>
              <a:ext uri="{FF2B5EF4-FFF2-40B4-BE49-F238E27FC236}">
                <a16:creationId xmlns:a16="http://schemas.microsoft.com/office/drawing/2014/main" id="{9FE11122-EAD0-4A10-9B62-4B50AF0A532F}"/>
              </a:ext>
            </a:extLst>
          </p:cNvPr>
          <p:cNvSpPr>
            <a:spLocks noGrp="1"/>
          </p:cNvSpPr>
          <p:nvPr/>
        </p:nvSpPr>
        <p:spPr>
          <a:xfrm>
            <a:off x="2983387" y="12425190"/>
            <a:ext cx="7139628" cy="872034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sequência</a:t>
            </a:r>
            <a:r>
              <a:rPr dirty="0"/>
              <a:t> de entrada</a:t>
            </a:r>
          </a:p>
        </p:txBody>
      </p:sp>
      <p:sp>
        <p:nvSpPr>
          <p:cNvPr id="1046" name="Line">
            <a:extLst>
              <a:ext uri="{FF2B5EF4-FFF2-40B4-BE49-F238E27FC236}">
                <a16:creationId xmlns:a16="http://schemas.microsoft.com/office/drawing/2014/main" id="{4D7467BB-145A-48C1-9BF2-9275472574B3}"/>
              </a:ext>
            </a:extLst>
          </p:cNvPr>
          <p:cNvSpPr>
            <a:spLocks noGrp="1"/>
          </p:cNvSpPr>
          <p:nvPr/>
        </p:nvSpPr>
        <p:spPr>
          <a:xfrm>
            <a:off x="2311626" y="12167989"/>
            <a:ext cx="8483152" cy="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7" name="Line">
            <a:extLst>
              <a:ext uri="{FF2B5EF4-FFF2-40B4-BE49-F238E27FC236}">
                <a16:creationId xmlns:a16="http://schemas.microsoft.com/office/drawing/2014/main" id="{34F41193-CE3A-401C-BDAB-E702CD7B8B2C}"/>
              </a:ext>
            </a:extLst>
          </p:cNvPr>
          <p:cNvSpPr>
            <a:spLocks noGrp="1"/>
          </p:cNvSpPr>
          <p:nvPr/>
        </p:nvSpPr>
        <p:spPr>
          <a:xfrm flipV="1">
            <a:off x="2325185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8" name="Line">
            <a:extLst>
              <a:ext uri="{FF2B5EF4-FFF2-40B4-BE49-F238E27FC236}">
                <a16:creationId xmlns:a16="http://schemas.microsoft.com/office/drawing/2014/main" id="{32D14AAF-EFAD-4F4B-90A4-C4CD4DA20CC5}"/>
              </a:ext>
            </a:extLst>
          </p:cNvPr>
          <p:cNvSpPr>
            <a:spLocks noGrp="1"/>
          </p:cNvSpPr>
          <p:nvPr/>
        </p:nvSpPr>
        <p:spPr>
          <a:xfrm flipV="1">
            <a:off x="5143500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9" name="Line">
            <a:extLst>
              <a:ext uri="{FF2B5EF4-FFF2-40B4-BE49-F238E27FC236}">
                <a16:creationId xmlns:a16="http://schemas.microsoft.com/office/drawing/2014/main" id="{1566F40A-C075-48EE-964F-650679326B27}"/>
              </a:ext>
            </a:extLst>
          </p:cNvPr>
          <p:cNvSpPr>
            <a:spLocks noGrp="1"/>
          </p:cNvSpPr>
          <p:nvPr/>
        </p:nvSpPr>
        <p:spPr>
          <a:xfrm flipV="1">
            <a:off x="7962902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0" name="Line">
            <a:extLst>
              <a:ext uri="{FF2B5EF4-FFF2-40B4-BE49-F238E27FC236}">
                <a16:creationId xmlns:a16="http://schemas.microsoft.com/office/drawing/2014/main" id="{DCE4D84A-15F5-427D-9932-3D179856FD75}"/>
              </a:ext>
            </a:extLst>
          </p:cNvPr>
          <p:cNvSpPr>
            <a:spLocks noGrp="1"/>
          </p:cNvSpPr>
          <p:nvPr/>
        </p:nvSpPr>
        <p:spPr>
          <a:xfrm flipV="1">
            <a:off x="10782303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4" name="output sequence">
            <a:extLst>
              <a:ext uri="{FF2B5EF4-FFF2-40B4-BE49-F238E27FC236}">
                <a16:creationId xmlns:a16="http://schemas.microsoft.com/office/drawing/2014/main" id="{04737E2A-22EB-4245-BB25-72CBF1D873BA}"/>
              </a:ext>
            </a:extLst>
          </p:cNvPr>
          <p:cNvSpPr>
            <a:spLocks noGrp="1"/>
          </p:cNvSpPr>
          <p:nvPr/>
        </p:nvSpPr>
        <p:spPr>
          <a:xfrm>
            <a:off x="12901268" y="442401"/>
            <a:ext cx="7039665" cy="8636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sequência de saída </a:t>
            </a:r>
          </a:p>
        </p:txBody>
      </p:sp>
      <p:sp>
        <p:nvSpPr>
          <p:cNvPr id="1055" name="Line">
            <a:extLst>
              <a:ext uri="{FF2B5EF4-FFF2-40B4-BE49-F238E27FC236}">
                <a16:creationId xmlns:a16="http://schemas.microsoft.com/office/drawing/2014/main" id="{AA598300-9614-4767-91CA-E00BFE465C43}"/>
              </a:ext>
            </a:extLst>
          </p:cNvPr>
          <p:cNvSpPr>
            <a:spLocks noGrp="1"/>
          </p:cNvSpPr>
          <p:nvPr/>
        </p:nvSpPr>
        <p:spPr>
          <a:xfrm>
            <a:off x="13589224" y="1553550"/>
            <a:ext cx="566735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6" name="Line">
            <a:extLst>
              <a:ext uri="{FF2B5EF4-FFF2-40B4-BE49-F238E27FC236}">
                <a16:creationId xmlns:a16="http://schemas.microsoft.com/office/drawing/2014/main" id="{EF12A5B1-49E9-42D0-9B95-2596FD652773}"/>
              </a:ext>
            </a:extLst>
          </p:cNvPr>
          <p:cNvSpPr>
            <a:spLocks noGrp="1"/>
          </p:cNvSpPr>
          <p:nvPr/>
        </p:nvSpPr>
        <p:spPr>
          <a:xfrm flipV="1">
            <a:off x="13602783" y="1563134"/>
            <a:ext cx="1" cy="44298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7" name="Line">
            <a:extLst>
              <a:ext uri="{FF2B5EF4-FFF2-40B4-BE49-F238E27FC236}">
                <a16:creationId xmlns:a16="http://schemas.microsoft.com/office/drawing/2014/main" id="{A6F6A30A-DEC9-40C0-86BB-7D597C0DBAE5}"/>
              </a:ext>
            </a:extLst>
          </p:cNvPr>
          <p:cNvSpPr>
            <a:spLocks noGrp="1"/>
          </p:cNvSpPr>
          <p:nvPr/>
        </p:nvSpPr>
        <p:spPr>
          <a:xfrm flipV="1">
            <a:off x="16421097" y="1563134"/>
            <a:ext cx="1" cy="44298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8" name="Line">
            <a:extLst>
              <a:ext uri="{FF2B5EF4-FFF2-40B4-BE49-F238E27FC236}">
                <a16:creationId xmlns:a16="http://schemas.microsoft.com/office/drawing/2014/main" id="{B6656CA3-DBCF-4E4E-A81E-A5E5DE7AD872}"/>
              </a:ext>
            </a:extLst>
          </p:cNvPr>
          <p:cNvSpPr>
            <a:spLocks noGrp="1"/>
          </p:cNvSpPr>
          <p:nvPr/>
        </p:nvSpPr>
        <p:spPr>
          <a:xfrm flipV="1">
            <a:off x="19240499" y="1563134"/>
            <a:ext cx="1" cy="44298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1" name="Rounded Rectangle">
            <a:extLst>
              <a:ext uri="{FF2B5EF4-FFF2-40B4-BE49-F238E27FC236}">
                <a16:creationId xmlns:a16="http://schemas.microsoft.com/office/drawing/2014/main" id="{85AA572A-A52B-4019-A1EE-E784BB67990C}"/>
              </a:ext>
            </a:extLst>
          </p:cNvPr>
          <p:cNvSpPr>
            <a:spLocks noGrp="1"/>
          </p:cNvSpPr>
          <p:nvPr/>
        </p:nvSpPr>
        <p:spPr>
          <a:xfrm>
            <a:off x="13389281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62" name="Rounded Rectangle">
            <a:extLst>
              <a:ext uri="{FF2B5EF4-FFF2-40B4-BE49-F238E27FC236}">
                <a16:creationId xmlns:a16="http://schemas.microsoft.com/office/drawing/2014/main" id="{3720D789-A715-48B9-97C3-E85C97EC0594}"/>
              </a:ext>
            </a:extLst>
          </p:cNvPr>
          <p:cNvSpPr>
            <a:spLocks noGrp="1"/>
          </p:cNvSpPr>
          <p:nvPr/>
        </p:nvSpPr>
        <p:spPr>
          <a:xfrm>
            <a:off x="16208682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63" name="Rounded Rectangle">
            <a:extLst>
              <a:ext uri="{FF2B5EF4-FFF2-40B4-BE49-F238E27FC236}">
                <a16:creationId xmlns:a16="http://schemas.microsoft.com/office/drawing/2014/main" id="{9CC732A9-63B7-4D94-8026-4A931676867F}"/>
              </a:ext>
            </a:extLst>
          </p:cNvPr>
          <p:cNvSpPr>
            <a:spLocks noGrp="1"/>
          </p:cNvSpPr>
          <p:nvPr/>
        </p:nvSpPr>
        <p:spPr>
          <a:xfrm>
            <a:off x="19028083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65" name="Rounded Rectangle">
            <a:extLst>
              <a:ext uri="{FF2B5EF4-FFF2-40B4-BE49-F238E27FC236}">
                <a16:creationId xmlns:a16="http://schemas.microsoft.com/office/drawing/2014/main" id="{2C308F54-37CE-41FF-A41C-0E7A25D8266A}"/>
              </a:ext>
            </a:extLst>
          </p:cNvPr>
          <p:cNvSpPr>
            <a:spLocks noGrp="1"/>
          </p:cNvSpPr>
          <p:nvPr/>
        </p:nvSpPr>
        <p:spPr>
          <a:xfrm>
            <a:off x="21847482" y="2006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66" name="Line">
            <a:extLst>
              <a:ext uri="{FF2B5EF4-FFF2-40B4-BE49-F238E27FC236}">
                <a16:creationId xmlns:a16="http://schemas.microsoft.com/office/drawing/2014/main" id="{1D103863-5E5C-4BFA-AE32-F5BFE85737F7}"/>
              </a:ext>
            </a:extLst>
          </p:cNvPr>
          <p:cNvSpPr>
            <a:spLocks noGrp="1"/>
          </p:cNvSpPr>
          <p:nvPr/>
        </p:nvSpPr>
        <p:spPr>
          <a:xfrm flipV="1">
            <a:off x="13601698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7" name="Line">
            <a:extLst>
              <a:ext uri="{FF2B5EF4-FFF2-40B4-BE49-F238E27FC236}">
                <a16:creationId xmlns:a16="http://schemas.microsoft.com/office/drawing/2014/main" id="{9FD81245-9E69-46D8-ABF9-6BAD865AB035}"/>
              </a:ext>
            </a:extLst>
          </p:cNvPr>
          <p:cNvSpPr>
            <a:spLocks noGrp="1"/>
          </p:cNvSpPr>
          <p:nvPr/>
        </p:nvSpPr>
        <p:spPr>
          <a:xfrm flipV="1">
            <a:off x="16421098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8" name="Line">
            <a:extLst>
              <a:ext uri="{FF2B5EF4-FFF2-40B4-BE49-F238E27FC236}">
                <a16:creationId xmlns:a16="http://schemas.microsoft.com/office/drawing/2014/main" id="{AE9B855A-6B2F-43D1-9A54-A5184FBD7024}"/>
              </a:ext>
            </a:extLst>
          </p:cNvPr>
          <p:cNvSpPr>
            <a:spLocks noGrp="1"/>
          </p:cNvSpPr>
          <p:nvPr/>
        </p:nvSpPr>
        <p:spPr>
          <a:xfrm flipV="1">
            <a:off x="19240499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9" name="Rounded Rectangle">
            <a:extLst>
              <a:ext uri="{FF2B5EF4-FFF2-40B4-BE49-F238E27FC236}">
                <a16:creationId xmlns:a16="http://schemas.microsoft.com/office/drawing/2014/main" id="{BDBA0057-34E4-4BDB-A022-E13946A77986}"/>
              </a:ext>
            </a:extLst>
          </p:cNvPr>
          <p:cNvSpPr>
            <a:spLocks noGrp="1"/>
          </p:cNvSpPr>
          <p:nvPr/>
        </p:nvSpPr>
        <p:spPr>
          <a:xfrm>
            <a:off x="14798981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0" name="Rectangle">
            <a:extLst>
              <a:ext uri="{FF2B5EF4-FFF2-40B4-BE49-F238E27FC236}">
                <a16:creationId xmlns:a16="http://schemas.microsoft.com/office/drawing/2014/main" id="{FA10CD18-BD0B-4209-912D-925E902B0AAB}"/>
              </a:ext>
            </a:extLst>
          </p:cNvPr>
          <p:cNvSpPr>
            <a:spLocks noGrp="1"/>
          </p:cNvSpPr>
          <p:nvPr/>
        </p:nvSpPr>
        <p:spPr>
          <a:xfrm>
            <a:off x="15914776" y="6365160"/>
            <a:ext cx="1012648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1" name="Rounded Rectangle">
            <a:extLst>
              <a:ext uri="{FF2B5EF4-FFF2-40B4-BE49-F238E27FC236}">
                <a16:creationId xmlns:a16="http://schemas.microsoft.com/office/drawing/2014/main" id="{A4610C5B-C4A4-4532-ABA3-567525BE1D57}"/>
              </a:ext>
            </a:extLst>
          </p:cNvPr>
          <p:cNvSpPr>
            <a:spLocks noGrp="1"/>
          </p:cNvSpPr>
          <p:nvPr/>
        </p:nvSpPr>
        <p:spPr>
          <a:xfrm>
            <a:off x="17618382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2" name="Rectangle">
            <a:extLst>
              <a:ext uri="{FF2B5EF4-FFF2-40B4-BE49-F238E27FC236}">
                <a16:creationId xmlns:a16="http://schemas.microsoft.com/office/drawing/2014/main" id="{A6A2B1FB-DE2A-4809-8770-088E5BC1BEB8}"/>
              </a:ext>
            </a:extLst>
          </p:cNvPr>
          <p:cNvSpPr>
            <a:spLocks noGrp="1"/>
          </p:cNvSpPr>
          <p:nvPr/>
        </p:nvSpPr>
        <p:spPr>
          <a:xfrm>
            <a:off x="18734176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3" name="Rounded Rectangle">
            <a:extLst>
              <a:ext uri="{FF2B5EF4-FFF2-40B4-BE49-F238E27FC236}">
                <a16:creationId xmlns:a16="http://schemas.microsoft.com/office/drawing/2014/main" id="{05F15923-974B-49C0-84F6-B9455DCF96C0}"/>
              </a:ext>
            </a:extLst>
          </p:cNvPr>
          <p:cNvSpPr>
            <a:spLocks noGrp="1"/>
          </p:cNvSpPr>
          <p:nvPr/>
        </p:nvSpPr>
        <p:spPr>
          <a:xfrm>
            <a:off x="20437780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4" name="Rectangle">
            <a:extLst>
              <a:ext uri="{FF2B5EF4-FFF2-40B4-BE49-F238E27FC236}">
                <a16:creationId xmlns:a16="http://schemas.microsoft.com/office/drawing/2014/main" id="{B00B984D-0E0D-4338-8FE6-B69743EB0670}"/>
              </a:ext>
            </a:extLst>
          </p:cNvPr>
          <p:cNvSpPr>
            <a:spLocks noGrp="1"/>
          </p:cNvSpPr>
          <p:nvPr/>
        </p:nvSpPr>
        <p:spPr>
          <a:xfrm>
            <a:off x="21553576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5" name="Rounded Rectangle">
            <a:extLst>
              <a:ext uri="{FF2B5EF4-FFF2-40B4-BE49-F238E27FC236}">
                <a16:creationId xmlns:a16="http://schemas.microsoft.com/office/drawing/2014/main" id="{7AC012F4-A0D4-4FB1-B22D-F7769393E80A}"/>
              </a:ext>
            </a:extLst>
          </p:cNvPr>
          <p:cNvSpPr>
            <a:spLocks noGrp="1"/>
          </p:cNvSpPr>
          <p:nvPr/>
        </p:nvSpPr>
        <p:spPr>
          <a:xfrm>
            <a:off x="16208681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6" name="Rounded Rectangle">
            <a:extLst>
              <a:ext uri="{FF2B5EF4-FFF2-40B4-BE49-F238E27FC236}">
                <a16:creationId xmlns:a16="http://schemas.microsoft.com/office/drawing/2014/main" id="{5EEA898F-2866-4F34-89D7-B5EE563EFFF4}"/>
              </a:ext>
            </a:extLst>
          </p:cNvPr>
          <p:cNvSpPr>
            <a:spLocks noGrp="1"/>
          </p:cNvSpPr>
          <p:nvPr/>
        </p:nvSpPr>
        <p:spPr>
          <a:xfrm>
            <a:off x="19028082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7" name="Rounded Rectangle">
            <a:extLst>
              <a:ext uri="{FF2B5EF4-FFF2-40B4-BE49-F238E27FC236}">
                <a16:creationId xmlns:a16="http://schemas.microsoft.com/office/drawing/2014/main" id="{96E83363-E6A7-4536-97BA-1B18BD23A5E9}"/>
              </a:ext>
            </a:extLst>
          </p:cNvPr>
          <p:cNvSpPr>
            <a:spLocks noGrp="1"/>
          </p:cNvSpPr>
          <p:nvPr/>
        </p:nvSpPr>
        <p:spPr>
          <a:xfrm>
            <a:off x="21847480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78" name="Line">
            <a:extLst>
              <a:ext uri="{FF2B5EF4-FFF2-40B4-BE49-F238E27FC236}">
                <a16:creationId xmlns:a16="http://schemas.microsoft.com/office/drawing/2014/main" id="{303CD2C1-F67C-4DCB-8A61-4B92E7875D3E}"/>
              </a:ext>
            </a:extLst>
          </p:cNvPr>
          <p:cNvSpPr>
            <a:spLocks noGrp="1"/>
          </p:cNvSpPr>
          <p:nvPr/>
        </p:nvSpPr>
        <p:spPr>
          <a:xfrm>
            <a:off x="14260984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9" name="Line">
            <a:extLst>
              <a:ext uri="{FF2B5EF4-FFF2-40B4-BE49-F238E27FC236}">
                <a16:creationId xmlns:a16="http://schemas.microsoft.com/office/drawing/2014/main" id="{BC8E116C-3401-4FE2-BC9F-30B1DD10C77E}"/>
              </a:ext>
            </a:extLst>
          </p:cNvPr>
          <p:cNvSpPr>
            <a:spLocks noGrp="1"/>
          </p:cNvSpPr>
          <p:nvPr/>
        </p:nvSpPr>
        <p:spPr>
          <a:xfrm>
            <a:off x="15313280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0" name="Line">
            <a:extLst>
              <a:ext uri="{FF2B5EF4-FFF2-40B4-BE49-F238E27FC236}">
                <a16:creationId xmlns:a16="http://schemas.microsoft.com/office/drawing/2014/main" id="{CA7635C7-18FE-4C6C-A234-05E4C6848B9B}"/>
              </a:ext>
            </a:extLst>
          </p:cNvPr>
          <p:cNvSpPr>
            <a:spLocks noGrp="1"/>
          </p:cNvSpPr>
          <p:nvPr/>
        </p:nvSpPr>
        <p:spPr>
          <a:xfrm>
            <a:off x="17080384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1" name="Line">
            <a:extLst>
              <a:ext uri="{FF2B5EF4-FFF2-40B4-BE49-F238E27FC236}">
                <a16:creationId xmlns:a16="http://schemas.microsoft.com/office/drawing/2014/main" id="{BA65673E-6BA5-4CAB-BABB-C46AB261A1F4}"/>
              </a:ext>
            </a:extLst>
          </p:cNvPr>
          <p:cNvSpPr>
            <a:spLocks noGrp="1"/>
          </p:cNvSpPr>
          <p:nvPr/>
        </p:nvSpPr>
        <p:spPr>
          <a:xfrm>
            <a:off x="181326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2" name="Line">
            <a:extLst>
              <a:ext uri="{FF2B5EF4-FFF2-40B4-BE49-F238E27FC236}">
                <a16:creationId xmlns:a16="http://schemas.microsoft.com/office/drawing/2014/main" id="{B099F855-EB34-4083-8E07-EC2CC60A0300}"/>
              </a:ext>
            </a:extLst>
          </p:cNvPr>
          <p:cNvSpPr>
            <a:spLocks noGrp="1"/>
          </p:cNvSpPr>
          <p:nvPr/>
        </p:nvSpPr>
        <p:spPr>
          <a:xfrm>
            <a:off x="19899785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3" name="Line">
            <a:extLst>
              <a:ext uri="{FF2B5EF4-FFF2-40B4-BE49-F238E27FC236}">
                <a16:creationId xmlns:a16="http://schemas.microsoft.com/office/drawing/2014/main" id="{1BBA15F4-E3D7-424C-BAC1-C43D10828FBB}"/>
              </a:ext>
            </a:extLst>
          </p:cNvPr>
          <p:cNvSpPr>
            <a:spLocks noGrp="1"/>
          </p:cNvSpPr>
          <p:nvPr/>
        </p:nvSpPr>
        <p:spPr>
          <a:xfrm>
            <a:off x="209520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4" name="Line">
            <a:extLst>
              <a:ext uri="{FF2B5EF4-FFF2-40B4-BE49-F238E27FC236}">
                <a16:creationId xmlns:a16="http://schemas.microsoft.com/office/drawing/2014/main" id="{A02CDD79-9965-4B6B-AAEB-FA5D4C64CE93}"/>
              </a:ext>
            </a:extLst>
          </p:cNvPr>
          <p:cNvSpPr>
            <a:spLocks noGrp="1"/>
          </p:cNvSpPr>
          <p:nvPr/>
        </p:nvSpPr>
        <p:spPr>
          <a:xfrm flipV="1">
            <a:off x="16421098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5" name="Line">
            <a:extLst>
              <a:ext uri="{FF2B5EF4-FFF2-40B4-BE49-F238E27FC236}">
                <a16:creationId xmlns:a16="http://schemas.microsoft.com/office/drawing/2014/main" id="{3DC7710E-862E-41FE-8E81-E127405DB8E8}"/>
              </a:ext>
            </a:extLst>
          </p:cNvPr>
          <p:cNvSpPr>
            <a:spLocks noGrp="1"/>
          </p:cNvSpPr>
          <p:nvPr/>
        </p:nvSpPr>
        <p:spPr>
          <a:xfrm flipV="1">
            <a:off x="19240499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6" name="Line">
            <a:extLst>
              <a:ext uri="{FF2B5EF4-FFF2-40B4-BE49-F238E27FC236}">
                <a16:creationId xmlns:a16="http://schemas.microsoft.com/office/drawing/2014/main" id="{A4F4F19D-BBE9-4B61-B84F-04868B440F45}"/>
              </a:ext>
            </a:extLst>
          </p:cNvPr>
          <p:cNvSpPr>
            <a:spLocks noGrp="1"/>
          </p:cNvSpPr>
          <p:nvPr/>
        </p:nvSpPr>
        <p:spPr>
          <a:xfrm flipV="1">
            <a:off x="22059899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7" name="Line">
            <a:extLst>
              <a:ext uri="{FF2B5EF4-FFF2-40B4-BE49-F238E27FC236}">
                <a16:creationId xmlns:a16="http://schemas.microsoft.com/office/drawing/2014/main" id="{E6A6E4D2-E4E7-4D59-B16D-9EEC6255DD24}"/>
              </a:ext>
            </a:extLst>
          </p:cNvPr>
          <p:cNvSpPr>
            <a:spLocks noGrp="1"/>
          </p:cNvSpPr>
          <p:nvPr/>
        </p:nvSpPr>
        <p:spPr>
          <a:xfrm flipV="1">
            <a:off x="22059899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88" name="Rectangle">
            <a:extLst>
              <a:ext uri="{FF2B5EF4-FFF2-40B4-BE49-F238E27FC236}">
                <a16:creationId xmlns:a16="http://schemas.microsoft.com/office/drawing/2014/main" id="{8219334C-7254-4A79-89BA-8E00B472DFAA}"/>
              </a:ext>
            </a:extLst>
          </p:cNvPr>
          <p:cNvSpPr>
            <a:spLocks noGrp="1"/>
          </p:cNvSpPr>
          <p:nvPr/>
        </p:nvSpPr>
        <p:spPr>
          <a:xfrm>
            <a:off x="13095376" y="6365160"/>
            <a:ext cx="1012648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89" name="Line">
            <a:extLst>
              <a:ext uri="{FF2B5EF4-FFF2-40B4-BE49-F238E27FC236}">
                <a16:creationId xmlns:a16="http://schemas.microsoft.com/office/drawing/2014/main" id="{B5FB1304-07DC-4CA5-829A-7CFE8AD48124}"/>
              </a:ext>
            </a:extLst>
          </p:cNvPr>
          <p:cNvSpPr>
            <a:spLocks noGrp="1"/>
          </p:cNvSpPr>
          <p:nvPr/>
        </p:nvSpPr>
        <p:spPr>
          <a:xfrm>
            <a:off x="124938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0" name="Line">
            <a:extLst>
              <a:ext uri="{FF2B5EF4-FFF2-40B4-BE49-F238E27FC236}">
                <a16:creationId xmlns:a16="http://schemas.microsoft.com/office/drawing/2014/main" id="{205FB279-E084-4CB6-9783-898BF0E6DAEF}"/>
              </a:ext>
            </a:extLst>
          </p:cNvPr>
          <p:cNvSpPr>
            <a:spLocks noGrp="1"/>
          </p:cNvSpPr>
          <p:nvPr/>
        </p:nvSpPr>
        <p:spPr>
          <a:xfrm flipV="1">
            <a:off x="13601698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2" name="Rounded Rectangle">
            <a:extLst>
              <a:ext uri="{FF2B5EF4-FFF2-40B4-BE49-F238E27FC236}">
                <a16:creationId xmlns:a16="http://schemas.microsoft.com/office/drawing/2014/main" id="{607B9B7A-82A3-46D8-A9C7-B4492BB55FBF}"/>
              </a:ext>
            </a:extLst>
          </p:cNvPr>
          <p:cNvSpPr>
            <a:spLocks noGrp="1"/>
          </p:cNvSpPr>
          <p:nvPr/>
        </p:nvSpPr>
        <p:spPr>
          <a:xfrm>
            <a:off x="13389281" y="9372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93" name="Line">
            <a:extLst>
              <a:ext uri="{FF2B5EF4-FFF2-40B4-BE49-F238E27FC236}">
                <a16:creationId xmlns:a16="http://schemas.microsoft.com/office/drawing/2014/main" id="{64FCF37F-27A4-4118-92D7-32B6A3050D08}"/>
              </a:ext>
            </a:extLst>
          </p:cNvPr>
          <p:cNvSpPr>
            <a:spLocks noGrp="1"/>
          </p:cNvSpPr>
          <p:nvPr/>
        </p:nvSpPr>
        <p:spPr>
          <a:xfrm flipV="1">
            <a:off x="13601698" y="11709884"/>
            <a:ext cx="1" cy="71530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4" name="&lt;end&gt;">
            <a:extLst>
              <a:ext uri="{FF2B5EF4-FFF2-40B4-BE49-F238E27FC236}">
                <a16:creationId xmlns:a16="http://schemas.microsoft.com/office/drawing/2014/main" id="{1748FB15-84B7-4354-802D-5C07C4FD8A05}"/>
              </a:ext>
            </a:extLst>
          </p:cNvPr>
          <p:cNvSpPr>
            <a:spLocks noGrp="1"/>
          </p:cNvSpPr>
          <p:nvPr/>
        </p:nvSpPr>
        <p:spPr>
          <a:xfrm>
            <a:off x="12486741" y="12409997"/>
            <a:ext cx="2229920" cy="8636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  <p:sp>
        <p:nvSpPr>
          <p:cNvPr id="1097" name="Line">
            <a:extLst>
              <a:ext uri="{FF2B5EF4-FFF2-40B4-BE49-F238E27FC236}">
                <a16:creationId xmlns:a16="http://schemas.microsoft.com/office/drawing/2014/main" id="{CA08A041-049E-48FB-ADB2-D93E90259F58}"/>
              </a:ext>
            </a:extLst>
          </p:cNvPr>
          <p:cNvSpPr>
            <a:spLocks noGrp="1"/>
          </p:cNvSpPr>
          <p:nvPr/>
        </p:nvSpPr>
        <p:spPr>
          <a:xfrm flipV="1">
            <a:off x="22059899" y="1294396"/>
            <a:ext cx="1" cy="71530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98" name="&lt;end&gt;">
            <a:extLst>
              <a:ext uri="{FF2B5EF4-FFF2-40B4-BE49-F238E27FC236}">
                <a16:creationId xmlns:a16="http://schemas.microsoft.com/office/drawing/2014/main" id="{563FA528-8A64-4BF8-8046-67A1D2FFA85A}"/>
              </a:ext>
            </a:extLst>
          </p:cNvPr>
          <p:cNvSpPr>
            <a:spLocks noGrp="1"/>
          </p:cNvSpPr>
          <p:nvPr/>
        </p:nvSpPr>
        <p:spPr>
          <a:xfrm>
            <a:off x="20944940" y="442401"/>
            <a:ext cx="2229919" cy="8636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&lt;</a:t>
            </a:r>
            <a:r>
              <a:rPr lang="pt-BR" dirty="0" err="1"/>
              <a:t>end</a:t>
            </a:r>
            <a:r>
              <a:rPr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00522249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Attention">
            <a:extLst>
              <a:ext uri="{FF2B5EF4-FFF2-40B4-BE49-F238E27FC236}">
                <a16:creationId xmlns:a16="http://schemas.microsoft.com/office/drawing/2014/main" id="{7E7A0A89-0078-4155-B169-650E5DF283A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Atenção</a:t>
            </a:r>
          </a:p>
        </p:txBody>
      </p:sp>
    </p:spTree>
    <p:extLst>
      <p:ext uri="{BB962C8B-B14F-4D97-AF65-F5344CB8AC3E}">
        <p14:creationId xmlns:p14="http://schemas.microsoft.com/office/powerpoint/2010/main" val="53518194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Rectangle">
            <a:extLst>
              <a:ext uri="{FF2B5EF4-FFF2-40B4-BE49-F238E27FC236}">
                <a16:creationId xmlns:a16="http://schemas.microsoft.com/office/drawing/2014/main" id="{5B9C21A3-4983-40F9-AD3D-751A1639CA5A}"/>
              </a:ext>
            </a:extLst>
          </p:cNvPr>
          <p:cNvSpPr>
            <a:spLocks noGrp="1"/>
          </p:cNvSpPr>
          <p:nvPr/>
        </p:nvSpPr>
        <p:spPr>
          <a:xfrm>
            <a:off x="8082332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27" name="Rectangle">
            <a:extLst>
              <a:ext uri="{FF2B5EF4-FFF2-40B4-BE49-F238E27FC236}">
                <a16:creationId xmlns:a16="http://schemas.microsoft.com/office/drawing/2014/main" id="{A45EFDF7-4499-46B7-A1D7-C1202DB0BD59}"/>
              </a:ext>
            </a:extLst>
          </p:cNvPr>
          <p:cNvSpPr>
            <a:spLocks noGrp="1"/>
          </p:cNvSpPr>
          <p:nvPr/>
        </p:nvSpPr>
        <p:spPr>
          <a:xfrm>
            <a:off x="11557000" y="11908149"/>
            <a:ext cx="1270000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93153485-631E-4F27-AEAD-911409BEBF0D}"/>
              </a:ext>
            </a:extLst>
          </p:cNvPr>
          <p:cNvSpPr>
            <a:spLocks noGrp="1"/>
          </p:cNvSpPr>
          <p:nvPr/>
        </p:nvSpPr>
        <p:spPr>
          <a:xfrm>
            <a:off x="14625518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ACF6E973-CED5-42E3-8B7B-B3F6EC491D9D}"/>
              </a:ext>
            </a:extLst>
          </p:cNvPr>
          <p:cNvSpPr>
            <a:spLocks noGrp="1"/>
          </p:cNvSpPr>
          <p:nvPr/>
        </p:nvSpPr>
        <p:spPr>
          <a:xfrm>
            <a:off x="17897110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2A91CB65-4EAE-44C0-B44B-2424F052F627}"/>
              </a:ext>
            </a:extLst>
          </p:cNvPr>
          <p:cNvSpPr>
            <a:spLocks noGrp="1"/>
          </p:cNvSpPr>
          <p:nvPr/>
        </p:nvSpPr>
        <p:spPr>
          <a:xfrm>
            <a:off x="4810740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821B7FB5-0974-44B1-8AA0-B497126F4F8C}"/>
              </a:ext>
            </a:extLst>
          </p:cNvPr>
          <p:cNvSpPr>
            <a:spLocks noGrp="1"/>
          </p:cNvSpPr>
          <p:nvPr/>
        </p:nvSpPr>
        <p:spPr>
          <a:xfrm>
            <a:off x="1539147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32" name="what">
            <a:extLst>
              <a:ext uri="{FF2B5EF4-FFF2-40B4-BE49-F238E27FC236}">
                <a16:creationId xmlns:a16="http://schemas.microsoft.com/office/drawing/2014/main" id="{95E878BC-BECD-426C-9950-FC3D384296B2}"/>
              </a:ext>
            </a:extLst>
          </p:cNvPr>
          <p:cNvSpPr>
            <a:spLocks noGrp="1"/>
          </p:cNvSpPr>
          <p:nvPr/>
        </p:nvSpPr>
        <p:spPr>
          <a:xfrm>
            <a:off x="652881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1533" name="is">
            <a:extLst>
              <a:ext uri="{FF2B5EF4-FFF2-40B4-BE49-F238E27FC236}">
                <a16:creationId xmlns:a16="http://schemas.microsoft.com/office/drawing/2014/main" id="{B054C99A-FCC7-4589-8732-57419BAF96E7}"/>
              </a:ext>
            </a:extLst>
          </p:cNvPr>
          <p:cNvSpPr>
            <a:spLocks noGrp="1"/>
          </p:cNvSpPr>
          <p:nvPr/>
        </p:nvSpPr>
        <p:spPr>
          <a:xfrm>
            <a:off x="3924474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34" name="the">
            <a:extLst>
              <a:ext uri="{FF2B5EF4-FFF2-40B4-BE49-F238E27FC236}">
                <a16:creationId xmlns:a16="http://schemas.microsoft.com/office/drawing/2014/main" id="{266EBE77-11F6-4A07-9C42-8256AAB1377F}"/>
              </a:ext>
            </a:extLst>
          </p:cNvPr>
          <p:cNvSpPr>
            <a:spLocks noGrp="1"/>
          </p:cNvSpPr>
          <p:nvPr/>
        </p:nvSpPr>
        <p:spPr>
          <a:xfrm>
            <a:off x="7196066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35" name="capital">
            <a:extLst>
              <a:ext uri="{FF2B5EF4-FFF2-40B4-BE49-F238E27FC236}">
                <a16:creationId xmlns:a16="http://schemas.microsoft.com/office/drawing/2014/main" id="{122A0049-1C8B-460D-9A12-28D6073BEC6D}"/>
              </a:ext>
            </a:extLst>
          </p:cNvPr>
          <p:cNvSpPr>
            <a:spLocks noGrp="1"/>
          </p:cNvSpPr>
          <p:nvPr/>
        </p:nvSpPr>
        <p:spPr>
          <a:xfrm>
            <a:off x="10467658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36" name="of">
            <a:extLst>
              <a:ext uri="{FF2B5EF4-FFF2-40B4-BE49-F238E27FC236}">
                <a16:creationId xmlns:a16="http://schemas.microsoft.com/office/drawing/2014/main" id="{3C9C155D-6532-4EA8-B5F5-7E79F1E4A875}"/>
              </a:ext>
            </a:extLst>
          </p:cNvPr>
          <p:cNvSpPr>
            <a:spLocks noGrp="1"/>
          </p:cNvSpPr>
          <p:nvPr/>
        </p:nvSpPr>
        <p:spPr>
          <a:xfrm>
            <a:off x="13739251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1537" name="Massachusetts">
            <a:extLst>
              <a:ext uri="{FF2B5EF4-FFF2-40B4-BE49-F238E27FC236}">
                <a16:creationId xmlns:a16="http://schemas.microsoft.com/office/drawing/2014/main" id="{39955DC3-B26C-4B01-B60D-A37EB65B55E0}"/>
              </a:ext>
            </a:extLst>
          </p:cNvPr>
          <p:cNvSpPr>
            <a:spLocks noGrp="1"/>
          </p:cNvSpPr>
          <p:nvPr/>
        </p:nvSpPr>
        <p:spPr>
          <a:xfrm>
            <a:off x="17010843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29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</p:spTree>
    <p:extLst>
      <p:ext uri="{BB962C8B-B14F-4D97-AF65-F5344CB8AC3E}">
        <p14:creationId xmlns:p14="http://schemas.microsoft.com/office/powerpoint/2010/main" val="201876725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EC91-D61A-8C95-C881-3B42593B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Rectangle">
            <a:extLst>
              <a:ext uri="{FF2B5EF4-FFF2-40B4-BE49-F238E27FC236}">
                <a16:creationId xmlns:a16="http://schemas.microsoft.com/office/drawing/2014/main" id="{7766E4B7-2C0A-5C8C-A320-84C21EA6B081}"/>
              </a:ext>
            </a:extLst>
          </p:cNvPr>
          <p:cNvSpPr>
            <a:spLocks noGrp="1"/>
          </p:cNvSpPr>
          <p:nvPr/>
        </p:nvSpPr>
        <p:spPr>
          <a:xfrm>
            <a:off x="8082332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27" name="Rectangle">
            <a:extLst>
              <a:ext uri="{FF2B5EF4-FFF2-40B4-BE49-F238E27FC236}">
                <a16:creationId xmlns:a16="http://schemas.microsoft.com/office/drawing/2014/main" id="{1B8D1ECC-B02F-09BD-3F41-AA0BFFA6C25A}"/>
              </a:ext>
            </a:extLst>
          </p:cNvPr>
          <p:cNvSpPr>
            <a:spLocks noGrp="1"/>
          </p:cNvSpPr>
          <p:nvPr/>
        </p:nvSpPr>
        <p:spPr>
          <a:xfrm>
            <a:off x="11557000" y="11908149"/>
            <a:ext cx="1270000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E005FB2B-0556-40DF-EA7E-AA26E7F8D8E3}"/>
              </a:ext>
            </a:extLst>
          </p:cNvPr>
          <p:cNvSpPr>
            <a:spLocks noGrp="1"/>
          </p:cNvSpPr>
          <p:nvPr/>
        </p:nvSpPr>
        <p:spPr>
          <a:xfrm>
            <a:off x="14625518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DD16B84D-991D-33E5-480D-7503DB4D9A8B}"/>
              </a:ext>
            </a:extLst>
          </p:cNvPr>
          <p:cNvSpPr>
            <a:spLocks noGrp="1"/>
          </p:cNvSpPr>
          <p:nvPr/>
        </p:nvSpPr>
        <p:spPr>
          <a:xfrm>
            <a:off x="17897110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6926C019-23BB-8187-EE81-2E25528F8CA2}"/>
              </a:ext>
            </a:extLst>
          </p:cNvPr>
          <p:cNvSpPr>
            <a:spLocks noGrp="1"/>
          </p:cNvSpPr>
          <p:nvPr/>
        </p:nvSpPr>
        <p:spPr>
          <a:xfrm>
            <a:off x="4810740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C31AA7DF-49E1-2C97-EF7A-0770395604C8}"/>
              </a:ext>
            </a:extLst>
          </p:cNvPr>
          <p:cNvSpPr>
            <a:spLocks noGrp="1"/>
          </p:cNvSpPr>
          <p:nvPr/>
        </p:nvSpPr>
        <p:spPr>
          <a:xfrm>
            <a:off x="1539147" y="11908149"/>
            <a:ext cx="1270001" cy="40555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32" name="what">
            <a:extLst>
              <a:ext uri="{FF2B5EF4-FFF2-40B4-BE49-F238E27FC236}">
                <a16:creationId xmlns:a16="http://schemas.microsoft.com/office/drawing/2014/main" id="{7FC474BD-5A7F-73F4-EFCD-56F590FE4306}"/>
              </a:ext>
            </a:extLst>
          </p:cNvPr>
          <p:cNvSpPr>
            <a:spLocks noGrp="1"/>
          </p:cNvSpPr>
          <p:nvPr/>
        </p:nvSpPr>
        <p:spPr>
          <a:xfrm>
            <a:off x="652881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1533" name="is">
            <a:extLst>
              <a:ext uri="{FF2B5EF4-FFF2-40B4-BE49-F238E27FC236}">
                <a16:creationId xmlns:a16="http://schemas.microsoft.com/office/drawing/2014/main" id="{329B859E-8357-6331-693B-E1B90A144E7E}"/>
              </a:ext>
            </a:extLst>
          </p:cNvPr>
          <p:cNvSpPr>
            <a:spLocks noGrp="1"/>
          </p:cNvSpPr>
          <p:nvPr/>
        </p:nvSpPr>
        <p:spPr>
          <a:xfrm>
            <a:off x="3924474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34" name="the">
            <a:extLst>
              <a:ext uri="{FF2B5EF4-FFF2-40B4-BE49-F238E27FC236}">
                <a16:creationId xmlns:a16="http://schemas.microsoft.com/office/drawing/2014/main" id="{C2BB80D8-114C-5E4E-848A-CB5B27D6C2CB}"/>
              </a:ext>
            </a:extLst>
          </p:cNvPr>
          <p:cNvSpPr>
            <a:spLocks noGrp="1"/>
          </p:cNvSpPr>
          <p:nvPr/>
        </p:nvSpPr>
        <p:spPr>
          <a:xfrm>
            <a:off x="7196066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35" name="capital">
            <a:extLst>
              <a:ext uri="{FF2B5EF4-FFF2-40B4-BE49-F238E27FC236}">
                <a16:creationId xmlns:a16="http://schemas.microsoft.com/office/drawing/2014/main" id="{0EEA1D54-AE70-9157-B978-88080CC89E05}"/>
              </a:ext>
            </a:extLst>
          </p:cNvPr>
          <p:cNvSpPr>
            <a:spLocks noGrp="1"/>
          </p:cNvSpPr>
          <p:nvPr/>
        </p:nvSpPr>
        <p:spPr>
          <a:xfrm>
            <a:off x="10467658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36" name="of">
            <a:extLst>
              <a:ext uri="{FF2B5EF4-FFF2-40B4-BE49-F238E27FC236}">
                <a16:creationId xmlns:a16="http://schemas.microsoft.com/office/drawing/2014/main" id="{290751FD-61D7-2ED7-D8BF-9C28A00C2374}"/>
              </a:ext>
            </a:extLst>
          </p:cNvPr>
          <p:cNvSpPr>
            <a:spLocks noGrp="1"/>
          </p:cNvSpPr>
          <p:nvPr/>
        </p:nvSpPr>
        <p:spPr>
          <a:xfrm>
            <a:off x="13739251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1537" name="Massachusetts">
            <a:extLst>
              <a:ext uri="{FF2B5EF4-FFF2-40B4-BE49-F238E27FC236}">
                <a16:creationId xmlns:a16="http://schemas.microsoft.com/office/drawing/2014/main" id="{AFDE756B-D33B-7F22-9701-CA2AE99D326C}"/>
              </a:ext>
            </a:extLst>
          </p:cNvPr>
          <p:cNvSpPr>
            <a:spLocks noGrp="1"/>
          </p:cNvSpPr>
          <p:nvPr/>
        </p:nvSpPr>
        <p:spPr>
          <a:xfrm>
            <a:off x="17010843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29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1538" name="the">
            <a:extLst>
              <a:ext uri="{FF2B5EF4-FFF2-40B4-BE49-F238E27FC236}">
                <a16:creationId xmlns:a16="http://schemas.microsoft.com/office/drawing/2014/main" id="{AF812C4A-D824-3AD8-CC7D-0CC8C2FAE12F}"/>
              </a:ext>
            </a:extLst>
          </p:cNvPr>
          <p:cNvSpPr>
            <a:spLocks noGrp="1"/>
          </p:cNvSpPr>
          <p:nvPr/>
        </p:nvSpPr>
        <p:spPr>
          <a:xfrm>
            <a:off x="10772233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39" name="capital">
            <a:extLst>
              <a:ext uri="{FF2B5EF4-FFF2-40B4-BE49-F238E27FC236}">
                <a16:creationId xmlns:a16="http://schemas.microsoft.com/office/drawing/2014/main" id="{9CA9392F-1E8C-A1CD-C652-055657F33EFC}"/>
              </a:ext>
            </a:extLst>
          </p:cNvPr>
          <p:cNvSpPr>
            <a:spLocks noGrp="1"/>
          </p:cNvSpPr>
          <p:nvPr/>
        </p:nvSpPr>
        <p:spPr>
          <a:xfrm>
            <a:off x="14043824" y="901379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40" name="is">
            <a:extLst>
              <a:ext uri="{FF2B5EF4-FFF2-40B4-BE49-F238E27FC236}">
                <a16:creationId xmlns:a16="http://schemas.microsoft.com/office/drawing/2014/main" id="{D14872B8-2A51-B55C-A4DE-0BFB58C73BE5}"/>
              </a:ext>
            </a:extLst>
          </p:cNvPr>
          <p:cNvSpPr>
            <a:spLocks noGrp="1"/>
          </p:cNvSpPr>
          <p:nvPr/>
        </p:nvSpPr>
        <p:spPr>
          <a:xfrm>
            <a:off x="17315417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41" name="Rounded Rectangle">
            <a:extLst>
              <a:ext uri="{FF2B5EF4-FFF2-40B4-BE49-F238E27FC236}">
                <a16:creationId xmlns:a16="http://schemas.microsoft.com/office/drawing/2014/main" id="{459A0308-2EDA-F4E8-E1C8-33653BD6C2B8}"/>
              </a:ext>
            </a:extLst>
          </p:cNvPr>
          <p:cNvSpPr>
            <a:spLocks noGrp="1"/>
          </p:cNvSpPr>
          <p:nvPr/>
        </p:nvSpPr>
        <p:spPr>
          <a:xfrm>
            <a:off x="20587010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18075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Rectangle">
            <a:extLst>
              <a:ext uri="{FF2B5EF4-FFF2-40B4-BE49-F238E27FC236}">
                <a16:creationId xmlns:a16="http://schemas.microsoft.com/office/drawing/2014/main" id="{7974C0C2-3E9F-4843-AB55-E5274103782C}"/>
              </a:ext>
            </a:extLst>
          </p:cNvPr>
          <p:cNvSpPr>
            <a:spLocks noGrp="1"/>
          </p:cNvSpPr>
          <p:nvPr/>
        </p:nvSpPr>
        <p:spPr>
          <a:xfrm>
            <a:off x="1539147" y="10172919"/>
            <a:ext cx="1270001" cy="2140783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44" name="Rectangle">
            <a:extLst>
              <a:ext uri="{FF2B5EF4-FFF2-40B4-BE49-F238E27FC236}">
                <a16:creationId xmlns:a16="http://schemas.microsoft.com/office/drawing/2014/main" id="{D7AE6470-CD1C-4579-962B-44D0BAA2FC13}"/>
              </a:ext>
            </a:extLst>
          </p:cNvPr>
          <p:cNvSpPr>
            <a:spLocks noGrp="1"/>
          </p:cNvSpPr>
          <p:nvPr/>
        </p:nvSpPr>
        <p:spPr>
          <a:xfrm>
            <a:off x="4810740" y="10953258"/>
            <a:ext cx="1270001" cy="1360444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45" name="Rectangle">
            <a:extLst>
              <a:ext uri="{FF2B5EF4-FFF2-40B4-BE49-F238E27FC236}">
                <a16:creationId xmlns:a16="http://schemas.microsoft.com/office/drawing/2014/main" id="{CA6B5A06-5806-4E4D-B5C8-19BD285F0184}"/>
              </a:ext>
            </a:extLst>
          </p:cNvPr>
          <p:cNvSpPr>
            <a:spLocks noGrp="1"/>
          </p:cNvSpPr>
          <p:nvPr/>
        </p:nvSpPr>
        <p:spPr>
          <a:xfrm>
            <a:off x="8082332" y="11471686"/>
            <a:ext cx="1270001" cy="842016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46" name="Rectangle">
            <a:extLst>
              <a:ext uri="{FF2B5EF4-FFF2-40B4-BE49-F238E27FC236}">
                <a16:creationId xmlns:a16="http://schemas.microsoft.com/office/drawing/2014/main" id="{63644E99-E225-4CFC-8172-81EF2D7FF77F}"/>
              </a:ext>
            </a:extLst>
          </p:cNvPr>
          <p:cNvSpPr>
            <a:spLocks noGrp="1"/>
          </p:cNvSpPr>
          <p:nvPr/>
        </p:nvSpPr>
        <p:spPr>
          <a:xfrm>
            <a:off x="11353924" y="6595385"/>
            <a:ext cx="1270001" cy="5718317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47" name="Rectangle">
            <a:extLst>
              <a:ext uri="{FF2B5EF4-FFF2-40B4-BE49-F238E27FC236}">
                <a16:creationId xmlns:a16="http://schemas.microsoft.com/office/drawing/2014/main" id="{D09E6682-6E02-4873-85A8-C62E6A9F68D4}"/>
              </a:ext>
            </a:extLst>
          </p:cNvPr>
          <p:cNvSpPr>
            <a:spLocks noGrp="1"/>
          </p:cNvSpPr>
          <p:nvPr/>
        </p:nvSpPr>
        <p:spPr>
          <a:xfrm>
            <a:off x="14625516" y="10656792"/>
            <a:ext cx="1270001" cy="1656910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48" name="Rectangle">
            <a:extLst>
              <a:ext uri="{FF2B5EF4-FFF2-40B4-BE49-F238E27FC236}">
                <a16:creationId xmlns:a16="http://schemas.microsoft.com/office/drawing/2014/main" id="{3A0B4A11-7D88-4DB2-B577-86715972E025}"/>
              </a:ext>
            </a:extLst>
          </p:cNvPr>
          <p:cNvSpPr>
            <a:spLocks noGrp="1"/>
          </p:cNvSpPr>
          <p:nvPr/>
        </p:nvSpPr>
        <p:spPr>
          <a:xfrm>
            <a:off x="17897109" y="5805900"/>
            <a:ext cx="1270001" cy="6507802"/>
          </a:xfrm>
          <a:prstGeom prst="rect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549" name="what">
            <a:extLst>
              <a:ext uri="{FF2B5EF4-FFF2-40B4-BE49-F238E27FC236}">
                <a16:creationId xmlns:a16="http://schemas.microsoft.com/office/drawing/2014/main" id="{C91DC533-FF5C-40B4-87B3-04CE6681B2E0}"/>
              </a:ext>
            </a:extLst>
          </p:cNvPr>
          <p:cNvSpPr>
            <a:spLocks noGrp="1"/>
          </p:cNvSpPr>
          <p:nvPr/>
        </p:nvSpPr>
        <p:spPr>
          <a:xfrm>
            <a:off x="652881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1550" name="is">
            <a:extLst>
              <a:ext uri="{FF2B5EF4-FFF2-40B4-BE49-F238E27FC236}">
                <a16:creationId xmlns:a16="http://schemas.microsoft.com/office/drawing/2014/main" id="{8A200C5F-CE80-46CB-87BA-279BB9DB2E7B}"/>
              </a:ext>
            </a:extLst>
          </p:cNvPr>
          <p:cNvSpPr>
            <a:spLocks noGrp="1"/>
          </p:cNvSpPr>
          <p:nvPr/>
        </p:nvSpPr>
        <p:spPr>
          <a:xfrm>
            <a:off x="3924474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51" name="the">
            <a:extLst>
              <a:ext uri="{FF2B5EF4-FFF2-40B4-BE49-F238E27FC236}">
                <a16:creationId xmlns:a16="http://schemas.microsoft.com/office/drawing/2014/main" id="{0B440AB2-2982-4BD3-8BCE-BA9F711D38F9}"/>
              </a:ext>
            </a:extLst>
          </p:cNvPr>
          <p:cNvSpPr>
            <a:spLocks noGrp="1"/>
          </p:cNvSpPr>
          <p:nvPr/>
        </p:nvSpPr>
        <p:spPr>
          <a:xfrm>
            <a:off x="7196066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52" name="capital">
            <a:extLst>
              <a:ext uri="{FF2B5EF4-FFF2-40B4-BE49-F238E27FC236}">
                <a16:creationId xmlns:a16="http://schemas.microsoft.com/office/drawing/2014/main" id="{8D23D3E6-CC6C-4400-A812-B40F87EBD00F}"/>
              </a:ext>
            </a:extLst>
          </p:cNvPr>
          <p:cNvSpPr>
            <a:spLocks noGrp="1"/>
          </p:cNvSpPr>
          <p:nvPr/>
        </p:nvSpPr>
        <p:spPr>
          <a:xfrm>
            <a:off x="10467658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53" name="of">
            <a:extLst>
              <a:ext uri="{FF2B5EF4-FFF2-40B4-BE49-F238E27FC236}">
                <a16:creationId xmlns:a16="http://schemas.microsoft.com/office/drawing/2014/main" id="{3E73FC01-0DA6-4DE4-920C-724800D80793}"/>
              </a:ext>
            </a:extLst>
          </p:cNvPr>
          <p:cNvSpPr>
            <a:spLocks noGrp="1"/>
          </p:cNvSpPr>
          <p:nvPr/>
        </p:nvSpPr>
        <p:spPr>
          <a:xfrm>
            <a:off x="13739251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1554" name="Massachusetts">
            <a:extLst>
              <a:ext uri="{FF2B5EF4-FFF2-40B4-BE49-F238E27FC236}">
                <a16:creationId xmlns:a16="http://schemas.microsoft.com/office/drawing/2014/main" id="{0D03B8AE-DEFB-4B00-96A2-D6F769D2CD15}"/>
              </a:ext>
            </a:extLst>
          </p:cNvPr>
          <p:cNvSpPr>
            <a:spLocks noGrp="1"/>
          </p:cNvSpPr>
          <p:nvPr/>
        </p:nvSpPr>
        <p:spPr>
          <a:xfrm>
            <a:off x="17010843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29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1555" name="the">
            <a:extLst>
              <a:ext uri="{FF2B5EF4-FFF2-40B4-BE49-F238E27FC236}">
                <a16:creationId xmlns:a16="http://schemas.microsoft.com/office/drawing/2014/main" id="{DC6C36F3-F2BE-4109-A4DB-C30DF1A24F81}"/>
              </a:ext>
            </a:extLst>
          </p:cNvPr>
          <p:cNvSpPr>
            <a:spLocks noGrp="1"/>
          </p:cNvSpPr>
          <p:nvPr/>
        </p:nvSpPr>
        <p:spPr>
          <a:xfrm>
            <a:off x="10772233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56" name="capital">
            <a:extLst>
              <a:ext uri="{FF2B5EF4-FFF2-40B4-BE49-F238E27FC236}">
                <a16:creationId xmlns:a16="http://schemas.microsoft.com/office/drawing/2014/main" id="{BF51FC49-123B-493D-8C26-7CE9E1E7D34B}"/>
              </a:ext>
            </a:extLst>
          </p:cNvPr>
          <p:cNvSpPr>
            <a:spLocks noGrp="1"/>
          </p:cNvSpPr>
          <p:nvPr/>
        </p:nvSpPr>
        <p:spPr>
          <a:xfrm>
            <a:off x="14043824" y="901379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57" name="is">
            <a:extLst>
              <a:ext uri="{FF2B5EF4-FFF2-40B4-BE49-F238E27FC236}">
                <a16:creationId xmlns:a16="http://schemas.microsoft.com/office/drawing/2014/main" id="{1D426545-D1E3-4C89-95FF-73B8D9EDBB50}"/>
              </a:ext>
            </a:extLst>
          </p:cNvPr>
          <p:cNvSpPr>
            <a:spLocks noGrp="1"/>
          </p:cNvSpPr>
          <p:nvPr/>
        </p:nvSpPr>
        <p:spPr>
          <a:xfrm>
            <a:off x="17315417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58" name="Rounded Rectangle">
            <a:extLst>
              <a:ext uri="{FF2B5EF4-FFF2-40B4-BE49-F238E27FC236}">
                <a16:creationId xmlns:a16="http://schemas.microsoft.com/office/drawing/2014/main" id="{0D72AAE2-24E5-435A-8AC8-8FB67663A127}"/>
              </a:ext>
            </a:extLst>
          </p:cNvPr>
          <p:cNvSpPr>
            <a:spLocks noGrp="1"/>
          </p:cNvSpPr>
          <p:nvPr/>
        </p:nvSpPr>
        <p:spPr>
          <a:xfrm>
            <a:off x="20587010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666315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what">
            <a:extLst>
              <a:ext uri="{FF2B5EF4-FFF2-40B4-BE49-F238E27FC236}">
                <a16:creationId xmlns:a16="http://schemas.microsoft.com/office/drawing/2014/main" id="{3B27E46D-4C19-4A93-8CB8-83ED858C6E68}"/>
              </a:ext>
            </a:extLst>
          </p:cNvPr>
          <p:cNvSpPr>
            <a:spLocks noGrp="1"/>
          </p:cNvSpPr>
          <p:nvPr/>
        </p:nvSpPr>
        <p:spPr>
          <a:xfrm>
            <a:off x="652881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1561" name="is">
            <a:extLst>
              <a:ext uri="{FF2B5EF4-FFF2-40B4-BE49-F238E27FC236}">
                <a16:creationId xmlns:a16="http://schemas.microsoft.com/office/drawing/2014/main" id="{166D6027-7FF5-48B4-920F-3642883021C6}"/>
              </a:ext>
            </a:extLst>
          </p:cNvPr>
          <p:cNvSpPr>
            <a:spLocks noGrp="1"/>
          </p:cNvSpPr>
          <p:nvPr/>
        </p:nvSpPr>
        <p:spPr>
          <a:xfrm>
            <a:off x="3924474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62" name="the">
            <a:extLst>
              <a:ext uri="{FF2B5EF4-FFF2-40B4-BE49-F238E27FC236}">
                <a16:creationId xmlns:a16="http://schemas.microsoft.com/office/drawing/2014/main" id="{9A85F85B-45AD-4CC2-B457-AC5DD6403890}"/>
              </a:ext>
            </a:extLst>
          </p:cNvPr>
          <p:cNvSpPr>
            <a:spLocks noGrp="1"/>
          </p:cNvSpPr>
          <p:nvPr/>
        </p:nvSpPr>
        <p:spPr>
          <a:xfrm>
            <a:off x="7196066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63" name="capital">
            <a:extLst>
              <a:ext uri="{FF2B5EF4-FFF2-40B4-BE49-F238E27FC236}">
                <a16:creationId xmlns:a16="http://schemas.microsoft.com/office/drawing/2014/main" id="{9C9F237F-2DBC-4459-9DDB-C97DC8F265EB}"/>
              </a:ext>
            </a:extLst>
          </p:cNvPr>
          <p:cNvSpPr>
            <a:spLocks noGrp="1"/>
          </p:cNvSpPr>
          <p:nvPr/>
        </p:nvSpPr>
        <p:spPr>
          <a:xfrm>
            <a:off x="10467658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64" name="of">
            <a:extLst>
              <a:ext uri="{FF2B5EF4-FFF2-40B4-BE49-F238E27FC236}">
                <a16:creationId xmlns:a16="http://schemas.microsoft.com/office/drawing/2014/main" id="{FF924E5F-6E70-4CEF-BE9F-9D3B9B4B6E2E}"/>
              </a:ext>
            </a:extLst>
          </p:cNvPr>
          <p:cNvSpPr>
            <a:spLocks noGrp="1"/>
          </p:cNvSpPr>
          <p:nvPr/>
        </p:nvSpPr>
        <p:spPr>
          <a:xfrm>
            <a:off x="13739251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1565" name="Massachusetts">
            <a:extLst>
              <a:ext uri="{FF2B5EF4-FFF2-40B4-BE49-F238E27FC236}">
                <a16:creationId xmlns:a16="http://schemas.microsoft.com/office/drawing/2014/main" id="{7DA4B7DB-BE00-4581-BA05-9420AF1D30CB}"/>
              </a:ext>
            </a:extLst>
          </p:cNvPr>
          <p:cNvSpPr>
            <a:spLocks noGrp="1"/>
          </p:cNvSpPr>
          <p:nvPr/>
        </p:nvSpPr>
        <p:spPr>
          <a:xfrm>
            <a:off x="17010843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29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1566" name="the">
            <a:extLst>
              <a:ext uri="{FF2B5EF4-FFF2-40B4-BE49-F238E27FC236}">
                <a16:creationId xmlns:a16="http://schemas.microsoft.com/office/drawing/2014/main" id="{C752D697-2CC3-43AC-B0DD-2B037A772A53}"/>
              </a:ext>
            </a:extLst>
          </p:cNvPr>
          <p:cNvSpPr>
            <a:spLocks noGrp="1"/>
          </p:cNvSpPr>
          <p:nvPr/>
        </p:nvSpPr>
        <p:spPr>
          <a:xfrm>
            <a:off x="10772233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67" name="capital">
            <a:extLst>
              <a:ext uri="{FF2B5EF4-FFF2-40B4-BE49-F238E27FC236}">
                <a16:creationId xmlns:a16="http://schemas.microsoft.com/office/drawing/2014/main" id="{CC19952A-C93A-4E96-A239-F941508536A0}"/>
              </a:ext>
            </a:extLst>
          </p:cNvPr>
          <p:cNvSpPr>
            <a:spLocks noGrp="1"/>
          </p:cNvSpPr>
          <p:nvPr/>
        </p:nvSpPr>
        <p:spPr>
          <a:xfrm>
            <a:off x="14043824" y="901379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68" name="is">
            <a:extLst>
              <a:ext uri="{FF2B5EF4-FFF2-40B4-BE49-F238E27FC236}">
                <a16:creationId xmlns:a16="http://schemas.microsoft.com/office/drawing/2014/main" id="{B7CCD07A-71BE-4FBB-8B97-17793D0E11CB}"/>
              </a:ext>
            </a:extLst>
          </p:cNvPr>
          <p:cNvSpPr>
            <a:spLocks noGrp="1"/>
          </p:cNvSpPr>
          <p:nvPr/>
        </p:nvSpPr>
        <p:spPr>
          <a:xfrm>
            <a:off x="17315417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69" name="Rounded Rectangle">
            <a:extLst>
              <a:ext uri="{FF2B5EF4-FFF2-40B4-BE49-F238E27FC236}">
                <a16:creationId xmlns:a16="http://schemas.microsoft.com/office/drawing/2014/main" id="{2C449772-7222-4797-9C09-82B870707C7A}"/>
              </a:ext>
            </a:extLst>
          </p:cNvPr>
          <p:cNvSpPr>
            <a:spLocks noGrp="1"/>
          </p:cNvSpPr>
          <p:nvPr/>
        </p:nvSpPr>
        <p:spPr>
          <a:xfrm>
            <a:off x="20587010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43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70" name="0.62">
            <a:extLst>
              <a:ext uri="{FF2B5EF4-FFF2-40B4-BE49-F238E27FC236}">
                <a16:creationId xmlns:a16="http://schemas.microsoft.com/office/drawing/2014/main" id="{8A1ADB65-16EF-43A4-81C7-DDDE9D991805}"/>
              </a:ext>
            </a:extLst>
          </p:cNvPr>
          <p:cNvSpPr>
            <a:spLocks noGrp="1"/>
          </p:cNvSpPr>
          <p:nvPr/>
        </p:nvSpPr>
        <p:spPr>
          <a:xfrm>
            <a:off x="17683988" y="10636249"/>
            <a:ext cx="1696245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0.62</a:t>
            </a:r>
          </a:p>
        </p:txBody>
      </p:sp>
      <p:sp>
        <p:nvSpPr>
          <p:cNvPr id="1571" name="0.28">
            <a:extLst>
              <a:ext uri="{FF2B5EF4-FFF2-40B4-BE49-F238E27FC236}">
                <a16:creationId xmlns:a16="http://schemas.microsoft.com/office/drawing/2014/main" id="{14126917-D26B-472E-8A5B-A43D5C61E43D}"/>
              </a:ext>
            </a:extLst>
          </p:cNvPr>
          <p:cNvSpPr>
            <a:spLocks noGrp="1"/>
          </p:cNvSpPr>
          <p:nvPr/>
        </p:nvSpPr>
        <p:spPr>
          <a:xfrm>
            <a:off x="11140802" y="10636249"/>
            <a:ext cx="1696245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0.28</a:t>
            </a:r>
          </a:p>
        </p:txBody>
      </p:sp>
      <p:sp>
        <p:nvSpPr>
          <p:cNvPr id="1572" name="0.04">
            <a:extLst>
              <a:ext uri="{FF2B5EF4-FFF2-40B4-BE49-F238E27FC236}">
                <a16:creationId xmlns:a16="http://schemas.microsoft.com/office/drawing/2014/main" id="{2EDF8349-2064-4A1B-B2C1-8ED5C3E4314A}"/>
              </a:ext>
            </a:extLst>
          </p:cNvPr>
          <p:cNvSpPr>
            <a:spLocks noGrp="1"/>
          </p:cNvSpPr>
          <p:nvPr/>
        </p:nvSpPr>
        <p:spPr>
          <a:xfrm>
            <a:off x="1326026" y="10636249"/>
            <a:ext cx="1696244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0.04</a:t>
            </a:r>
          </a:p>
        </p:txBody>
      </p:sp>
      <p:sp>
        <p:nvSpPr>
          <p:cNvPr id="1573" name="0.03">
            <a:extLst>
              <a:ext uri="{FF2B5EF4-FFF2-40B4-BE49-F238E27FC236}">
                <a16:creationId xmlns:a16="http://schemas.microsoft.com/office/drawing/2014/main" id="{45004125-A4D6-41A5-8CD0-DFF70AADF635}"/>
              </a:ext>
            </a:extLst>
          </p:cNvPr>
          <p:cNvSpPr>
            <a:spLocks noGrp="1"/>
          </p:cNvSpPr>
          <p:nvPr/>
        </p:nvSpPr>
        <p:spPr>
          <a:xfrm>
            <a:off x="14412396" y="10636249"/>
            <a:ext cx="1696244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0.03</a:t>
            </a:r>
          </a:p>
        </p:txBody>
      </p:sp>
      <p:sp>
        <p:nvSpPr>
          <p:cNvPr id="1574" name="0.02">
            <a:extLst>
              <a:ext uri="{FF2B5EF4-FFF2-40B4-BE49-F238E27FC236}">
                <a16:creationId xmlns:a16="http://schemas.microsoft.com/office/drawing/2014/main" id="{B78368C4-71A3-4E05-811F-E335142CBB07}"/>
              </a:ext>
            </a:extLst>
          </p:cNvPr>
          <p:cNvSpPr>
            <a:spLocks noGrp="1"/>
          </p:cNvSpPr>
          <p:nvPr/>
        </p:nvSpPr>
        <p:spPr>
          <a:xfrm>
            <a:off x="4597618" y="10636249"/>
            <a:ext cx="1696244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0.02</a:t>
            </a:r>
          </a:p>
        </p:txBody>
      </p:sp>
      <p:sp>
        <p:nvSpPr>
          <p:cNvPr id="1575" name="0.01">
            <a:extLst>
              <a:ext uri="{FF2B5EF4-FFF2-40B4-BE49-F238E27FC236}">
                <a16:creationId xmlns:a16="http://schemas.microsoft.com/office/drawing/2014/main" id="{E62A8BF7-3C2C-44C0-BFD5-93924A373BEC}"/>
              </a:ext>
            </a:extLst>
          </p:cNvPr>
          <p:cNvSpPr>
            <a:spLocks noGrp="1"/>
          </p:cNvSpPr>
          <p:nvPr/>
        </p:nvSpPr>
        <p:spPr>
          <a:xfrm>
            <a:off x="7869210" y="10636249"/>
            <a:ext cx="1696245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0.01</a:t>
            </a:r>
          </a:p>
        </p:txBody>
      </p:sp>
      <p:sp>
        <p:nvSpPr>
          <p:cNvPr id="1576" name="Rounded Rectangle">
            <a:extLst>
              <a:ext uri="{FF2B5EF4-FFF2-40B4-BE49-F238E27FC236}">
                <a16:creationId xmlns:a16="http://schemas.microsoft.com/office/drawing/2014/main" id="{327CEF04-6C29-4A5B-B3AA-C81B734464B0}"/>
              </a:ext>
            </a:extLst>
          </p:cNvPr>
          <p:cNvSpPr>
            <a:spLocks noGrp="1"/>
          </p:cNvSpPr>
          <p:nvPr/>
        </p:nvSpPr>
        <p:spPr>
          <a:xfrm>
            <a:off x="1961729" y="70352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77" name="Rounded Rectangle">
            <a:extLst>
              <a:ext uri="{FF2B5EF4-FFF2-40B4-BE49-F238E27FC236}">
                <a16:creationId xmlns:a16="http://schemas.microsoft.com/office/drawing/2014/main" id="{836F3B34-B70A-49C2-846E-6F9E60E16967}"/>
              </a:ext>
            </a:extLst>
          </p:cNvPr>
          <p:cNvSpPr>
            <a:spLocks noGrp="1"/>
          </p:cNvSpPr>
          <p:nvPr/>
        </p:nvSpPr>
        <p:spPr>
          <a:xfrm>
            <a:off x="5233321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78" name="Rounded Rectangle">
            <a:extLst>
              <a:ext uri="{FF2B5EF4-FFF2-40B4-BE49-F238E27FC236}">
                <a16:creationId xmlns:a16="http://schemas.microsoft.com/office/drawing/2014/main" id="{C9BE1FD2-D2E4-4064-B204-4688E65027FA}"/>
              </a:ext>
            </a:extLst>
          </p:cNvPr>
          <p:cNvSpPr>
            <a:spLocks noGrp="1"/>
          </p:cNvSpPr>
          <p:nvPr/>
        </p:nvSpPr>
        <p:spPr>
          <a:xfrm>
            <a:off x="8504914" y="70352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79" name="Rounded Rectangle">
            <a:extLst>
              <a:ext uri="{FF2B5EF4-FFF2-40B4-BE49-F238E27FC236}">
                <a16:creationId xmlns:a16="http://schemas.microsoft.com/office/drawing/2014/main" id="{7428187A-9DF0-4923-A178-9E05B8F237A9}"/>
              </a:ext>
            </a:extLst>
          </p:cNvPr>
          <p:cNvSpPr>
            <a:spLocks noGrp="1"/>
          </p:cNvSpPr>
          <p:nvPr/>
        </p:nvSpPr>
        <p:spPr>
          <a:xfrm>
            <a:off x="11776505" y="70352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80" name="Rounded Rectangle">
            <a:extLst>
              <a:ext uri="{FF2B5EF4-FFF2-40B4-BE49-F238E27FC236}">
                <a16:creationId xmlns:a16="http://schemas.microsoft.com/office/drawing/2014/main" id="{2BC55FD5-A463-43B3-B574-73A2A03AA389}"/>
              </a:ext>
            </a:extLst>
          </p:cNvPr>
          <p:cNvSpPr>
            <a:spLocks noGrp="1"/>
          </p:cNvSpPr>
          <p:nvPr/>
        </p:nvSpPr>
        <p:spPr>
          <a:xfrm>
            <a:off x="15048097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81" name="Rounded Rectangle">
            <a:extLst>
              <a:ext uri="{FF2B5EF4-FFF2-40B4-BE49-F238E27FC236}">
                <a16:creationId xmlns:a16="http://schemas.microsoft.com/office/drawing/2014/main" id="{EFE6A671-9361-4C52-9302-5E12D8E92944}"/>
              </a:ext>
            </a:extLst>
          </p:cNvPr>
          <p:cNvSpPr>
            <a:spLocks noGrp="1"/>
          </p:cNvSpPr>
          <p:nvPr/>
        </p:nvSpPr>
        <p:spPr>
          <a:xfrm>
            <a:off x="18319690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83" name="×">
            <a:extLst>
              <a:ext uri="{FF2B5EF4-FFF2-40B4-BE49-F238E27FC236}">
                <a16:creationId xmlns:a16="http://schemas.microsoft.com/office/drawing/2014/main" id="{C473182C-A4B9-475E-8D94-F38A651417D9}"/>
              </a:ext>
            </a:extLst>
          </p:cNvPr>
          <p:cNvSpPr>
            <a:spLocks noGrp="1"/>
          </p:cNvSpPr>
          <p:nvPr/>
        </p:nvSpPr>
        <p:spPr>
          <a:xfrm>
            <a:off x="18237629" y="9559110"/>
            <a:ext cx="588964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4" name="×">
            <a:extLst>
              <a:ext uri="{FF2B5EF4-FFF2-40B4-BE49-F238E27FC236}">
                <a16:creationId xmlns:a16="http://schemas.microsoft.com/office/drawing/2014/main" id="{F1F8D2A6-CC06-44FE-A909-C33D66AC625E}"/>
              </a:ext>
            </a:extLst>
          </p:cNvPr>
          <p:cNvSpPr>
            <a:spLocks noGrp="1"/>
          </p:cNvSpPr>
          <p:nvPr/>
        </p:nvSpPr>
        <p:spPr>
          <a:xfrm>
            <a:off x="14966037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5" name="×">
            <a:extLst>
              <a:ext uri="{FF2B5EF4-FFF2-40B4-BE49-F238E27FC236}">
                <a16:creationId xmlns:a16="http://schemas.microsoft.com/office/drawing/2014/main" id="{A5970DEC-FC7B-4D15-AB3B-43DA704DF420}"/>
              </a:ext>
            </a:extLst>
          </p:cNvPr>
          <p:cNvSpPr>
            <a:spLocks noGrp="1"/>
          </p:cNvSpPr>
          <p:nvPr/>
        </p:nvSpPr>
        <p:spPr>
          <a:xfrm>
            <a:off x="11694443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6" name="×">
            <a:extLst>
              <a:ext uri="{FF2B5EF4-FFF2-40B4-BE49-F238E27FC236}">
                <a16:creationId xmlns:a16="http://schemas.microsoft.com/office/drawing/2014/main" id="{379DBD85-B85D-4E7D-9886-9E2ECE9978D4}"/>
              </a:ext>
            </a:extLst>
          </p:cNvPr>
          <p:cNvSpPr>
            <a:spLocks noGrp="1"/>
          </p:cNvSpPr>
          <p:nvPr/>
        </p:nvSpPr>
        <p:spPr>
          <a:xfrm>
            <a:off x="8422849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7" name="×">
            <a:extLst>
              <a:ext uri="{FF2B5EF4-FFF2-40B4-BE49-F238E27FC236}">
                <a16:creationId xmlns:a16="http://schemas.microsoft.com/office/drawing/2014/main" id="{50333518-2EF0-4718-8AB5-DA0B6183191A}"/>
              </a:ext>
            </a:extLst>
          </p:cNvPr>
          <p:cNvSpPr>
            <a:spLocks noGrp="1"/>
          </p:cNvSpPr>
          <p:nvPr/>
        </p:nvSpPr>
        <p:spPr>
          <a:xfrm>
            <a:off x="5151256" y="9559110"/>
            <a:ext cx="588964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8" name="×">
            <a:extLst>
              <a:ext uri="{FF2B5EF4-FFF2-40B4-BE49-F238E27FC236}">
                <a16:creationId xmlns:a16="http://schemas.microsoft.com/office/drawing/2014/main" id="{B5199302-9414-4B29-AF5B-61AFC1B1A002}"/>
              </a:ext>
            </a:extLst>
          </p:cNvPr>
          <p:cNvSpPr>
            <a:spLocks noGrp="1"/>
          </p:cNvSpPr>
          <p:nvPr/>
        </p:nvSpPr>
        <p:spPr>
          <a:xfrm>
            <a:off x="1879664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90" name="+">
            <a:extLst>
              <a:ext uri="{FF2B5EF4-FFF2-40B4-BE49-F238E27FC236}">
                <a16:creationId xmlns:a16="http://schemas.microsoft.com/office/drawing/2014/main" id="{7E0C63D3-E8FC-4925-83F3-891B3623FE33}"/>
              </a:ext>
            </a:extLst>
          </p:cNvPr>
          <p:cNvSpPr>
            <a:spLocks noGrp="1"/>
          </p:cNvSpPr>
          <p:nvPr/>
        </p:nvSpPr>
        <p:spPr>
          <a:xfrm>
            <a:off x="3718536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1" name="+">
            <a:extLst>
              <a:ext uri="{FF2B5EF4-FFF2-40B4-BE49-F238E27FC236}">
                <a16:creationId xmlns:a16="http://schemas.microsoft.com/office/drawing/2014/main" id="{59F6DD17-368F-4BB5-A40E-2EA7F0DFF59E}"/>
              </a:ext>
            </a:extLst>
          </p:cNvPr>
          <p:cNvSpPr>
            <a:spLocks noGrp="1"/>
          </p:cNvSpPr>
          <p:nvPr/>
        </p:nvSpPr>
        <p:spPr>
          <a:xfrm>
            <a:off x="6990128" y="7664448"/>
            <a:ext cx="588964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2" name="+">
            <a:extLst>
              <a:ext uri="{FF2B5EF4-FFF2-40B4-BE49-F238E27FC236}">
                <a16:creationId xmlns:a16="http://schemas.microsoft.com/office/drawing/2014/main" id="{580B39DF-AC15-43A9-ADF6-2057AB018D3F}"/>
              </a:ext>
            </a:extLst>
          </p:cNvPr>
          <p:cNvSpPr>
            <a:spLocks noGrp="1"/>
          </p:cNvSpPr>
          <p:nvPr/>
        </p:nvSpPr>
        <p:spPr>
          <a:xfrm>
            <a:off x="10261721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3" name="+">
            <a:extLst>
              <a:ext uri="{FF2B5EF4-FFF2-40B4-BE49-F238E27FC236}">
                <a16:creationId xmlns:a16="http://schemas.microsoft.com/office/drawing/2014/main" id="{62B6A496-B506-478C-B629-ACDBAECFD9A8}"/>
              </a:ext>
            </a:extLst>
          </p:cNvPr>
          <p:cNvSpPr>
            <a:spLocks noGrp="1"/>
          </p:cNvSpPr>
          <p:nvPr/>
        </p:nvSpPr>
        <p:spPr>
          <a:xfrm>
            <a:off x="13533314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4" name="+">
            <a:extLst>
              <a:ext uri="{FF2B5EF4-FFF2-40B4-BE49-F238E27FC236}">
                <a16:creationId xmlns:a16="http://schemas.microsoft.com/office/drawing/2014/main" id="{C5542E92-E739-4F74-8EC3-4406BFBBCD29}"/>
              </a:ext>
            </a:extLst>
          </p:cNvPr>
          <p:cNvSpPr>
            <a:spLocks noGrp="1"/>
          </p:cNvSpPr>
          <p:nvPr/>
        </p:nvSpPr>
        <p:spPr>
          <a:xfrm>
            <a:off x="16804905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6" name="=">
            <a:extLst>
              <a:ext uri="{FF2B5EF4-FFF2-40B4-BE49-F238E27FC236}">
                <a16:creationId xmlns:a16="http://schemas.microsoft.com/office/drawing/2014/main" id="{22646BA1-E0A1-4BD5-8A62-F69CAF63A1E9}"/>
              </a:ext>
            </a:extLst>
          </p:cNvPr>
          <p:cNvSpPr>
            <a:spLocks noGrp="1"/>
          </p:cNvSpPr>
          <p:nvPr/>
        </p:nvSpPr>
        <p:spPr>
          <a:xfrm>
            <a:off x="20076499" y="7664449"/>
            <a:ext cx="588963" cy="10795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=</a:t>
            </a:r>
          </a:p>
        </p:txBody>
      </p:sp>
      <p:sp>
        <p:nvSpPr>
          <p:cNvPr id="1597" name="Rounded Rectangle">
            <a:extLst>
              <a:ext uri="{FF2B5EF4-FFF2-40B4-BE49-F238E27FC236}">
                <a16:creationId xmlns:a16="http://schemas.microsoft.com/office/drawing/2014/main" id="{2975547C-0CA3-4754-9F47-BA3B51CEB222}"/>
              </a:ext>
            </a:extLst>
          </p:cNvPr>
          <p:cNvSpPr>
            <a:spLocks noGrp="1"/>
          </p:cNvSpPr>
          <p:nvPr/>
        </p:nvSpPr>
        <p:spPr>
          <a:xfrm>
            <a:off x="21895856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99" name="Line">
            <a:extLst>
              <a:ext uri="{FF2B5EF4-FFF2-40B4-BE49-F238E27FC236}">
                <a16:creationId xmlns:a16="http://schemas.microsoft.com/office/drawing/2014/main" id="{A73BEFBA-5041-42F6-8500-E49250A80AB8}"/>
              </a:ext>
            </a:extLst>
          </p:cNvPr>
          <p:cNvSpPr>
            <a:spLocks noGrp="1"/>
          </p:cNvSpPr>
          <p:nvPr/>
        </p:nvSpPr>
        <p:spPr>
          <a:xfrm flipV="1">
            <a:off x="22108276" y="2203359"/>
            <a:ext cx="1" cy="451400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52794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0F84-8126-5AA2-8B9C-D3873E19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what">
            <a:extLst>
              <a:ext uri="{FF2B5EF4-FFF2-40B4-BE49-F238E27FC236}">
                <a16:creationId xmlns:a16="http://schemas.microsoft.com/office/drawing/2014/main" id="{9EB606AB-6985-600A-98B3-3901F35ACEDF}"/>
              </a:ext>
            </a:extLst>
          </p:cNvPr>
          <p:cNvSpPr>
            <a:spLocks noGrp="1"/>
          </p:cNvSpPr>
          <p:nvPr/>
        </p:nvSpPr>
        <p:spPr>
          <a:xfrm>
            <a:off x="652881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qual</a:t>
            </a:r>
          </a:p>
        </p:txBody>
      </p:sp>
      <p:sp>
        <p:nvSpPr>
          <p:cNvPr id="1561" name="is">
            <a:extLst>
              <a:ext uri="{FF2B5EF4-FFF2-40B4-BE49-F238E27FC236}">
                <a16:creationId xmlns:a16="http://schemas.microsoft.com/office/drawing/2014/main" id="{49D55B64-69DA-635B-1414-2F99E41D0574}"/>
              </a:ext>
            </a:extLst>
          </p:cNvPr>
          <p:cNvSpPr>
            <a:spLocks noGrp="1"/>
          </p:cNvSpPr>
          <p:nvPr/>
        </p:nvSpPr>
        <p:spPr>
          <a:xfrm>
            <a:off x="3924474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62" name="the">
            <a:extLst>
              <a:ext uri="{FF2B5EF4-FFF2-40B4-BE49-F238E27FC236}">
                <a16:creationId xmlns:a16="http://schemas.microsoft.com/office/drawing/2014/main" id="{F233BF29-7A04-D7EF-D604-C262BF1E97B0}"/>
              </a:ext>
            </a:extLst>
          </p:cNvPr>
          <p:cNvSpPr>
            <a:spLocks noGrp="1"/>
          </p:cNvSpPr>
          <p:nvPr/>
        </p:nvSpPr>
        <p:spPr>
          <a:xfrm>
            <a:off x="7196066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63" name="capital">
            <a:extLst>
              <a:ext uri="{FF2B5EF4-FFF2-40B4-BE49-F238E27FC236}">
                <a16:creationId xmlns:a16="http://schemas.microsoft.com/office/drawing/2014/main" id="{838EF48D-6C67-491E-C160-D230F2560238}"/>
              </a:ext>
            </a:extLst>
          </p:cNvPr>
          <p:cNvSpPr>
            <a:spLocks noGrp="1"/>
          </p:cNvSpPr>
          <p:nvPr/>
        </p:nvSpPr>
        <p:spPr>
          <a:xfrm>
            <a:off x="10467658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64" name="of">
            <a:extLst>
              <a:ext uri="{FF2B5EF4-FFF2-40B4-BE49-F238E27FC236}">
                <a16:creationId xmlns:a16="http://schemas.microsoft.com/office/drawing/2014/main" id="{4A3356DB-1D98-A6CE-FCB1-88953A3A8DD6}"/>
              </a:ext>
            </a:extLst>
          </p:cNvPr>
          <p:cNvSpPr>
            <a:spLocks noGrp="1"/>
          </p:cNvSpPr>
          <p:nvPr/>
        </p:nvSpPr>
        <p:spPr>
          <a:xfrm>
            <a:off x="13739251" y="11795542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de</a:t>
            </a:r>
          </a:p>
        </p:txBody>
      </p:sp>
      <p:sp>
        <p:nvSpPr>
          <p:cNvPr id="1565" name="Massachusetts">
            <a:extLst>
              <a:ext uri="{FF2B5EF4-FFF2-40B4-BE49-F238E27FC236}">
                <a16:creationId xmlns:a16="http://schemas.microsoft.com/office/drawing/2014/main" id="{24777FDB-E31D-FAB4-F7BB-C4A2487C56CF}"/>
              </a:ext>
            </a:extLst>
          </p:cNvPr>
          <p:cNvSpPr>
            <a:spLocks noGrp="1"/>
          </p:cNvSpPr>
          <p:nvPr/>
        </p:nvSpPr>
        <p:spPr>
          <a:xfrm>
            <a:off x="17010843" y="11795542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29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Massachusetts</a:t>
            </a:r>
          </a:p>
        </p:txBody>
      </p:sp>
      <p:sp>
        <p:nvSpPr>
          <p:cNvPr id="1566" name="the">
            <a:extLst>
              <a:ext uri="{FF2B5EF4-FFF2-40B4-BE49-F238E27FC236}">
                <a16:creationId xmlns:a16="http://schemas.microsoft.com/office/drawing/2014/main" id="{2BDF8F73-60AD-F75A-8DEC-D0670A57BF67}"/>
              </a:ext>
            </a:extLst>
          </p:cNvPr>
          <p:cNvSpPr>
            <a:spLocks noGrp="1"/>
          </p:cNvSpPr>
          <p:nvPr/>
        </p:nvSpPr>
        <p:spPr>
          <a:xfrm>
            <a:off x="10772233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</a:t>
            </a:r>
          </a:p>
        </p:txBody>
      </p:sp>
      <p:sp>
        <p:nvSpPr>
          <p:cNvPr id="1567" name="capital">
            <a:extLst>
              <a:ext uri="{FF2B5EF4-FFF2-40B4-BE49-F238E27FC236}">
                <a16:creationId xmlns:a16="http://schemas.microsoft.com/office/drawing/2014/main" id="{FBC49FED-08BF-A509-1BB6-8E072B3A71D9}"/>
              </a:ext>
            </a:extLst>
          </p:cNvPr>
          <p:cNvSpPr>
            <a:spLocks noGrp="1"/>
          </p:cNvSpPr>
          <p:nvPr/>
        </p:nvSpPr>
        <p:spPr>
          <a:xfrm>
            <a:off x="14043824" y="901379"/>
            <a:ext cx="3042534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capital</a:t>
            </a:r>
          </a:p>
        </p:txBody>
      </p:sp>
      <p:sp>
        <p:nvSpPr>
          <p:cNvPr id="1568" name="is">
            <a:extLst>
              <a:ext uri="{FF2B5EF4-FFF2-40B4-BE49-F238E27FC236}">
                <a16:creationId xmlns:a16="http://schemas.microsoft.com/office/drawing/2014/main" id="{85AA7F10-375F-D48A-CB30-B323697957F4}"/>
              </a:ext>
            </a:extLst>
          </p:cNvPr>
          <p:cNvSpPr>
            <a:spLocks noGrp="1"/>
          </p:cNvSpPr>
          <p:nvPr/>
        </p:nvSpPr>
        <p:spPr>
          <a:xfrm>
            <a:off x="17315417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é</a:t>
            </a:r>
          </a:p>
        </p:txBody>
      </p:sp>
      <p:sp>
        <p:nvSpPr>
          <p:cNvPr id="1570" name="0.62">
            <a:extLst>
              <a:ext uri="{FF2B5EF4-FFF2-40B4-BE49-F238E27FC236}">
                <a16:creationId xmlns:a16="http://schemas.microsoft.com/office/drawing/2014/main" id="{36A8F6F8-115C-6807-8717-D909AC9486B0}"/>
              </a:ext>
            </a:extLst>
          </p:cNvPr>
          <p:cNvSpPr>
            <a:spLocks noGrp="1"/>
          </p:cNvSpPr>
          <p:nvPr/>
        </p:nvSpPr>
        <p:spPr>
          <a:xfrm>
            <a:off x="17683988" y="10636249"/>
            <a:ext cx="1696245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0.62</a:t>
            </a:r>
          </a:p>
        </p:txBody>
      </p:sp>
      <p:sp>
        <p:nvSpPr>
          <p:cNvPr id="1571" name="0.28">
            <a:extLst>
              <a:ext uri="{FF2B5EF4-FFF2-40B4-BE49-F238E27FC236}">
                <a16:creationId xmlns:a16="http://schemas.microsoft.com/office/drawing/2014/main" id="{55BEDB72-00D9-DA27-D21F-3E33376CD4BB}"/>
              </a:ext>
            </a:extLst>
          </p:cNvPr>
          <p:cNvSpPr>
            <a:spLocks noGrp="1"/>
          </p:cNvSpPr>
          <p:nvPr/>
        </p:nvSpPr>
        <p:spPr>
          <a:xfrm>
            <a:off x="11140802" y="10636249"/>
            <a:ext cx="1696245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0.28</a:t>
            </a:r>
          </a:p>
        </p:txBody>
      </p:sp>
      <p:sp>
        <p:nvSpPr>
          <p:cNvPr id="1572" name="0.04">
            <a:extLst>
              <a:ext uri="{FF2B5EF4-FFF2-40B4-BE49-F238E27FC236}">
                <a16:creationId xmlns:a16="http://schemas.microsoft.com/office/drawing/2014/main" id="{6AB04A7E-C126-1478-2B00-CD94330F3B5C}"/>
              </a:ext>
            </a:extLst>
          </p:cNvPr>
          <p:cNvSpPr>
            <a:spLocks noGrp="1"/>
          </p:cNvSpPr>
          <p:nvPr/>
        </p:nvSpPr>
        <p:spPr>
          <a:xfrm>
            <a:off x="1326026" y="10636249"/>
            <a:ext cx="1696244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0.04</a:t>
            </a:r>
          </a:p>
        </p:txBody>
      </p:sp>
      <p:sp>
        <p:nvSpPr>
          <p:cNvPr id="1573" name="0.03">
            <a:extLst>
              <a:ext uri="{FF2B5EF4-FFF2-40B4-BE49-F238E27FC236}">
                <a16:creationId xmlns:a16="http://schemas.microsoft.com/office/drawing/2014/main" id="{536F193A-D555-48E8-5381-88BE444EA104}"/>
              </a:ext>
            </a:extLst>
          </p:cNvPr>
          <p:cNvSpPr>
            <a:spLocks noGrp="1"/>
          </p:cNvSpPr>
          <p:nvPr/>
        </p:nvSpPr>
        <p:spPr>
          <a:xfrm>
            <a:off x="14412396" y="10636249"/>
            <a:ext cx="1696244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0.03</a:t>
            </a:r>
          </a:p>
        </p:txBody>
      </p:sp>
      <p:sp>
        <p:nvSpPr>
          <p:cNvPr id="1574" name="0.02">
            <a:extLst>
              <a:ext uri="{FF2B5EF4-FFF2-40B4-BE49-F238E27FC236}">
                <a16:creationId xmlns:a16="http://schemas.microsoft.com/office/drawing/2014/main" id="{0D7E3BD6-9562-CF63-6178-5083FFD1F226}"/>
              </a:ext>
            </a:extLst>
          </p:cNvPr>
          <p:cNvSpPr>
            <a:spLocks noGrp="1"/>
          </p:cNvSpPr>
          <p:nvPr/>
        </p:nvSpPr>
        <p:spPr>
          <a:xfrm>
            <a:off x="4597618" y="10636249"/>
            <a:ext cx="1696244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0.02</a:t>
            </a:r>
          </a:p>
        </p:txBody>
      </p:sp>
      <p:sp>
        <p:nvSpPr>
          <p:cNvPr id="1575" name="0.01">
            <a:extLst>
              <a:ext uri="{FF2B5EF4-FFF2-40B4-BE49-F238E27FC236}">
                <a16:creationId xmlns:a16="http://schemas.microsoft.com/office/drawing/2014/main" id="{905CCCCE-02BD-7330-BABA-A04173FBE5A7}"/>
              </a:ext>
            </a:extLst>
          </p:cNvPr>
          <p:cNvSpPr>
            <a:spLocks noGrp="1"/>
          </p:cNvSpPr>
          <p:nvPr/>
        </p:nvSpPr>
        <p:spPr>
          <a:xfrm>
            <a:off x="7869210" y="10636249"/>
            <a:ext cx="1696245" cy="10795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0.01</a:t>
            </a:r>
          </a:p>
        </p:txBody>
      </p:sp>
      <p:sp>
        <p:nvSpPr>
          <p:cNvPr id="1576" name="Rounded Rectangle">
            <a:extLst>
              <a:ext uri="{FF2B5EF4-FFF2-40B4-BE49-F238E27FC236}">
                <a16:creationId xmlns:a16="http://schemas.microsoft.com/office/drawing/2014/main" id="{089FE5CE-F063-ACEB-CDB8-D0432A5AFA3D}"/>
              </a:ext>
            </a:extLst>
          </p:cNvPr>
          <p:cNvSpPr>
            <a:spLocks noGrp="1"/>
          </p:cNvSpPr>
          <p:nvPr/>
        </p:nvSpPr>
        <p:spPr>
          <a:xfrm>
            <a:off x="1961729" y="70352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77" name="Rounded Rectangle">
            <a:extLst>
              <a:ext uri="{FF2B5EF4-FFF2-40B4-BE49-F238E27FC236}">
                <a16:creationId xmlns:a16="http://schemas.microsoft.com/office/drawing/2014/main" id="{534269D7-ED60-0A2D-976A-3AB72A91D550}"/>
              </a:ext>
            </a:extLst>
          </p:cNvPr>
          <p:cNvSpPr>
            <a:spLocks noGrp="1"/>
          </p:cNvSpPr>
          <p:nvPr/>
        </p:nvSpPr>
        <p:spPr>
          <a:xfrm>
            <a:off x="5233321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78" name="Rounded Rectangle">
            <a:extLst>
              <a:ext uri="{FF2B5EF4-FFF2-40B4-BE49-F238E27FC236}">
                <a16:creationId xmlns:a16="http://schemas.microsoft.com/office/drawing/2014/main" id="{1A69F94D-8B08-8BB8-F7A2-B7AF8C0258B3}"/>
              </a:ext>
            </a:extLst>
          </p:cNvPr>
          <p:cNvSpPr>
            <a:spLocks noGrp="1"/>
          </p:cNvSpPr>
          <p:nvPr/>
        </p:nvSpPr>
        <p:spPr>
          <a:xfrm>
            <a:off x="8504914" y="70352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79" name="Rounded Rectangle">
            <a:extLst>
              <a:ext uri="{FF2B5EF4-FFF2-40B4-BE49-F238E27FC236}">
                <a16:creationId xmlns:a16="http://schemas.microsoft.com/office/drawing/2014/main" id="{B7BFD148-1D68-DFED-FC88-7CF0B84B0D9B}"/>
              </a:ext>
            </a:extLst>
          </p:cNvPr>
          <p:cNvSpPr>
            <a:spLocks noGrp="1"/>
          </p:cNvSpPr>
          <p:nvPr/>
        </p:nvSpPr>
        <p:spPr>
          <a:xfrm>
            <a:off x="11776505" y="70352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80" name="Rounded Rectangle">
            <a:extLst>
              <a:ext uri="{FF2B5EF4-FFF2-40B4-BE49-F238E27FC236}">
                <a16:creationId xmlns:a16="http://schemas.microsoft.com/office/drawing/2014/main" id="{15431E0D-2D99-5008-5EC1-CC6039CA47F3}"/>
              </a:ext>
            </a:extLst>
          </p:cNvPr>
          <p:cNvSpPr>
            <a:spLocks noGrp="1"/>
          </p:cNvSpPr>
          <p:nvPr/>
        </p:nvSpPr>
        <p:spPr>
          <a:xfrm>
            <a:off x="15048097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81" name="Rounded Rectangle">
            <a:extLst>
              <a:ext uri="{FF2B5EF4-FFF2-40B4-BE49-F238E27FC236}">
                <a16:creationId xmlns:a16="http://schemas.microsoft.com/office/drawing/2014/main" id="{91C28F84-EF46-9509-900B-CD08A31A31C0}"/>
              </a:ext>
            </a:extLst>
          </p:cNvPr>
          <p:cNvSpPr>
            <a:spLocks noGrp="1"/>
          </p:cNvSpPr>
          <p:nvPr/>
        </p:nvSpPr>
        <p:spPr>
          <a:xfrm>
            <a:off x="18319690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83" name="×">
            <a:extLst>
              <a:ext uri="{FF2B5EF4-FFF2-40B4-BE49-F238E27FC236}">
                <a16:creationId xmlns:a16="http://schemas.microsoft.com/office/drawing/2014/main" id="{4A97CA0C-2A74-5838-47AC-A6999C661581}"/>
              </a:ext>
            </a:extLst>
          </p:cNvPr>
          <p:cNvSpPr>
            <a:spLocks noGrp="1"/>
          </p:cNvSpPr>
          <p:nvPr/>
        </p:nvSpPr>
        <p:spPr>
          <a:xfrm>
            <a:off x="18237629" y="9559110"/>
            <a:ext cx="588964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4" name="×">
            <a:extLst>
              <a:ext uri="{FF2B5EF4-FFF2-40B4-BE49-F238E27FC236}">
                <a16:creationId xmlns:a16="http://schemas.microsoft.com/office/drawing/2014/main" id="{842FA0C1-0A9D-A91A-93C5-44C775CE4B94}"/>
              </a:ext>
            </a:extLst>
          </p:cNvPr>
          <p:cNvSpPr>
            <a:spLocks noGrp="1"/>
          </p:cNvSpPr>
          <p:nvPr/>
        </p:nvSpPr>
        <p:spPr>
          <a:xfrm>
            <a:off x="14966037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5" name="×">
            <a:extLst>
              <a:ext uri="{FF2B5EF4-FFF2-40B4-BE49-F238E27FC236}">
                <a16:creationId xmlns:a16="http://schemas.microsoft.com/office/drawing/2014/main" id="{66E5DC68-F924-FCB5-C116-D67E0F5D0FA2}"/>
              </a:ext>
            </a:extLst>
          </p:cNvPr>
          <p:cNvSpPr>
            <a:spLocks noGrp="1"/>
          </p:cNvSpPr>
          <p:nvPr/>
        </p:nvSpPr>
        <p:spPr>
          <a:xfrm>
            <a:off x="11694443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6" name="×">
            <a:extLst>
              <a:ext uri="{FF2B5EF4-FFF2-40B4-BE49-F238E27FC236}">
                <a16:creationId xmlns:a16="http://schemas.microsoft.com/office/drawing/2014/main" id="{5E9CAAC3-717A-A892-9624-CA0C97816BA4}"/>
              </a:ext>
            </a:extLst>
          </p:cNvPr>
          <p:cNvSpPr>
            <a:spLocks noGrp="1"/>
          </p:cNvSpPr>
          <p:nvPr/>
        </p:nvSpPr>
        <p:spPr>
          <a:xfrm>
            <a:off x="8422849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7" name="×">
            <a:extLst>
              <a:ext uri="{FF2B5EF4-FFF2-40B4-BE49-F238E27FC236}">
                <a16:creationId xmlns:a16="http://schemas.microsoft.com/office/drawing/2014/main" id="{82C0503D-121C-4804-905E-F47DAF5E15BB}"/>
              </a:ext>
            </a:extLst>
          </p:cNvPr>
          <p:cNvSpPr>
            <a:spLocks noGrp="1"/>
          </p:cNvSpPr>
          <p:nvPr/>
        </p:nvSpPr>
        <p:spPr>
          <a:xfrm>
            <a:off x="5151256" y="9559110"/>
            <a:ext cx="588964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88" name="×">
            <a:extLst>
              <a:ext uri="{FF2B5EF4-FFF2-40B4-BE49-F238E27FC236}">
                <a16:creationId xmlns:a16="http://schemas.microsoft.com/office/drawing/2014/main" id="{6600983B-C746-63CA-29E1-BE4E9A563A9D}"/>
              </a:ext>
            </a:extLst>
          </p:cNvPr>
          <p:cNvSpPr>
            <a:spLocks noGrp="1"/>
          </p:cNvSpPr>
          <p:nvPr/>
        </p:nvSpPr>
        <p:spPr>
          <a:xfrm>
            <a:off x="1879664" y="9559110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×</a:t>
            </a:r>
          </a:p>
        </p:txBody>
      </p:sp>
      <p:sp>
        <p:nvSpPr>
          <p:cNvPr id="1590" name="+">
            <a:extLst>
              <a:ext uri="{FF2B5EF4-FFF2-40B4-BE49-F238E27FC236}">
                <a16:creationId xmlns:a16="http://schemas.microsoft.com/office/drawing/2014/main" id="{310FC680-2D0B-302A-8296-375DDBAA398E}"/>
              </a:ext>
            </a:extLst>
          </p:cNvPr>
          <p:cNvSpPr>
            <a:spLocks noGrp="1"/>
          </p:cNvSpPr>
          <p:nvPr/>
        </p:nvSpPr>
        <p:spPr>
          <a:xfrm>
            <a:off x="3718536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1" name="+">
            <a:extLst>
              <a:ext uri="{FF2B5EF4-FFF2-40B4-BE49-F238E27FC236}">
                <a16:creationId xmlns:a16="http://schemas.microsoft.com/office/drawing/2014/main" id="{2A490C49-BAC9-CAE8-067A-30B199ACBCEB}"/>
              </a:ext>
            </a:extLst>
          </p:cNvPr>
          <p:cNvSpPr>
            <a:spLocks noGrp="1"/>
          </p:cNvSpPr>
          <p:nvPr/>
        </p:nvSpPr>
        <p:spPr>
          <a:xfrm>
            <a:off x="6990128" y="7664448"/>
            <a:ext cx="588964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2" name="+">
            <a:extLst>
              <a:ext uri="{FF2B5EF4-FFF2-40B4-BE49-F238E27FC236}">
                <a16:creationId xmlns:a16="http://schemas.microsoft.com/office/drawing/2014/main" id="{638EEB47-7F20-4EBE-A889-34B0FB2E2430}"/>
              </a:ext>
            </a:extLst>
          </p:cNvPr>
          <p:cNvSpPr>
            <a:spLocks noGrp="1"/>
          </p:cNvSpPr>
          <p:nvPr/>
        </p:nvSpPr>
        <p:spPr>
          <a:xfrm>
            <a:off x="10261721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3" name="+">
            <a:extLst>
              <a:ext uri="{FF2B5EF4-FFF2-40B4-BE49-F238E27FC236}">
                <a16:creationId xmlns:a16="http://schemas.microsoft.com/office/drawing/2014/main" id="{E648238D-453D-94D8-21AE-520799C7320E}"/>
              </a:ext>
            </a:extLst>
          </p:cNvPr>
          <p:cNvSpPr>
            <a:spLocks noGrp="1"/>
          </p:cNvSpPr>
          <p:nvPr/>
        </p:nvSpPr>
        <p:spPr>
          <a:xfrm>
            <a:off x="13533314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4" name="+">
            <a:extLst>
              <a:ext uri="{FF2B5EF4-FFF2-40B4-BE49-F238E27FC236}">
                <a16:creationId xmlns:a16="http://schemas.microsoft.com/office/drawing/2014/main" id="{14736DF2-C757-7151-FF4C-FF5C6DA8BCBC}"/>
              </a:ext>
            </a:extLst>
          </p:cNvPr>
          <p:cNvSpPr>
            <a:spLocks noGrp="1"/>
          </p:cNvSpPr>
          <p:nvPr/>
        </p:nvSpPr>
        <p:spPr>
          <a:xfrm>
            <a:off x="16804905" y="7664448"/>
            <a:ext cx="588963" cy="10795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1596" name="=">
            <a:extLst>
              <a:ext uri="{FF2B5EF4-FFF2-40B4-BE49-F238E27FC236}">
                <a16:creationId xmlns:a16="http://schemas.microsoft.com/office/drawing/2014/main" id="{9D318360-8BCF-4675-9B6C-0A5D146489C8}"/>
              </a:ext>
            </a:extLst>
          </p:cNvPr>
          <p:cNvSpPr>
            <a:spLocks noGrp="1"/>
          </p:cNvSpPr>
          <p:nvPr/>
        </p:nvSpPr>
        <p:spPr>
          <a:xfrm>
            <a:off x="20076499" y="7664449"/>
            <a:ext cx="588963" cy="10795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4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=</a:t>
            </a:r>
          </a:p>
        </p:txBody>
      </p:sp>
      <p:sp>
        <p:nvSpPr>
          <p:cNvPr id="1597" name="Rounded Rectangle">
            <a:extLst>
              <a:ext uri="{FF2B5EF4-FFF2-40B4-BE49-F238E27FC236}">
                <a16:creationId xmlns:a16="http://schemas.microsoft.com/office/drawing/2014/main" id="{0AF385B6-7AC3-E08A-BD43-4070CFC56685}"/>
              </a:ext>
            </a:extLst>
          </p:cNvPr>
          <p:cNvSpPr>
            <a:spLocks noGrp="1"/>
          </p:cNvSpPr>
          <p:nvPr/>
        </p:nvSpPr>
        <p:spPr>
          <a:xfrm>
            <a:off x="21895856" y="70352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99" name="Line">
            <a:extLst>
              <a:ext uri="{FF2B5EF4-FFF2-40B4-BE49-F238E27FC236}">
                <a16:creationId xmlns:a16="http://schemas.microsoft.com/office/drawing/2014/main" id="{C20538BE-4C46-B609-6BC3-2A9D5D5227FF}"/>
              </a:ext>
            </a:extLst>
          </p:cNvPr>
          <p:cNvSpPr>
            <a:spLocks noGrp="1"/>
          </p:cNvSpPr>
          <p:nvPr/>
        </p:nvSpPr>
        <p:spPr>
          <a:xfrm flipV="1">
            <a:off x="22108276" y="2203359"/>
            <a:ext cx="1" cy="451400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" name="Boston">
            <a:extLst>
              <a:ext uri="{FF2B5EF4-FFF2-40B4-BE49-F238E27FC236}">
                <a16:creationId xmlns:a16="http://schemas.microsoft.com/office/drawing/2014/main" id="{4058711C-20CC-2380-A59D-2E0BE4DBDEAC}"/>
              </a:ext>
            </a:extLst>
          </p:cNvPr>
          <p:cNvSpPr>
            <a:spLocks noGrp="1"/>
          </p:cNvSpPr>
          <p:nvPr/>
        </p:nvSpPr>
        <p:spPr>
          <a:xfrm>
            <a:off x="20587010" y="901379"/>
            <a:ext cx="3042533" cy="984118"/>
          </a:xfrm>
          <a:prstGeom prst="roundRect">
            <a:avLst>
              <a:gd name="adj" fmla="val 19357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43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Boston</a:t>
            </a:r>
          </a:p>
        </p:txBody>
      </p:sp>
    </p:spTree>
    <p:extLst>
      <p:ext uri="{BB962C8B-B14F-4D97-AF65-F5344CB8AC3E}">
        <p14:creationId xmlns:p14="http://schemas.microsoft.com/office/powerpoint/2010/main" val="363397971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Rectangle">
            <a:extLst>
              <a:ext uri="{FF2B5EF4-FFF2-40B4-BE49-F238E27FC236}">
                <a16:creationId xmlns:a16="http://schemas.microsoft.com/office/drawing/2014/main" id="{E02600C9-5A86-48F8-8A9C-7CD13DAA3169}"/>
              </a:ext>
            </a:extLst>
          </p:cNvPr>
          <p:cNvSpPr>
            <a:spLocks noGrp="1"/>
          </p:cNvSpPr>
          <p:nvPr/>
        </p:nvSpPr>
        <p:spPr>
          <a:xfrm>
            <a:off x="1817777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4" name="Rounded Rectangle">
            <a:extLst>
              <a:ext uri="{FF2B5EF4-FFF2-40B4-BE49-F238E27FC236}">
                <a16:creationId xmlns:a16="http://schemas.microsoft.com/office/drawing/2014/main" id="{0B488C75-F62C-4151-B9D6-A285DC45AD4B}"/>
              </a:ext>
            </a:extLst>
          </p:cNvPr>
          <p:cNvSpPr>
            <a:spLocks noGrp="1"/>
          </p:cNvSpPr>
          <p:nvPr/>
        </p:nvSpPr>
        <p:spPr>
          <a:xfrm>
            <a:off x="35213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5" name="Rectangle">
            <a:extLst>
              <a:ext uri="{FF2B5EF4-FFF2-40B4-BE49-F238E27FC236}">
                <a16:creationId xmlns:a16="http://schemas.microsoft.com/office/drawing/2014/main" id="{4750E251-6641-4AA8-9AE7-28B62DAD027C}"/>
              </a:ext>
            </a:extLst>
          </p:cNvPr>
          <p:cNvSpPr>
            <a:spLocks noGrp="1"/>
          </p:cNvSpPr>
          <p:nvPr/>
        </p:nvSpPr>
        <p:spPr>
          <a:xfrm>
            <a:off x="46371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6" name="Rounded Rectangle">
            <a:extLst>
              <a:ext uri="{FF2B5EF4-FFF2-40B4-BE49-F238E27FC236}">
                <a16:creationId xmlns:a16="http://schemas.microsoft.com/office/drawing/2014/main" id="{D0637067-355C-4B26-AD76-23D978C2FA9B}"/>
              </a:ext>
            </a:extLst>
          </p:cNvPr>
          <p:cNvSpPr>
            <a:spLocks noGrp="1"/>
          </p:cNvSpPr>
          <p:nvPr/>
        </p:nvSpPr>
        <p:spPr>
          <a:xfrm>
            <a:off x="63407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7" name="Rectangle">
            <a:extLst>
              <a:ext uri="{FF2B5EF4-FFF2-40B4-BE49-F238E27FC236}">
                <a16:creationId xmlns:a16="http://schemas.microsoft.com/office/drawing/2014/main" id="{4203F633-7C35-4AEB-8EF0-7C5BA1483C66}"/>
              </a:ext>
            </a:extLst>
          </p:cNvPr>
          <p:cNvSpPr>
            <a:spLocks noGrp="1"/>
          </p:cNvSpPr>
          <p:nvPr/>
        </p:nvSpPr>
        <p:spPr>
          <a:xfrm>
            <a:off x="74565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8" name="Rounded Rectangle">
            <a:extLst>
              <a:ext uri="{FF2B5EF4-FFF2-40B4-BE49-F238E27FC236}">
                <a16:creationId xmlns:a16="http://schemas.microsoft.com/office/drawing/2014/main" id="{4B5F6057-A5E7-4593-AB65-390A246D4412}"/>
              </a:ext>
            </a:extLst>
          </p:cNvPr>
          <p:cNvSpPr>
            <a:spLocks noGrp="1"/>
          </p:cNvSpPr>
          <p:nvPr/>
        </p:nvSpPr>
        <p:spPr>
          <a:xfrm>
            <a:off x="91601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9" name="Rectangle">
            <a:extLst>
              <a:ext uri="{FF2B5EF4-FFF2-40B4-BE49-F238E27FC236}">
                <a16:creationId xmlns:a16="http://schemas.microsoft.com/office/drawing/2014/main" id="{76A30576-65A5-4307-A33B-99387FF4481E}"/>
              </a:ext>
            </a:extLst>
          </p:cNvPr>
          <p:cNvSpPr>
            <a:spLocks noGrp="1"/>
          </p:cNvSpPr>
          <p:nvPr/>
        </p:nvSpPr>
        <p:spPr>
          <a:xfrm>
            <a:off x="102759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0" name="Rounded Rectangle">
            <a:extLst>
              <a:ext uri="{FF2B5EF4-FFF2-40B4-BE49-F238E27FC236}">
                <a16:creationId xmlns:a16="http://schemas.microsoft.com/office/drawing/2014/main" id="{236D77DC-05FD-4100-A198-C710ED9F0182}"/>
              </a:ext>
            </a:extLst>
          </p:cNvPr>
          <p:cNvSpPr>
            <a:spLocks noGrp="1"/>
          </p:cNvSpPr>
          <p:nvPr/>
        </p:nvSpPr>
        <p:spPr>
          <a:xfrm>
            <a:off x="119795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1" name="Line">
            <a:extLst>
              <a:ext uri="{FF2B5EF4-FFF2-40B4-BE49-F238E27FC236}">
                <a16:creationId xmlns:a16="http://schemas.microsoft.com/office/drawing/2014/main" id="{5936CC07-40EF-46F9-A724-976D5289C99B}"/>
              </a:ext>
            </a:extLst>
          </p:cNvPr>
          <p:cNvSpPr>
            <a:spLocks noGrp="1"/>
          </p:cNvSpPr>
          <p:nvPr/>
        </p:nvSpPr>
        <p:spPr>
          <a:xfrm>
            <a:off x="2983386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2" name="Line">
            <a:extLst>
              <a:ext uri="{FF2B5EF4-FFF2-40B4-BE49-F238E27FC236}">
                <a16:creationId xmlns:a16="http://schemas.microsoft.com/office/drawing/2014/main" id="{A6E0C207-82EF-46E8-AAA9-B17C8A0D328F}"/>
              </a:ext>
            </a:extLst>
          </p:cNvPr>
          <p:cNvSpPr>
            <a:spLocks noGrp="1"/>
          </p:cNvSpPr>
          <p:nvPr/>
        </p:nvSpPr>
        <p:spPr>
          <a:xfrm>
            <a:off x="4035681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3" name="Line">
            <a:extLst>
              <a:ext uri="{FF2B5EF4-FFF2-40B4-BE49-F238E27FC236}">
                <a16:creationId xmlns:a16="http://schemas.microsoft.com/office/drawing/2014/main" id="{B1D6C241-C193-444F-A541-F4371CBBB74C}"/>
              </a:ext>
            </a:extLst>
          </p:cNvPr>
          <p:cNvSpPr>
            <a:spLocks noGrp="1"/>
          </p:cNvSpPr>
          <p:nvPr/>
        </p:nvSpPr>
        <p:spPr>
          <a:xfrm>
            <a:off x="5802786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4" name="Line">
            <a:extLst>
              <a:ext uri="{FF2B5EF4-FFF2-40B4-BE49-F238E27FC236}">
                <a16:creationId xmlns:a16="http://schemas.microsoft.com/office/drawing/2014/main" id="{CB56B108-A222-4F8D-BF7B-E0A01C29AAD0}"/>
              </a:ext>
            </a:extLst>
          </p:cNvPr>
          <p:cNvSpPr>
            <a:spLocks noGrp="1"/>
          </p:cNvSpPr>
          <p:nvPr/>
        </p:nvSpPr>
        <p:spPr>
          <a:xfrm>
            <a:off x="6855081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5" name="Line">
            <a:extLst>
              <a:ext uri="{FF2B5EF4-FFF2-40B4-BE49-F238E27FC236}">
                <a16:creationId xmlns:a16="http://schemas.microsoft.com/office/drawing/2014/main" id="{265FD2D1-2175-4109-98F5-6C9030329447}"/>
              </a:ext>
            </a:extLst>
          </p:cNvPr>
          <p:cNvSpPr>
            <a:spLocks noGrp="1"/>
          </p:cNvSpPr>
          <p:nvPr/>
        </p:nvSpPr>
        <p:spPr>
          <a:xfrm>
            <a:off x="8622185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6" name="Line">
            <a:extLst>
              <a:ext uri="{FF2B5EF4-FFF2-40B4-BE49-F238E27FC236}">
                <a16:creationId xmlns:a16="http://schemas.microsoft.com/office/drawing/2014/main" id="{52328F2E-775A-4287-B391-753303EB53FE}"/>
              </a:ext>
            </a:extLst>
          </p:cNvPr>
          <p:cNvSpPr>
            <a:spLocks noGrp="1"/>
          </p:cNvSpPr>
          <p:nvPr/>
        </p:nvSpPr>
        <p:spPr>
          <a:xfrm>
            <a:off x="9674481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7" name="Line">
            <a:extLst>
              <a:ext uri="{FF2B5EF4-FFF2-40B4-BE49-F238E27FC236}">
                <a16:creationId xmlns:a16="http://schemas.microsoft.com/office/drawing/2014/main" id="{5371083D-40AC-4900-87A2-1A925C678156}"/>
              </a:ext>
            </a:extLst>
          </p:cNvPr>
          <p:cNvSpPr>
            <a:spLocks noGrp="1"/>
          </p:cNvSpPr>
          <p:nvPr/>
        </p:nvSpPr>
        <p:spPr>
          <a:xfrm>
            <a:off x="11441585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8" name="Line">
            <a:extLst>
              <a:ext uri="{FF2B5EF4-FFF2-40B4-BE49-F238E27FC236}">
                <a16:creationId xmlns:a16="http://schemas.microsoft.com/office/drawing/2014/main" id="{69018E6B-4DEB-4753-8044-5C5316733FC8}"/>
              </a:ext>
            </a:extLst>
          </p:cNvPr>
          <p:cNvSpPr>
            <a:spLocks noGrp="1"/>
          </p:cNvSpPr>
          <p:nvPr/>
        </p:nvSpPr>
        <p:spPr>
          <a:xfrm flipV="1">
            <a:off x="2324100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9" name="Line">
            <a:extLst>
              <a:ext uri="{FF2B5EF4-FFF2-40B4-BE49-F238E27FC236}">
                <a16:creationId xmlns:a16="http://schemas.microsoft.com/office/drawing/2014/main" id="{35E24476-2322-4887-A555-A285418A5861}"/>
              </a:ext>
            </a:extLst>
          </p:cNvPr>
          <p:cNvSpPr>
            <a:spLocks noGrp="1"/>
          </p:cNvSpPr>
          <p:nvPr/>
        </p:nvSpPr>
        <p:spPr>
          <a:xfrm flipV="1">
            <a:off x="5143500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0" name="Line">
            <a:extLst>
              <a:ext uri="{FF2B5EF4-FFF2-40B4-BE49-F238E27FC236}">
                <a16:creationId xmlns:a16="http://schemas.microsoft.com/office/drawing/2014/main" id="{A7DEE044-CABF-4721-9730-CC2F96235A53}"/>
              </a:ext>
            </a:extLst>
          </p:cNvPr>
          <p:cNvSpPr>
            <a:spLocks noGrp="1"/>
          </p:cNvSpPr>
          <p:nvPr/>
        </p:nvSpPr>
        <p:spPr>
          <a:xfrm flipV="1">
            <a:off x="7962899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1" name="Line">
            <a:extLst>
              <a:ext uri="{FF2B5EF4-FFF2-40B4-BE49-F238E27FC236}">
                <a16:creationId xmlns:a16="http://schemas.microsoft.com/office/drawing/2014/main" id="{692C7F3D-1635-471C-9F33-932F83D41C77}"/>
              </a:ext>
            </a:extLst>
          </p:cNvPr>
          <p:cNvSpPr>
            <a:spLocks noGrp="1"/>
          </p:cNvSpPr>
          <p:nvPr/>
        </p:nvSpPr>
        <p:spPr>
          <a:xfrm flipV="1">
            <a:off x="10782299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3" name="Rounded Rectangle">
            <a:extLst>
              <a:ext uri="{FF2B5EF4-FFF2-40B4-BE49-F238E27FC236}">
                <a16:creationId xmlns:a16="http://schemas.microsoft.com/office/drawing/2014/main" id="{FFFA66C5-E9EE-4F92-AB91-3CBE93635857}"/>
              </a:ext>
            </a:extLst>
          </p:cNvPr>
          <p:cNvSpPr>
            <a:spLocks noGrp="1"/>
          </p:cNvSpPr>
          <p:nvPr/>
        </p:nvSpPr>
        <p:spPr>
          <a:xfrm>
            <a:off x="2111682" y="93720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4" name="Rounded Rectangle">
            <a:extLst>
              <a:ext uri="{FF2B5EF4-FFF2-40B4-BE49-F238E27FC236}">
                <a16:creationId xmlns:a16="http://schemas.microsoft.com/office/drawing/2014/main" id="{17FC9351-9182-4245-AA03-36230E69E790}"/>
              </a:ext>
            </a:extLst>
          </p:cNvPr>
          <p:cNvSpPr>
            <a:spLocks noGrp="1"/>
          </p:cNvSpPr>
          <p:nvPr/>
        </p:nvSpPr>
        <p:spPr>
          <a:xfrm>
            <a:off x="4931081" y="9372021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5" name="Rounded Rectangle">
            <a:extLst>
              <a:ext uri="{FF2B5EF4-FFF2-40B4-BE49-F238E27FC236}">
                <a16:creationId xmlns:a16="http://schemas.microsoft.com/office/drawing/2014/main" id="{A82F9B6A-206B-4248-B894-516CEE6EEC72}"/>
              </a:ext>
            </a:extLst>
          </p:cNvPr>
          <p:cNvSpPr>
            <a:spLocks noGrp="1"/>
          </p:cNvSpPr>
          <p:nvPr/>
        </p:nvSpPr>
        <p:spPr>
          <a:xfrm>
            <a:off x="7750483" y="93720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6" name="Rounded Rectangle">
            <a:extLst>
              <a:ext uri="{FF2B5EF4-FFF2-40B4-BE49-F238E27FC236}">
                <a16:creationId xmlns:a16="http://schemas.microsoft.com/office/drawing/2014/main" id="{E0F18A64-71B9-42BF-8640-1925F83CF909}"/>
              </a:ext>
            </a:extLst>
          </p:cNvPr>
          <p:cNvSpPr>
            <a:spLocks noGrp="1"/>
          </p:cNvSpPr>
          <p:nvPr/>
        </p:nvSpPr>
        <p:spPr>
          <a:xfrm>
            <a:off x="10569884" y="9372021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8" name="input sequence">
            <a:extLst>
              <a:ext uri="{FF2B5EF4-FFF2-40B4-BE49-F238E27FC236}">
                <a16:creationId xmlns:a16="http://schemas.microsoft.com/office/drawing/2014/main" id="{C88BF950-7976-4EBC-B9A2-5192C6712CD5}"/>
              </a:ext>
            </a:extLst>
          </p:cNvPr>
          <p:cNvSpPr>
            <a:spLocks noGrp="1"/>
          </p:cNvSpPr>
          <p:nvPr/>
        </p:nvSpPr>
        <p:spPr>
          <a:xfrm>
            <a:off x="2983387" y="12425190"/>
            <a:ext cx="7139628" cy="872034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sequência</a:t>
            </a:r>
            <a:r>
              <a:rPr dirty="0"/>
              <a:t> de entrada</a:t>
            </a:r>
          </a:p>
        </p:txBody>
      </p:sp>
      <p:sp>
        <p:nvSpPr>
          <p:cNvPr id="1999" name="Line">
            <a:extLst>
              <a:ext uri="{FF2B5EF4-FFF2-40B4-BE49-F238E27FC236}">
                <a16:creationId xmlns:a16="http://schemas.microsoft.com/office/drawing/2014/main" id="{0820B2E0-2F80-4ECC-A303-D9683A5EA9FE}"/>
              </a:ext>
            </a:extLst>
          </p:cNvPr>
          <p:cNvSpPr>
            <a:spLocks noGrp="1"/>
          </p:cNvSpPr>
          <p:nvPr/>
        </p:nvSpPr>
        <p:spPr>
          <a:xfrm>
            <a:off x="2311626" y="12167989"/>
            <a:ext cx="8483152" cy="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0" name="Line">
            <a:extLst>
              <a:ext uri="{FF2B5EF4-FFF2-40B4-BE49-F238E27FC236}">
                <a16:creationId xmlns:a16="http://schemas.microsoft.com/office/drawing/2014/main" id="{8E80892D-F1C8-4C73-A792-C77D0EE2B5AD}"/>
              </a:ext>
            </a:extLst>
          </p:cNvPr>
          <p:cNvSpPr>
            <a:spLocks noGrp="1"/>
          </p:cNvSpPr>
          <p:nvPr/>
        </p:nvSpPr>
        <p:spPr>
          <a:xfrm flipV="1">
            <a:off x="2325185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1" name="Line">
            <a:extLst>
              <a:ext uri="{FF2B5EF4-FFF2-40B4-BE49-F238E27FC236}">
                <a16:creationId xmlns:a16="http://schemas.microsoft.com/office/drawing/2014/main" id="{38BDDADB-AA68-4BFF-897E-ACE0ADF537C7}"/>
              </a:ext>
            </a:extLst>
          </p:cNvPr>
          <p:cNvSpPr>
            <a:spLocks noGrp="1"/>
          </p:cNvSpPr>
          <p:nvPr/>
        </p:nvSpPr>
        <p:spPr>
          <a:xfrm flipV="1">
            <a:off x="5143500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2" name="Line">
            <a:extLst>
              <a:ext uri="{FF2B5EF4-FFF2-40B4-BE49-F238E27FC236}">
                <a16:creationId xmlns:a16="http://schemas.microsoft.com/office/drawing/2014/main" id="{05102D21-3EC6-44B6-A6B9-540DF2C9CDE2}"/>
              </a:ext>
            </a:extLst>
          </p:cNvPr>
          <p:cNvSpPr>
            <a:spLocks noGrp="1"/>
          </p:cNvSpPr>
          <p:nvPr/>
        </p:nvSpPr>
        <p:spPr>
          <a:xfrm flipV="1">
            <a:off x="7962902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3" name="Line">
            <a:extLst>
              <a:ext uri="{FF2B5EF4-FFF2-40B4-BE49-F238E27FC236}">
                <a16:creationId xmlns:a16="http://schemas.microsoft.com/office/drawing/2014/main" id="{6E02A2A2-D43D-4FC2-A922-11F18AB0130A}"/>
              </a:ext>
            </a:extLst>
          </p:cNvPr>
          <p:cNvSpPr>
            <a:spLocks noGrp="1"/>
          </p:cNvSpPr>
          <p:nvPr/>
        </p:nvSpPr>
        <p:spPr>
          <a:xfrm flipV="1">
            <a:off x="10782303" y="11716216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7" name="output sequence">
            <a:extLst>
              <a:ext uri="{FF2B5EF4-FFF2-40B4-BE49-F238E27FC236}">
                <a16:creationId xmlns:a16="http://schemas.microsoft.com/office/drawing/2014/main" id="{4C8D2869-C46A-4AC0-BBF3-9915FA1B9960}"/>
              </a:ext>
            </a:extLst>
          </p:cNvPr>
          <p:cNvSpPr>
            <a:spLocks noGrp="1"/>
          </p:cNvSpPr>
          <p:nvPr/>
        </p:nvSpPr>
        <p:spPr>
          <a:xfrm>
            <a:off x="12901268" y="442401"/>
            <a:ext cx="7039665" cy="8636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sequência de saída </a:t>
            </a:r>
          </a:p>
        </p:txBody>
      </p:sp>
      <p:sp>
        <p:nvSpPr>
          <p:cNvPr id="2008" name="Line">
            <a:extLst>
              <a:ext uri="{FF2B5EF4-FFF2-40B4-BE49-F238E27FC236}">
                <a16:creationId xmlns:a16="http://schemas.microsoft.com/office/drawing/2014/main" id="{71794489-70CD-4E74-866A-07531E6F7A1F}"/>
              </a:ext>
            </a:extLst>
          </p:cNvPr>
          <p:cNvSpPr>
            <a:spLocks noGrp="1"/>
          </p:cNvSpPr>
          <p:nvPr/>
        </p:nvSpPr>
        <p:spPr>
          <a:xfrm>
            <a:off x="13589224" y="1553550"/>
            <a:ext cx="566735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9" name="Line">
            <a:extLst>
              <a:ext uri="{FF2B5EF4-FFF2-40B4-BE49-F238E27FC236}">
                <a16:creationId xmlns:a16="http://schemas.microsoft.com/office/drawing/2014/main" id="{0E667FB4-2A8B-4F64-A4EF-FDCB6519370D}"/>
              </a:ext>
            </a:extLst>
          </p:cNvPr>
          <p:cNvSpPr>
            <a:spLocks noGrp="1"/>
          </p:cNvSpPr>
          <p:nvPr/>
        </p:nvSpPr>
        <p:spPr>
          <a:xfrm flipV="1">
            <a:off x="13602783" y="1563134"/>
            <a:ext cx="1" cy="44298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0" name="Line">
            <a:extLst>
              <a:ext uri="{FF2B5EF4-FFF2-40B4-BE49-F238E27FC236}">
                <a16:creationId xmlns:a16="http://schemas.microsoft.com/office/drawing/2014/main" id="{B7FF7AA2-5C0F-4793-89CB-CE8DE7E01B03}"/>
              </a:ext>
            </a:extLst>
          </p:cNvPr>
          <p:cNvSpPr>
            <a:spLocks noGrp="1"/>
          </p:cNvSpPr>
          <p:nvPr/>
        </p:nvSpPr>
        <p:spPr>
          <a:xfrm flipV="1">
            <a:off x="16421097" y="1563134"/>
            <a:ext cx="1" cy="44298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1" name="Line">
            <a:extLst>
              <a:ext uri="{FF2B5EF4-FFF2-40B4-BE49-F238E27FC236}">
                <a16:creationId xmlns:a16="http://schemas.microsoft.com/office/drawing/2014/main" id="{0346E953-1C0E-4CC5-8DEC-81DD6AFBA392}"/>
              </a:ext>
            </a:extLst>
          </p:cNvPr>
          <p:cNvSpPr>
            <a:spLocks noGrp="1"/>
          </p:cNvSpPr>
          <p:nvPr/>
        </p:nvSpPr>
        <p:spPr>
          <a:xfrm flipV="1">
            <a:off x="19240499" y="1563134"/>
            <a:ext cx="1" cy="44298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4" name="Rounded Rectangle">
            <a:extLst>
              <a:ext uri="{FF2B5EF4-FFF2-40B4-BE49-F238E27FC236}">
                <a16:creationId xmlns:a16="http://schemas.microsoft.com/office/drawing/2014/main" id="{59B22513-5969-434A-AABE-1E49C31375F6}"/>
              </a:ext>
            </a:extLst>
          </p:cNvPr>
          <p:cNvSpPr>
            <a:spLocks noGrp="1"/>
          </p:cNvSpPr>
          <p:nvPr/>
        </p:nvSpPr>
        <p:spPr>
          <a:xfrm>
            <a:off x="13389281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5" name="Rounded Rectangle">
            <a:extLst>
              <a:ext uri="{FF2B5EF4-FFF2-40B4-BE49-F238E27FC236}">
                <a16:creationId xmlns:a16="http://schemas.microsoft.com/office/drawing/2014/main" id="{AC261EA1-FB05-4121-8C63-59AE2DE84BAF}"/>
              </a:ext>
            </a:extLst>
          </p:cNvPr>
          <p:cNvSpPr>
            <a:spLocks noGrp="1"/>
          </p:cNvSpPr>
          <p:nvPr/>
        </p:nvSpPr>
        <p:spPr>
          <a:xfrm>
            <a:off x="16208682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6" name="Rounded Rectangle">
            <a:extLst>
              <a:ext uri="{FF2B5EF4-FFF2-40B4-BE49-F238E27FC236}">
                <a16:creationId xmlns:a16="http://schemas.microsoft.com/office/drawing/2014/main" id="{3A8B1D71-BA5F-40CC-A128-27833D084EAB}"/>
              </a:ext>
            </a:extLst>
          </p:cNvPr>
          <p:cNvSpPr>
            <a:spLocks noGrp="1"/>
          </p:cNvSpPr>
          <p:nvPr/>
        </p:nvSpPr>
        <p:spPr>
          <a:xfrm>
            <a:off x="19028083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8" name="Rounded Rectangle">
            <a:extLst>
              <a:ext uri="{FF2B5EF4-FFF2-40B4-BE49-F238E27FC236}">
                <a16:creationId xmlns:a16="http://schemas.microsoft.com/office/drawing/2014/main" id="{F6D5FCCE-BBCE-4157-8973-0063B5602D43}"/>
              </a:ext>
            </a:extLst>
          </p:cNvPr>
          <p:cNvSpPr>
            <a:spLocks noGrp="1"/>
          </p:cNvSpPr>
          <p:nvPr/>
        </p:nvSpPr>
        <p:spPr>
          <a:xfrm>
            <a:off x="21847482" y="2006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9" name="Line">
            <a:extLst>
              <a:ext uri="{FF2B5EF4-FFF2-40B4-BE49-F238E27FC236}">
                <a16:creationId xmlns:a16="http://schemas.microsoft.com/office/drawing/2014/main" id="{74BF2679-80EA-4864-B05A-5EF4468C080E}"/>
              </a:ext>
            </a:extLst>
          </p:cNvPr>
          <p:cNvSpPr>
            <a:spLocks noGrp="1"/>
          </p:cNvSpPr>
          <p:nvPr/>
        </p:nvSpPr>
        <p:spPr>
          <a:xfrm flipV="1">
            <a:off x="13601698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0" name="Line">
            <a:extLst>
              <a:ext uri="{FF2B5EF4-FFF2-40B4-BE49-F238E27FC236}">
                <a16:creationId xmlns:a16="http://schemas.microsoft.com/office/drawing/2014/main" id="{E5B23DEC-5BBA-43A5-815B-61E24789651B}"/>
              </a:ext>
            </a:extLst>
          </p:cNvPr>
          <p:cNvSpPr>
            <a:spLocks noGrp="1"/>
          </p:cNvSpPr>
          <p:nvPr/>
        </p:nvSpPr>
        <p:spPr>
          <a:xfrm flipV="1">
            <a:off x="16421098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1" name="Line">
            <a:extLst>
              <a:ext uri="{FF2B5EF4-FFF2-40B4-BE49-F238E27FC236}">
                <a16:creationId xmlns:a16="http://schemas.microsoft.com/office/drawing/2014/main" id="{61A9E4A9-7F3C-4662-AD97-AEEA8EECC72F}"/>
              </a:ext>
            </a:extLst>
          </p:cNvPr>
          <p:cNvSpPr>
            <a:spLocks noGrp="1"/>
          </p:cNvSpPr>
          <p:nvPr/>
        </p:nvSpPr>
        <p:spPr>
          <a:xfrm flipV="1">
            <a:off x="19240499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2" name="Rounded Rectangle">
            <a:extLst>
              <a:ext uri="{FF2B5EF4-FFF2-40B4-BE49-F238E27FC236}">
                <a16:creationId xmlns:a16="http://schemas.microsoft.com/office/drawing/2014/main" id="{838CA58C-8980-4B63-B9F8-C50CEFC517FB}"/>
              </a:ext>
            </a:extLst>
          </p:cNvPr>
          <p:cNvSpPr>
            <a:spLocks noGrp="1"/>
          </p:cNvSpPr>
          <p:nvPr/>
        </p:nvSpPr>
        <p:spPr>
          <a:xfrm>
            <a:off x="14798981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3" name="Rectangle">
            <a:extLst>
              <a:ext uri="{FF2B5EF4-FFF2-40B4-BE49-F238E27FC236}">
                <a16:creationId xmlns:a16="http://schemas.microsoft.com/office/drawing/2014/main" id="{244AB713-93BF-4592-B0FD-D71BCF57F942}"/>
              </a:ext>
            </a:extLst>
          </p:cNvPr>
          <p:cNvSpPr>
            <a:spLocks noGrp="1"/>
          </p:cNvSpPr>
          <p:nvPr/>
        </p:nvSpPr>
        <p:spPr>
          <a:xfrm>
            <a:off x="15914776" y="6365160"/>
            <a:ext cx="1012648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4" name="Rounded Rectangle">
            <a:extLst>
              <a:ext uri="{FF2B5EF4-FFF2-40B4-BE49-F238E27FC236}">
                <a16:creationId xmlns:a16="http://schemas.microsoft.com/office/drawing/2014/main" id="{13DAD8C2-1D82-4ECB-8BB0-4C571EBC3258}"/>
              </a:ext>
            </a:extLst>
          </p:cNvPr>
          <p:cNvSpPr>
            <a:spLocks noGrp="1"/>
          </p:cNvSpPr>
          <p:nvPr/>
        </p:nvSpPr>
        <p:spPr>
          <a:xfrm>
            <a:off x="17618382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5" name="Rectangle">
            <a:extLst>
              <a:ext uri="{FF2B5EF4-FFF2-40B4-BE49-F238E27FC236}">
                <a16:creationId xmlns:a16="http://schemas.microsoft.com/office/drawing/2014/main" id="{2F18B08A-7242-4805-876D-B8F1868D1D63}"/>
              </a:ext>
            </a:extLst>
          </p:cNvPr>
          <p:cNvSpPr>
            <a:spLocks noGrp="1"/>
          </p:cNvSpPr>
          <p:nvPr/>
        </p:nvSpPr>
        <p:spPr>
          <a:xfrm>
            <a:off x="18734176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6" name="Rounded Rectangle">
            <a:extLst>
              <a:ext uri="{FF2B5EF4-FFF2-40B4-BE49-F238E27FC236}">
                <a16:creationId xmlns:a16="http://schemas.microsoft.com/office/drawing/2014/main" id="{10F054A6-6B95-44EC-A8B7-4B9B24F475EE}"/>
              </a:ext>
            </a:extLst>
          </p:cNvPr>
          <p:cNvSpPr>
            <a:spLocks noGrp="1"/>
          </p:cNvSpPr>
          <p:nvPr/>
        </p:nvSpPr>
        <p:spPr>
          <a:xfrm>
            <a:off x="20437780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7" name="Rectangle">
            <a:extLst>
              <a:ext uri="{FF2B5EF4-FFF2-40B4-BE49-F238E27FC236}">
                <a16:creationId xmlns:a16="http://schemas.microsoft.com/office/drawing/2014/main" id="{5FB4FCE5-1C98-49A7-B1C4-09BC3C883656}"/>
              </a:ext>
            </a:extLst>
          </p:cNvPr>
          <p:cNvSpPr>
            <a:spLocks noGrp="1"/>
          </p:cNvSpPr>
          <p:nvPr/>
        </p:nvSpPr>
        <p:spPr>
          <a:xfrm>
            <a:off x="21553576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8" name="Rounded Rectangle">
            <a:extLst>
              <a:ext uri="{FF2B5EF4-FFF2-40B4-BE49-F238E27FC236}">
                <a16:creationId xmlns:a16="http://schemas.microsoft.com/office/drawing/2014/main" id="{310D6813-7EA4-431D-879A-0368C6256571}"/>
              </a:ext>
            </a:extLst>
          </p:cNvPr>
          <p:cNvSpPr>
            <a:spLocks noGrp="1"/>
          </p:cNvSpPr>
          <p:nvPr/>
        </p:nvSpPr>
        <p:spPr>
          <a:xfrm>
            <a:off x="16208681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9" name="Rounded Rectangle">
            <a:extLst>
              <a:ext uri="{FF2B5EF4-FFF2-40B4-BE49-F238E27FC236}">
                <a16:creationId xmlns:a16="http://schemas.microsoft.com/office/drawing/2014/main" id="{D249A70D-DB62-49DE-9F7F-ABA451811747}"/>
              </a:ext>
            </a:extLst>
          </p:cNvPr>
          <p:cNvSpPr>
            <a:spLocks noGrp="1"/>
          </p:cNvSpPr>
          <p:nvPr/>
        </p:nvSpPr>
        <p:spPr>
          <a:xfrm>
            <a:off x="19028082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0" name="Rounded Rectangle">
            <a:extLst>
              <a:ext uri="{FF2B5EF4-FFF2-40B4-BE49-F238E27FC236}">
                <a16:creationId xmlns:a16="http://schemas.microsoft.com/office/drawing/2014/main" id="{E2F06987-A74D-4935-9EF6-8FCFCA2EAE7B}"/>
              </a:ext>
            </a:extLst>
          </p:cNvPr>
          <p:cNvSpPr>
            <a:spLocks noGrp="1"/>
          </p:cNvSpPr>
          <p:nvPr/>
        </p:nvSpPr>
        <p:spPr>
          <a:xfrm>
            <a:off x="21847480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1" name="Line">
            <a:extLst>
              <a:ext uri="{FF2B5EF4-FFF2-40B4-BE49-F238E27FC236}">
                <a16:creationId xmlns:a16="http://schemas.microsoft.com/office/drawing/2014/main" id="{A3F6CE1E-69CF-4467-A0F1-1D1F19F63148}"/>
              </a:ext>
            </a:extLst>
          </p:cNvPr>
          <p:cNvSpPr>
            <a:spLocks noGrp="1"/>
          </p:cNvSpPr>
          <p:nvPr/>
        </p:nvSpPr>
        <p:spPr>
          <a:xfrm>
            <a:off x="14260984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2" name="Line">
            <a:extLst>
              <a:ext uri="{FF2B5EF4-FFF2-40B4-BE49-F238E27FC236}">
                <a16:creationId xmlns:a16="http://schemas.microsoft.com/office/drawing/2014/main" id="{29FFFF00-187B-42A0-8AF1-9F4779ADED26}"/>
              </a:ext>
            </a:extLst>
          </p:cNvPr>
          <p:cNvSpPr>
            <a:spLocks noGrp="1"/>
          </p:cNvSpPr>
          <p:nvPr/>
        </p:nvSpPr>
        <p:spPr>
          <a:xfrm>
            <a:off x="15313280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3" name="Line">
            <a:extLst>
              <a:ext uri="{FF2B5EF4-FFF2-40B4-BE49-F238E27FC236}">
                <a16:creationId xmlns:a16="http://schemas.microsoft.com/office/drawing/2014/main" id="{5F9FA9F4-BC93-4AA7-9B93-ED12FEBCA35B}"/>
              </a:ext>
            </a:extLst>
          </p:cNvPr>
          <p:cNvSpPr>
            <a:spLocks noGrp="1"/>
          </p:cNvSpPr>
          <p:nvPr/>
        </p:nvSpPr>
        <p:spPr>
          <a:xfrm>
            <a:off x="17080384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4" name="Line">
            <a:extLst>
              <a:ext uri="{FF2B5EF4-FFF2-40B4-BE49-F238E27FC236}">
                <a16:creationId xmlns:a16="http://schemas.microsoft.com/office/drawing/2014/main" id="{89EF896D-33BA-458E-A762-87E20ABBE9A8}"/>
              </a:ext>
            </a:extLst>
          </p:cNvPr>
          <p:cNvSpPr>
            <a:spLocks noGrp="1"/>
          </p:cNvSpPr>
          <p:nvPr/>
        </p:nvSpPr>
        <p:spPr>
          <a:xfrm>
            <a:off x="181326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5" name="Line">
            <a:extLst>
              <a:ext uri="{FF2B5EF4-FFF2-40B4-BE49-F238E27FC236}">
                <a16:creationId xmlns:a16="http://schemas.microsoft.com/office/drawing/2014/main" id="{72761B6D-A105-4AE5-8D72-BB610EFB8E66}"/>
              </a:ext>
            </a:extLst>
          </p:cNvPr>
          <p:cNvSpPr>
            <a:spLocks noGrp="1"/>
          </p:cNvSpPr>
          <p:nvPr/>
        </p:nvSpPr>
        <p:spPr>
          <a:xfrm>
            <a:off x="19899785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6" name="Line">
            <a:extLst>
              <a:ext uri="{FF2B5EF4-FFF2-40B4-BE49-F238E27FC236}">
                <a16:creationId xmlns:a16="http://schemas.microsoft.com/office/drawing/2014/main" id="{3705986B-BB2C-402E-996F-85D586A35AF1}"/>
              </a:ext>
            </a:extLst>
          </p:cNvPr>
          <p:cNvSpPr>
            <a:spLocks noGrp="1"/>
          </p:cNvSpPr>
          <p:nvPr/>
        </p:nvSpPr>
        <p:spPr>
          <a:xfrm>
            <a:off x="209520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7" name="Line">
            <a:extLst>
              <a:ext uri="{FF2B5EF4-FFF2-40B4-BE49-F238E27FC236}">
                <a16:creationId xmlns:a16="http://schemas.microsoft.com/office/drawing/2014/main" id="{30F25449-9FB8-4F54-8C22-B3F905B0CFD9}"/>
              </a:ext>
            </a:extLst>
          </p:cNvPr>
          <p:cNvSpPr>
            <a:spLocks noGrp="1"/>
          </p:cNvSpPr>
          <p:nvPr/>
        </p:nvSpPr>
        <p:spPr>
          <a:xfrm flipV="1">
            <a:off x="16421098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8" name="Line">
            <a:extLst>
              <a:ext uri="{FF2B5EF4-FFF2-40B4-BE49-F238E27FC236}">
                <a16:creationId xmlns:a16="http://schemas.microsoft.com/office/drawing/2014/main" id="{808F7837-B5F7-46FA-843A-3FA3C6C7E37F}"/>
              </a:ext>
            </a:extLst>
          </p:cNvPr>
          <p:cNvSpPr>
            <a:spLocks noGrp="1"/>
          </p:cNvSpPr>
          <p:nvPr/>
        </p:nvSpPr>
        <p:spPr>
          <a:xfrm flipV="1">
            <a:off x="19240499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9" name="Line">
            <a:extLst>
              <a:ext uri="{FF2B5EF4-FFF2-40B4-BE49-F238E27FC236}">
                <a16:creationId xmlns:a16="http://schemas.microsoft.com/office/drawing/2014/main" id="{BE8F5757-A311-4CDC-8148-5447923E9F8C}"/>
              </a:ext>
            </a:extLst>
          </p:cNvPr>
          <p:cNvSpPr>
            <a:spLocks noGrp="1"/>
          </p:cNvSpPr>
          <p:nvPr/>
        </p:nvSpPr>
        <p:spPr>
          <a:xfrm flipV="1">
            <a:off x="22059899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0" name="Line">
            <a:extLst>
              <a:ext uri="{FF2B5EF4-FFF2-40B4-BE49-F238E27FC236}">
                <a16:creationId xmlns:a16="http://schemas.microsoft.com/office/drawing/2014/main" id="{43C4F1C6-76D9-447C-B262-5E80A27C1F3E}"/>
              </a:ext>
            </a:extLst>
          </p:cNvPr>
          <p:cNvSpPr>
            <a:spLocks noGrp="1"/>
          </p:cNvSpPr>
          <p:nvPr/>
        </p:nvSpPr>
        <p:spPr>
          <a:xfrm flipV="1">
            <a:off x="22059899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1" name="Rectangle">
            <a:extLst>
              <a:ext uri="{FF2B5EF4-FFF2-40B4-BE49-F238E27FC236}">
                <a16:creationId xmlns:a16="http://schemas.microsoft.com/office/drawing/2014/main" id="{D6033C86-31CB-4FD3-B250-5FE135035F32}"/>
              </a:ext>
            </a:extLst>
          </p:cNvPr>
          <p:cNvSpPr>
            <a:spLocks noGrp="1"/>
          </p:cNvSpPr>
          <p:nvPr/>
        </p:nvSpPr>
        <p:spPr>
          <a:xfrm>
            <a:off x="13095376" y="6365160"/>
            <a:ext cx="1012648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42" name="Line">
            <a:extLst>
              <a:ext uri="{FF2B5EF4-FFF2-40B4-BE49-F238E27FC236}">
                <a16:creationId xmlns:a16="http://schemas.microsoft.com/office/drawing/2014/main" id="{187A2E45-BEF8-4268-A9A2-6151A146296C}"/>
              </a:ext>
            </a:extLst>
          </p:cNvPr>
          <p:cNvSpPr>
            <a:spLocks noGrp="1"/>
          </p:cNvSpPr>
          <p:nvPr/>
        </p:nvSpPr>
        <p:spPr>
          <a:xfrm>
            <a:off x="124938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3" name="Line">
            <a:extLst>
              <a:ext uri="{FF2B5EF4-FFF2-40B4-BE49-F238E27FC236}">
                <a16:creationId xmlns:a16="http://schemas.microsoft.com/office/drawing/2014/main" id="{BCA20474-A54C-4CA3-B025-C89EC12035F6}"/>
              </a:ext>
            </a:extLst>
          </p:cNvPr>
          <p:cNvSpPr>
            <a:spLocks noGrp="1"/>
          </p:cNvSpPr>
          <p:nvPr/>
        </p:nvSpPr>
        <p:spPr>
          <a:xfrm flipV="1">
            <a:off x="13601698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5" name="Rounded Rectangle">
            <a:extLst>
              <a:ext uri="{FF2B5EF4-FFF2-40B4-BE49-F238E27FC236}">
                <a16:creationId xmlns:a16="http://schemas.microsoft.com/office/drawing/2014/main" id="{D434C94E-09E9-44ED-82AE-302779C2DBAE}"/>
              </a:ext>
            </a:extLst>
          </p:cNvPr>
          <p:cNvSpPr>
            <a:spLocks noGrp="1"/>
          </p:cNvSpPr>
          <p:nvPr/>
        </p:nvSpPr>
        <p:spPr>
          <a:xfrm>
            <a:off x="13389281" y="9372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46" name="Line">
            <a:extLst>
              <a:ext uri="{FF2B5EF4-FFF2-40B4-BE49-F238E27FC236}">
                <a16:creationId xmlns:a16="http://schemas.microsoft.com/office/drawing/2014/main" id="{19EB26C7-4A21-4D79-AEC3-B4221B0296EF}"/>
              </a:ext>
            </a:extLst>
          </p:cNvPr>
          <p:cNvSpPr>
            <a:spLocks noGrp="1"/>
          </p:cNvSpPr>
          <p:nvPr/>
        </p:nvSpPr>
        <p:spPr>
          <a:xfrm flipV="1">
            <a:off x="13601698" y="11709884"/>
            <a:ext cx="1" cy="71530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7" name="&lt;end&gt;">
            <a:extLst>
              <a:ext uri="{FF2B5EF4-FFF2-40B4-BE49-F238E27FC236}">
                <a16:creationId xmlns:a16="http://schemas.microsoft.com/office/drawing/2014/main" id="{45E38F65-0543-44B1-AA03-D7C2BD7ACC4D}"/>
              </a:ext>
            </a:extLst>
          </p:cNvPr>
          <p:cNvSpPr>
            <a:spLocks noGrp="1"/>
          </p:cNvSpPr>
          <p:nvPr/>
        </p:nvSpPr>
        <p:spPr>
          <a:xfrm>
            <a:off x="12486741" y="12409997"/>
            <a:ext cx="2229920" cy="8636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  <p:sp>
        <p:nvSpPr>
          <p:cNvPr id="2050" name="Line">
            <a:extLst>
              <a:ext uri="{FF2B5EF4-FFF2-40B4-BE49-F238E27FC236}">
                <a16:creationId xmlns:a16="http://schemas.microsoft.com/office/drawing/2014/main" id="{D1854F9B-61E1-4FDB-AF00-39C2C6A27B4D}"/>
              </a:ext>
            </a:extLst>
          </p:cNvPr>
          <p:cNvSpPr>
            <a:spLocks noGrp="1"/>
          </p:cNvSpPr>
          <p:nvPr/>
        </p:nvSpPr>
        <p:spPr>
          <a:xfrm flipV="1">
            <a:off x="22059899" y="1294396"/>
            <a:ext cx="1" cy="71530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1" name="&lt;end&gt;">
            <a:extLst>
              <a:ext uri="{FF2B5EF4-FFF2-40B4-BE49-F238E27FC236}">
                <a16:creationId xmlns:a16="http://schemas.microsoft.com/office/drawing/2014/main" id="{23780B81-0E32-4D79-88E1-82B22E3AC6F2}"/>
              </a:ext>
            </a:extLst>
          </p:cNvPr>
          <p:cNvSpPr>
            <a:spLocks noGrp="1"/>
          </p:cNvSpPr>
          <p:nvPr/>
        </p:nvSpPr>
        <p:spPr>
          <a:xfrm>
            <a:off x="20944940" y="442401"/>
            <a:ext cx="2229919" cy="8636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&lt;fim&gt;</a:t>
            </a:r>
          </a:p>
        </p:txBody>
      </p:sp>
    </p:spTree>
    <p:extLst>
      <p:ext uri="{BB962C8B-B14F-4D97-AF65-F5344CB8AC3E}">
        <p14:creationId xmlns:p14="http://schemas.microsoft.com/office/powerpoint/2010/main" val="36931288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ransformers">
            <a:extLst>
              <a:ext uri="{FF2B5EF4-FFF2-40B4-BE49-F238E27FC236}">
                <a16:creationId xmlns:a16="http://schemas.microsoft.com/office/drawing/2014/main" id="{6B68C413-226D-4800-802B-11D4BF47BB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Transforme</a:t>
            </a:r>
            <a:r>
              <a:rPr lang="pt-BR" dirty="0" err="1"/>
              <a:t>r</a:t>
            </a:r>
            <a:r>
              <a:rPr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8564516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">
            <a:extLst>
              <a:ext uri="{FF2B5EF4-FFF2-40B4-BE49-F238E27FC236}">
                <a16:creationId xmlns:a16="http://schemas.microsoft.com/office/drawing/2014/main" id="{8555DA7B-377B-461B-807F-CE37A4406C67}"/>
              </a:ext>
            </a:extLst>
          </p:cNvPr>
          <p:cNvSpPr>
            <a:spLocks noGrp="1"/>
          </p:cNvSpPr>
          <p:nvPr/>
        </p:nvSpPr>
        <p:spPr>
          <a:xfrm>
            <a:off x="1817777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7" name="Rounded Rectangle">
            <a:extLst>
              <a:ext uri="{FF2B5EF4-FFF2-40B4-BE49-F238E27FC236}">
                <a16:creationId xmlns:a16="http://schemas.microsoft.com/office/drawing/2014/main" id="{FB419FF2-A96B-4B83-A373-6570371AFD44}"/>
              </a:ext>
            </a:extLst>
          </p:cNvPr>
          <p:cNvSpPr>
            <a:spLocks noGrp="1"/>
          </p:cNvSpPr>
          <p:nvPr/>
        </p:nvSpPr>
        <p:spPr>
          <a:xfrm>
            <a:off x="35213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8" name="Rectangle">
            <a:extLst>
              <a:ext uri="{FF2B5EF4-FFF2-40B4-BE49-F238E27FC236}">
                <a16:creationId xmlns:a16="http://schemas.microsoft.com/office/drawing/2014/main" id="{5CEEDB5E-E23A-4913-B102-5233E81AC1F6}"/>
              </a:ext>
            </a:extLst>
          </p:cNvPr>
          <p:cNvSpPr>
            <a:spLocks noGrp="1"/>
          </p:cNvSpPr>
          <p:nvPr/>
        </p:nvSpPr>
        <p:spPr>
          <a:xfrm>
            <a:off x="46371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9" name="Rounded Rectangle">
            <a:extLst>
              <a:ext uri="{FF2B5EF4-FFF2-40B4-BE49-F238E27FC236}">
                <a16:creationId xmlns:a16="http://schemas.microsoft.com/office/drawing/2014/main" id="{94516D14-EE09-48F0-AAB7-2A88FCE30C8D}"/>
              </a:ext>
            </a:extLst>
          </p:cNvPr>
          <p:cNvSpPr>
            <a:spLocks noGrp="1"/>
          </p:cNvSpPr>
          <p:nvPr/>
        </p:nvSpPr>
        <p:spPr>
          <a:xfrm>
            <a:off x="63407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0" name="Rectangle">
            <a:extLst>
              <a:ext uri="{FF2B5EF4-FFF2-40B4-BE49-F238E27FC236}">
                <a16:creationId xmlns:a16="http://schemas.microsoft.com/office/drawing/2014/main" id="{17492F1B-1E26-4E05-9938-4ADE939C8130}"/>
              </a:ext>
            </a:extLst>
          </p:cNvPr>
          <p:cNvSpPr>
            <a:spLocks noGrp="1"/>
          </p:cNvSpPr>
          <p:nvPr/>
        </p:nvSpPr>
        <p:spPr>
          <a:xfrm>
            <a:off x="74565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1" name="Rounded Rectangle">
            <a:extLst>
              <a:ext uri="{FF2B5EF4-FFF2-40B4-BE49-F238E27FC236}">
                <a16:creationId xmlns:a16="http://schemas.microsoft.com/office/drawing/2014/main" id="{90F27F9A-144C-41A8-889C-7F620C8C497B}"/>
              </a:ext>
            </a:extLst>
          </p:cNvPr>
          <p:cNvSpPr>
            <a:spLocks noGrp="1"/>
          </p:cNvSpPr>
          <p:nvPr/>
        </p:nvSpPr>
        <p:spPr>
          <a:xfrm>
            <a:off x="91601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2" name="Rectangle">
            <a:extLst>
              <a:ext uri="{FF2B5EF4-FFF2-40B4-BE49-F238E27FC236}">
                <a16:creationId xmlns:a16="http://schemas.microsoft.com/office/drawing/2014/main" id="{A5BE2071-943B-4DBF-B485-4257F53C8E14}"/>
              </a:ext>
            </a:extLst>
          </p:cNvPr>
          <p:cNvSpPr>
            <a:spLocks noGrp="1"/>
          </p:cNvSpPr>
          <p:nvPr/>
        </p:nvSpPr>
        <p:spPr>
          <a:xfrm>
            <a:off x="10275977" y="6365159"/>
            <a:ext cx="1012647" cy="98568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3" name="Rounded Rectangle">
            <a:extLst>
              <a:ext uri="{FF2B5EF4-FFF2-40B4-BE49-F238E27FC236}">
                <a16:creationId xmlns:a16="http://schemas.microsoft.com/office/drawing/2014/main" id="{5B38297B-796E-4594-A045-04ACB1DCD7BB}"/>
              </a:ext>
            </a:extLst>
          </p:cNvPr>
          <p:cNvSpPr>
            <a:spLocks noGrp="1"/>
          </p:cNvSpPr>
          <p:nvPr/>
        </p:nvSpPr>
        <p:spPr>
          <a:xfrm>
            <a:off x="11979581" y="5689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4" name="Line">
            <a:extLst>
              <a:ext uri="{FF2B5EF4-FFF2-40B4-BE49-F238E27FC236}">
                <a16:creationId xmlns:a16="http://schemas.microsoft.com/office/drawing/2014/main" id="{D9535588-4498-4818-9C93-CB97783B6392}"/>
              </a:ext>
            </a:extLst>
          </p:cNvPr>
          <p:cNvSpPr>
            <a:spLocks noGrp="1"/>
          </p:cNvSpPr>
          <p:nvPr/>
        </p:nvSpPr>
        <p:spPr>
          <a:xfrm>
            <a:off x="2983386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5" name="Line">
            <a:extLst>
              <a:ext uri="{FF2B5EF4-FFF2-40B4-BE49-F238E27FC236}">
                <a16:creationId xmlns:a16="http://schemas.microsoft.com/office/drawing/2014/main" id="{C570644A-D3E4-4FA3-8835-EF8168D73EA8}"/>
              </a:ext>
            </a:extLst>
          </p:cNvPr>
          <p:cNvSpPr>
            <a:spLocks noGrp="1"/>
          </p:cNvSpPr>
          <p:nvPr/>
        </p:nvSpPr>
        <p:spPr>
          <a:xfrm>
            <a:off x="4035681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6" name="Line">
            <a:extLst>
              <a:ext uri="{FF2B5EF4-FFF2-40B4-BE49-F238E27FC236}">
                <a16:creationId xmlns:a16="http://schemas.microsoft.com/office/drawing/2014/main" id="{55723FF3-4EC5-49DD-8EB9-8E59593EEE5E}"/>
              </a:ext>
            </a:extLst>
          </p:cNvPr>
          <p:cNvSpPr>
            <a:spLocks noGrp="1"/>
          </p:cNvSpPr>
          <p:nvPr/>
        </p:nvSpPr>
        <p:spPr>
          <a:xfrm>
            <a:off x="5802786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7" name="Line">
            <a:extLst>
              <a:ext uri="{FF2B5EF4-FFF2-40B4-BE49-F238E27FC236}">
                <a16:creationId xmlns:a16="http://schemas.microsoft.com/office/drawing/2014/main" id="{0C805E61-A0B8-4900-A0F8-9B03C597265A}"/>
              </a:ext>
            </a:extLst>
          </p:cNvPr>
          <p:cNvSpPr>
            <a:spLocks noGrp="1"/>
          </p:cNvSpPr>
          <p:nvPr/>
        </p:nvSpPr>
        <p:spPr>
          <a:xfrm>
            <a:off x="6855081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8" name="Line">
            <a:extLst>
              <a:ext uri="{FF2B5EF4-FFF2-40B4-BE49-F238E27FC236}">
                <a16:creationId xmlns:a16="http://schemas.microsoft.com/office/drawing/2014/main" id="{D1E72DA6-A8AF-4606-9256-041C38365AB8}"/>
              </a:ext>
            </a:extLst>
          </p:cNvPr>
          <p:cNvSpPr>
            <a:spLocks noGrp="1"/>
          </p:cNvSpPr>
          <p:nvPr/>
        </p:nvSpPr>
        <p:spPr>
          <a:xfrm>
            <a:off x="8622185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9" name="Line">
            <a:extLst>
              <a:ext uri="{FF2B5EF4-FFF2-40B4-BE49-F238E27FC236}">
                <a16:creationId xmlns:a16="http://schemas.microsoft.com/office/drawing/2014/main" id="{731DD1B1-7EBD-4A33-8D43-3460C9B579E0}"/>
              </a:ext>
            </a:extLst>
          </p:cNvPr>
          <p:cNvSpPr>
            <a:spLocks noGrp="1"/>
          </p:cNvSpPr>
          <p:nvPr/>
        </p:nvSpPr>
        <p:spPr>
          <a:xfrm>
            <a:off x="9674481" y="6857999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0" name="Line">
            <a:extLst>
              <a:ext uri="{FF2B5EF4-FFF2-40B4-BE49-F238E27FC236}">
                <a16:creationId xmlns:a16="http://schemas.microsoft.com/office/drawing/2014/main" id="{2EA26FB8-2BA8-4F72-B188-FE00038AC9CB}"/>
              </a:ext>
            </a:extLst>
          </p:cNvPr>
          <p:cNvSpPr>
            <a:spLocks noGrp="1"/>
          </p:cNvSpPr>
          <p:nvPr/>
        </p:nvSpPr>
        <p:spPr>
          <a:xfrm>
            <a:off x="11441585" y="6857999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1" name="Line">
            <a:extLst>
              <a:ext uri="{FF2B5EF4-FFF2-40B4-BE49-F238E27FC236}">
                <a16:creationId xmlns:a16="http://schemas.microsoft.com/office/drawing/2014/main" id="{A8B3E2DC-3311-4679-A10A-01C89F1E1509}"/>
              </a:ext>
            </a:extLst>
          </p:cNvPr>
          <p:cNvSpPr>
            <a:spLocks noGrp="1"/>
          </p:cNvSpPr>
          <p:nvPr/>
        </p:nvSpPr>
        <p:spPr>
          <a:xfrm flipV="1">
            <a:off x="2324100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2" name="Line">
            <a:extLst>
              <a:ext uri="{FF2B5EF4-FFF2-40B4-BE49-F238E27FC236}">
                <a16:creationId xmlns:a16="http://schemas.microsoft.com/office/drawing/2014/main" id="{315D2D5E-E5C9-4587-9F85-28A0DD5236FD}"/>
              </a:ext>
            </a:extLst>
          </p:cNvPr>
          <p:cNvSpPr>
            <a:spLocks noGrp="1"/>
          </p:cNvSpPr>
          <p:nvPr/>
        </p:nvSpPr>
        <p:spPr>
          <a:xfrm flipV="1">
            <a:off x="5143500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3" name="Line">
            <a:extLst>
              <a:ext uri="{FF2B5EF4-FFF2-40B4-BE49-F238E27FC236}">
                <a16:creationId xmlns:a16="http://schemas.microsoft.com/office/drawing/2014/main" id="{5CD38E15-5FF2-49F4-93B2-0F26B3CF5474}"/>
              </a:ext>
            </a:extLst>
          </p:cNvPr>
          <p:cNvSpPr>
            <a:spLocks noGrp="1"/>
          </p:cNvSpPr>
          <p:nvPr/>
        </p:nvSpPr>
        <p:spPr>
          <a:xfrm flipV="1">
            <a:off x="7962899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4" name="Line">
            <a:extLst>
              <a:ext uri="{FF2B5EF4-FFF2-40B4-BE49-F238E27FC236}">
                <a16:creationId xmlns:a16="http://schemas.microsoft.com/office/drawing/2014/main" id="{EBC981CF-BB64-4A5F-87F7-ED6B4574550D}"/>
              </a:ext>
            </a:extLst>
          </p:cNvPr>
          <p:cNvSpPr>
            <a:spLocks noGrp="1"/>
          </p:cNvSpPr>
          <p:nvPr/>
        </p:nvSpPr>
        <p:spPr>
          <a:xfrm flipV="1">
            <a:off x="10782299" y="7836840"/>
            <a:ext cx="1" cy="111268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6" name="Rounded Rectangle">
            <a:extLst>
              <a:ext uri="{FF2B5EF4-FFF2-40B4-BE49-F238E27FC236}">
                <a16:creationId xmlns:a16="http://schemas.microsoft.com/office/drawing/2014/main" id="{BCA92555-4E23-4A53-9E11-EB9ABAF46D67}"/>
              </a:ext>
            </a:extLst>
          </p:cNvPr>
          <p:cNvSpPr>
            <a:spLocks noGrp="1"/>
          </p:cNvSpPr>
          <p:nvPr/>
        </p:nvSpPr>
        <p:spPr>
          <a:xfrm>
            <a:off x="2111682" y="9372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7" name="Rounded Rectangle">
            <a:extLst>
              <a:ext uri="{FF2B5EF4-FFF2-40B4-BE49-F238E27FC236}">
                <a16:creationId xmlns:a16="http://schemas.microsoft.com/office/drawing/2014/main" id="{ED0D032C-2065-4CF3-AD38-E5DADB58604A}"/>
              </a:ext>
            </a:extLst>
          </p:cNvPr>
          <p:cNvSpPr>
            <a:spLocks noGrp="1"/>
          </p:cNvSpPr>
          <p:nvPr/>
        </p:nvSpPr>
        <p:spPr>
          <a:xfrm>
            <a:off x="4931081" y="9372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8" name="Rounded Rectangle">
            <a:extLst>
              <a:ext uri="{FF2B5EF4-FFF2-40B4-BE49-F238E27FC236}">
                <a16:creationId xmlns:a16="http://schemas.microsoft.com/office/drawing/2014/main" id="{FC4F4E26-3625-4BBA-AD73-4E3171BB3FA0}"/>
              </a:ext>
            </a:extLst>
          </p:cNvPr>
          <p:cNvSpPr>
            <a:spLocks noGrp="1"/>
          </p:cNvSpPr>
          <p:nvPr/>
        </p:nvSpPr>
        <p:spPr>
          <a:xfrm>
            <a:off x="7750481" y="9372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9" name="Rounded Rectangle">
            <a:extLst>
              <a:ext uri="{FF2B5EF4-FFF2-40B4-BE49-F238E27FC236}">
                <a16:creationId xmlns:a16="http://schemas.microsoft.com/office/drawing/2014/main" id="{164C0D0D-3852-4F0C-90B7-2DC9791F858C}"/>
              </a:ext>
            </a:extLst>
          </p:cNvPr>
          <p:cNvSpPr>
            <a:spLocks noGrp="1"/>
          </p:cNvSpPr>
          <p:nvPr/>
        </p:nvSpPr>
        <p:spPr>
          <a:xfrm>
            <a:off x="10569881" y="9372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0" name="Rounded Rectangle">
            <a:extLst>
              <a:ext uri="{FF2B5EF4-FFF2-40B4-BE49-F238E27FC236}">
                <a16:creationId xmlns:a16="http://schemas.microsoft.com/office/drawing/2014/main" id="{45FCF6F3-BAF1-4069-90AE-3B4076FA3E38}"/>
              </a:ext>
            </a:extLst>
          </p:cNvPr>
          <p:cNvSpPr>
            <a:spLocks noGrp="1"/>
          </p:cNvSpPr>
          <p:nvPr/>
        </p:nvSpPr>
        <p:spPr>
          <a:xfrm>
            <a:off x="13389281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1" name="Rounded Rectangle">
            <a:extLst>
              <a:ext uri="{FF2B5EF4-FFF2-40B4-BE49-F238E27FC236}">
                <a16:creationId xmlns:a16="http://schemas.microsoft.com/office/drawing/2014/main" id="{25F94195-78A6-49FC-BFA8-9AD3B9588205}"/>
              </a:ext>
            </a:extLst>
          </p:cNvPr>
          <p:cNvSpPr>
            <a:spLocks noGrp="1"/>
          </p:cNvSpPr>
          <p:nvPr/>
        </p:nvSpPr>
        <p:spPr>
          <a:xfrm>
            <a:off x="16208682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2" name="Rounded Rectangle">
            <a:extLst>
              <a:ext uri="{FF2B5EF4-FFF2-40B4-BE49-F238E27FC236}">
                <a16:creationId xmlns:a16="http://schemas.microsoft.com/office/drawing/2014/main" id="{91CD26F5-0A79-4212-A872-8613BC47C631}"/>
              </a:ext>
            </a:extLst>
          </p:cNvPr>
          <p:cNvSpPr>
            <a:spLocks noGrp="1"/>
          </p:cNvSpPr>
          <p:nvPr/>
        </p:nvSpPr>
        <p:spPr>
          <a:xfrm>
            <a:off x="19028083" y="2006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4" name="Rounded Rectangle">
            <a:extLst>
              <a:ext uri="{FF2B5EF4-FFF2-40B4-BE49-F238E27FC236}">
                <a16:creationId xmlns:a16="http://schemas.microsoft.com/office/drawing/2014/main" id="{C7503A3D-E2C3-4300-BC4D-2B9936F2C79F}"/>
              </a:ext>
            </a:extLst>
          </p:cNvPr>
          <p:cNvSpPr>
            <a:spLocks noGrp="1"/>
          </p:cNvSpPr>
          <p:nvPr/>
        </p:nvSpPr>
        <p:spPr>
          <a:xfrm>
            <a:off x="21847482" y="2006021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5" name="Line">
            <a:extLst>
              <a:ext uri="{FF2B5EF4-FFF2-40B4-BE49-F238E27FC236}">
                <a16:creationId xmlns:a16="http://schemas.microsoft.com/office/drawing/2014/main" id="{D1E7AC1D-4433-4E32-86EE-E84DDD61A032}"/>
              </a:ext>
            </a:extLst>
          </p:cNvPr>
          <p:cNvSpPr>
            <a:spLocks noGrp="1"/>
          </p:cNvSpPr>
          <p:nvPr/>
        </p:nvSpPr>
        <p:spPr>
          <a:xfrm flipV="1">
            <a:off x="13601698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6" name="Line">
            <a:extLst>
              <a:ext uri="{FF2B5EF4-FFF2-40B4-BE49-F238E27FC236}">
                <a16:creationId xmlns:a16="http://schemas.microsoft.com/office/drawing/2014/main" id="{F04F21F2-167A-4385-9CE4-FFDF991D6036}"/>
              </a:ext>
            </a:extLst>
          </p:cNvPr>
          <p:cNvSpPr>
            <a:spLocks noGrp="1"/>
          </p:cNvSpPr>
          <p:nvPr/>
        </p:nvSpPr>
        <p:spPr>
          <a:xfrm flipV="1">
            <a:off x="16421098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7" name="Line">
            <a:extLst>
              <a:ext uri="{FF2B5EF4-FFF2-40B4-BE49-F238E27FC236}">
                <a16:creationId xmlns:a16="http://schemas.microsoft.com/office/drawing/2014/main" id="{0B9BF635-452D-4C05-A517-D6AFA4DDFF38}"/>
              </a:ext>
            </a:extLst>
          </p:cNvPr>
          <p:cNvSpPr>
            <a:spLocks noGrp="1"/>
          </p:cNvSpPr>
          <p:nvPr/>
        </p:nvSpPr>
        <p:spPr>
          <a:xfrm flipV="1">
            <a:off x="19240499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8" name="Rounded Rectangle">
            <a:extLst>
              <a:ext uri="{FF2B5EF4-FFF2-40B4-BE49-F238E27FC236}">
                <a16:creationId xmlns:a16="http://schemas.microsoft.com/office/drawing/2014/main" id="{25F5E669-8268-4C05-A138-7221BAB1C6BE}"/>
              </a:ext>
            </a:extLst>
          </p:cNvPr>
          <p:cNvSpPr>
            <a:spLocks noGrp="1"/>
          </p:cNvSpPr>
          <p:nvPr/>
        </p:nvSpPr>
        <p:spPr>
          <a:xfrm>
            <a:off x="14798981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9" name="Rectangle">
            <a:extLst>
              <a:ext uri="{FF2B5EF4-FFF2-40B4-BE49-F238E27FC236}">
                <a16:creationId xmlns:a16="http://schemas.microsoft.com/office/drawing/2014/main" id="{3A907894-9603-44A0-B760-2D68926F7D19}"/>
              </a:ext>
            </a:extLst>
          </p:cNvPr>
          <p:cNvSpPr>
            <a:spLocks noGrp="1"/>
          </p:cNvSpPr>
          <p:nvPr/>
        </p:nvSpPr>
        <p:spPr>
          <a:xfrm>
            <a:off x="15914776" y="6365160"/>
            <a:ext cx="1012648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0" name="Rounded Rectangle">
            <a:extLst>
              <a:ext uri="{FF2B5EF4-FFF2-40B4-BE49-F238E27FC236}">
                <a16:creationId xmlns:a16="http://schemas.microsoft.com/office/drawing/2014/main" id="{3B113D5F-B920-46F6-9472-5D368D95C87E}"/>
              </a:ext>
            </a:extLst>
          </p:cNvPr>
          <p:cNvSpPr>
            <a:spLocks noGrp="1"/>
          </p:cNvSpPr>
          <p:nvPr/>
        </p:nvSpPr>
        <p:spPr>
          <a:xfrm>
            <a:off x="17618382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1" name="Rectangle">
            <a:extLst>
              <a:ext uri="{FF2B5EF4-FFF2-40B4-BE49-F238E27FC236}">
                <a16:creationId xmlns:a16="http://schemas.microsoft.com/office/drawing/2014/main" id="{1964FCFD-88D3-43DD-B922-816148B104FA}"/>
              </a:ext>
            </a:extLst>
          </p:cNvPr>
          <p:cNvSpPr>
            <a:spLocks noGrp="1"/>
          </p:cNvSpPr>
          <p:nvPr/>
        </p:nvSpPr>
        <p:spPr>
          <a:xfrm>
            <a:off x="18734176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2" name="Rounded Rectangle">
            <a:extLst>
              <a:ext uri="{FF2B5EF4-FFF2-40B4-BE49-F238E27FC236}">
                <a16:creationId xmlns:a16="http://schemas.microsoft.com/office/drawing/2014/main" id="{1D793DBB-7A3B-45B1-BF9C-65A830DFA152}"/>
              </a:ext>
            </a:extLst>
          </p:cNvPr>
          <p:cNvSpPr>
            <a:spLocks noGrp="1"/>
          </p:cNvSpPr>
          <p:nvPr/>
        </p:nvSpPr>
        <p:spPr>
          <a:xfrm>
            <a:off x="20437780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3" name="Rectangle">
            <a:extLst>
              <a:ext uri="{FF2B5EF4-FFF2-40B4-BE49-F238E27FC236}">
                <a16:creationId xmlns:a16="http://schemas.microsoft.com/office/drawing/2014/main" id="{0E13EF1B-BFEF-4B1E-9895-0BE6411F7502}"/>
              </a:ext>
            </a:extLst>
          </p:cNvPr>
          <p:cNvSpPr>
            <a:spLocks noGrp="1"/>
          </p:cNvSpPr>
          <p:nvPr/>
        </p:nvSpPr>
        <p:spPr>
          <a:xfrm>
            <a:off x="21553576" y="6365160"/>
            <a:ext cx="1012647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4" name="Rounded Rectangle">
            <a:extLst>
              <a:ext uri="{FF2B5EF4-FFF2-40B4-BE49-F238E27FC236}">
                <a16:creationId xmlns:a16="http://schemas.microsoft.com/office/drawing/2014/main" id="{4B0DE804-59BF-4A1E-9E8D-7701A0972623}"/>
              </a:ext>
            </a:extLst>
          </p:cNvPr>
          <p:cNvSpPr>
            <a:spLocks noGrp="1"/>
          </p:cNvSpPr>
          <p:nvPr/>
        </p:nvSpPr>
        <p:spPr>
          <a:xfrm>
            <a:off x="16208681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5" name="Rounded Rectangle">
            <a:extLst>
              <a:ext uri="{FF2B5EF4-FFF2-40B4-BE49-F238E27FC236}">
                <a16:creationId xmlns:a16="http://schemas.microsoft.com/office/drawing/2014/main" id="{F783AF83-EC85-4211-9CD1-8B10A399A18A}"/>
              </a:ext>
            </a:extLst>
          </p:cNvPr>
          <p:cNvSpPr>
            <a:spLocks noGrp="1"/>
          </p:cNvSpPr>
          <p:nvPr/>
        </p:nvSpPr>
        <p:spPr>
          <a:xfrm>
            <a:off x="19028082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6" name="Rounded Rectangle">
            <a:extLst>
              <a:ext uri="{FF2B5EF4-FFF2-40B4-BE49-F238E27FC236}">
                <a16:creationId xmlns:a16="http://schemas.microsoft.com/office/drawing/2014/main" id="{8F0D9802-1DB0-46C1-A7D1-AD4E77963D46}"/>
              </a:ext>
            </a:extLst>
          </p:cNvPr>
          <p:cNvSpPr>
            <a:spLocks noGrp="1"/>
          </p:cNvSpPr>
          <p:nvPr/>
        </p:nvSpPr>
        <p:spPr>
          <a:xfrm>
            <a:off x="21847480" y="9372022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7" name="Line">
            <a:extLst>
              <a:ext uri="{FF2B5EF4-FFF2-40B4-BE49-F238E27FC236}">
                <a16:creationId xmlns:a16="http://schemas.microsoft.com/office/drawing/2014/main" id="{9A130035-356E-42F7-B59A-EB171F87ED41}"/>
              </a:ext>
            </a:extLst>
          </p:cNvPr>
          <p:cNvSpPr>
            <a:spLocks noGrp="1"/>
          </p:cNvSpPr>
          <p:nvPr/>
        </p:nvSpPr>
        <p:spPr>
          <a:xfrm>
            <a:off x="14260984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8" name="Line">
            <a:extLst>
              <a:ext uri="{FF2B5EF4-FFF2-40B4-BE49-F238E27FC236}">
                <a16:creationId xmlns:a16="http://schemas.microsoft.com/office/drawing/2014/main" id="{D7C9A6B1-C1FB-439E-9F85-66D0CF3CA9B0}"/>
              </a:ext>
            </a:extLst>
          </p:cNvPr>
          <p:cNvSpPr>
            <a:spLocks noGrp="1"/>
          </p:cNvSpPr>
          <p:nvPr/>
        </p:nvSpPr>
        <p:spPr>
          <a:xfrm>
            <a:off x="15313280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9" name="Line">
            <a:extLst>
              <a:ext uri="{FF2B5EF4-FFF2-40B4-BE49-F238E27FC236}">
                <a16:creationId xmlns:a16="http://schemas.microsoft.com/office/drawing/2014/main" id="{B2E55566-DCB7-4560-9E9E-D9961718479B}"/>
              </a:ext>
            </a:extLst>
          </p:cNvPr>
          <p:cNvSpPr>
            <a:spLocks noGrp="1"/>
          </p:cNvSpPr>
          <p:nvPr/>
        </p:nvSpPr>
        <p:spPr>
          <a:xfrm>
            <a:off x="17080384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0" name="Line">
            <a:extLst>
              <a:ext uri="{FF2B5EF4-FFF2-40B4-BE49-F238E27FC236}">
                <a16:creationId xmlns:a16="http://schemas.microsoft.com/office/drawing/2014/main" id="{4BB20290-8CA8-41E0-B93C-5780FAB15401}"/>
              </a:ext>
            </a:extLst>
          </p:cNvPr>
          <p:cNvSpPr>
            <a:spLocks noGrp="1"/>
          </p:cNvSpPr>
          <p:nvPr/>
        </p:nvSpPr>
        <p:spPr>
          <a:xfrm>
            <a:off x="181326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1" name="Line">
            <a:extLst>
              <a:ext uri="{FF2B5EF4-FFF2-40B4-BE49-F238E27FC236}">
                <a16:creationId xmlns:a16="http://schemas.microsoft.com/office/drawing/2014/main" id="{27B9B407-1226-45E8-A012-290830AF7709}"/>
              </a:ext>
            </a:extLst>
          </p:cNvPr>
          <p:cNvSpPr>
            <a:spLocks noGrp="1"/>
          </p:cNvSpPr>
          <p:nvPr/>
        </p:nvSpPr>
        <p:spPr>
          <a:xfrm>
            <a:off x="19899785" y="6858000"/>
            <a:ext cx="448534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2" name="Line">
            <a:extLst>
              <a:ext uri="{FF2B5EF4-FFF2-40B4-BE49-F238E27FC236}">
                <a16:creationId xmlns:a16="http://schemas.microsoft.com/office/drawing/2014/main" id="{05662B48-9933-4208-B9CB-296802652D8E}"/>
              </a:ext>
            </a:extLst>
          </p:cNvPr>
          <p:cNvSpPr>
            <a:spLocks noGrp="1"/>
          </p:cNvSpPr>
          <p:nvPr/>
        </p:nvSpPr>
        <p:spPr>
          <a:xfrm>
            <a:off x="209520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3" name="Line">
            <a:extLst>
              <a:ext uri="{FF2B5EF4-FFF2-40B4-BE49-F238E27FC236}">
                <a16:creationId xmlns:a16="http://schemas.microsoft.com/office/drawing/2014/main" id="{7C6E4585-839E-4E4B-822A-5A9F137DECA2}"/>
              </a:ext>
            </a:extLst>
          </p:cNvPr>
          <p:cNvSpPr>
            <a:spLocks noGrp="1"/>
          </p:cNvSpPr>
          <p:nvPr/>
        </p:nvSpPr>
        <p:spPr>
          <a:xfrm flipV="1">
            <a:off x="16421098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4" name="Line">
            <a:extLst>
              <a:ext uri="{FF2B5EF4-FFF2-40B4-BE49-F238E27FC236}">
                <a16:creationId xmlns:a16="http://schemas.microsoft.com/office/drawing/2014/main" id="{36FF0D64-2E56-4680-8866-9B9410EFFB7F}"/>
              </a:ext>
            </a:extLst>
          </p:cNvPr>
          <p:cNvSpPr>
            <a:spLocks noGrp="1"/>
          </p:cNvSpPr>
          <p:nvPr/>
        </p:nvSpPr>
        <p:spPr>
          <a:xfrm flipV="1">
            <a:off x="19240499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5" name="Line">
            <a:extLst>
              <a:ext uri="{FF2B5EF4-FFF2-40B4-BE49-F238E27FC236}">
                <a16:creationId xmlns:a16="http://schemas.microsoft.com/office/drawing/2014/main" id="{8E57FEB1-C101-446E-A97E-E4BE33B981CF}"/>
              </a:ext>
            </a:extLst>
          </p:cNvPr>
          <p:cNvSpPr>
            <a:spLocks noGrp="1"/>
          </p:cNvSpPr>
          <p:nvPr/>
        </p:nvSpPr>
        <p:spPr>
          <a:xfrm flipV="1">
            <a:off x="22059899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6" name="Line">
            <a:extLst>
              <a:ext uri="{FF2B5EF4-FFF2-40B4-BE49-F238E27FC236}">
                <a16:creationId xmlns:a16="http://schemas.microsoft.com/office/drawing/2014/main" id="{04B4472E-5BA6-4FEA-AC95-A910E6BC5A41}"/>
              </a:ext>
            </a:extLst>
          </p:cNvPr>
          <p:cNvSpPr>
            <a:spLocks noGrp="1"/>
          </p:cNvSpPr>
          <p:nvPr/>
        </p:nvSpPr>
        <p:spPr>
          <a:xfrm flipV="1">
            <a:off x="22059899" y="4766480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7" name="Rectangle">
            <a:extLst>
              <a:ext uri="{FF2B5EF4-FFF2-40B4-BE49-F238E27FC236}">
                <a16:creationId xmlns:a16="http://schemas.microsoft.com/office/drawing/2014/main" id="{2A1830D9-4953-4134-83DC-4370DBA6A2FA}"/>
              </a:ext>
            </a:extLst>
          </p:cNvPr>
          <p:cNvSpPr>
            <a:spLocks noGrp="1"/>
          </p:cNvSpPr>
          <p:nvPr/>
        </p:nvSpPr>
        <p:spPr>
          <a:xfrm>
            <a:off x="13095376" y="6365160"/>
            <a:ext cx="1012648" cy="98567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8" name="Line">
            <a:extLst>
              <a:ext uri="{FF2B5EF4-FFF2-40B4-BE49-F238E27FC236}">
                <a16:creationId xmlns:a16="http://schemas.microsoft.com/office/drawing/2014/main" id="{D2C27C87-6F84-4FD6-A35C-8A6837B6F555}"/>
              </a:ext>
            </a:extLst>
          </p:cNvPr>
          <p:cNvSpPr>
            <a:spLocks noGrp="1"/>
          </p:cNvSpPr>
          <p:nvPr/>
        </p:nvSpPr>
        <p:spPr>
          <a:xfrm>
            <a:off x="12493881" y="6858000"/>
            <a:ext cx="44853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9" name="Line">
            <a:extLst>
              <a:ext uri="{FF2B5EF4-FFF2-40B4-BE49-F238E27FC236}">
                <a16:creationId xmlns:a16="http://schemas.microsoft.com/office/drawing/2014/main" id="{DD5E479D-6A19-46CD-8264-5FE89290F23A}"/>
              </a:ext>
            </a:extLst>
          </p:cNvPr>
          <p:cNvSpPr>
            <a:spLocks noGrp="1"/>
          </p:cNvSpPr>
          <p:nvPr/>
        </p:nvSpPr>
        <p:spPr>
          <a:xfrm flipV="1">
            <a:off x="13601698" y="7836842"/>
            <a:ext cx="1" cy="1112679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1" name="Rounded Rectangle">
            <a:extLst>
              <a:ext uri="{FF2B5EF4-FFF2-40B4-BE49-F238E27FC236}">
                <a16:creationId xmlns:a16="http://schemas.microsoft.com/office/drawing/2014/main" id="{BF5DF1B7-7AC8-4B37-9001-150B3A9ACA89}"/>
              </a:ext>
            </a:extLst>
          </p:cNvPr>
          <p:cNvSpPr>
            <a:spLocks noGrp="1"/>
          </p:cNvSpPr>
          <p:nvPr/>
        </p:nvSpPr>
        <p:spPr>
          <a:xfrm>
            <a:off x="13389281" y="9372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2" name="Rectangle">
            <a:extLst>
              <a:ext uri="{FF2B5EF4-FFF2-40B4-BE49-F238E27FC236}">
                <a16:creationId xmlns:a16="http://schemas.microsoft.com/office/drawing/2014/main" id="{44240F7D-3363-4973-96E3-C2C1DB23EF31}"/>
              </a:ext>
            </a:extLst>
          </p:cNvPr>
          <p:cNvSpPr>
            <a:spLocks noGrp="1"/>
          </p:cNvSpPr>
          <p:nvPr/>
        </p:nvSpPr>
        <p:spPr>
          <a:xfrm>
            <a:off x="12492126" y="273656"/>
            <a:ext cx="11670764" cy="13348533"/>
          </a:xfrm>
          <a:prstGeom prst="rect">
            <a:avLst/>
          </a:prstGeom>
          <a:solidFill>
            <a:srgbClr val="000000">
              <a:alpha val="75000"/>
            </a:srgb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3" name="input sequence">
            <a:extLst>
              <a:ext uri="{FF2B5EF4-FFF2-40B4-BE49-F238E27FC236}">
                <a16:creationId xmlns:a16="http://schemas.microsoft.com/office/drawing/2014/main" id="{CCCFBBDC-5BA4-4B1F-90F7-B9542805CA05}"/>
              </a:ext>
            </a:extLst>
          </p:cNvPr>
          <p:cNvSpPr>
            <a:spLocks noGrp="1"/>
          </p:cNvSpPr>
          <p:nvPr/>
        </p:nvSpPr>
        <p:spPr>
          <a:xfrm>
            <a:off x="2983386" y="12464932"/>
            <a:ext cx="7139628" cy="872034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>
            <a:lvl1pPr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sequência</a:t>
            </a:r>
            <a:r>
              <a:rPr dirty="0"/>
              <a:t> de entrada</a:t>
            </a:r>
          </a:p>
        </p:txBody>
      </p:sp>
      <p:sp>
        <p:nvSpPr>
          <p:cNvPr id="2114" name="Line">
            <a:extLst>
              <a:ext uri="{FF2B5EF4-FFF2-40B4-BE49-F238E27FC236}">
                <a16:creationId xmlns:a16="http://schemas.microsoft.com/office/drawing/2014/main" id="{9D49F0A8-82D0-45BE-92BB-CF5D88E37511}"/>
              </a:ext>
            </a:extLst>
          </p:cNvPr>
          <p:cNvSpPr>
            <a:spLocks noGrp="1"/>
          </p:cNvSpPr>
          <p:nvPr/>
        </p:nvSpPr>
        <p:spPr>
          <a:xfrm>
            <a:off x="2311626" y="12167988"/>
            <a:ext cx="8483151" cy="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5" name="Line">
            <a:extLst>
              <a:ext uri="{FF2B5EF4-FFF2-40B4-BE49-F238E27FC236}">
                <a16:creationId xmlns:a16="http://schemas.microsoft.com/office/drawing/2014/main" id="{2985925A-B0FD-472D-94B6-F29CD10FA226}"/>
              </a:ext>
            </a:extLst>
          </p:cNvPr>
          <p:cNvSpPr>
            <a:spLocks noGrp="1"/>
          </p:cNvSpPr>
          <p:nvPr/>
        </p:nvSpPr>
        <p:spPr>
          <a:xfrm flipV="1">
            <a:off x="2325185" y="11716215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6" name="Line">
            <a:extLst>
              <a:ext uri="{FF2B5EF4-FFF2-40B4-BE49-F238E27FC236}">
                <a16:creationId xmlns:a16="http://schemas.microsoft.com/office/drawing/2014/main" id="{0F136986-5727-42CA-9D35-19DF873CAD34}"/>
              </a:ext>
            </a:extLst>
          </p:cNvPr>
          <p:cNvSpPr>
            <a:spLocks noGrp="1"/>
          </p:cNvSpPr>
          <p:nvPr/>
        </p:nvSpPr>
        <p:spPr>
          <a:xfrm flipV="1">
            <a:off x="5143499" y="11716215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7" name="Line">
            <a:extLst>
              <a:ext uri="{FF2B5EF4-FFF2-40B4-BE49-F238E27FC236}">
                <a16:creationId xmlns:a16="http://schemas.microsoft.com/office/drawing/2014/main" id="{7E174E76-C9D2-4491-950E-ED3087B941F7}"/>
              </a:ext>
            </a:extLst>
          </p:cNvPr>
          <p:cNvSpPr>
            <a:spLocks noGrp="1"/>
          </p:cNvSpPr>
          <p:nvPr/>
        </p:nvSpPr>
        <p:spPr>
          <a:xfrm flipV="1">
            <a:off x="7962901" y="11716215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8" name="Line">
            <a:extLst>
              <a:ext uri="{FF2B5EF4-FFF2-40B4-BE49-F238E27FC236}">
                <a16:creationId xmlns:a16="http://schemas.microsoft.com/office/drawing/2014/main" id="{F886254A-D9B1-4B83-BE81-3653D75C7D36}"/>
              </a:ext>
            </a:extLst>
          </p:cNvPr>
          <p:cNvSpPr>
            <a:spLocks noGrp="1"/>
          </p:cNvSpPr>
          <p:nvPr/>
        </p:nvSpPr>
        <p:spPr>
          <a:xfrm flipV="1">
            <a:off x="10782301" y="11716215"/>
            <a:ext cx="1" cy="44298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53118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Neural Network">
            <a:extLst>
              <a:ext uri="{FF2B5EF4-FFF2-40B4-BE49-F238E27FC236}">
                <a16:creationId xmlns:a16="http://schemas.microsoft.com/office/drawing/2014/main" id="{A2668EF4-E7B0-4910-ADD3-C8F2B5944375}"/>
              </a:ext>
            </a:extLst>
          </p:cNvPr>
          <p:cNvSpPr>
            <a:spLocks noGrp="1"/>
          </p:cNvSpPr>
          <p:nvPr/>
        </p:nvSpPr>
        <p:spPr>
          <a:xfrm>
            <a:off x="10107233" y="4815403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123" name="Rounded Rectangle">
            <a:extLst>
              <a:ext uri="{FF2B5EF4-FFF2-40B4-BE49-F238E27FC236}">
                <a16:creationId xmlns:a16="http://schemas.microsoft.com/office/drawing/2014/main" id="{EBE8B0B1-C6B8-4BDE-A363-9C355B7DB3F5}"/>
              </a:ext>
            </a:extLst>
          </p:cNvPr>
          <p:cNvSpPr>
            <a:spLocks noGrp="1"/>
          </p:cNvSpPr>
          <p:nvPr/>
        </p:nvSpPr>
        <p:spPr>
          <a:xfrm>
            <a:off x="16734829" y="4300019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4" name="Line">
            <a:extLst>
              <a:ext uri="{FF2B5EF4-FFF2-40B4-BE49-F238E27FC236}">
                <a16:creationId xmlns:a16="http://schemas.microsoft.com/office/drawing/2014/main" id="{3D2D5DC5-A06A-452A-9FBB-BDE44D276087}"/>
              </a:ext>
            </a:extLst>
          </p:cNvPr>
          <p:cNvSpPr>
            <a:spLocks noGrp="1"/>
          </p:cNvSpPr>
          <p:nvPr/>
        </p:nvSpPr>
        <p:spPr>
          <a:xfrm>
            <a:off x="8045221" y="5468997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5" name="Rounded Rectangle">
            <a:extLst>
              <a:ext uri="{FF2B5EF4-FFF2-40B4-BE49-F238E27FC236}">
                <a16:creationId xmlns:a16="http://schemas.microsoft.com/office/drawing/2014/main" id="{255409EA-1306-470E-9196-4F6C7312B4A9}"/>
              </a:ext>
            </a:extLst>
          </p:cNvPr>
          <p:cNvSpPr>
            <a:spLocks noGrp="1"/>
          </p:cNvSpPr>
          <p:nvPr/>
        </p:nvSpPr>
        <p:spPr>
          <a:xfrm>
            <a:off x="7224333" y="4300019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6" name="Line">
            <a:extLst>
              <a:ext uri="{FF2B5EF4-FFF2-40B4-BE49-F238E27FC236}">
                <a16:creationId xmlns:a16="http://schemas.microsoft.com/office/drawing/2014/main" id="{D543DB50-5A15-44AA-9799-410989FD8F50}"/>
              </a:ext>
            </a:extLst>
          </p:cNvPr>
          <p:cNvSpPr>
            <a:spLocks noGrp="1"/>
          </p:cNvSpPr>
          <p:nvPr/>
        </p:nvSpPr>
        <p:spPr>
          <a:xfrm>
            <a:off x="14736317" y="5468998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7" name="Neural Network">
            <a:extLst>
              <a:ext uri="{FF2B5EF4-FFF2-40B4-BE49-F238E27FC236}">
                <a16:creationId xmlns:a16="http://schemas.microsoft.com/office/drawing/2014/main" id="{DBDB40FF-6F44-4897-B43E-82BA8318CBB1}"/>
              </a:ext>
            </a:extLst>
          </p:cNvPr>
          <p:cNvSpPr>
            <a:spLocks noGrp="1"/>
          </p:cNvSpPr>
          <p:nvPr/>
        </p:nvSpPr>
        <p:spPr>
          <a:xfrm>
            <a:off x="10107233" y="10371413"/>
            <a:ext cx="4169534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128" name="Rounded Rectangle">
            <a:extLst>
              <a:ext uri="{FF2B5EF4-FFF2-40B4-BE49-F238E27FC236}">
                <a16:creationId xmlns:a16="http://schemas.microsoft.com/office/drawing/2014/main" id="{938E9D24-986C-4CD6-827D-77BD15D00831}"/>
              </a:ext>
            </a:extLst>
          </p:cNvPr>
          <p:cNvSpPr>
            <a:spLocks noGrp="1"/>
          </p:cNvSpPr>
          <p:nvPr/>
        </p:nvSpPr>
        <p:spPr>
          <a:xfrm>
            <a:off x="16734830" y="9856029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9" name="Line">
            <a:extLst>
              <a:ext uri="{FF2B5EF4-FFF2-40B4-BE49-F238E27FC236}">
                <a16:creationId xmlns:a16="http://schemas.microsoft.com/office/drawing/2014/main" id="{A4444008-AECC-4EBF-A5D0-7D8A0C55675F}"/>
              </a:ext>
            </a:extLst>
          </p:cNvPr>
          <p:cNvSpPr>
            <a:spLocks noGrp="1"/>
          </p:cNvSpPr>
          <p:nvPr/>
        </p:nvSpPr>
        <p:spPr>
          <a:xfrm>
            <a:off x="8045220" y="1102500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0" name="Rounded Rectangle">
            <a:extLst>
              <a:ext uri="{FF2B5EF4-FFF2-40B4-BE49-F238E27FC236}">
                <a16:creationId xmlns:a16="http://schemas.microsoft.com/office/drawing/2014/main" id="{3C294C79-42A0-4EA9-B334-C501C93D56B8}"/>
              </a:ext>
            </a:extLst>
          </p:cNvPr>
          <p:cNvSpPr>
            <a:spLocks noGrp="1"/>
          </p:cNvSpPr>
          <p:nvPr/>
        </p:nvSpPr>
        <p:spPr>
          <a:xfrm>
            <a:off x="7224333" y="9856029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1" name="Line">
            <a:extLst>
              <a:ext uri="{FF2B5EF4-FFF2-40B4-BE49-F238E27FC236}">
                <a16:creationId xmlns:a16="http://schemas.microsoft.com/office/drawing/2014/main" id="{F7FEC21D-A8CF-4435-961B-AADCE821344F}"/>
              </a:ext>
            </a:extLst>
          </p:cNvPr>
          <p:cNvSpPr>
            <a:spLocks noGrp="1"/>
          </p:cNvSpPr>
          <p:nvPr/>
        </p:nvSpPr>
        <p:spPr>
          <a:xfrm>
            <a:off x="14736318" y="11025008"/>
            <a:ext cx="160246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3" name="Neural Network">
            <a:extLst>
              <a:ext uri="{FF2B5EF4-FFF2-40B4-BE49-F238E27FC236}">
                <a16:creationId xmlns:a16="http://schemas.microsoft.com/office/drawing/2014/main" id="{391E2088-F8BF-4C1F-A9BF-0A62C743868C}"/>
              </a:ext>
            </a:extLst>
          </p:cNvPr>
          <p:cNvSpPr>
            <a:spLocks noGrp="1"/>
          </p:cNvSpPr>
          <p:nvPr/>
        </p:nvSpPr>
        <p:spPr>
          <a:xfrm>
            <a:off x="10107233" y="7593407"/>
            <a:ext cx="4169534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134" name="Rounded Rectangle">
            <a:extLst>
              <a:ext uri="{FF2B5EF4-FFF2-40B4-BE49-F238E27FC236}">
                <a16:creationId xmlns:a16="http://schemas.microsoft.com/office/drawing/2014/main" id="{A880BF0E-1CB4-455C-B5D0-66EA97E84520}"/>
              </a:ext>
            </a:extLst>
          </p:cNvPr>
          <p:cNvSpPr>
            <a:spLocks noGrp="1"/>
          </p:cNvSpPr>
          <p:nvPr/>
        </p:nvSpPr>
        <p:spPr>
          <a:xfrm>
            <a:off x="16734830" y="7078023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5" name="Line">
            <a:extLst>
              <a:ext uri="{FF2B5EF4-FFF2-40B4-BE49-F238E27FC236}">
                <a16:creationId xmlns:a16="http://schemas.microsoft.com/office/drawing/2014/main" id="{689D0503-B5E9-4C35-BA7A-4BC0EBD3E904}"/>
              </a:ext>
            </a:extLst>
          </p:cNvPr>
          <p:cNvSpPr>
            <a:spLocks noGrp="1"/>
          </p:cNvSpPr>
          <p:nvPr/>
        </p:nvSpPr>
        <p:spPr>
          <a:xfrm>
            <a:off x="8045220" y="8247002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6" name="Rounded Rectangle">
            <a:extLst>
              <a:ext uri="{FF2B5EF4-FFF2-40B4-BE49-F238E27FC236}">
                <a16:creationId xmlns:a16="http://schemas.microsoft.com/office/drawing/2014/main" id="{3FF81674-9FC3-4C93-8C79-002C6A719C4A}"/>
              </a:ext>
            </a:extLst>
          </p:cNvPr>
          <p:cNvSpPr>
            <a:spLocks noGrp="1"/>
          </p:cNvSpPr>
          <p:nvPr/>
        </p:nvSpPr>
        <p:spPr>
          <a:xfrm>
            <a:off x="7224333" y="7078023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7" name="Line">
            <a:extLst>
              <a:ext uri="{FF2B5EF4-FFF2-40B4-BE49-F238E27FC236}">
                <a16:creationId xmlns:a16="http://schemas.microsoft.com/office/drawing/2014/main" id="{48E8CA01-274E-44A7-9ACD-1202D98540CA}"/>
              </a:ext>
            </a:extLst>
          </p:cNvPr>
          <p:cNvSpPr>
            <a:spLocks noGrp="1"/>
          </p:cNvSpPr>
          <p:nvPr/>
        </p:nvSpPr>
        <p:spPr>
          <a:xfrm>
            <a:off x="14736318" y="8247003"/>
            <a:ext cx="160246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9" name="Neural Network">
            <a:extLst>
              <a:ext uri="{FF2B5EF4-FFF2-40B4-BE49-F238E27FC236}">
                <a16:creationId xmlns:a16="http://schemas.microsoft.com/office/drawing/2014/main" id="{20061EA4-C458-4101-9718-58550AA16007}"/>
              </a:ext>
            </a:extLst>
          </p:cNvPr>
          <p:cNvSpPr>
            <a:spLocks noGrp="1"/>
          </p:cNvSpPr>
          <p:nvPr/>
        </p:nvSpPr>
        <p:spPr>
          <a:xfrm>
            <a:off x="10107233" y="2037398"/>
            <a:ext cx="4169534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140" name="Rounded Rectangle">
            <a:extLst>
              <a:ext uri="{FF2B5EF4-FFF2-40B4-BE49-F238E27FC236}">
                <a16:creationId xmlns:a16="http://schemas.microsoft.com/office/drawing/2014/main" id="{52472379-D19B-4EB4-8815-9A8D425AC2CA}"/>
              </a:ext>
            </a:extLst>
          </p:cNvPr>
          <p:cNvSpPr>
            <a:spLocks noGrp="1"/>
          </p:cNvSpPr>
          <p:nvPr/>
        </p:nvSpPr>
        <p:spPr>
          <a:xfrm>
            <a:off x="16734830" y="1522014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1" name="Line">
            <a:extLst>
              <a:ext uri="{FF2B5EF4-FFF2-40B4-BE49-F238E27FC236}">
                <a16:creationId xmlns:a16="http://schemas.microsoft.com/office/drawing/2014/main" id="{23C55203-B18B-492A-B4CC-94B0B478BE2F}"/>
              </a:ext>
            </a:extLst>
          </p:cNvPr>
          <p:cNvSpPr>
            <a:spLocks noGrp="1"/>
          </p:cNvSpPr>
          <p:nvPr/>
        </p:nvSpPr>
        <p:spPr>
          <a:xfrm>
            <a:off x="8045220" y="2690992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2" name="Rounded Rectangle">
            <a:extLst>
              <a:ext uri="{FF2B5EF4-FFF2-40B4-BE49-F238E27FC236}">
                <a16:creationId xmlns:a16="http://schemas.microsoft.com/office/drawing/2014/main" id="{877F56CE-446C-4EBA-AD8D-8E0E8533454A}"/>
              </a:ext>
            </a:extLst>
          </p:cNvPr>
          <p:cNvSpPr>
            <a:spLocks noGrp="1"/>
          </p:cNvSpPr>
          <p:nvPr/>
        </p:nvSpPr>
        <p:spPr>
          <a:xfrm>
            <a:off x="7224333" y="1522014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3" name="Line">
            <a:extLst>
              <a:ext uri="{FF2B5EF4-FFF2-40B4-BE49-F238E27FC236}">
                <a16:creationId xmlns:a16="http://schemas.microsoft.com/office/drawing/2014/main" id="{8E809759-5DE2-4F08-ACC3-3CCAC91D8253}"/>
              </a:ext>
            </a:extLst>
          </p:cNvPr>
          <p:cNvSpPr>
            <a:spLocks noGrp="1"/>
          </p:cNvSpPr>
          <p:nvPr/>
        </p:nvSpPr>
        <p:spPr>
          <a:xfrm>
            <a:off x="14736318" y="2690993"/>
            <a:ext cx="160246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6" name="input sequence">
            <a:extLst>
              <a:ext uri="{FF2B5EF4-FFF2-40B4-BE49-F238E27FC236}">
                <a16:creationId xmlns:a16="http://schemas.microsoft.com/office/drawing/2014/main" id="{D7F44E4C-D35E-4B31-A150-A24AE6700A4F}"/>
              </a:ext>
            </a:extLst>
          </p:cNvPr>
          <p:cNvSpPr>
            <a:spLocks noGrp="1"/>
          </p:cNvSpPr>
          <p:nvPr/>
        </p:nvSpPr>
        <p:spPr>
          <a:xfrm>
            <a:off x="686910" y="6426199"/>
            <a:ext cx="5553302" cy="1625600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 algn="r">
              <a:buNone/>
              <a:defRPr sz="5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sequência de entrada</a:t>
            </a:r>
          </a:p>
        </p:txBody>
      </p:sp>
      <p:sp>
        <p:nvSpPr>
          <p:cNvPr id="2147" name="Line">
            <a:extLst>
              <a:ext uri="{FF2B5EF4-FFF2-40B4-BE49-F238E27FC236}">
                <a16:creationId xmlns:a16="http://schemas.microsoft.com/office/drawing/2014/main" id="{06F8796F-66F9-416F-A59B-E43522D6288B}"/>
              </a:ext>
            </a:extLst>
          </p:cNvPr>
          <p:cNvSpPr>
            <a:spLocks noGrp="1"/>
          </p:cNvSpPr>
          <p:nvPr/>
        </p:nvSpPr>
        <p:spPr>
          <a:xfrm flipH="1">
            <a:off x="6502399" y="2678438"/>
            <a:ext cx="2" cy="835912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8" name="Line">
            <a:extLst>
              <a:ext uri="{FF2B5EF4-FFF2-40B4-BE49-F238E27FC236}">
                <a16:creationId xmlns:a16="http://schemas.microsoft.com/office/drawing/2014/main" id="{9D1AFD69-A6F9-48E6-8D07-2EFA115194AB}"/>
              </a:ext>
            </a:extLst>
          </p:cNvPr>
          <p:cNvSpPr>
            <a:spLocks noGrp="1"/>
          </p:cNvSpPr>
          <p:nvPr/>
        </p:nvSpPr>
        <p:spPr>
          <a:xfrm>
            <a:off x="6506806" y="2690992"/>
            <a:ext cx="712697" cy="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9" name="Line">
            <a:extLst>
              <a:ext uri="{FF2B5EF4-FFF2-40B4-BE49-F238E27FC236}">
                <a16:creationId xmlns:a16="http://schemas.microsoft.com/office/drawing/2014/main" id="{E6C829F6-EA8E-4B3B-9D3B-E73EFA0DA688}"/>
              </a:ext>
            </a:extLst>
          </p:cNvPr>
          <p:cNvSpPr>
            <a:spLocks noGrp="1"/>
          </p:cNvSpPr>
          <p:nvPr/>
        </p:nvSpPr>
        <p:spPr>
          <a:xfrm>
            <a:off x="6506806" y="5468997"/>
            <a:ext cx="712697" cy="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0" name="Line">
            <a:extLst>
              <a:ext uri="{FF2B5EF4-FFF2-40B4-BE49-F238E27FC236}">
                <a16:creationId xmlns:a16="http://schemas.microsoft.com/office/drawing/2014/main" id="{2C38129C-9BC4-433C-B54A-61C3939550B4}"/>
              </a:ext>
            </a:extLst>
          </p:cNvPr>
          <p:cNvSpPr>
            <a:spLocks noGrp="1"/>
          </p:cNvSpPr>
          <p:nvPr/>
        </p:nvSpPr>
        <p:spPr>
          <a:xfrm>
            <a:off x="6506806" y="8247002"/>
            <a:ext cx="712697" cy="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1" name="Line">
            <a:extLst>
              <a:ext uri="{FF2B5EF4-FFF2-40B4-BE49-F238E27FC236}">
                <a16:creationId xmlns:a16="http://schemas.microsoft.com/office/drawing/2014/main" id="{C5A78EB9-5D5B-484D-9E8A-BACA7587DE13}"/>
              </a:ext>
            </a:extLst>
          </p:cNvPr>
          <p:cNvSpPr>
            <a:spLocks noGrp="1"/>
          </p:cNvSpPr>
          <p:nvPr/>
        </p:nvSpPr>
        <p:spPr>
          <a:xfrm>
            <a:off x="6506806" y="11025006"/>
            <a:ext cx="712697" cy="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3304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Line">
            <a:extLst>
              <a:ext uri="{FF2B5EF4-FFF2-40B4-BE49-F238E27FC236}">
                <a16:creationId xmlns:a16="http://schemas.microsoft.com/office/drawing/2014/main" id="{D5714A0C-A5D0-474A-825B-777A8FB1A854}"/>
              </a:ext>
            </a:extLst>
          </p:cNvPr>
          <p:cNvSpPr>
            <a:spLocks noGrp="1"/>
          </p:cNvSpPr>
          <p:nvPr/>
        </p:nvSpPr>
        <p:spPr>
          <a:xfrm flipV="1">
            <a:off x="7436749" y="7975884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55" name="input…">
            <a:extLst>
              <a:ext uri="{FF2B5EF4-FFF2-40B4-BE49-F238E27FC236}">
                <a16:creationId xmlns:a16="http://schemas.microsoft.com/office/drawing/2014/main" id="{2016824A-8DC1-4993-83E8-E486DBC3744A}"/>
              </a:ext>
            </a:extLst>
          </p:cNvPr>
          <p:cNvSpPr>
            <a:spLocks noGrp="1"/>
          </p:cNvSpPr>
          <p:nvPr/>
        </p:nvSpPr>
        <p:spPr>
          <a:xfrm>
            <a:off x="6387956" y="9509593"/>
            <a:ext cx="2097590" cy="718145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entrada</a:t>
            </a:r>
          </a:p>
        </p:txBody>
      </p:sp>
      <p:sp>
        <p:nvSpPr>
          <p:cNvPr id="2157" name="Line">
            <a:extLst>
              <a:ext uri="{FF2B5EF4-FFF2-40B4-BE49-F238E27FC236}">
                <a16:creationId xmlns:a16="http://schemas.microsoft.com/office/drawing/2014/main" id="{062D76A6-3E58-4A06-B9CC-335EAA12211F}"/>
              </a:ext>
            </a:extLst>
          </p:cNvPr>
          <p:cNvSpPr>
            <a:spLocks noGrp="1"/>
          </p:cNvSpPr>
          <p:nvPr/>
        </p:nvSpPr>
        <p:spPr>
          <a:xfrm flipV="1">
            <a:off x="16947247" y="7975884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58" name="encoded…">
            <a:extLst>
              <a:ext uri="{FF2B5EF4-FFF2-40B4-BE49-F238E27FC236}">
                <a16:creationId xmlns:a16="http://schemas.microsoft.com/office/drawing/2014/main" id="{CF1FB0FB-FE30-467D-9206-0F7A6C84E7A9}"/>
              </a:ext>
            </a:extLst>
          </p:cNvPr>
          <p:cNvSpPr>
            <a:spLocks noGrp="1"/>
          </p:cNvSpPr>
          <p:nvPr/>
        </p:nvSpPr>
        <p:spPr>
          <a:xfrm>
            <a:off x="14848439" y="9208266"/>
            <a:ext cx="4197621" cy="1320801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representação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codificada </a:t>
            </a:r>
          </a:p>
        </p:txBody>
      </p:sp>
      <p:sp>
        <p:nvSpPr>
          <p:cNvPr id="2160" name="Neural Network">
            <a:extLst>
              <a:ext uri="{FF2B5EF4-FFF2-40B4-BE49-F238E27FC236}">
                <a16:creationId xmlns:a16="http://schemas.microsoft.com/office/drawing/2014/main" id="{2F8C92DC-7FC0-4F59-96FF-4C2C736B50F0}"/>
              </a:ext>
            </a:extLst>
          </p:cNvPr>
          <p:cNvSpPr>
            <a:spLocks noGrp="1"/>
          </p:cNvSpPr>
          <p:nvPr/>
        </p:nvSpPr>
        <p:spPr>
          <a:xfrm>
            <a:off x="10107233" y="6204405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161" name="Rounded Rectangle">
            <a:extLst>
              <a:ext uri="{FF2B5EF4-FFF2-40B4-BE49-F238E27FC236}">
                <a16:creationId xmlns:a16="http://schemas.microsoft.com/office/drawing/2014/main" id="{BFE48A07-03DD-435C-B02B-91F2C9E42FB6}"/>
              </a:ext>
            </a:extLst>
          </p:cNvPr>
          <p:cNvSpPr>
            <a:spLocks noGrp="1"/>
          </p:cNvSpPr>
          <p:nvPr/>
        </p:nvSpPr>
        <p:spPr>
          <a:xfrm>
            <a:off x="16734829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2" name="Line">
            <a:extLst>
              <a:ext uri="{FF2B5EF4-FFF2-40B4-BE49-F238E27FC236}">
                <a16:creationId xmlns:a16="http://schemas.microsoft.com/office/drawing/2014/main" id="{2FBD594A-4443-413F-B5D2-6F2A96B93950}"/>
              </a:ext>
            </a:extLst>
          </p:cNvPr>
          <p:cNvSpPr>
            <a:spLocks noGrp="1"/>
          </p:cNvSpPr>
          <p:nvPr/>
        </p:nvSpPr>
        <p:spPr>
          <a:xfrm>
            <a:off x="8045221" y="6858000"/>
            <a:ext cx="160246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63" name="Rounded Rectangle">
            <a:extLst>
              <a:ext uri="{FF2B5EF4-FFF2-40B4-BE49-F238E27FC236}">
                <a16:creationId xmlns:a16="http://schemas.microsoft.com/office/drawing/2014/main" id="{5C7FD9F4-17B6-4FE2-A584-4E1DF110BA20}"/>
              </a:ext>
            </a:extLst>
          </p:cNvPr>
          <p:cNvSpPr>
            <a:spLocks noGrp="1"/>
          </p:cNvSpPr>
          <p:nvPr/>
        </p:nvSpPr>
        <p:spPr>
          <a:xfrm>
            <a:off x="7224333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4" name="Line">
            <a:extLst>
              <a:ext uri="{FF2B5EF4-FFF2-40B4-BE49-F238E27FC236}">
                <a16:creationId xmlns:a16="http://schemas.microsoft.com/office/drawing/2014/main" id="{5CC14851-9A18-4A14-B1B3-2E3F467314D0}"/>
              </a:ext>
            </a:extLst>
          </p:cNvPr>
          <p:cNvSpPr>
            <a:spLocks noGrp="1"/>
          </p:cNvSpPr>
          <p:nvPr/>
        </p:nvSpPr>
        <p:spPr>
          <a:xfrm>
            <a:off x="14736317" y="6858000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77065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Line">
            <a:extLst>
              <a:ext uri="{FF2B5EF4-FFF2-40B4-BE49-F238E27FC236}">
                <a16:creationId xmlns:a16="http://schemas.microsoft.com/office/drawing/2014/main" id="{7085D48D-1187-49EE-88E1-AD7C9C4774A2}"/>
              </a:ext>
            </a:extLst>
          </p:cNvPr>
          <p:cNvSpPr>
            <a:spLocks noGrp="1"/>
          </p:cNvSpPr>
          <p:nvPr/>
        </p:nvSpPr>
        <p:spPr>
          <a:xfrm flipV="1">
            <a:off x="4296896" y="7975884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67" name="input…">
            <a:extLst>
              <a:ext uri="{FF2B5EF4-FFF2-40B4-BE49-F238E27FC236}">
                <a16:creationId xmlns:a16="http://schemas.microsoft.com/office/drawing/2014/main" id="{F725B47E-F7CC-470D-A6FA-368F46683884}"/>
              </a:ext>
            </a:extLst>
          </p:cNvPr>
          <p:cNvSpPr>
            <a:spLocks noGrp="1"/>
          </p:cNvSpPr>
          <p:nvPr/>
        </p:nvSpPr>
        <p:spPr>
          <a:xfrm>
            <a:off x="3248103" y="10169993"/>
            <a:ext cx="2097590" cy="718145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entrada</a:t>
            </a:r>
          </a:p>
        </p:txBody>
      </p:sp>
      <p:sp>
        <p:nvSpPr>
          <p:cNvPr id="2169" name="Line">
            <a:extLst>
              <a:ext uri="{FF2B5EF4-FFF2-40B4-BE49-F238E27FC236}">
                <a16:creationId xmlns:a16="http://schemas.microsoft.com/office/drawing/2014/main" id="{E93F9892-0B3E-409A-B1B6-EBCC91D065E8}"/>
              </a:ext>
            </a:extLst>
          </p:cNvPr>
          <p:cNvSpPr>
            <a:spLocks noGrp="1"/>
          </p:cNvSpPr>
          <p:nvPr/>
        </p:nvSpPr>
        <p:spPr>
          <a:xfrm flipV="1">
            <a:off x="16947247" y="7975884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70" name="encoded…">
            <a:extLst>
              <a:ext uri="{FF2B5EF4-FFF2-40B4-BE49-F238E27FC236}">
                <a16:creationId xmlns:a16="http://schemas.microsoft.com/office/drawing/2014/main" id="{C185B4E6-1FEB-421D-B24B-4BB19FCED004}"/>
              </a:ext>
            </a:extLst>
          </p:cNvPr>
          <p:cNvSpPr>
            <a:spLocks noGrp="1"/>
          </p:cNvSpPr>
          <p:nvPr/>
        </p:nvSpPr>
        <p:spPr>
          <a:xfrm>
            <a:off x="14848439" y="9208266"/>
            <a:ext cx="4197621" cy="1320801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representação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codificada </a:t>
            </a:r>
          </a:p>
        </p:txBody>
      </p:sp>
      <p:sp>
        <p:nvSpPr>
          <p:cNvPr id="2172" name="Neural Network">
            <a:extLst>
              <a:ext uri="{FF2B5EF4-FFF2-40B4-BE49-F238E27FC236}">
                <a16:creationId xmlns:a16="http://schemas.microsoft.com/office/drawing/2014/main" id="{0C1EA4E8-DF56-4923-91A3-303CA0973EA3}"/>
              </a:ext>
            </a:extLst>
          </p:cNvPr>
          <p:cNvSpPr>
            <a:spLocks noGrp="1"/>
          </p:cNvSpPr>
          <p:nvPr/>
        </p:nvSpPr>
        <p:spPr>
          <a:xfrm>
            <a:off x="10107233" y="6204405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173" name="Rounded Rectangle">
            <a:extLst>
              <a:ext uri="{FF2B5EF4-FFF2-40B4-BE49-F238E27FC236}">
                <a16:creationId xmlns:a16="http://schemas.microsoft.com/office/drawing/2014/main" id="{EA01529A-F324-4358-8097-16056D09BE31}"/>
              </a:ext>
            </a:extLst>
          </p:cNvPr>
          <p:cNvSpPr>
            <a:spLocks noGrp="1"/>
          </p:cNvSpPr>
          <p:nvPr/>
        </p:nvSpPr>
        <p:spPr>
          <a:xfrm>
            <a:off x="16734829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4" name="Line">
            <a:extLst>
              <a:ext uri="{FF2B5EF4-FFF2-40B4-BE49-F238E27FC236}">
                <a16:creationId xmlns:a16="http://schemas.microsoft.com/office/drawing/2014/main" id="{F4A115ED-1C23-4082-ADC4-5D0DE77D9F6B}"/>
              </a:ext>
            </a:extLst>
          </p:cNvPr>
          <p:cNvSpPr>
            <a:spLocks noGrp="1"/>
          </p:cNvSpPr>
          <p:nvPr/>
        </p:nvSpPr>
        <p:spPr>
          <a:xfrm>
            <a:off x="8045221" y="6858000"/>
            <a:ext cx="1602463" cy="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75" name="Rounded Rectangle">
            <a:extLst>
              <a:ext uri="{FF2B5EF4-FFF2-40B4-BE49-F238E27FC236}">
                <a16:creationId xmlns:a16="http://schemas.microsoft.com/office/drawing/2014/main" id="{534D42FE-6876-49E6-A71C-7512ADE73AB7}"/>
              </a:ext>
            </a:extLst>
          </p:cNvPr>
          <p:cNvSpPr>
            <a:spLocks noGrp="1"/>
          </p:cNvSpPr>
          <p:nvPr/>
        </p:nvSpPr>
        <p:spPr>
          <a:xfrm>
            <a:off x="4084479" y="5689021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6" name="Line">
            <a:extLst>
              <a:ext uri="{FF2B5EF4-FFF2-40B4-BE49-F238E27FC236}">
                <a16:creationId xmlns:a16="http://schemas.microsoft.com/office/drawing/2014/main" id="{A0C606D4-9A57-41BF-B37C-9AD35DF71C85}"/>
              </a:ext>
            </a:extLst>
          </p:cNvPr>
          <p:cNvSpPr>
            <a:spLocks noGrp="1"/>
          </p:cNvSpPr>
          <p:nvPr/>
        </p:nvSpPr>
        <p:spPr>
          <a:xfrm>
            <a:off x="14736317" y="6858000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77" name="Line">
            <a:extLst>
              <a:ext uri="{FF2B5EF4-FFF2-40B4-BE49-F238E27FC236}">
                <a16:creationId xmlns:a16="http://schemas.microsoft.com/office/drawing/2014/main" id="{58DB24C1-6906-4980-AC31-506EDE088EBE}"/>
              </a:ext>
            </a:extLst>
          </p:cNvPr>
          <p:cNvSpPr>
            <a:spLocks noGrp="1"/>
          </p:cNvSpPr>
          <p:nvPr/>
        </p:nvSpPr>
        <p:spPr>
          <a:xfrm flipV="1">
            <a:off x="7296568" y="7975884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78" name="positional…">
            <a:extLst>
              <a:ext uri="{FF2B5EF4-FFF2-40B4-BE49-F238E27FC236}">
                <a16:creationId xmlns:a16="http://schemas.microsoft.com/office/drawing/2014/main" id="{1891EB96-83B1-4BDB-A66F-388F8E2524C5}"/>
              </a:ext>
            </a:extLst>
          </p:cNvPr>
          <p:cNvSpPr>
            <a:spLocks noGrp="1"/>
          </p:cNvSpPr>
          <p:nvPr/>
        </p:nvSpPr>
        <p:spPr>
          <a:xfrm>
            <a:off x="5883412" y="9868666"/>
            <a:ext cx="2826316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</a:p>
        </p:txBody>
      </p:sp>
      <p:sp>
        <p:nvSpPr>
          <p:cNvPr id="2180" name="Rounded Rectangle">
            <a:extLst>
              <a:ext uri="{FF2B5EF4-FFF2-40B4-BE49-F238E27FC236}">
                <a16:creationId xmlns:a16="http://schemas.microsoft.com/office/drawing/2014/main" id="{BFB0C57D-1169-48CD-95D9-A2FB1E56F401}"/>
              </a:ext>
            </a:extLst>
          </p:cNvPr>
          <p:cNvSpPr>
            <a:spLocks noGrp="1"/>
          </p:cNvSpPr>
          <p:nvPr/>
        </p:nvSpPr>
        <p:spPr>
          <a:xfrm>
            <a:off x="7084152" y="5689021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1" name="+">
            <a:extLst>
              <a:ext uri="{FF2B5EF4-FFF2-40B4-BE49-F238E27FC236}">
                <a16:creationId xmlns:a16="http://schemas.microsoft.com/office/drawing/2014/main" id="{C2D98B61-58F4-4D76-9053-2A612B76E53E}"/>
              </a:ext>
            </a:extLst>
          </p:cNvPr>
          <p:cNvSpPr>
            <a:spLocks noGrp="1"/>
          </p:cNvSpPr>
          <p:nvPr/>
        </p:nvSpPr>
        <p:spPr>
          <a:xfrm>
            <a:off x="5468878" y="6248400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61810462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Line">
            <a:extLst>
              <a:ext uri="{FF2B5EF4-FFF2-40B4-BE49-F238E27FC236}">
                <a16:creationId xmlns:a16="http://schemas.microsoft.com/office/drawing/2014/main" id="{ECF6E1B8-6024-45EA-88C7-5F224D1343D1}"/>
              </a:ext>
            </a:extLst>
          </p:cNvPr>
          <p:cNvSpPr>
            <a:spLocks noGrp="1"/>
          </p:cNvSpPr>
          <p:nvPr/>
        </p:nvSpPr>
        <p:spPr>
          <a:xfrm flipV="1">
            <a:off x="1748307" y="7957367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84" name="input…">
            <a:extLst>
              <a:ext uri="{FF2B5EF4-FFF2-40B4-BE49-F238E27FC236}">
                <a16:creationId xmlns:a16="http://schemas.microsoft.com/office/drawing/2014/main" id="{708BB905-38A8-4705-A2B4-4517CCB54E2D}"/>
              </a:ext>
            </a:extLst>
          </p:cNvPr>
          <p:cNvSpPr>
            <a:spLocks noGrp="1"/>
          </p:cNvSpPr>
          <p:nvPr/>
        </p:nvSpPr>
        <p:spPr>
          <a:xfrm>
            <a:off x="699514" y="10151478"/>
            <a:ext cx="2097590" cy="718145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entrada</a:t>
            </a:r>
          </a:p>
        </p:txBody>
      </p:sp>
      <p:sp>
        <p:nvSpPr>
          <p:cNvPr id="2186" name="Line">
            <a:extLst>
              <a:ext uri="{FF2B5EF4-FFF2-40B4-BE49-F238E27FC236}">
                <a16:creationId xmlns:a16="http://schemas.microsoft.com/office/drawing/2014/main" id="{9E6C28DC-2CFC-4ECA-86AA-418AB0B97CE3}"/>
              </a:ext>
            </a:extLst>
          </p:cNvPr>
          <p:cNvSpPr>
            <a:spLocks noGrp="1"/>
          </p:cNvSpPr>
          <p:nvPr/>
        </p:nvSpPr>
        <p:spPr>
          <a:xfrm flipV="1">
            <a:off x="21585674" y="7957367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87" name="encoded…">
            <a:extLst>
              <a:ext uri="{FF2B5EF4-FFF2-40B4-BE49-F238E27FC236}">
                <a16:creationId xmlns:a16="http://schemas.microsoft.com/office/drawing/2014/main" id="{FAA6B19F-6284-4EE5-8529-80DA84CFA61E}"/>
              </a:ext>
            </a:extLst>
          </p:cNvPr>
          <p:cNvSpPr>
            <a:spLocks noGrp="1"/>
          </p:cNvSpPr>
          <p:nvPr/>
        </p:nvSpPr>
        <p:spPr>
          <a:xfrm>
            <a:off x="19486866" y="9189749"/>
            <a:ext cx="4197621" cy="13208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representação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codificada </a:t>
            </a:r>
          </a:p>
        </p:txBody>
      </p:sp>
      <p:sp>
        <p:nvSpPr>
          <p:cNvPr id="2189" name="Neural Network">
            <a:extLst>
              <a:ext uri="{FF2B5EF4-FFF2-40B4-BE49-F238E27FC236}">
                <a16:creationId xmlns:a16="http://schemas.microsoft.com/office/drawing/2014/main" id="{37E438B4-4E34-43BC-BCD3-96EECBAE7E83}"/>
              </a:ext>
            </a:extLst>
          </p:cNvPr>
          <p:cNvSpPr>
            <a:spLocks noGrp="1"/>
          </p:cNvSpPr>
          <p:nvPr/>
        </p:nvSpPr>
        <p:spPr>
          <a:xfrm>
            <a:off x="14745659" y="6185889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190" name="Rounded Rectangle">
            <a:extLst>
              <a:ext uri="{FF2B5EF4-FFF2-40B4-BE49-F238E27FC236}">
                <a16:creationId xmlns:a16="http://schemas.microsoft.com/office/drawing/2014/main" id="{F7ABA950-EECA-4894-A3F4-C61FABECB38B}"/>
              </a:ext>
            </a:extLst>
          </p:cNvPr>
          <p:cNvSpPr>
            <a:spLocks noGrp="1"/>
          </p:cNvSpPr>
          <p:nvPr/>
        </p:nvSpPr>
        <p:spPr>
          <a:xfrm>
            <a:off x="21373256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91" name="Line">
            <a:extLst>
              <a:ext uri="{FF2B5EF4-FFF2-40B4-BE49-F238E27FC236}">
                <a16:creationId xmlns:a16="http://schemas.microsoft.com/office/drawing/2014/main" id="{D0F7E11A-7EA5-4F19-90E0-F3C2B2A50C50}"/>
              </a:ext>
            </a:extLst>
          </p:cNvPr>
          <p:cNvSpPr>
            <a:spLocks noGrp="1"/>
          </p:cNvSpPr>
          <p:nvPr/>
        </p:nvSpPr>
        <p:spPr>
          <a:xfrm>
            <a:off x="5496632" y="6839483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92" name="Rounded Rectangle">
            <a:extLst>
              <a:ext uri="{FF2B5EF4-FFF2-40B4-BE49-F238E27FC236}">
                <a16:creationId xmlns:a16="http://schemas.microsoft.com/office/drawing/2014/main" id="{5415E870-8332-4AF7-BB50-E143408F0F3A}"/>
              </a:ext>
            </a:extLst>
          </p:cNvPr>
          <p:cNvSpPr>
            <a:spLocks noGrp="1"/>
          </p:cNvSpPr>
          <p:nvPr/>
        </p:nvSpPr>
        <p:spPr>
          <a:xfrm>
            <a:off x="1535891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93" name="Line">
            <a:extLst>
              <a:ext uri="{FF2B5EF4-FFF2-40B4-BE49-F238E27FC236}">
                <a16:creationId xmlns:a16="http://schemas.microsoft.com/office/drawing/2014/main" id="{4ECCAF8E-77E1-4445-913D-91620A07B3BD}"/>
              </a:ext>
            </a:extLst>
          </p:cNvPr>
          <p:cNvSpPr>
            <a:spLocks noGrp="1"/>
          </p:cNvSpPr>
          <p:nvPr/>
        </p:nvSpPr>
        <p:spPr>
          <a:xfrm>
            <a:off x="19374744" y="6839484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94" name="Line">
            <a:extLst>
              <a:ext uri="{FF2B5EF4-FFF2-40B4-BE49-F238E27FC236}">
                <a16:creationId xmlns:a16="http://schemas.microsoft.com/office/drawing/2014/main" id="{12661D4D-FE7D-4335-A62E-9780162D9825}"/>
              </a:ext>
            </a:extLst>
          </p:cNvPr>
          <p:cNvSpPr>
            <a:spLocks noGrp="1"/>
          </p:cNvSpPr>
          <p:nvPr/>
        </p:nvSpPr>
        <p:spPr>
          <a:xfrm flipV="1">
            <a:off x="4747980" y="7957367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195" name="positional…">
            <a:extLst>
              <a:ext uri="{FF2B5EF4-FFF2-40B4-BE49-F238E27FC236}">
                <a16:creationId xmlns:a16="http://schemas.microsoft.com/office/drawing/2014/main" id="{EA207DE2-C518-4E83-9D53-1AD3E2C955CB}"/>
              </a:ext>
            </a:extLst>
          </p:cNvPr>
          <p:cNvSpPr>
            <a:spLocks noGrp="1"/>
          </p:cNvSpPr>
          <p:nvPr/>
        </p:nvSpPr>
        <p:spPr>
          <a:xfrm>
            <a:off x="3334824" y="9850151"/>
            <a:ext cx="2826315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</a:p>
        </p:txBody>
      </p:sp>
      <p:sp>
        <p:nvSpPr>
          <p:cNvPr id="2197" name="Rounded Rectangle">
            <a:extLst>
              <a:ext uri="{FF2B5EF4-FFF2-40B4-BE49-F238E27FC236}">
                <a16:creationId xmlns:a16="http://schemas.microsoft.com/office/drawing/2014/main" id="{DE9E8239-92C7-4385-B276-7EE02B9E1B03}"/>
              </a:ext>
            </a:extLst>
          </p:cNvPr>
          <p:cNvSpPr>
            <a:spLocks noGrp="1"/>
          </p:cNvSpPr>
          <p:nvPr/>
        </p:nvSpPr>
        <p:spPr>
          <a:xfrm>
            <a:off x="4535563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98" name="+">
            <a:extLst>
              <a:ext uri="{FF2B5EF4-FFF2-40B4-BE49-F238E27FC236}">
                <a16:creationId xmlns:a16="http://schemas.microsoft.com/office/drawing/2014/main" id="{954D1723-4F80-4523-8963-61602B13A9F4}"/>
              </a:ext>
            </a:extLst>
          </p:cNvPr>
          <p:cNvSpPr>
            <a:spLocks noGrp="1"/>
          </p:cNvSpPr>
          <p:nvPr/>
        </p:nvSpPr>
        <p:spPr>
          <a:xfrm>
            <a:off x="2920289" y="6229883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199" name="Self-Attention">
            <a:extLst>
              <a:ext uri="{FF2B5EF4-FFF2-40B4-BE49-F238E27FC236}">
                <a16:creationId xmlns:a16="http://schemas.microsoft.com/office/drawing/2014/main" id="{3033333D-E876-4E0C-9FA0-8BF7B59669D7}"/>
              </a:ext>
            </a:extLst>
          </p:cNvPr>
          <p:cNvSpPr>
            <a:spLocks noGrp="1"/>
          </p:cNvSpPr>
          <p:nvPr/>
        </p:nvSpPr>
        <p:spPr>
          <a:xfrm>
            <a:off x="8145838" y="6185889"/>
            <a:ext cx="4169534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00" name="Line">
            <a:extLst>
              <a:ext uri="{FF2B5EF4-FFF2-40B4-BE49-F238E27FC236}">
                <a16:creationId xmlns:a16="http://schemas.microsoft.com/office/drawing/2014/main" id="{AF0F4478-DE1B-4DF2-B06E-8F4888FA0C7B}"/>
              </a:ext>
            </a:extLst>
          </p:cNvPr>
          <p:cNvSpPr>
            <a:spLocks noGrp="1"/>
          </p:cNvSpPr>
          <p:nvPr/>
        </p:nvSpPr>
        <p:spPr>
          <a:xfrm>
            <a:off x="12774921" y="6839483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691416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Line">
            <a:extLst>
              <a:ext uri="{FF2B5EF4-FFF2-40B4-BE49-F238E27FC236}">
                <a16:creationId xmlns:a16="http://schemas.microsoft.com/office/drawing/2014/main" id="{9E80400D-38AE-470D-AFAE-2112DBAD3DE6}"/>
              </a:ext>
            </a:extLst>
          </p:cNvPr>
          <p:cNvSpPr>
            <a:spLocks noGrp="1"/>
          </p:cNvSpPr>
          <p:nvPr/>
        </p:nvSpPr>
        <p:spPr>
          <a:xfrm flipV="1">
            <a:off x="1748307" y="7957367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04" name="input…">
            <a:extLst>
              <a:ext uri="{FF2B5EF4-FFF2-40B4-BE49-F238E27FC236}">
                <a16:creationId xmlns:a16="http://schemas.microsoft.com/office/drawing/2014/main" id="{0590EAF1-D462-44F8-8DEC-8C6A5A88791B}"/>
              </a:ext>
            </a:extLst>
          </p:cNvPr>
          <p:cNvSpPr>
            <a:spLocks noGrp="1"/>
          </p:cNvSpPr>
          <p:nvPr/>
        </p:nvSpPr>
        <p:spPr>
          <a:xfrm>
            <a:off x="699514" y="10151478"/>
            <a:ext cx="2097590" cy="718145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entrada</a:t>
            </a:r>
          </a:p>
        </p:txBody>
      </p:sp>
      <p:sp>
        <p:nvSpPr>
          <p:cNvPr id="2206" name="Line">
            <a:extLst>
              <a:ext uri="{FF2B5EF4-FFF2-40B4-BE49-F238E27FC236}">
                <a16:creationId xmlns:a16="http://schemas.microsoft.com/office/drawing/2014/main" id="{A4450E10-670C-43D9-B666-F4599BC26628}"/>
              </a:ext>
            </a:extLst>
          </p:cNvPr>
          <p:cNvSpPr>
            <a:spLocks noGrp="1"/>
          </p:cNvSpPr>
          <p:nvPr/>
        </p:nvSpPr>
        <p:spPr>
          <a:xfrm flipV="1">
            <a:off x="21585674" y="7957367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07" name="encoded…">
            <a:extLst>
              <a:ext uri="{FF2B5EF4-FFF2-40B4-BE49-F238E27FC236}">
                <a16:creationId xmlns:a16="http://schemas.microsoft.com/office/drawing/2014/main" id="{A8338D00-6417-4CC5-B103-09827EECA096}"/>
              </a:ext>
            </a:extLst>
          </p:cNvPr>
          <p:cNvSpPr>
            <a:spLocks noGrp="1"/>
          </p:cNvSpPr>
          <p:nvPr/>
        </p:nvSpPr>
        <p:spPr>
          <a:xfrm>
            <a:off x="19486866" y="9189749"/>
            <a:ext cx="4197621" cy="13208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representação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codificada </a:t>
            </a:r>
          </a:p>
        </p:txBody>
      </p:sp>
      <p:sp>
        <p:nvSpPr>
          <p:cNvPr id="2209" name="Neural Network">
            <a:extLst>
              <a:ext uri="{FF2B5EF4-FFF2-40B4-BE49-F238E27FC236}">
                <a16:creationId xmlns:a16="http://schemas.microsoft.com/office/drawing/2014/main" id="{6E0F069B-956C-4E65-B8A0-E0A23160CD04}"/>
              </a:ext>
            </a:extLst>
          </p:cNvPr>
          <p:cNvSpPr>
            <a:spLocks noGrp="1"/>
          </p:cNvSpPr>
          <p:nvPr/>
        </p:nvSpPr>
        <p:spPr>
          <a:xfrm>
            <a:off x="14745659" y="6185889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210" name="Rounded Rectangle">
            <a:extLst>
              <a:ext uri="{FF2B5EF4-FFF2-40B4-BE49-F238E27FC236}">
                <a16:creationId xmlns:a16="http://schemas.microsoft.com/office/drawing/2014/main" id="{0436B862-C572-4630-BA76-526E97AA9887}"/>
              </a:ext>
            </a:extLst>
          </p:cNvPr>
          <p:cNvSpPr>
            <a:spLocks noGrp="1"/>
          </p:cNvSpPr>
          <p:nvPr/>
        </p:nvSpPr>
        <p:spPr>
          <a:xfrm>
            <a:off x="21373256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1" name="Line">
            <a:extLst>
              <a:ext uri="{FF2B5EF4-FFF2-40B4-BE49-F238E27FC236}">
                <a16:creationId xmlns:a16="http://schemas.microsoft.com/office/drawing/2014/main" id="{6815CBF2-5055-4693-99EE-3310573AFE03}"/>
              </a:ext>
            </a:extLst>
          </p:cNvPr>
          <p:cNvSpPr>
            <a:spLocks noGrp="1"/>
          </p:cNvSpPr>
          <p:nvPr/>
        </p:nvSpPr>
        <p:spPr>
          <a:xfrm>
            <a:off x="5496632" y="6839483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12" name="Rounded Rectangle">
            <a:extLst>
              <a:ext uri="{FF2B5EF4-FFF2-40B4-BE49-F238E27FC236}">
                <a16:creationId xmlns:a16="http://schemas.microsoft.com/office/drawing/2014/main" id="{4D8C76D5-0535-4B93-9E60-4623EF3682E9}"/>
              </a:ext>
            </a:extLst>
          </p:cNvPr>
          <p:cNvSpPr>
            <a:spLocks noGrp="1"/>
          </p:cNvSpPr>
          <p:nvPr/>
        </p:nvSpPr>
        <p:spPr>
          <a:xfrm>
            <a:off x="1535891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3" name="Line">
            <a:extLst>
              <a:ext uri="{FF2B5EF4-FFF2-40B4-BE49-F238E27FC236}">
                <a16:creationId xmlns:a16="http://schemas.microsoft.com/office/drawing/2014/main" id="{F7619BE8-F5E7-4807-B04E-9D2AC21A0260}"/>
              </a:ext>
            </a:extLst>
          </p:cNvPr>
          <p:cNvSpPr>
            <a:spLocks noGrp="1"/>
          </p:cNvSpPr>
          <p:nvPr/>
        </p:nvSpPr>
        <p:spPr>
          <a:xfrm>
            <a:off x="19374744" y="6839484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14" name="Line">
            <a:extLst>
              <a:ext uri="{FF2B5EF4-FFF2-40B4-BE49-F238E27FC236}">
                <a16:creationId xmlns:a16="http://schemas.microsoft.com/office/drawing/2014/main" id="{250E575E-2666-439E-8647-62FF8AC5C49C}"/>
              </a:ext>
            </a:extLst>
          </p:cNvPr>
          <p:cNvSpPr>
            <a:spLocks noGrp="1"/>
          </p:cNvSpPr>
          <p:nvPr/>
        </p:nvSpPr>
        <p:spPr>
          <a:xfrm flipV="1">
            <a:off x="4747980" y="7957367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15" name="positional…">
            <a:extLst>
              <a:ext uri="{FF2B5EF4-FFF2-40B4-BE49-F238E27FC236}">
                <a16:creationId xmlns:a16="http://schemas.microsoft.com/office/drawing/2014/main" id="{75A3D3B0-C0CB-4639-B2FF-A2B68FD45D73}"/>
              </a:ext>
            </a:extLst>
          </p:cNvPr>
          <p:cNvSpPr>
            <a:spLocks noGrp="1"/>
          </p:cNvSpPr>
          <p:nvPr/>
        </p:nvSpPr>
        <p:spPr>
          <a:xfrm>
            <a:off x="3334824" y="9850151"/>
            <a:ext cx="2826315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</a:p>
        </p:txBody>
      </p:sp>
      <p:sp>
        <p:nvSpPr>
          <p:cNvPr id="2217" name="Rounded Rectangle">
            <a:extLst>
              <a:ext uri="{FF2B5EF4-FFF2-40B4-BE49-F238E27FC236}">
                <a16:creationId xmlns:a16="http://schemas.microsoft.com/office/drawing/2014/main" id="{7F1EE7DC-4A0D-4951-B580-C859BBCD3E3A}"/>
              </a:ext>
            </a:extLst>
          </p:cNvPr>
          <p:cNvSpPr>
            <a:spLocks noGrp="1"/>
          </p:cNvSpPr>
          <p:nvPr/>
        </p:nvSpPr>
        <p:spPr>
          <a:xfrm>
            <a:off x="4535563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8" name="+">
            <a:extLst>
              <a:ext uri="{FF2B5EF4-FFF2-40B4-BE49-F238E27FC236}">
                <a16:creationId xmlns:a16="http://schemas.microsoft.com/office/drawing/2014/main" id="{FA55B439-712C-4829-86EA-2500913B3B11}"/>
              </a:ext>
            </a:extLst>
          </p:cNvPr>
          <p:cNvSpPr>
            <a:spLocks noGrp="1"/>
          </p:cNvSpPr>
          <p:nvPr/>
        </p:nvSpPr>
        <p:spPr>
          <a:xfrm>
            <a:off x="2920289" y="6229883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219" name="Self-Attention">
            <a:extLst>
              <a:ext uri="{FF2B5EF4-FFF2-40B4-BE49-F238E27FC236}">
                <a16:creationId xmlns:a16="http://schemas.microsoft.com/office/drawing/2014/main" id="{3F78919F-E834-4109-8D3B-FF2E01EED7ED}"/>
              </a:ext>
            </a:extLst>
          </p:cNvPr>
          <p:cNvSpPr>
            <a:spLocks noGrp="1"/>
          </p:cNvSpPr>
          <p:nvPr/>
        </p:nvSpPr>
        <p:spPr>
          <a:xfrm>
            <a:off x="8145838" y="6185889"/>
            <a:ext cx="4169534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20" name="Line">
            <a:extLst>
              <a:ext uri="{FF2B5EF4-FFF2-40B4-BE49-F238E27FC236}">
                <a16:creationId xmlns:a16="http://schemas.microsoft.com/office/drawing/2014/main" id="{1868CBAE-90A7-4D1C-A9A6-14ABA4E96AE0}"/>
              </a:ext>
            </a:extLst>
          </p:cNvPr>
          <p:cNvSpPr>
            <a:spLocks noGrp="1"/>
          </p:cNvSpPr>
          <p:nvPr/>
        </p:nvSpPr>
        <p:spPr>
          <a:xfrm>
            <a:off x="12774921" y="6839483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22" name="Self-Attention">
            <a:extLst>
              <a:ext uri="{FF2B5EF4-FFF2-40B4-BE49-F238E27FC236}">
                <a16:creationId xmlns:a16="http://schemas.microsoft.com/office/drawing/2014/main" id="{E6E2EDD2-C5EA-4407-9CCF-8D8EA85BF3A5}"/>
              </a:ext>
            </a:extLst>
          </p:cNvPr>
          <p:cNvSpPr>
            <a:spLocks noGrp="1"/>
          </p:cNvSpPr>
          <p:nvPr/>
        </p:nvSpPr>
        <p:spPr>
          <a:xfrm>
            <a:off x="7922985" y="6423988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23" name="Self-Attention">
            <a:extLst>
              <a:ext uri="{FF2B5EF4-FFF2-40B4-BE49-F238E27FC236}">
                <a16:creationId xmlns:a16="http://schemas.microsoft.com/office/drawing/2014/main" id="{483A341A-CC37-4B50-BF0E-73F87D3B7E3D}"/>
              </a:ext>
            </a:extLst>
          </p:cNvPr>
          <p:cNvSpPr>
            <a:spLocks noGrp="1"/>
          </p:cNvSpPr>
          <p:nvPr/>
        </p:nvSpPr>
        <p:spPr>
          <a:xfrm>
            <a:off x="7698826" y="6664702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</p:spTree>
    <p:extLst>
      <p:ext uri="{BB962C8B-B14F-4D97-AF65-F5344CB8AC3E}">
        <p14:creationId xmlns:p14="http://schemas.microsoft.com/office/powerpoint/2010/main" val="84978429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Line">
            <a:extLst>
              <a:ext uri="{FF2B5EF4-FFF2-40B4-BE49-F238E27FC236}">
                <a16:creationId xmlns:a16="http://schemas.microsoft.com/office/drawing/2014/main" id="{B1726957-B2AD-4416-B7FC-DE6CAA2EF26C}"/>
              </a:ext>
            </a:extLst>
          </p:cNvPr>
          <p:cNvSpPr>
            <a:spLocks noGrp="1"/>
          </p:cNvSpPr>
          <p:nvPr/>
        </p:nvSpPr>
        <p:spPr>
          <a:xfrm flipV="1">
            <a:off x="1748307" y="7957367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26" name="input…">
            <a:extLst>
              <a:ext uri="{FF2B5EF4-FFF2-40B4-BE49-F238E27FC236}">
                <a16:creationId xmlns:a16="http://schemas.microsoft.com/office/drawing/2014/main" id="{259F2514-2D5A-4A0B-9337-0B102B455D51}"/>
              </a:ext>
            </a:extLst>
          </p:cNvPr>
          <p:cNvSpPr>
            <a:spLocks noGrp="1"/>
          </p:cNvSpPr>
          <p:nvPr/>
        </p:nvSpPr>
        <p:spPr>
          <a:xfrm>
            <a:off x="699514" y="10151478"/>
            <a:ext cx="2097590" cy="718145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entrada</a:t>
            </a:r>
          </a:p>
        </p:txBody>
      </p:sp>
      <p:sp>
        <p:nvSpPr>
          <p:cNvPr id="2228" name="Line">
            <a:extLst>
              <a:ext uri="{FF2B5EF4-FFF2-40B4-BE49-F238E27FC236}">
                <a16:creationId xmlns:a16="http://schemas.microsoft.com/office/drawing/2014/main" id="{58F5E1B2-134D-49E8-B5EE-C245EEA4ECF9}"/>
              </a:ext>
            </a:extLst>
          </p:cNvPr>
          <p:cNvSpPr>
            <a:spLocks noGrp="1"/>
          </p:cNvSpPr>
          <p:nvPr/>
        </p:nvSpPr>
        <p:spPr>
          <a:xfrm flipV="1">
            <a:off x="21585674" y="7957367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29" name="encoded…">
            <a:extLst>
              <a:ext uri="{FF2B5EF4-FFF2-40B4-BE49-F238E27FC236}">
                <a16:creationId xmlns:a16="http://schemas.microsoft.com/office/drawing/2014/main" id="{3D789926-B458-4DE3-A58D-C4244736FBDF}"/>
              </a:ext>
            </a:extLst>
          </p:cNvPr>
          <p:cNvSpPr>
            <a:spLocks noGrp="1"/>
          </p:cNvSpPr>
          <p:nvPr/>
        </p:nvSpPr>
        <p:spPr>
          <a:xfrm>
            <a:off x="19486866" y="9189749"/>
            <a:ext cx="4197621" cy="13208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representação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codificada </a:t>
            </a:r>
          </a:p>
        </p:txBody>
      </p:sp>
      <p:sp>
        <p:nvSpPr>
          <p:cNvPr id="2231" name="Neural Network">
            <a:extLst>
              <a:ext uri="{FF2B5EF4-FFF2-40B4-BE49-F238E27FC236}">
                <a16:creationId xmlns:a16="http://schemas.microsoft.com/office/drawing/2014/main" id="{53772B7F-702A-40F9-B13B-16A0DE061E60}"/>
              </a:ext>
            </a:extLst>
          </p:cNvPr>
          <p:cNvSpPr>
            <a:spLocks noGrp="1"/>
          </p:cNvSpPr>
          <p:nvPr/>
        </p:nvSpPr>
        <p:spPr>
          <a:xfrm>
            <a:off x="14745659" y="6185889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232" name="Rounded Rectangle">
            <a:extLst>
              <a:ext uri="{FF2B5EF4-FFF2-40B4-BE49-F238E27FC236}">
                <a16:creationId xmlns:a16="http://schemas.microsoft.com/office/drawing/2014/main" id="{0597D1C9-6B0A-4EDB-A02E-2D111026098D}"/>
              </a:ext>
            </a:extLst>
          </p:cNvPr>
          <p:cNvSpPr>
            <a:spLocks noGrp="1"/>
          </p:cNvSpPr>
          <p:nvPr/>
        </p:nvSpPr>
        <p:spPr>
          <a:xfrm>
            <a:off x="21373256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3" name="Line">
            <a:extLst>
              <a:ext uri="{FF2B5EF4-FFF2-40B4-BE49-F238E27FC236}">
                <a16:creationId xmlns:a16="http://schemas.microsoft.com/office/drawing/2014/main" id="{1BED686A-4D07-46A6-AA56-7D0991C33567}"/>
              </a:ext>
            </a:extLst>
          </p:cNvPr>
          <p:cNvSpPr>
            <a:spLocks noGrp="1"/>
          </p:cNvSpPr>
          <p:nvPr/>
        </p:nvSpPr>
        <p:spPr>
          <a:xfrm>
            <a:off x="5496632" y="6839483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4" name="Rounded Rectangle">
            <a:extLst>
              <a:ext uri="{FF2B5EF4-FFF2-40B4-BE49-F238E27FC236}">
                <a16:creationId xmlns:a16="http://schemas.microsoft.com/office/drawing/2014/main" id="{6F3872C2-E0D7-4311-8C9B-D1EB847EB05D}"/>
              </a:ext>
            </a:extLst>
          </p:cNvPr>
          <p:cNvSpPr>
            <a:spLocks noGrp="1"/>
          </p:cNvSpPr>
          <p:nvPr/>
        </p:nvSpPr>
        <p:spPr>
          <a:xfrm>
            <a:off x="1535891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5" name="Line">
            <a:extLst>
              <a:ext uri="{FF2B5EF4-FFF2-40B4-BE49-F238E27FC236}">
                <a16:creationId xmlns:a16="http://schemas.microsoft.com/office/drawing/2014/main" id="{083132F4-139E-465C-AFE0-ABDD3BB7FCF6}"/>
              </a:ext>
            </a:extLst>
          </p:cNvPr>
          <p:cNvSpPr>
            <a:spLocks noGrp="1"/>
          </p:cNvSpPr>
          <p:nvPr/>
        </p:nvSpPr>
        <p:spPr>
          <a:xfrm>
            <a:off x="19374744" y="6839484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6" name="Line">
            <a:extLst>
              <a:ext uri="{FF2B5EF4-FFF2-40B4-BE49-F238E27FC236}">
                <a16:creationId xmlns:a16="http://schemas.microsoft.com/office/drawing/2014/main" id="{FD332186-1FB6-4261-AAF8-F32364D27010}"/>
              </a:ext>
            </a:extLst>
          </p:cNvPr>
          <p:cNvSpPr>
            <a:spLocks noGrp="1"/>
          </p:cNvSpPr>
          <p:nvPr/>
        </p:nvSpPr>
        <p:spPr>
          <a:xfrm flipV="1">
            <a:off x="4747980" y="7957367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37" name="positional…">
            <a:extLst>
              <a:ext uri="{FF2B5EF4-FFF2-40B4-BE49-F238E27FC236}">
                <a16:creationId xmlns:a16="http://schemas.microsoft.com/office/drawing/2014/main" id="{B9ADD7C1-0350-4D08-AEAE-AC2E3AAC1481}"/>
              </a:ext>
            </a:extLst>
          </p:cNvPr>
          <p:cNvSpPr>
            <a:spLocks noGrp="1"/>
          </p:cNvSpPr>
          <p:nvPr/>
        </p:nvSpPr>
        <p:spPr>
          <a:xfrm>
            <a:off x="3334824" y="9850151"/>
            <a:ext cx="2826315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</a:p>
        </p:txBody>
      </p:sp>
      <p:sp>
        <p:nvSpPr>
          <p:cNvPr id="2239" name="Rounded Rectangle">
            <a:extLst>
              <a:ext uri="{FF2B5EF4-FFF2-40B4-BE49-F238E27FC236}">
                <a16:creationId xmlns:a16="http://schemas.microsoft.com/office/drawing/2014/main" id="{FDD22C90-DE3C-4746-BF55-23DA56376F89}"/>
              </a:ext>
            </a:extLst>
          </p:cNvPr>
          <p:cNvSpPr>
            <a:spLocks noGrp="1"/>
          </p:cNvSpPr>
          <p:nvPr/>
        </p:nvSpPr>
        <p:spPr>
          <a:xfrm>
            <a:off x="4535563" y="56705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0" name="+">
            <a:extLst>
              <a:ext uri="{FF2B5EF4-FFF2-40B4-BE49-F238E27FC236}">
                <a16:creationId xmlns:a16="http://schemas.microsoft.com/office/drawing/2014/main" id="{DF998B57-B9D2-4ABA-9A6A-97F3271B6EA8}"/>
              </a:ext>
            </a:extLst>
          </p:cNvPr>
          <p:cNvSpPr>
            <a:spLocks noGrp="1"/>
          </p:cNvSpPr>
          <p:nvPr/>
        </p:nvSpPr>
        <p:spPr>
          <a:xfrm>
            <a:off x="2920289" y="6229883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241" name="Self-Attention">
            <a:extLst>
              <a:ext uri="{FF2B5EF4-FFF2-40B4-BE49-F238E27FC236}">
                <a16:creationId xmlns:a16="http://schemas.microsoft.com/office/drawing/2014/main" id="{B4DEFEC9-E48B-4DD2-A9D1-E2D90AD66E9B}"/>
              </a:ext>
            </a:extLst>
          </p:cNvPr>
          <p:cNvSpPr>
            <a:spLocks noGrp="1"/>
          </p:cNvSpPr>
          <p:nvPr/>
        </p:nvSpPr>
        <p:spPr>
          <a:xfrm>
            <a:off x="8145838" y="6185889"/>
            <a:ext cx="4169534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42" name="Line">
            <a:extLst>
              <a:ext uri="{FF2B5EF4-FFF2-40B4-BE49-F238E27FC236}">
                <a16:creationId xmlns:a16="http://schemas.microsoft.com/office/drawing/2014/main" id="{5DCC5AD5-9D7C-4CDA-87C9-2AD158D59727}"/>
              </a:ext>
            </a:extLst>
          </p:cNvPr>
          <p:cNvSpPr>
            <a:spLocks noGrp="1"/>
          </p:cNvSpPr>
          <p:nvPr/>
        </p:nvSpPr>
        <p:spPr>
          <a:xfrm>
            <a:off x="12774921" y="6839483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44" name="Self-Attention">
            <a:extLst>
              <a:ext uri="{FF2B5EF4-FFF2-40B4-BE49-F238E27FC236}">
                <a16:creationId xmlns:a16="http://schemas.microsoft.com/office/drawing/2014/main" id="{C9EDA40F-ED07-4CAA-AA11-61E0F6100B36}"/>
              </a:ext>
            </a:extLst>
          </p:cNvPr>
          <p:cNvSpPr>
            <a:spLocks noGrp="1"/>
          </p:cNvSpPr>
          <p:nvPr/>
        </p:nvSpPr>
        <p:spPr>
          <a:xfrm>
            <a:off x="7922985" y="6423988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45" name="Self-Attention">
            <a:extLst>
              <a:ext uri="{FF2B5EF4-FFF2-40B4-BE49-F238E27FC236}">
                <a16:creationId xmlns:a16="http://schemas.microsoft.com/office/drawing/2014/main" id="{6003E07C-B511-4C0E-93CC-E86F414A7ABF}"/>
              </a:ext>
            </a:extLst>
          </p:cNvPr>
          <p:cNvSpPr>
            <a:spLocks noGrp="1"/>
          </p:cNvSpPr>
          <p:nvPr/>
        </p:nvSpPr>
        <p:spPr>
          <a:xfrm>
            <a:off x="7698826" y="6664702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46" name="Line">
            <a:extLst>
              <a:ext uri="{FF2B5EF4-FFF2-40B4-BE49-F238E27FC236}">
                <a16:creationId xmlns:a16="http://schemas.microsoft.com/office/drawing/2014/main" id="{B5F8B3B6-238A-46CD-B4C6-1D57DCFE2F96}"/>
              </a:ext>
            </a:extLst>
          </p:cNvPr>
          <p:cNvSpPr>
            <a:spLocks noGrp="1"/>
          </p:cNvSpPr>
          <p:nvPr/>
        </p:nvSpPr>
        <p:spPr>
          <a:xfrm>
            <a:off x="7535233" y="8406637"/>
            <a:ext cx="11504610" cy="1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47" name="x N">
            <a:extLst>
              <a:ext uri="{FF2B5EF4-FFF2-40B4-BE49-F238E27FC236}">
                <a16:creationId xmlns:a16="http://schemas.microsoft.com/office/drawing/2014/main" id="{84DF0FAB-B499-4D7F-91A9-879C390A1220}"/>
              </a:ext>
            </a:extLst>
          </p:cNvPr>
          <p:cNvSpPr>
            <a:spLocks noGrp="1"/>
          </p:cNvSpPr>
          <p:nvPr/>
        </p:nvSpPr>
        <p:spPr>
          <a:xfrm>
            <a:off x="11874381" y="8750704"/>
            <a:ext cx="2826314" cy="7112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4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x N</a:t>
            </a:r>
          </a:p>
        </p:txBody>
      </p:sp>
    </p:spTree>
    <p:extLst>
      <p:ext uri="{BB962C8B-B14F-4D97-AF65-F5344CB8AC3E}">
        <p14:creationId xmlns:p14="http://schemas.microsoft.com/office/powerpoint/2010/main" val="204663355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Neural Network">
            <a:extLst>
              <a:ext uri="{FF2B5EF4-FFF2-40B4-BE49-F238E27FC236}">
                <a16:creationId xmlns:a16="http://schemas.microsoft.com/office/drawing/2014/main" id="{C252237B-DA36-4578-AFA2-5E9A9033B734}"/>
              </a:ext>
            </a:extLst>
          </p:cNvPr>
          <p:cNvSpPr>
            <a:spLocks noGrp="1"/>
          </p:cNvSpPr>
          <p:nvPr/>
        </p:nvSpPr>
        <p:spPr>
          <a:xfrm>
            <a:off x="14745659" y="4389789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Rede Neural</a:t>
            </a:r>
          </a:p>
        </p:txBody>
      </p:sp>
      <p:sp>
        <p:nvSpPr>
          <p:cNvPr id="2250" name="Rounded Rectangle">
            <a:extLst>
              <a:ext uri="{FF2B5EF4-FFF2-40B4-BE49-F238E27FC236}">
                <a16:creationId xmlns:a16="http://schemas.microsoft.com/office/drawing/2014/main" id="{0951B3F4-5DCA-487A-A38E-8C54F3DC3C8D}"/>
              </a:ext>
            </a:extLst>
          </p:cNvPr>
          <p:cNvSpPr>
            <a:spLocks noGrp="1"/>
          </p:cNvSpPr>
          <p:nvPr/>
        </p:nvSpPr>
        <p:spPr>
          <a:xfrm>
            <a:off x="21373256" y="38744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1" name="Line">
            <a:extLst>
              <a:ext uri="{FF2B5EF4-FFF2-40B4-BE49-F238E27FC236}">
                <a16:creationId xmlns:a16="http://schemas.microsoft.com/office/drawing/2014/main" id="{5AD02066-2294-4FBC-94DE-1AECCD0FBCEE}"/>
              </a:ext>
            </a:extLst>
          </p:cNvPr>
          <p:cNvSpPr>
            <a:spLocks noGrp="1"/>
          </p:cNvSpPr>
          <p:nvPr/>
        </p:nvSpPr>
        <p:spPr>
          <a:xfrm>
            <a:off x="5496632" y="5043383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52" name="Rounded Rectangle">
            <a:extLst>
              <a:ext uri="{FF2B5EF4-FFF2-40B4-BE49-F238E27FC236}">
                <a16:creationId xmlns:a16="http://schemas.microsoft.com/office/drawing/2014/main" id="{172A3AB2-ACF5-4DDD-AD7B-69AD783872BD}"/>
              </a:ext>
            </a:extLst>
          </p:cNvPr>
          <p:cNvSpPr>
            <a:spLocks noGrp="1"/>
          </p:cNvSpPr>
          <p:nvPr/>
        </p:nvSpPr>
        <p:spPr>
          <a:xfrm>
            <a:off x="1535891" y="38744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3" name="Line">
            <a:extLst>
              <a:ext uri="{FF2B5EF4-FFF2-40B4-BE49-F238E27FC236}">
                <a16:creationId xmlns:a16="http://schemas.microsoft.com/office/drawing/2014/main" id="{A7E47BA9-C692-46CC-85B4-BAD3A646752D}"/>
              </a:ext>
            </a:extLst>
          </p:cNvPr>
          <p:cNvSpPr>
            <a:spLocks noGrp="1"/>
          </p:cNvSpPr>
          <p:nvPr/>
        </p:nvSpPr>
        <p:spPr>
          <a:xfrm>
            <a:off x="19374744" y="5043384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54" name="Rounded Rectangle">
            <a:extLst>
              <a:ext uri="{FF2B5EF4-FFF2-40B4-BE49-F238E27FC236}">
                <a16:creationId xmlns:a16="http://schemas.microsoft.com/office/drawing/2014/main" id="{86D027D9-6E6B-4E7E-BC44-77B144B6E967}"/>
              </a:ext>
            </a:extLst>
          </p:cNvPr>
          <p:cNvSpPr>
            <a:spLocks noGrp="1"/>
          </p:cNvSpPr>
          <p:nvPr/>
        </p:nvSpPr>
        <p:spPr>
          <a:xfrm>
            <a:off x="4535563" y="38744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5" name="+">
            <a:extLst>
              <a:ext uri="{FF2B5EF4-FFF2-40B4-BE49-F238E27FC236}">
                <a16:creationId xmlns:a16="http://schemas.microsoft.com/office/drawing/2014/main" id="{C6C50AF8-DFE9-44F6-81D8-8568B9DF605E}"/>
              </a:ext>
            </a:extLst>
          </p:cNvPr>
          <p:cNvSpPr>
            <a:spLocks noGrp="1"/>
          </p:cNvSpPr>
          <p:nvPr/>
        </p:nvSpPr>
        <p:spPr>
          <a:xfrm>
            <a:off x="2920289" y="4433783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256" name="Self-Attention">
            <a:extLst>
              <a:ext uri="{FF2B5EF4-FFF2-40B4-BE49-F238E27FC236}">
                <a16:creationId xmlns:a16="http://schemas.microsoft.com/office/drawing/2014/main" id="{7DED65A5-D2F1-4250-BF55-46C992A4A7B2}"/>
              </a:ext>
            </a:extLst>
          </p:cNvPr>
          <p:cNvSpPr>
            <a:spLocks noGrp="1"/>
          </p:cNvSpPr>
          <p:nvPr/>
        </p:nvSpPr>
        <p:spPr>
          <a:xfrm>
            <a:off x="8145838" y="4389789"/>
            <a:ext cx="4169534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57" name="Line">
            <a:extLst>
              <a:ext uri="{FF2B5EF4-FFF2-40B4-BE49-F238E27FC236}">
                <a16:creationId xmlns:a16="http://schemas.microsoft.com/office/drawing/2014/main" id="{24E1484E-89CA-4568-8236-7C61610DF4BD}"/>
              </a:ext>
            </a:extLst>
          </p:cNvPr>
          <p:cNvSpPr>
            <a:spLocks noGrp="1"/>
          </p:cNvSpPr>
          <p:nvPr/>
        </p:nvSpPr>
        <p:spPr>
          <a:xfrm>
            <a:off x="12774921" y="5043383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59" name="Self-Attention">
            <a:extLst>
              <a:ext uri="{FF2B5EF4-FFF2-40B4-BE49-F238E27FC236}">
                <a16:creationId xmlns:a16="http://schemas.microsoft.com/office/drawing/2014/main" id="{7074F1C6-3170-4FFA-B8F2-6153B7D9BAA1}"/>
              </a:ext>
            </a:extLst>
          </p:cNvPr>
          <p:cNvSpPr>
            <a:spLocks noGrp="1"/>
          </p:cNvSpPr>
          <p:nvPr/>
        </p:nvSpPr>
        <p:spPr>
          <a:xfrm>
            <a:off x="7922985" y="4627888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60" name="Self-Attention">
            <a:extLst>
              <a:ext uri="{FF2B5EF4-FFF2-40B4-BE49-F238E27FC236}">
                <a16:creationId xmlns:a16="http://schemas.microsoft.com/office/drawing/2014/main" id="{CE5E8CB4-0F7F-42AD-BD56-754F936E9773}"/>
              </a:ext>
            </a:extLst>
          </p:cNvPr>
          <p:cNvSpPr>
            <a:spLocks noGrp="1"/>
          </p:cNvSpPr>
          <p:nvPr/>
        </p:nvSpPr>
        <p:spPr>
          <a:xfrm>
            <a:off x="7698826" y="4868602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61" name="Neural Network">
            <a:extLst>
              <a:ext uri="{FF2B5EF4-FFF2-40B4-BE49-F238E27FC236}">
                <a16:creationId xmlns:a16="http://schemas.microsoft.com/office/drawing/2014/main" id="{4660B43A-686F-4249-93D2-C4856280802A}"/>
              </a:ext>
            </a:extLst>
          </p:cNvPr>
          <p:cNvSpPr>
            <a:spLocks noGrp="1"/>
          </p:cNvSpPr>
          <p:nvPr/>
        </p:nvSpPr>
        <p:spPr>
          <a:xfrm>
            <a:off x="14745659" y="1149402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262" name="Rounded Rectangle">
            <a:extLst>
              <a:ext uri="{FF2B5EF4-FFF2-40B4-BE49-F238E27FC236}">
                <a16:creationId xmlns:a16="http://schemas.microsoft.com/office/drawing/2014/main" id="{FA77C728-B46F-44A2-B3BE-90F1F325DC7B}"/>
              </a:ext>
            </a:extLst>
          </p:cNvPr>
          <p:cNvSpPr>
            <a:spLocks noGrp="1"/>
          </p:cNvSpPr>
          <p:nvPr/>
        </p:nvSpPr>
        <p:spPr>
          <a:xfrm>
            <a:off x="21373256" y="63401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63" name="Line">
            <a:extLst>
              <a:ext uri="{FF2B5EF4-FFF2-40B4-BE49-F238E27FC236}">
                <a16:creationId xmlns:a16="http://schemas.microsoft.com/office/drawing/2014/main" id="{7C8F346A-2809-4D9F-B88F-7B17B55C386E}"/>
              </a:ext>
            </a:extLst>
          </p:cNvPr>
          <p:cNvSpPr>
            <a:spLocks noGrp="1"/>
          </p:cNvSpPr>
          <p:nvPr/>
        </p:nvSpPr>
        <p:spPr>
          <a:xfrm>
            <a:off x="5496632" y="1802995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4" name="Rounded Rectangle">
            <a:extLst>
              <a:ext uri="{FF2B5EF4-FFF2-40B4-BE49-F238E27FC236}">
                <a16:creationId xmlns:a16="http://schemas.microsoft.com/office/drawing/2014/main" id="{EF84D2E7-37D4-4522-A2A5-E83EFA2280C6}"/>
              </a:ext>
            </a:extLst>
          </p:cNvPr>
          <p:cNvSpPr>
            <a:spLocks noGrp="1"/>
          </p:cNvSpPr>
          <p:nvPr/>
        </p:nvSpPr>
        <p:spPr>
          <a:xfrm>
            <a:off x="1535891" y="634018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65" name="Line">
            <a:extLst>
              <a:ext uri="{FF2B5EF4-FFF2-40B4-BE49-F238E27FC236}">
                <a16:creationId xmlns:a16="http://schemas.microsoft.com/office/drawing/2014/main" id="{E10CCFF2-CEF6-4406-AD84-13675CEB918E}"/>
              </a:ext>
            </a:extLst>
          </p:cNvPr>
          <p:cNvSpPr>
            <a:spLocks noGrp="1"/>
          </p:cNvSpPr>
          <p:nvPr/>
        </p:nvSpPr>
        <p:spPr>
          <a:xfrm>
            <a:off x="19374744" y="180299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66" name="Rounded Rectangle">
            <a:extLst>
              <a:ext uri="{FF2B5EF4-FFF2-40B4-BE49-F238E27FC236}">
                <a16:creationId xmlns:a16="http://schemas.microsoft.com/office/drawing/2014/main" id="{0B31EC55-55CD-48E9-A238-F01C8EBDB87A}"/>
              </a:ext>
            </a:extLst>
          </p:cNvPr>
          <p:cNvSpPr>
            <a:spLocks noGrp="1"/>
          </p:cNvSpPr>
          <p:nvPr/>
        </p:nvSpPr>
        <p:spPr>
          <a:xfrm>
            <a:off x="4535563" y="63401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67" name="+">
            <a:extLst>
              <a:ext uri="{FF2B5EF4-FFF2-40B4-BE49-F238E27FC236}">
                <a16:creationId xmlns:a16="http://schemas.microsoft.com/office/drawing/2014/main" id="{F361AF10-35D5-4EB9-9F72-4E26D1E96674}"/>
              </a:ext>
            </a:extLst>
          </p:cNvPr>
          <p:cNvSpPr>
            <a:spLocks noGrp="1"/>
          </p:cNvSpPr>
          <p:nvPr/>
        </p:nvSpPr>
        <p:spPr>
          <a:xfrm>
            <a:off x="2920289" y="1193395"/>
            <a:ext cx="655713" cy="12192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268" name="Self-Attention">
            <a:extLst>
              <a:ext uri="{FF2B5EF4-FFF2-40B4-BE49-F238E27FC236}">
                <a16:creationId xmlns:a16="http://schemas.microsoft.com/office/drawing/2014/main" id="{1D3501C0-0675-4E89-ABF7-6E772A7C0FEE}"/>
              </a:ext>
            </a:extLst>
          </p:cNvPr>
          <p:cNvSpPr>
            <a:spLocks noGrp="1"/>
          </p:cNvSpPr>
          <p:nvPr/>
        </p:nvSpPr>
        <p:spPr>
          <a:xfrm>
            <a:off x="8145837" y="1149402"/>
            <a:ext cx="4169535" cy="1307192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69" name="Line">
            <a:extLst>
              <a:ext uri="{FF2B5EF4-FFF2-40B4-BE49-F238E27FC236}">
                <a16:creationId xmlns:a16="http://schemas.microsoft.com/office/drawing/2014/main" id="{515AFE58-E211-46C1-B8B9-373E1035260B}"/>
              </a:ext>
            </a:extLst>
          </p:cNvPr>
          <p:cNvSpPr>
            <a:spLocks noGrp="1"/>
          </p:cNvSpPr>
          <p:nvPr/>
        </p:nvSpPr>
        <p:spPr>
          <a:xfrm>
            <a:off x="12774921" y="180299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71" name="Self-Attention">
            <a:extLst>
              <a:ext uri="{FF2B5EF4-FFF2-40B4-BE49-F238E27FC236}">
                <a16:creationId xmlns:a16="http://schemas.microsoft.com/office/drawing/2014/main" id="{4589C338-3438-405F-87F7-54504E8DA4BF}"/>
              </a:ext>
            </a:extLst>
          </p:cNvPr>
          <p:cNvSpPr>
            <a:spLocks noGrp="1"/>
          </p:cNvSpPr>
          <p:nvPr/>
        </p:nvSpPr>
        <p:spPr>
          <a:xfrm>
            <a:off x="7922985" y="1387501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72" name="Self-Attention">
            <a:extLst>
              <a:ext uri="{FF2B5EF4-FFF2-40B4-BE49-F238E27FC236}">
                <a16:creationId xmlns:a16="http://schemas.microsoft.com/office/drawing/2014/main" id="{37AC9583-B6FC-4151-A7BA-A626E9A39488}"/>
              </a:ext>
            </a:extLst>
          </p:cNvPr>
          <p:cNvSpPr>
            <a:spLocks noGrp="1"/>
          </p:cNvSpPr>
          <p:nvPr/>
        </p:nvSpPr>
        <p:spPr>
          <a:xfrm>
            <a:off x="7698826" y="1628215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74" name="Neural Network">
            <a:extLst>
              <a:ext uri="{FF2B5EF4-FFF2-40B4-BE49-F238E27FC236}">
                <a16:creationId xmlns:a16="http://schemas.microsoft.com/office/drawing/2014/main" id="{A2C8ED90-F6A7-4DBD-8424-46C8A599BC49}"/>
              </a:ext>
            </a:extLst>
          </p:cNvPr>
          <p:cNvSpPr>
            <a:spLocks noGrp="1"/>
          </p:cNvSpPr>
          <p:nvPr/>
        </p:nvSpPr>
        <p:spPr>
          <a:xfrm>
            <a:off x="14745659" y="7407712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275" name="Rounded Rectangle">
            <a:extLst>
              <a:ext uri="{FF2B5EF4-FFF2-40B4-BE49-F238E27FC236}">
                <a16:creationId xmlns:a16="http://schemas.microsoft.com/office/drawing/2014/main" id="{AC95229F-DACA-45CD-8F09-81E5C4A26024}"/>
              </a:ext>
            </a:extLst>
          </p:cNvPr>
          <p:cNvSpPr>
            <a:spLocks noGrp="1"/>
          </p:cNvSpPr>
          <p:nvPr/>
        </p:nvSpPr>
        <p:spPr>
          <a:xfrm>
            <a:off x="21373256" y="689232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76" name="Line">
            <a:extLst>
              <a:ext uri="{FF2B5EF4-FFF2-40B4-BE49-F238E27FC236}">
                <a16:creationId xmlns:a16="http://schemas.microsoft.com/office/drawing/2014/main" id="{DA81ABB7-ABBC-42CA-B702-6929C4F415AF}"/>
              </a:ext>
            </a:extLst>
          </p:cNvPr>
          <p:cNvSpPr>
            <a:spLocks noGrp="1"/>
          </p:cNvSpPr>
          <p:nvPr/>
        </p:nvSpPr>
        <p:spPr>
          <a:xfrm>
            <a:off x="5496632" y="8061305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77" name="Rounded Rectangle">
            <a:extLst>
              <a:ext uri="{FF2B5EF4-FFF2-40B4-BE49-F238E27FC236}">
                <a16:creationId xmlns:a16="http://schemas.microsoft.com/office/drawing/2014/main" id="{9DE21E66-DFC4-4FC5-AB7F-0B0F4D4DE219}"/>
              </a:ext>
            </a:extLst>
          </p:cNvPr>
          <p:cNvSpPr>
            <a:spLocks noGrp="1"/>
          </p:cNvSpPr>
          <p:nvPr/>
        </p:nvSpPr>
        <p:spPr>
          <a:xfrm>
            <a:off x="1535891" y="6892328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78" name="Line">
            <a:extLst>
              <a:ext uri="{FF2B5EF4-FFF2-40B4-BE49-F238E27FC236}">
                <a16:creationId xmlns:a16="http://schemas.microsoft.com/office/drawing/2014/main" id="{BBA7046D-ABED-4D7C-B74A-FA46272AB6DD}"/>
              </a:ext>
            </a:extLst>
          </p:cNvPr>
          <p:cNvSpPr>
            <a:spLocks noGrp="1"/>
          </p:cNvSpPr>
          <p:nvPr/>
        </p:nvSpPr>
        <p:spPr>
          <a:xfrm>
            <a:off x="19374744" y="806130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79" name="Rounded Rectangle">
            <a:extLst>
              <a:ext uri="{FF2B5EF4-FFF2-40B4-BE49-F238E27FC236}">
                <a16:creationId xmlns:a16="http://schemas.microsoft.com/office/drawing/2014/main" id="{58F0865B-B515-4732-986C-E00E512C6174}"/>
              </a:ext>
            </a:extLst>
          </p:cNvPr>
          <p:cNvSpPr>
            <a:spLocks noGrp="1"/>
          </p:cNvSpPr>
          <p:nvPr/>
        </p:nvSpPr>
        <p:spPr>
          <a:xfrm>
            <a:off x="4535563" y="689232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80" name="+">
            <a:extLst>
              <a:ext uri="{FF2B5EF4-FFF2-40B4-BE49-F238E27FC236}">
                <a16:creationId xmlns:a16="http://schemas.microsoft.com/office/drawing/2014/main" id="{BB28B86E-F539-4E9D-8318-9A54B7619730}"/>
              </a:ext>
            </a:extLst>
          </p:cNvPr>
          <p:cNvSpPr>
            <a:spLocks noGrp="1"/>
          </p:cNvSpPr>
          <p:nvPr/>
        </p:nvSpPr>
        <p:spPr>
          <a:xfrm>
            <a:off x="2920289" y="7451705"/>
            <a:ext cx="655713" cy="12192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281" name="Self-Attention">
            <a:extLst>
              <a:ext uri="{FF2B5EF4-FFF2-40B4-BE49-F238E27FC236}">
                <a16:creationId xmlns:a16="http://schemas.microsoft.com/office/drawing/2014/main" id="{B7C996AF-B035-4AE5-9048-238220688B1C}"/>
              </a:ext>
            </a:extLst>
          </p:cNvPr>
          <p:cNvSpPr>
            <a:spLocks noGrp="1"/>
          </p:cNvSpPr>
          <p:nvPr/>
        </p:nvSpPr>
        <p:spPr>
          <a:xfrm>
            <a:off x="8145837" y="7407712"/>
            <a:ext cx="4169535" cy="1307192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82" name="Line">
            <a:extLst>
              <a:ext uri="{FF2B5EF4-FFF2-40B4-BE49-F238E27FC236}">
                <a16:creationId xmlns:a16="http://schemas.microsoft.com/office/drawing/2014/main" id="{55F8BFDF-652A-400E-8CDB-929B7F4F110E}"/>
              </a:ext>
            </a:extLst>
          </p:cNvPr>
          <p:cNvSpPr>
            <a:spLocks noGrp="1"/>
          </p:cNvSpPr>
          <p:nvPr/>
        </p:nvSpPr>
        <p:spPr>
          <a:xfrm>
            <a:off x="12774921" y="806130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84" name="Self-Attention">
            <a:extLst>
              <a:ext uri="{FF2B5EF4-FFF2-40B4-BE49-F238E27FC236}">
                <a16:creationId xmlns:a16="http://schemas.microsoft.com/office/drawing/2014/main" id="{7ED3FBA5-81A5-488A-B93C-ACD88FC2C671}"/>
              </a:ext>
            </a:extLst>
          </p:cNvPr>
          <p:cNvSpPr>
            <a:spLocks noGrp="1"/>
          </p:cNvSpPr>
          <p:nvPr/>
        </p:nvSpPr>
        <p:spPr>
          <a:xfrm>
            <a:off x="7922985" y="7645811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85" name="Self-Attention">
            <a:extLst>
              <a:ext uri="{FF2B5EF4-FFF2-40B4-BE49-F238E27FC236}">
                <a16:creationId xmlns:a16="http://schemas.microsoft.com/office/drawing/2014/main" id="{6F140069-F28F-4CB2-B821-7CBEC92B0CD7}"/>
              </a:ext>
            </a:extLst>
          </p:cNvPr>
          <p:cNvSpPr>
            <a:spLocks noGrp="1"/>
          </p:cNvSpPr>
          <p:nvPr/>
        </p:nvSpPr>
        <p:spPr>
          <a:xfrm>
            <a:off x="7698826" y="7886525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Autoatenção</a:t>
            </a:r>
            <a:endParaRPr dirty="0"/>
          </a:p>
        </p:txBody>
      </p:sp>
      <p:sp>
        <p:nvSpPr>
          <p:cNvPr id="2287" name="Neural Network">
            <a:extLst>
              <a:ext uri="{FF2B5EF4-FFF2-40B4-BE49-F238E27FC236}">
                <a16:creationId xmlns:a16="http://schemas.microsoft.com/office/drawing/2014/main" id="{24977079-BDFA-4EF2-A2EF-5D1FB5BC4C8C}"/>
              </a:ext>
            </a:extLst>
          </p:cNvPr>
          <p:cNvSpPr>
            <a:spLocks noGrp="1"/>
          </p:cNvSpPr>
          <p:nvPr/>
        </p:nvSpPr>
        <p:spPr>
          <a:xfrm>
            <a:off x="14745659" y="10639419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288" name="Rounded Rectangle">
            <a:extLst>
              <a:ext uri="{FF2B5EF4-FFF2-40B4-BE49-F238E27FC236}">
                <a16:creationId xmlns:a16="http://schemas.microsoft.com/office/drawing/2014/main" id="{DC691626-7E60-4ADF-A415-8E13A6B9F26F}"/>
              </a:ext>
            </a:extLst>
          </p:cNvPr>
          <p:cNvSpPr>
            <a:spLocks noGrp="1"/>
          </p:cNvSpPr>
          <p:nvPr/>
        </p:nvSpPr>
        <p:spPr>
          <a:xfrm>
            <a:off x="21373256" y="10124035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89" name="Line">
            <a:extLst>
              <a:ext uri="{FF2B5EF4-FFF2-40B4-BE49-F238E27FC236}">
                <a16:creationId xmlns:a16="http://schemas.microsoft.com/office/drawing/2014/main" id="{A036E50A-2DC2-44B1-B829-C6E1E68ABF13}"/>
              </a:ext>
            </a:extLst>
          </p:cNvPr>
          <p:cNvSpPr>
            <a:spLocks noGrp="1"/>
          </p:cNvSpPr>
          <p:nvPr/>
        </p:nvSpPr>
        <p:spPr>
          <a:xfrm>
            <a:off x="5496632" y="11293012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0" name="Rounded Rectangle">
            <a:extLst>
              <a:ext uri="{FF2B5EF4-FFF2-40B4-BE49-F238E27FC236}">
                <a16:creationId xmlns:a16="http://schemas.microsoft.com/office/drawing/2014/main" id="{1957DB6A-972E-4A62-8A83-BD4DC875BFB4}"/>
              </a:ext>
            </a:extLst>
          </p:cNvPr>
          <p:cNvSpPr>
            <a:spLocks noGrp="1"/>
          </p:cNvSpPr>
          <p:nvPr/>
        </p:nvSpPr>
        <p:spPr>
          <a:xfrm>
            <a:off x="1535891" y="10124035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9A36B02E-BC6A-4094-943B-680D7F2265D4}"/>
              </a:ext>
            </a:extLst>
          </p:cNvPr>
          <p:cNvSpPr>
            <a:spLocks noGrp="1"/>
          </p:cNvSpPr>
          <p:nvPr/>
        </p:nvSpPr>
        <p:spPr>
          <a:xfrm>
            <a:off x="19374744" y="11293014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2" name="Rounded Rectangle">
            <a:extLst>
              <a:ext uri="{FF2B5EF4-FFF2-40B4-BE49-F238E27FC236}">
                <a16:creationId xmlns:a16="http://schemas.microsoft.com/office/drawing/2014/main" id="{C6612C44-5A93-4223-962D-C8D7C9184CFA}"/>
              </a:ext>
            </a:extLst>
          </p:cNvPr>
          <p:cNvSpPr>
            <a:spLocks noGrp="1"/>
          </p:cNvSpPr>
          <p:nvPr/>
        </p:nvSpPr>
        <p:spPr>
          <a:xfrm>
            <a:off x="4535563" y="10124035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93" name="+">
            <a:extLst>
              <a:ext uri="{FF2B5EF4-FFF2-40B4-BE49-F238E27FC236}">
                <a16:creationId xmlns:a16="http://schemas.microsoft.com/office/drawing/2014/main" id="{CFFCE5DC-2AD5-4F55-95CF-6222CE5BEDF3}"/>
              </a:ext>
            </a:extLst>
          </p:cNvPr>
          <p:cNvSpPr>
            <a:spLocks noGrp="1"/>
          </p:cNvSpPr>
          <p:nvPr/>
        </p:nvSpPr>
        <p:spPr>
          <a:xfrm>
            <a:off x="2920289" y="10683412"/>
            <a:ext cx="655713" cy="12192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294" name="Self-Attention">
            <a:extLst>
              <a:ext uri="{FF2B5EF4-FFF2-40B4-BE49-F238E27FC236}">
                <a16:creationId xmlns:a16="http://schemas.microsoft.com/office/drawing/2014/main" id="{C69841F7-7DFA-4EB6-8290-9D873B7F2BCC}"/>
              </a:ext>
            </a:extLst>
          </p:cNvPr>
          <p:cNvSpPr>
            <a:spLocks noGrp="1"/>
          </p:cNvSpPr>
          <p:nvPr/>
        </p:nvSpPr>
        <p:spPr>
          <a:xfrm>
            <a:off x="8145837" y="10639419"/>
            <a:ext cx="4169535" cy="1307192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95" name="Line">
            <a:extLst>
              <a:ext uri="{FF2B5EF4-FFF2-40B4-BE49-F238E27FC236}">
                <a16:creationId xmlns:a16="http://schemas.microsoft.com/office/drawing/2014/main" id="{0D0878F8-2AB4-4408-B9AF-E5FF3E433AE9}"/>
              </a:ext>
            </a:extLst>
          </p:cNvPr>
          <p:cNvSpPr>
            <a:spLocks noGrp="1"/>
          </p:cNvSpPr>
          <p:nvPr/>
        </p:nvSpPr>
        <p:spPr>
          <a:xfrm>
            <a:off x="12774921" y="11293014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297" name="Self-Attention">
            <a:extLst>
              <a:ext uri="{FF2B5EF4-FFF2-40B4-BE49-F238E27FC236}">
                <a16:creationId xmlns:a16="http://schemas.microsoft.com/office/drawing/2014/main" id="{8040AC8A-5024-4FB7-8F36-86C2EF658669}"/>
              </a:ext>
            </a:extLst>
          </p:cNvPr>
          <p:cNvSpPr>
            <a:spLocks noGrp="1"/>
          </p:cNvSpPr>
          <p:nvPr/>
        </p:nvSpPr>
        <p:spPr>
          <a:xfrm>
            <a:off x="7922985" y="10877518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298" name="Self-Attention">
            <a:extLst>
              <a:ext uri="{FF2B5EF4-FFF2-40B4-BE49-F238E27FC236}">
                <a16:creationId xmlns:a16="http://schemas.microsoft.com/office/drawing/2014/main" id="{A3F363F6-7982-450E-BEE1-97454E218358}"/>
              </a:ext>
            </a:extLst>
          </p:cNvPr>
          <p:cNvSpPr>
            <a:spLocks noGrp="1"/>
          </p:cNvSpPr>
          <p:nvPr/>
        </p:nvSpPr>
        <p:spPr>
          <a:xfrm>
            <a:off x="7698826" y="11118232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</p:spTree>
    <p:extLst>
      <p:ext uri="{BB962C8B-B14F-4D97-AF65-F5344CB8AC3E}">
        <p14:creationId xmlns:p14="http://schemas.microsoft.com/office/powerpoint/2010/main" val="81149208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Neural Network">
            <a:extLst>
              <a:ext uri="{FF2B5EF4-FFF2-40B4-BE49-F238E27FC236}">
                <a16:creationId xmlns:a16="http://schemas.microsoft.com/office/drawing/2014/main" id="{E6E8A03D-90EF-4E54-BAD1-8B27700342B0}"/>
              </a:ext>
            </a:extLst>
          </p:cNvPr>
          <p:cNvSpPr>
            <a:spLocks noGrp="1"/>
          </p:cNvSpPr>
          <p:nvPr/>
        </p:nvSpPr>
        <p:spPr>
          <a:xfrm>
            <a:off x="14745659" y="4389789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302" name="Rounded Rectangle">
            <a:extLst>
              <a:ext uri="{FF2B5EF4-FFF2-40B4-BE49-F238E27FC236}">
                <a16:creationId xmlns:a16="http://schemas.microsoft.com/office/drawing/2014/main" id="{ECFEF1EB-8681-4F78-B7C2-60558161314C}"/>
              </a:ext>
            </a:extLst>
          </p:cNvPr>
          <p:cNvSpPr>
            <a:spLocks noGrp="1"/>
          </p:cNvSpPr>
          <p:nvPr/>
        </p:nvSpPr>
        <p:spPr>
          <a:xfrm>
            <a:off x="21373256" y="38744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03" name="Line">
            <a:extLst>
              <a:ext uri="{FF2B5EF4-FFF2-40B4-BE49-F238E27FC236}">
                <a16:creationId xmlns:a16="http://schemas.microsoft.com/office/drawing/2014/main" id="{3BD8C267-49B2-4C71-920F-F38FE6B00C4C}"/>
              </a:ext>
            </a:extLst>
          </p:cNvPr>
          <p:cNvSpPr>
            <a:spLocks noGrp="1"/>
          </p:cNvSpPr>
          <p:nvPr/>
        </p:nvSpPr>
        <p:spPr>
          <a:xfrm>
            <a:off x="5496632" y="5043383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04" name="Rounded Rectangle">
            <a:extLst>
              <a:ext uri="{FF2B5EF4-FFF2-40B4-BE49-F238E27FC236}">
                <a16:creationId xmlns:a16="http://schemas.microsoft.com/office/drawing/2014/main" id="{34823948-B147-4028-98F5-365255BBEDB7}"/>
              </a:ext>
            </a:extLst>
          </p:cNvPr>
          <p:cNvSpPr>
            <a:spLocks noGrp="1"/>
          </p:cNvSpPr>
          <p:nvPr/>
        </p:nvSpPr>
        <p:spPr>
          <a:xfrm>
            <a:off x="1535891" y="38744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05" name="Line">
            <a:extLst>
              <a:ext uri="{FF2B5EF4-FFF2-40B4-BE49-F238E27FC236}">
                <a16:creationId xmlns:a16="http://schemas.microsoft.com/office/drawing/2014/main" id="{AB6BF661-AD93-4B59-B55E-ACB4CF499DD8}"/>
              </a:ext>
            </a:extLst>
          </p:cNvPr>
          <p:cNvSpPr>
            <a:spLocks noGrp="1"/>
          </p:cNvSpPr>
          <p:nvPr/>
        </p:nvSpPr>
        <p:spPr>
          <a:xfrm>
            <a:off x="19374744" y="5043384"/>
            <a:ext cx="1602463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06" name="Rounded Rectangle">
            <a:extLst>
              <a:ext uri="{FF2B5EF4-FFF2-40B4-BE49-F238E27FC236}">
                <a16:creationId xmlns:a16="http://schemas.microsoft.com/office/drawing/2014/main" id="{622D9E34-4BD2-45E0-866C-AE5689A42D4B}"/>
              </a:ext>
            </a:extLst>
          </p:cNvPr>
          <p:cNvSpPr>
            <a:spLocks noGrp="1"/>
          </p:cNvSpPr>
          <p:nvPr/>
        </p:nvSpPr>
        <p:spPr>
          <a:xfrm>
            <a:off x="4535563" y="387440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07" name="+">
            <a:extLst>
              <a:ext uri="{FF2B5EF4-FFF2-40B4-BE49-F238E27FC236}">
                <a16:creationId xmlns:a16="http://schemas.microsoft.com/office/drawing/2014/main" id="{63038D04-2684-489F-B58D-463A9B85E306}"/>
              </a:ext>
            </a:extLst>
          </p:cNvPr>
          <p:cNvSpPr>
            <a:spLocks noGrp="1"/>
          </p:cNvSpPr>
          <p:nvPr/>
        </p:nvSpPr>
        <p:spPr>
          <a:xfrm>
            <a:off x="2920289" y="4433783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308" name="Self-Attention">
            <a:extLst>
              <a:ext uri="{FF2B5EF4-FFF2-40B4-BE49-F238E27FC236}">
                <a16:creationId xmlns:a16="http://schemas.microsoft.com/office/drawing/2014/main" id="{FD837BC7-B7DB-480E-950E-6F54AA720E11}"/>
              </a:ext>
            </a:extLst>
          </p:cNvPr>
          <p:cNvSpPr>
            <a:spLocks noGrp="1"/>
          </p:cNvSpPr>
          <p:nvPr/>
        </p:nvSpPr>
        <p:spPr>
          <a:xfrm>
            <a:off x="8145838" y="4389789"/>
            <a:ext cx="4169534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09" name="Line">
            <a:extLst>
              <a:ext uri="{FF2B5EF4-FFF2-40B4-BE49-F238E27FC236}">
                <a16:creationId xmlns:a16="http://schemas.microsoft.com/office/drawing/2014/main" id="{C21F39AD-5E36-4E81-A24B-7955EBF11C39}"/>
              </a:ext>
            </a:extLst>
          </p:cNvPr>
          <p:cNvSpPr>
            <a:spLocks noGrp="1"/>
          </p:cNvSpPr>
          <p:nvPr/>
        </p:nvSpPr>
        <p:spPr>
          <a:xfrm>
            <a:off x="12774921" y="5043383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11" name="Self-Attention">
            <a:extLst>
              <a:ext uri="{FF2B5EF4-FFF2-40B4-BE49-F238E27FC236}">
                <a16:creationId xmlns:a16="http://schemas.microsoft.com/office/drawing/2014/main" id="{EE1A6946-B578-4755-BA48-B44C784D4062}"/>
              </a:ext>
            </a:extLst>
          </p:cNvPr>
          <p:cNvSpPr>
            <a:spLocks noGrp="1"/>
          </p:cNvSpPr>
          <p:nvPr/>
        </p:nvSpPr>
        <p:spPr>
          <a:xfrm>
            <a:off x="7922985" y="4627888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12" name="Self-Attention">
            <a:extLst>
              <a:ext uri="{FF2B5EF4-FFF2-40B4-BE49-F238E27FC236}">
                <a16:creationId xmlns:a16="http://schemas.microsoft.com/office/drawing/2014/main" id="{F52B069D-B638-4952-9EB2-CEA5DC38EE0D}"/>
              </a:ext>
            </a:extLst>
          </p:cNvPr>
          <p:cNvSpPr>
            <a:spLocks noGrp="1"/>
          </p:cNvSpPr>
          <p:nvPr/>
        </p:nvSpPr>
        <p:spPr>
          <a:xfrm>
            <a:off x="7698826" y="4868602"/>
            <a:ext cx="4169535" cy="1307190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13" name="Neural Network">
            <a:extLst>
              <a:ext uri="{FF2B5EF4-FFF2-40B4-BE49-F238E27FC236}">
                <a16:creationId xmlns:a16="http://schemas.microsoft.com/office/drawing/2014/main" id="{8FA57C30-F25C-4036-ACB0-3A96E7CE6015}"/>
              </a:ext>
            </a:extLst>
          </p:cNvPr>
          <p:cNvSpPr>
            <a:spLocks noGrp="1"/>
          </p:cNvSpPr>
          <p:nvPr/>
        </p:nvSpPr>
        <p:spPr>
          <a:xfrm>
            <a:off x="14745659" y="1149402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314" name="Rounded Rectangle">
            <a:extLst>
              <a:ext uri="{FF2B5EF4-FFF2-40B4-BE49-F238E27FC236}">
                <a16:creationId xmlns:a16="http://schemas.microsoft.com/office/drawing/2014/main" id="{C5A1A1F1-281E-4279-BC49-D993D00E2EBE}"/>
              </a:ext>
            </a:extLst>
          </p:cNvPr>
          <p:cNvSpPr>
            <a:spLocks noGrp="1"/>
          </p:cNvSpPr>
          <p:nvPr/>
        </p:nvSpPr>
        <p:spPr>
          <a:xfrm>
            <a:off x="21373256" y="63401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15" name="Line">
            <a:extLst>
              <a:ext uri="{FF2B5EF4-FFF2-40B4-BE49-F238E27FC236}">
                <a16:creationId xmlns:a16="http://schemas.microsoft.com/office/drawing/2014/main" id="{4DCFB671-360C-443F-B7FD-E0A03D66CDE9}"/>
              </a:ext>
            </a:extLst>
          </p:cNvPr>
          <p:cNvSpPr>
            <a:spLocks noGrp="1"/>
          </p:cNvSpPr>
          <p:nvPr/>
        </p:nvSpPr>
        <p:spPr>
          <a:xfrm>
            <a:off x="5496632" y="1802995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16" name="Rounded Rectangle">
            <a:extLst>
              <a:ext uri="{FF2B5EF4-FFF2-40B4-BE49-F238E27FC236}">
                <a16:creationId xmlns:a16="http://schemas.microsoft.com/office/drawing/2014/main" id="{94B39833-5B9C-408D-937E-A2D6641788B4}"/>
              </a:ext>
            </a:extLst>
          </p:cNvPr>
          <p:cNvSpPr>
            <a:spLocks noGrp="1"/>
          </p:cNvSpPr>
          <p:nvPr/>
        </p:nvSpPr>
        <p:spPr>
          <a:xfrm>
            <a:off x="1535891" y="634018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17" name="Line">
            <a:extLst>
              <a:ext uri="{FF2B5EF4-FFF2-40B4-BE49-F238E27FC236}">
                <a16:creationId xmlns:a16="http://schemas.microsoft.com/office/drawing/2014/main" id="{6BC4C7F4-C974-4FCD-B958-5309C15F2E50}"/>
              </a:ext>
            </a:extLst>
          </p:cNvPr>
          <p:cNvSpPr>
            <a:spLocks noGrp="1"/>
          </p:cNvSpPr>
          <p:nvPr/>
        </p:nvSpPr>
        <p:spPr>
          <a:xfrm>
            <a:off x="19374744" y="180299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18" name="Rounded Rectangle">
            <a:extLst>
              <a:ext uri="{FF2B5EF4-FFF2-40B4-BE49-F238E27FC236}">
                <a16:creationId xmlns:a16="http://schemas.microsoft.com/office/drawing/2014/main" id="{7571446D-44AD-45B3-93CA-846CA8374750}"/>
              </a:ext>
            </a:extLst>
          </p:cNvPr>
          <p:cNvSpPr>
            <a:spLocks noGrp="1"/>
          </p:cNvSpPr>
          <p:nvPr/>
        </p:nvSpPr>
        <p:spPr>
          <a:xfrm>
            <a:off x="4535563" y="63401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19" name="+">
            <a:extLst>
              <a:ext uri="{FF2B5EF4-FFF2-40B4-BE49-F238E27FC236}">
                <a16:creationId xmlns:a16="http://schemas.microsoft.com/office/drawing/2014/main" id="{EB830104-39F6-4D7F-AC72-33A63B0554C1}"/>
              </a:ext>
            </a:extLst>
          </p:cNvPr>
          <p:cNvSpPr>
            <a:spLocks noGrp="1"/>
          </p:cNvSpPr>
          <p:nvPr/>
        </p:nvSpPr>
        <p:spPr>
          <a:xfrm>
            <a:off x="2920289" y="1193395"/>
            <a:ext cx="655713" cy="12192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320" name="Self-Attention">
            <a:extLst>
              <a:ext uri="{FF2B5EF4-FFF2-40B4-BE49-F238E27FC236}">
                <a16:creationId xmlns:a16="http://schemas.microsoft.com/office/drawing/2014/main" id="{52CEF7D4-47DD-4B88-A02B-122CE051E663}"/>
              </a:ext>
            </a:extLst>
          </p:cNvPr>
          <p:cNvSpPr>
            <a:spLocks noGrp="1"/>
          </p:cNvSpPr>
          <p:nvPr/>
        </p:nvSpPr>
        <p:spPr>
          <a:xfrm>
            <a:off x="8145837" y="1149402"/>
            <a:ext cx="4169535" cy="1307192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21" name="Line">
            <a:extLst>
              <a:ext uri="{FF2B5EF4-FFF2-40B4-BE49-F238E27FC236}">
                <a16:creationId xmlns:a16="http://schemas.microsoft.com/office/drawing/2014/main" id="{22C7C619-6BC4-4157-A0B1-4B7929824C4E}"/>
              </a:ext>
            </a:extLst>
          </p:cNvPr>
          <p:cNvSpPr>
            <a:spLocks noGrp="1"/>
          </p:cNvSpPr>
          <p:nvPr/>
        </p:nvSpPr>
        <p:spPr>
          <a:xfrm>
            <a:off x="12774921" y="180299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3" name="Self-Attention">
            <a:extLst>
              <a:ext uri="{FF2B5EF4-FFF2-40B4-BE49-F238E27FC236}">
                <a16:creationId xmlns:a16="http://schemas.microsoft.com/office/drawing/2014/main" id="{453858F6-71FA-49EC-8354-7516FD051527}"/>
              </a:ext>
            </a:extLst>
          </p:cNvPr>
          <p:cNvSpPr>
            <a:spLocks noGrp="1"/>
          </p:cNvSpPr>
          <p:nvPr/>
        </p:nvSpPr>
        <p:spPr>
          <a:xfrm>
            <a:off x="7922985" y="1387501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24" name="Self-Attention">
            <a:extLst>
              <a:ext uri="{FF2B5EF4-FFF2-40B4-BE49-F238E27FC236}">
                <a16:creationId xmlns:a16="http://schemas.microsoft.com/office/drawing/2014/main" id="{8725B6FD-9802-41AD-A49D-A3FADA763D56}"/>
              </a:ext>
            </a:extLst>
          </p:cNvPr>
          <p:cNvSpPr>
            <a:spLocks noGrp="1"/>
          </p:cNvSpPr>
          <p:nvPr/>
        </p:nvSpPr>
        <p:spPr>
          <a:xfrm>
            <a:off x="7698826" y="1628215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26" name="Neural Network">
            <a:extLst>
              <a:ext uri="{FF2B5EF4-FFF2-40B4-BE49-F238E27FC236}">
                <a16:creationId xmlns:a16="http://schemas.microsoft.com/office/drawing/2014/main" id="{87225C97-3073-4DC9-BD47-ADD866826E5B}"/>
              </a:ext>
            </a:extLst>
          </p:cNvPr>
          <p:cNvSpPr>
            <a:spLocks noGrp="1"/>
          </p:cNvSpPr>
          <p:nvPr/>
        </p:nvSpPr>
        <p:spPr>
          <a:xfrm>
            <a:off x="14745659" y="7407712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327" name="Rounded Rectangle">
            <a:extLst>
              <a:ext uri="{FF2B5EF4-FFF2-40B4-BE49-F238E27FC236}">
                <a16:creationId xmlns:a16="http://schemas.microsoft.com/office/drawing/2014/main" id="{9C35E661-416F-4412-B1EC-202E4271B1A8}"/>
              </a:ext>
            </a:extLst>
          </p:cNvPr>
          <p:cNvSpPr>
            <a:spLocks noGrp="1"/>
          </p:cNvSpPr>
          <p:nvPr/>
        </p:nvSpPr>
        <p:spPr>
          <a:xfrm>
            <a:off x="21373256" y="689232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28" name="Line">
            <a:extLst>
              <a:ext uri="{FF2B5EF4-FFF2-40B4-BE49-F238E27FC236}">
                <a16:creationId xmlns:a16="http://schemas.microsoft.com/office/drawing/2014/main" id="{CB35983C-6FDA-4FCD-94D7-ACB572CE919C}"/>
              </a:ext>
            </a:extLst>
          </p:cNvPr>
          <p:cNvSpPr>
            <a:spLocks noGrp="1"/>
          </p:cNvSpPr>
          <p:nvPr/>
        </p:nvSpPr>
        <p:spPr>
          <a:xfrm>
            <a:off x="5496632" y="8061305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29" name="Rounded Rectangle">
            <a:extLst>
              <a:ext uri="{FF2B5EF4-FFF2-40B4-BE49-F238E27FC236}">
                <a16:creationId xmlns:a16="http://schemas.microsoft.com/office/drawing/2014/main" id="{D5273020-5F2F-450B-9166-2FCA91E856CB}"/>
              </a:ext>
            </a:extLst>
          </p:cNvPr>
          <p:cNvSpPr>
            <a:spLocks noGrp="1"/>
          </p:cNvSpPr>
          <p:nvPr/>
        </p:nvSpPr>
        <p:spPr>
          <a:xfrm>
            <a:off x="1535891" y="6892328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30" name="Line">
            <a:extLst>
              <a:ext uri="{FF2B5EF4-FFF2-40B4-BE49-F238E27FC236}">
                <a16:creationId xmlns:a16="http://schemas.microsoft.com/office/drawing/2014/main" id="{18148745-847C-4A58-8E3F-34E610B93073}"/>
              </a:ext>
            </a:extLst>
          </p:cNvPr>
          <p:cNvSpPr>
            <a:spLocks noGrp="1"/>
          </p:cNvSpPr>
          <p:nvPr/>
        </p:nvSpPr>
        <p:spPr>
          <a:xfrm>
            <a:off x="19374744" y="806130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31" name="Rounded Rectangle">
            <a:extLst>
              <a:ext uri="{FF2B5EF4-FFF2-40B4-BE49-F238E27FC236}">
                <a16:creationId xmlns:a16="http://schemas.microsoft.com/office/drawing/2014/main" id="{165AA897-484D-4593-862C-CE6FAB5D3061}"/>
              </a:ext>
            </a:extLst>
          </p:cNvPr>
          <p:cNvSpPr>
            <a:spLocks noGrp="1"/>
          </p:cNvSpPr>
          <p:nvPr/>
        </p:nvSpPr>
        <p:spPr>
          <a:xfrm>
            <a:off x="4535563" y="6892328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32" name="+">
            <a:extLst>
              <a:ext uri="{FF2B5EF4-FFF2-40B4-BE49-F238E27FC236}">
                <a16:creationId xmlns:a16="http://schemas.microsoft.com/office/drawing/2014/main" id="{B5D3FC51-4434-4C1B-851C-08426D621818}"/>
              </a:ext>
            </a:extLst>
          </p:cNvPr>
          <p:cNvSpPr>
            <a:spLocks noGrp="1"/>
          </p:cNvSpPr>
          <p:nvPr/>
        </p:nvSpPr>
        <p:spPr>
          <a:xfrm>
            <a:off x="2920289" y="7451705"/>
            <a:ext cx="655713" cy="12192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333" name="Self-Attention">
            <a:extLst>
              <a:ext uri="{FF2B5EF4-FFF2-40B4-BE49-F238E27FC236}">
                <a16:creationId xmlns:a16="http://schemas.microsoft.com/office/drawing/2014/main" id="{6E2077F6-3D76-49AA-A3A5-8AAA61A566A9}"/>
              </a:ext>
            </a:extLst>
          </p:cNvPr>
          <p:cNvSpPr>
            <a:spLocks noGrp="1"/>
          </p:cNvSpPr>
          <p:nvPr/>
        </p:nvSpPr>
        <p:spPr>
          <a:xfrm>
            <a:off x="8145837" y="7407712"/>
            <a:ext cx="4169535" cy="1307192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34" name="Line">
            <a:extLst>
              <a:ext uri="{FF2B5EF4-FFF2-40B4-BE49-F238E27FC236}">
                <a16:creationId xmlns:a16="http://schemas.microsoft.com/office/drawing/2014/main" id="{2C2BE3E4-803F-4E8E-A385-95385A405EDB}"/>
              </a:ext>
            </a:extLst>
          </p:cNvPr>
          <p:cNvSpPr>
            <a:spLocks noGrp="1"/>
          </p:cNvSpPr>
          <p:nvPr/>
        </p:nvSpPr>
        <p:spPr>
          <a:xfrm>
            <a:off x="12774921" y="8061307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36" name="Self-Attention">
            <a:extLst>
              <a:ext uri="{FF2B5EF4-FFF2-40B4-BE49-F238E27FC236}">
                <a16:creationId xmlns:a16="http://schemas.microsoft.com/office/drawing/2014/main" id="{2E5CC0EA-CB6A-40D7-90E7-AF482810EBFE}"/>
              </a:ext>
            </a:extLst>
          </p:cNvPr>
          <p:cNvSpPr>
            <a:spLocks noGrp="1"/>
          </p:cNvSpPr>
          <p:nvPr/>
        </p:nvSpPr>
        <p:spPr>
          <a:xfrm>
            <a:off x="7922985" y="7645811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37" name="Self-Attention">
            <a:extLst>
              <a:ext uri="{FF2B5EF4-FFF2-40B4-BE49-F238E27FC236}">
                <a16:creationId xmlns:a16="http://schemas.microsoft.com/office/drawing/2014/main" id="{CEDDFCDA-8909-4804-B9AD-56696E1FB654}"/>
              </a:ext>
            </a:extLst>
          </p:cNvPr>
          <p:cNvSpPr>
            <a:spLocks noGrp="1"/>
          </p:cNvSpPr>
          <p:nvPr/>
        </p:nvSpPr>
        <p:spPr>
          <a:xfrm>
            <a:off x="7698826" y="7886525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39" name="Neural Network">
            <a:extLst>
              <a:ext uri="{FF2B5EF4-FFF2-40B4-BE49-F238E27FC236}">
                <a16:creationId xmlns:a16="http://schemas.microsoft.com/office/drawing/2014/main" id="{6C8A2F5C-1EA1-4B28-ABB0-599106FD1CCF}"/>
              </a:ext>
            </a:extLst>
          </p:cNvPr>
          <p:cNvSpPr>
            <a:spLocks noGrp="1"/>
          </p:cNvSpPr>
          <p:nvPr/>
        </p:nvSpPr>
        <p:spPr>
          <a:xfrm>
            <a:off x="14745659" y="10639419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Rede Neural</a:t>
            </a:r>
          </a:p>
        </p:txBody>
      </p:sp>
      <p:sp>
        <p:nvSpPr>
          <p:cNvPr id="2340" name="Rounded Rectangle">
            <a:extLst>
              <a:ext uri="{FF2B5EF4-FFF2-40B4-BE49-F238E27FC236}">
                <a16:creationId xmlns:a16="http://schemas.microsoft.com/office/drawing/2014/main" id="{01FF88A9-0BEB-4A44-B755-C89571BD7DFD}"/>
              </a:ext>
            </a:extLst>
          </p:cNvPr>
          <p:cNvSpPr>
            <a:spLocks noGrp="1"/>
          </p:cNvSpPr>
          <p:nvPr/>
        </p:nvSpPr>
        <p:spPr>
          <a:xfrm>
            <a:off x="21373256" y="10124035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41" name="Line">
            <a:extLst>
              <a:ext uri="{FF2B5EF4-FFF2-40B4-BE49-F238E27FC236}">
                <a16:creationId xmlns:a16="http://schemas.microsoft.com/office/drawing/2014/main" id="{2B42E1A6-C80B-46B5-ABCF-1446BEA602C0}"/>
              </a:ext>
            </a:extLst>
          </p:cNvPr>
          <p:cNvSpPr>
            <a:spLocks noGrp="1"/>
          </p:cNvSpPr>
          <p:nvPr/>
        </p:nvSpPr>
        <p:spPr>
          <a:xfrm>
            <a:off x="5496632" y="11293012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42" name="Rounded Rectangle">
            <a:extLst>
              <a:ext uri="{FF2B5EF4-FFF2-40B4-BE49-F238E27FC236}">
                <a16:creationId xmlns:a16="http://schemas.microsoft.com/office/drawing/2014/main" id="{2EF8529B-B8A7-4515-9391-A6361C958DB1}"/>
              </a:ext>
            </a:extLst>
          </p:cNvPr>
          <p:cNvSpPr>
            <a:spLocks noGrp="1"/>
          </p:cNvSpPr>
          <p:nvPr/>
        </p:nvSpPr>
        <p:spPr>
          <a:xfrm>
            <a:off x="1535891" y="10124035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43" name="Line">
            <a:extLst>
              <a:ext uri="{FF2B5EF4-FFF2-40B4-BE49-F238E27FC236}">
                <a16:creationId xmlns:a16="http://schemas.microsoft.com/office/drawing/2014/main" id="{F65140AC-41EF-46F0-94D7-6366DA0B52B7}"/>
              </a:ext>
            </a:extLst>
          </p:cNvPr>
          <p:cNvSpPr>
            <a:spLocks noGrp="1"/>
          </p:cNvSpPr>
          <p:nvPr/>
        </p:nvSpPr>
        <p:spPr>
          <a:xfrm>
            <a:off x="19374744" y="11293014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44" name="Rounded Rectangle">
            <a:extLst>
              <a:ext uri="{FF2B5EF4-FFF2-40B4-BE49-F238E27FC236}">
                <a16:creationId xmlns:a16="http://schemas.microsoft.com/office/drawing/2014/main" id="{85912DA2-894B-46F4-8B18-6175703D7E21}"/>
              </a:ext>
            </a:extLst>
          </p:cNvPr>
          <p:cNvSpPr>
            <a:spLocks noGrp="1"/>
          </p:cNvSpPr>
          <p:nvPr/>
        </p:nvSpPr>
        <p:spPr>
          <a:xfrm>
            <a:off x="4535563" y="10124035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45" name="+">
            <a:extLst>
              <a:ext uri="{FF2B5EF4-FFF2-40B4-BE49-F238E27FC236}">
                <a16:creationId xmlns:a16="http://schemas.microsoft.com/office/drawing/2014/main" id="{38862067-41B3-47EA-B9D5-2C63392FC6C4}"/>
              </a:ext>
            </a:extLst>
          </p:cNvPr>
          <p:cNvSpPr>
            <a:spLocks noGrp="1"/>
          </p:cNvSpPr>
          <p:nvPr/>
        </p:nvSpPr>
        <p:spPr>
          <a:xfrm>
            <a:off x="2920289" y="10683412"/>
            <a:ext cx="655713" cy="12192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346" name="Self-Attention">
            <a:extLst>
              <a:ext uri="{FF2B5EF4-FFF2-40B4-BE49-F238E27FC236}">
                <a16:creationId xmlns:a16="http://schemas.microsoft.com/office/drawing/2014/main" id="{DC5F9A1B-F106-46C8-8BDE-6DBACF6939FA}"/>
              </a:ext>
            </a:extLst>
          </p:cNvPr>
          <p:cNvSpPr>
            <a:spLocks noGrp="1"/>
          </p:cNvSpPr>
          <p:nvPr/>
        </p:nvSpPr>
        <p:spPr>
          <a:xfrm>
            <a:off x="8145837" y="10639419"/>
            <a:ext cx="4169535" cy="1307192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47" name="Line">
            <a:extLst>
              <a:ext uri="{FF2B5EF4-FFF2-40B4-BE49-F238E27FC236}">
                <a16:creationId xmlns:a16="http://schemas.microsoft.com/office/drawing/2014/main" id="{F7CEA4A1-25EB-4CEE-AC63-37C6B326790F}"/>
              </a:ext>
            </a:extLst>
          </p:cNvPr>
          <p:cNvSpPr>
            <a:spLocks noGrp="1"/>
          </p:cNvSpPr>
          <p:nvPr/>
        </p:nvSpPr>
        <p:spPr>
          <a:xfrm>
            <a:off x="12774921" y="11293014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49" name="Self-Attention">
            <a:extLst>
              <a:ext uri="{FF2B5EF4-FFF2-40B4-BE49-F238E27FC236}">
                <a16:creationId xmlns:a16="http://schemas.microsoft.com/office/drawing/2014/main" id="{339477EF-C982-42AA-87BE-CEFDC6B13FFC}"/>
              </a:ext>
            </a:extLst>
          </p:cNvPr>
          <p:cNvSpPr>
            <a:spLocks noGrp="1"/>
          </p:cNvSpPr>
          <p:nvPr/>
        </p:nvSpPr>
        <p:spPr>
          <a:xfrm>
            <a:off x="7922985" y="10877518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50" name="Self-Attention">
            <a:extLst>
              <a:ext uri="{FF2B5EF4-FFF2-40B4-BE49-F238E27FC236}">
                <a16:creationId xmlns:a16="http://schemas.microsoft.com/office/drawing/2014/main" id="{B5DA02C4-D376-4050-9B54-73AD09932727}"/>
              </a:ext>
            </a:extLst>
          </p:cNvPr>
          <p:cNvSpPr>
            <a:spLocks noGrp="1"/>
          </p:cNvSpPr>
          <p:nvPr/>
        </p:nvSpPr>
        <p:spPr>
          <a:xfrm>
            <a:off x="7698826" y="11118232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52" name="Rectangle">
            <a:extLst>
              <a:ext uri="{FF2B5EF4-FFF2-40B4-BE49-F238E27FC236}">
                <a16:creationId xmlns:a16="http://schemas.microsoft.com/office/drawing/2014/main" id="{FCBD70C5-367F-4906-94AE-CFF34AC6E281}"/>
              </a:ext>
            </a:extLst>
          </p:cNvPr>
          <p:cNvSpPr>
            <a:spLocks noGrp="1"/>
          </p:cNvSpPr>
          <p:nvPr/>
        </p:nvSpPr>
        <p:spPr>
          <a:xfrm>
            <a:off x="226497" y="273656"/>
            <a:ext cx="20940005" cy="13348533"/>
          </a:xfrm>
          <a:prstGeom prst="rect">
            <a:avLst/>
          </a:prstGeom>
          <a:solidFill>
            <a:srgbClr val="000000">
              <a:alpha val="75000"/>
            </a:srgbClr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53" name="encoded representations">
            <a:extLst>
              <a:ext uri="{FF2B5EF4-FFF2-40B4-BE49-F238E27FC236}">
                <a16:creationId xmlns:a16="http://schemas.microsoft.com/office/drawing/2014/main" id="{05F3EE02-CC59-476C-92A8-DBAC27933B5E}"/>
              </a:ext>
            </a:extLst>
          </p:cNvPr>
          <p:cNvSpPr>
            <a:spLocks noGrp="1"/>
          </p:cNvSpPr>
          <p:nvPr/>
        </p:nvSpPr>
        <p:spPr>
          <a:xfrm>
            <a:off x="15885371" y="12583618"/>
            <a:ext cx="7018131" cy="7112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4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representações codificadas</a:t>
            </a:r>
          </a:p>
        </p:txBody>
      </p:sp>
    </p:spTree>
    <p:extLst>
      <p:ext uri="{BB962C8B-B14F-4D97-AF65-F5344CB8AC3E}">
        <p14:creationId xmlns:p14="http://schemas.microsoft.com/office/powerpoint/2010/main" val="16628876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Line">
            <a:extLst>
              <a:ext uri="{FF2B5EF4-FFF2-40B4-BE49-F238E27FC236}">
                <a16:creationId xmlns:a16="http://schemas.microsoft.com/office/drawing/2014/main" id="{C49D66B5-DD71-4490-9815-9EA0047A6766}"/>
              </a:ext>
            </a:extLst>
          </p:cNvPr>
          <p:cNvSpPr>
            <a:spLocks noGrp="1"/>
          </p:cNvSpPr>
          <p:nvPr/>
        </p:nvSpPr>
        <p:spPr>
          <a:xfrm flipV="1">
            <a:off x="4306470" y="8272148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56" name="previous…">
            <a:extLst>
              <a:ext uri="{FF2B5EF4-FFF2-40B4-BE49-F238E27FC236}">
                <a16:creationId xmlns:a16="http://schemas.microsoft.com/office/drawing/2014/main" id="{F7AB9C98-F42C-4051-B367-5B877D9642B6}"/>
              </a:ext>
            </a:extLst>
          </p:cNvPr>
          <p:cNvSpPr>
            <a:spLocks noGrp="1"/>
          </p:cNvSpPr>
          <p:nvPr/>
        </p:nvSpPr>
        <p:spPr>
          <a:xfrm>
            <a:off x="3073559" y="10233750"/>
            <a:ext cx="2465823" cy="1333698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saída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anterior</a:t>
            </a:r>
          </a:p>
        </p:txBody>
      </p:sp>
      <p:sp>
        <p:nvSpPr>
          <p:cNvPr id="2358" name="Line">
            <a:extLst>
              <a:ext uri="{FF2B5EF4-FFF2-40B4-BE49-F238E27FC236}">
                <a16:creationId xmlns:a16="http://schemas.microsoft.com/office/drawing/2014/main" id="{1DD1A899-BF49-4882-A6F4-0988C367FD6C}"/>
              </a:ext>
            </a:extLst>
          </p:cNvPr>
          <p:cNvSpPr>
            <a:spLocks noGrp="1"/>
          </p:cNvSpPr>
          <p:nvPr/>
        </p:nvSpPr>
        <p:spPr>
          <a:xfrm flipV="1">
            <a:off x="20287938" y="8272148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59" name="next…">
            <a:extLst>
              <a:ext uri="{FF2B5EF4-FFF2-40B4-BE49-F238E27FC236}">
                <a16:creationId xmlns:a16="http://schemas.microsoft.com/office/drawing/2014/main" id="{363EDB9A-3A15-4D64-9937-3359DC9C7D13}"/>
              </a:ext>
            </a:extLst>
          </p:cNvPr>
          <p:cNvSpPr>
            <a:spLocks noGrp="1"/>
          </p:cNvSpPr>
          <p:nvPr/>
        </p:nvSpPr>
        <p:spPr>
          <a:xfrm>
            <a:off x="19265436" y="10390505"/>
            <a:ext cx="2045006" cy="1333698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próxima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saída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361" name="Rounded Rectangle">
            <a:extLst>
              <a:ext uri="{FF2B5EF4-FFF2-40B4-BE49-F238E27FC236}">
                <a16:creationId xmlns:a16="http://schemas.microsoft.com/office/drawing/2014/main" id="{845B6EDA-4FAC-4ADA-9513-2787602A2BED}"/>
              </a:ext>
            </a:extLst>
          </p:cNvPr>
          <p:cNvSpPr>
            <a:spLocks noGrp="1"/>
          </p:cNvSpPr>
          <p:nvPr/>
        </p:nvSpPr>
        <p:spPr>
          <a:xfrm>
            <a:off x="4094052" y="5985285"/>
            <a:ext cx="424837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62" name="Line">
            <a:extLst>
              <a:ext uri="{FF2B5EF4-FFF2-40B4-BE49-F238E27FC236}">
                <a16:creationId xmlns:a16="http://schemas.microsoft.com/office/drawing/2014/main" id="{0BFAC38F-069B-4FD5-A534-C4D9FCD03B3B}"/>
              </a:ext>
            </a:extLst>
          </p:cNvPr>
          <p:cNvSpPr>
            <a:spLocks noGrp="1"/>
          </p:cNvSpPr>
          <p:nvPr/>
        </p:nvSpPr>
        <p:spPr>
          <a:xfrm flipV="1">
            <a:off x="7306141" y="8272148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3" name="positional…">
            <a:extLst>
              <a:ext uri="{FF2B5EF4-FFF2-40B4-BE49-F238E27FC236}">
                <a16:creationId xmlns:a16="http://schemas.microsoft.com/office/drawing/2014/main" id="{56D0FE25-B76F-410C-84FC-8F91A8EB6BE0}"/>
              </a:ext>
            </a:extLst>
          </p:cNvPr>
          <p:cNvSpPr>
            <a:spLocks noGrp="1"/>
          </p:cNvSpPr>
          <p:nvPr/>
        </p:nvSpPr>
        <p:spPr>
          <a:xfrm>
            <a:off x="5892985" y="10164930"/>
            <a:ext cx="2826315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</a:p>
        </p:txBody>
      </p:sp>
      <p:sp>
        <p:nvSpPr>
          <p:cNvPr id="2365" name="Rounded Rectangle">
            <a:extLst>
              <a:ext uri="{FF2B5EF4-FFF2-40B4-BE49-F238E27FC236}">
                <a16:creationId xmlns:a16="http://schemas.microsoft.com/office/drawing/2014/main" id="{F22BF1D0-5CFB-481C-B2CE-F66FA9DF2F22}"/>
              </a:ext>
            </a:extLst>
          </p:cNvPr>
          <p:cNvSpPr>
            <a:spLocks noGrp="1"/>
          </p:cNvSpPr>
          <p:nvPr/>
        </p:nvSpPr>
        <p:spPr>
          <a:xfrm>
            <a:off x="7093724" y="598528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66" name="+">
            <a:extLst>
              <a:ext uri="{FF2B5EF4-FFF2-40B4-BE49-F238E27FC236}">
                <a16:creationId xmlns:a16="http://schemas.microsoft.com/office/drawing/2014/main" id="{D5D48AB4-1272-4833-9AC4-ED8428AA5D6F}"/>
              </a:ext>
            </a:extLst>
          </p:cNvPr>
          <p:cNvSpPr>
            <a:spLocks noGrp="1"/>
          </p:cNvSpPr>
          <p:nvPr/>
        </p:nvSpPr>
        <p:spPr>
          <a:xfrm>
            <a:off x="5478450" y="6563180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367" name="Rounded Rectangle">
            <a:extLst>
              <a:ext uri="{FF2B5EF4-FFF2-40B4-BE49-F238E27FC236}">
                <a16:creationId xmlns:a16="http://schemas.microsoft.com/office/drawing/2014/main" id="{97B89D0B-A559-41E2-8CBE-CD8126E00741}"/>
              </a:ext>
            </a:extLst>
          </p:cNvPr>
          <p:cNvSpPr>
            <a:spLocks noGrp="1"/>
          </p:cNvSpPr>
          <p:nvPr/>
        </p:nvSpPr>
        <p:spPr>
          <a:xfrm>
            <a:off x="20075521" y="611228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68" name="Line">
            <a:extLst>
              <a:ext uri="{FF2B5EF4-FFF2-40B4-BE49-F238E27FC236}">
                <a16:creationId xmlns:a16="http://schemas.microsoft.com/office/drawing/2014/main" id="{432BACC1-E6A1-4C52-A4C0-9F0A55690ACA}"/>
              </a:ext>
            </a:extLst>
          </p:cNvPr>
          <p:cNvSpPr>
            <a:spLocks noGrp="1"/>
          </p:cNvSpPr>
          <p:nvPr/>
        </p:nvSpPr>
        <p:spPr>
          <a:xfrm>
            <a:off x="18676279" y="7172781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69" name="Neural…">
            <a:extLst>
              <a:ext uri="{FF2B5EF4-FFF2-40B4-BE49-F238E27FC236}">
                <a16:creationId xmlns:a16="http://schemas.microsoft.com/office/drawing/2014/main" id="{CA7AF771-5A21-4D3E-873B-853C379E9744}"/>
              </a:ext>
            </a:extLst>
          </p:cNvPr>
          <p:cNvSpPr>
            <a:spLocks noGrp="1"/>
          </p:cNvSpPr>
          <p:nvPr/>
        </p:nvSpPr>
        <p:spPr>
          <a:xfrm>
            <a:off x="15113354" y="6531952"/>
            <a:ext cx="3164366" cy="128165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lang="pt-BR" sz="3400" dirty="0">
                <a:solidFill>
                  <a:schemeClr val="bg1"/>
                </a:solidFill>
                <a:latin typeface="Helvetica"/>
                <a:ea typeface="Helvetica"/>
                <a:cs typeface="Helvetica"/>
              </a:rPr>
              <a:t>R</a:t>
            </a:r>
            <a:r>
              <a:rPr lang="pt-BR" sz="3400" b="0" dirty="0">
                <a:solidFill>
                  <a:schemeClr val="bg1"/>
                </a:solidFill>
                <a:latin typeface="Helvetica"/>
                <a:ea typeface="Helvetica"/>
                <a:cs typeface="Helvetica"/>
              </a:rPr>
              <a:t>ede Neural</a:t>
            </a:r>
            <a:endParaRPr sz="3400" b="0" dirty="0">
              <a:solidFill>
                <a:schemeClr val="bg1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371" name="Line">
            <a:extLst>
              <a:ext uri="{FF2B5EF4-FFF2-40B4-BE49-F238E27FC236}">
                <a16:creationId xmlns:a16="http://schemas.microsoft.com/office/drawing/2014/main" id="{46B8AC21-4219-4CAD-96A2-1793773399E9}"/>
              </a:ext>
            </a:extLst>
          </p:cNvPr>
          <p:cNvSpPr>
            <a:spLocks noGrp="1"/>
          </p:cNvSpPr>
          <p:nvPr/>
        </p:nvSpPr>
        <p:spPr>
          <a:xfrm>
            <a:off x="8054793" y="7154263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72" name="Self-Attention">
            <a:extLst>
              <a:ext uri="{FF2B5EF4-FFF2-40B4-BE49-F238E27FC236}">
                <a16:creationId xmlns:a16="http://schemas.microsoft.com/office/drawing/2014/main" id="{60EE60FE-A81E-4491-84C3-5A0E235AA2CB}"/>
              </a:ext>
            </a:extLst>
          </p:cNvPr>
          <p:cNvSpPr>
            <a:spLocks noGrp="1"/>
          </p:cNvSpPr>
          <p:nvPr/>
        </p:nvSpPr>
        <p:spPr>
          <a:xfrm>
            <a:off x="9944822" y="6384646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73" name="Self-Attention">
            <a:extLst>
              <a:ext uri="{FF2B5EF4-FFF2-40B4-BE49-F238E27FC236}">
                <a16:creationId xmlns:a16="http://schemas.microsoft.com/office/drawing/2014/main" id="{8AC95543-F309-4A4E-862A-36661C660F74}"/>
              </a:ext>
            </a:extLst>
          </p:cNvPr>
          <p:cNvSpPr>
            <a:spLocks noGrp="1"/>
          </p:cNvSpPr>
          <p:nvPr/>
        </p:nvSpPr>
        <p:spPr>
          <a:xfrm>
            <a:off x="9733775" y="6636993"/>
            <a:ext cx="3164364" cy="128165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74" name="Self-Attention">
            <a:extLst>
              <a:ext uri="{FF2B5EF4-FFF2-40B4-BE49-F238E27FC236}">
                <a16:creationId xmlns:a16="http://schemas.microsoft.com/office/drawing/2014/main" id="{82AAF1E4-2A3D-49A4-A1A8-5450B89BD95C}"/>
              </a:ext>
            </a:extLst>
          </p:cNvPr>
          <p:cNvSpPr>
            <a:spLocks noGrp="1"/>
          </p:cNvSpPr>
          <p:nvPr/>
        </p:nvSpPr>
        <p:spPr>
          <a:xfrm>
            <a:off x="9523126" y="6896224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sz="3400" dirty="0" err="1"/>
              <a:t>Autoatenção</a:t>
            </a:r>
            <a:endParaRPr sz="3400" dirty="0"/>
          </a:p>
        </p:txBody>
      </p:sp>
      <p:sp>
        <p:nvSpPr>
          <p:cNvPr id="2375" name="Line">
            <a:extLst>
              <a:ext uri="{FF2B5EF4-FFF2-40B4-BE49-F238E27FC236}">
                <a16:creationId xmlns:a16="http://schemas.microsoft.com/office/drawing/2014/main" id="{F77E6649-52F7-4166-B0E4-C6BEF6DE37E9}"/>
              </a:ext>
            </a:extLst>
          </p:cNvPr>
          <p:cNvSpPr>
            <a:spLocks noGrp="1"/>
          </p:cNvSpPr>
          <p:nvPr/>
        </p:nvSpPr>
        <p:spPr>
          <a:xfrm>
            <a:off x="13512941" y="7154263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77" name="Line">
            <a:extLst>
              <a:ext uri="{FF2B5EF4-FFF2-40B4-BE49-F238E27FC236}">
                <a16:creationId xmlns:a16="http://schemas.microsoft.com/office/drawing/2014/main" id="{47EEF2CD-8B92-4E3D-AB58-338C43E43885}"/>
              </a:ext>
            </a:extLst>
          </p:cNvPr>
          <p:cNvSpPr>
            <a:spLocks noGrp="1"/>
          </p:cNvSpPr>
          <p:nvPr/>
        </p:nvSpPr>
        <p:spPr>
          <a:xfrm>
            <a:off x="9360189" y="8669135"/>
            <a:ext cx="9003396" cy="1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78" name="x N">
            <a:extLst>
              <a:ext uri="{FF2B5EF4-FFF2-40B4-BE49-F238E27FC236}">
                <a16:creationId xmlns:a16="http://schemas.microsoft.com/office/drawing/2014/main" id="{1E56A9AF-CA63-4403-A59E-57FE8CA6F26B}"/>
              </a:ext>
            </a:extLst>
          </p:cNvPr>
          <p:cNvSpPr>
            <a:spLocks noGrp="1"/>
          </p:cNvSpPr>
          <p:nvPr/>
        </p:nvSpPr>
        <p:spPr>
          <a:xfrm>
            <a:off x="12448730" y="9133212"/>
            <a:ext cx="2826314" cy="7112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4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x N</a:t>
            </a:r>
          </a:p>
        </p:txBody>
      </p:sp>
    </p:spTree>
    <p:extLst>
      <p:ext uri="{BB962C8B-B14F-4D97-AF65-F5344CB8AC3E}">
        <p14:creationId xmlns:p14="http://schemas.microsoft.com/office/powerpoint/2010/main" val="153448109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Line">
            <a:extLst>
              <a:ext uri="{FF2B5EF4-FFF2-40B4-BE49-F238E27FC236}">
                <a16:creationId xmlns:a16="http://schemas.microsoft.com/office/drawing/2014/main" id="{F46F4369-6AC8-4700-97C5-5BF695319A21}"/>
              </a:ext>
            </a:extLst>
          </p:cNvPr>
          <p:cNvSpPr>
            <a:spLocks noGrp="1"/>
          </p:cNvSpPr>
          <p:nvPr/>
        </p:nvSpPr>
        <p:spPr>
          <a:xfrm flipV="1">
            <a:off x="1748960" y="8272148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81" name="previous…">
            <a:extLst>
              <a:ext uri="{FF2B5EF4-FFF2-40B4-BE49-F238E27FC236}">
                <a16:creationId xmlns:a16="http://schemas.microsoft.com/office/drawing/2014/main" id="{DFD98694-C282-478B-9D2D-DC572AC8968A}"/>
              </a:ext>
            </a:extLst>
          </p:cNvPr>
          <p:cNvSpPr>
            <a:spLocks noGrp="1"/>
          </p:cNvSpPr>
          <p:nvPr/>
        </p:nvSpPr>
        <p:spPr>
          <a:xfrm>
            <a:off x="516049" y="10198581"/>
            <a:ext cx="2465823" cy="1333698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saída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anterior</a:t>
            </a:r>
          </a:p>
        </p:txBody>
      </p:sp>
      <p:sp>
        <p:nvSpPr>
          <p:cNvPr id="2383" name="Line">
            <a:extLst>
              <a:ext uri="{FF2B5EF4-FFF2-40B4-BE49-F238E27FC236}">
                <a16:creationId xmlns:a16="http://schemas.microsoft.com/office/drawing/2014/main" id="{2B938E79-048A-4838-8DB5-7445918B6490}"/>
              </a:ext>
            </a:extLst>
          </p:cNvPr>
          <p:cNvSpPr>
            <a:spLocks noGrp="1"/>
          </p:cNvSpPr>
          <p:nvPr/>
        </p:nvSpPr>
        <p:spPr>
          <a:xfrm flipV="1">
            <a:off x="22845447" y="8272148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84" name="next…">
            <a:extLst>
              <a:ext uri="{FF2B5EF4-FFF2-40B4-BE49-F238E27FC236}">
                <a16:creationId xmlns:a16="http://schemas.microsoft.com/office/drawing/2014/main" id="{A7DDE58D-E5F4-4E1B-BAC2-E3BE8C1C69B0}"/>
              </a:ext>
            </a:extLst>
          </p:cNvPr>
          <p:cNvSpPr>
            <a:spLocks noGrp="1"/>
          </p:cNvSpPr>
          <p:nvPr/>
        </p:nvSpPr>
        <p:spPr>
          <a:xfrm>
            <a:off x="21822945" y="10309375"/>
            <a:ext cx="2045006" cy="1333698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próxima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saída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386" name="Rounded Rectangle">
            <a:extLst>
              <a:ext uri="{FF2B5EF4-FFF2-40B4-BE49-F238E27FC236}">
                <a16:creationId xmlns:a16="http://schemas.microsoft.com/office/drawing/2014/main" id="{4791239E-B9C4-49EF-8084-BE968292D6BB}"/>
              </a:ext>
            </a:extLst>
          </p:cNvPr>
          <p:cNvSpPr>
            <a:spLocks noGrp="1"/>
          </p:cNvSpPr>
          <p:nvPr/>
        </p:nvSpPr>
        <p:spPr>
          <a:xfrm>
            <a:off x="1536542" y="598528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87" name="Line">
            <a:extLst>
              <a:ext uri="{FF2B5EF4-FFF2-40B4-BE49-F238E27FC236}">
                <a16:creationId xmlns:a16="http://schemas.microsoft.com/office/drawing/2014/main" id="{4C2F16A7-C7EA-4992-B9D9-BDF3BDEAF0E2}"/>
              </a:ext>
            </a:extLst>
          </p:cNvPr>
          <p:cNvSpPr>
            <a:spLocks noGrp="1"/>
          </p:cNvSpPr>
          <p:nvPr/>
        </p:nvSpPr>
        <p:spPr>
          <a:xfrm flipV="1">
            <a:off x="4748631" y="8272148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88" name="positional…">
            <a:extLst>
              <a:ext uri="{FF2B5EF4-FFF2-40B4-BE49-F238E27FC236}">
                <a16:creationId xmlns:a16="http://schemas.microsoft.com/office/drawing/2014/main" id="{AA63E416-316B-4485-9834-E78A25E5FE8B}"/>
              </a:ext>
            </a:extLst>
          </p:cNvPr>
          <p:cNvSpPr>
            <a:spLocks noGrp="1"/>
          </p:cNvSpPr>
          <p:nvPr/>
        </p:nvSpPr>
        <p:spPr>
          <a:xfrm>
            <a:off x="3335475" y="10164930"/>
            <a:ext cx="2826315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390" name="Rounded Rectangle">
            <a:extLst>
              <a:ext uri="{FF2B5EF4-FFF2-40B4-BE49-F238E27FC236}">
                <a16:creationId xmlns:a16="http://schemas.microsoft.com/office/drawing/2014/main" id="{3D29DB47-04F4-4394-A491-83E73AC7A376}"/>
              </a:ext>
            </a:extLst>
          </p:cNvPr>
          <p:cNvSpPr>
            <a:spLocks noGrp="1"/>
          </p:cNvSpPr>
          <p:nvPr/>
        </p:nvSpPr>
        <p:spPr>
          <a:xfrm>
            <a:off x="4536214" y="598528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91" name="+">
            <a:extLst>
              <a:ext uri="{FF2B5EF4-FFF2-40B4-BE49-F238E27FC236}">
                <a16:creationId xmlns:a16="http://schemas.microsoft.com/office/drawing/2014/main" id="{70E6631F-0AD3-4536-8191-B736F7076C97}"/>
              </a:ext>
            </a:extLst>
          </p:cNvPr>
          <p:cNvSpPr>
            <a:spLocks noGrp="1"/>
          </p:cNvSpPr>
          <p:nvPr/>
        </p:nvSpPr>
        <p:spPr>
          <a:xfrm>
            <a:off x="2920941" y="6563180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+</a:t>
            </a:r>
          </a:p>
        </p:txBody>
      </p:sp>
      <p:sp>
        <p:nvSpPr>
          <p:cNvPr id="2392" name="Rounded Rectangle">
            <a:extLst>
              <a:ext uri="{FF2B5EF4-FFF2-40B4-BE49-F238E27FC236}">
                <a16:creationId xmlns:a16="http://schemas.microsoft.com/office/drawing/2014/main" id="{24EC80D1-BE00-496F-9B07-40E29E46B868}"/>
              </a:ext>
            </a:extLst>
          </p:cNvPr>
          <p:cNvSpPr>
            <a:spLocks noGrp="1"/>
          </p:cNvSpPr>
          <p:nvPr/>
        </p:nvSpPr>
        <p:spPr>
          <a:xfrm>
            <a:off x="22633030" y="6112285"/>
            <a:ext cx="424838" cy="2337958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 algn="ctr"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93" name="Line">
            <a:extLst>
              <a:ext uri="{FF2B5EF4-FFF2-40B4-BE49-F238E27FC236}">
                <a16:creationId xmlns:a16="http://schemas.microsoft.com/office/drawing/2014/main" id="{77FDCEE3-7D95-438C-AA85-24CB3D996869}"/>
              </a:ext>
            </a:extLst>
          </p:cNvPr>
          <p:cNvSpPr>
            <a:spLocks noGrp="1"/>
          </p:cNvSpPr>
          <p:nvPr/>
        </p:nvSpPr>
        <p:spPr>
          <a:xfrm>
            <a:off x="21233788" y="7172781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4" name="Neural…">
            <a:extLst>
              <a:ext uri="{FF2B5EF4-FFF2-40B4-BE49-F238E27FC236}">
                <a16:creationId xmlns:a16="http://schemas.microsoft.com/office/drawing/2014/main" id="{D4F17F25-13EE-4AD7-AD22-31DE393568E8}"/>
              </a:ext>
            </a:extLst>
          </p:cNvPr>
          <p:cNvSpPr>
            <a:spLocks noGrp="1"/>
          </p:cNvSpPr>
          <p:nvPr/>
        </p:nvSpPr>
        <p:spPr>
          <a:xfrm>
            <a:off x="17670863" y="6531952"/>
            <a:ext cx="3164366" cy="128165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lang="pt-BR" sz="3400" dirty="0">
                <a:solidFill>
                  <a:schemeClr val="bg1"/>
                </a:solidFill>
                <a:latin typeface="Helvetica"/>
                <a:ea typeface="Helvetica"/>
                <a:cs typeface="Helvetica"/>
              </a:rPr>
              <a:t>Rede Neural</a:t>
            </a:r>
          </a:p>
        </p:txBody>
      </p:sp>
      <p:sp>
        <p:nvSpPr>
          <p:cNvPr id="2396" name="Line">
            <a:extLst>
              <a:ext uri="{FF2B5EF4-FFF2-40B4-BE49-F238E27FC236}">
                <a16:creationId xmlns:a16="http://schemas.microsoft.com/office/drawing/2014/main" id="{E1A59C14-09B3-44CF-8CEB-D126A6C359E1}"/>
              </a:ext>
            </a:extLst>
          </p:cNvPr>
          <p:cNvSpPr>
            <a:spLocks noGrp="1"/>
          </p:cNvSpPr>
          <p:nvPr/>
        </p:nvSpPr>
        <p:spPr>
          <a:xfrm>
            <a:off x="5497284" y="7154263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397" name="Self-Attention">
            <a:extLst>
              <a:ext uri="{FF2B5EF4-FFF2-40B4-BE49-F238E27FC236}">
                <a16:creationId xmlns:a16="http://schemas.microsoft.com/office/drawing/2014/main" id="{C82B8CD6-3C50-4C1B-908A-4329347D2E84}"/>
              </a:ext>
            </a:extLst>
          </p:cNvPr>
          <p:cNvSpPr>
            <a:spLocks noGrp="1"/>
          </p:cNvSpPr>
          <p:nvPr/>
        </p:nvSpPr>
        <p:spPr>
          <a:xfrm>
            <a:off x="7387313" y="6384646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98" name="Self-Attention">
            <a:extLst>
              <a:ext uri="{FF2B5EF4-FFF2-40B4-BE49-F238E27FC236}">
                <a16:creationId xmlns:a16="http://schemas.microsoft.com/office/drawing/2014/main" id="{B1533F67-C36E-40E0-8BB0-18DC5F761321}"/>
              </a:ext>
            </a:extLst>
          </p:cNvPr>
          <p:cNvSpPr>
            <a:spLocks noGrp="1"/>
          </p:cNvSpPr>
          <p:nvPr/>
        </p:nvSpPr>
        <p:spPr>
          <a:xfrm>
            <a:off x="7176266" y="6636993"/>
            <a:ext cx="3164364" cy="128165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Autoatenção</a:t>
            </a:r>
          </a:p>
        </p:txBody>
      </p:sp>
      <p:sp>
        <p:nvSpPr>
          <p:cNvPr id="2399" name="Self-Attention">
            <a:extLst>
              <a:ext uri="{FF2B5EF4-FFF2-40B4-BE49-F238E27FC236}">
                <a16:creationId xmlns:a16="http://schemas.microsoft.com/office/drawing/2014/main" id="{6E72AB11-BEFA-4418-BE29-8F4B7DFD85B8}"/>
              </a:ext>
            </a:extLst>
          </p:cNvPr>
          <p:cNvSpPr>
            <a:spLocks noGrp="1"/>
          </p:cNvSpPr>
          <p:nvPr/>
        </p:nvSpPr>
        <p:spPr>
          <a:xfrm>
            <a:off x="6965617" y="6896224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sz="3400" dirty="0" err="1"/>
              <a:t>Autoatenção</a:t>
            </a:r>
            <a:endParaRPr sz="3400" dirty="0"/>
          </a:p>
        </p:txBody>
      </p:sp>
      <p:sp>
        <p:nvSpPr>
          <p:cNvPr id="2400" name="Line">
            <a:extLst>
              <a:ext uri="{FF2B5EF4-FFF2-40B4-BE49-F238E27FC236}">
                <a16:creationId xmlns:a16="http://schemas.microsoft.com/office/drawing/2014/main" id="{82853DDB-16D5-489A-A3FD-25C8A2AE1E28}"/>
              </a:ext>
            </a:extLst>
          </p:cNvPr>
          <p:cNvSpPr>
            <a:spLocks noGrp="1"/>
          </p:cNvSpPr>
          <p:nvPr/>
        </p:nvSpPr>
        <p:spPr>
          <a:xfrm>
            <a:off x="10955431" y="7154263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02" name="Attention">
            <a:extLst>
              <a:ext uri="{FF2B5EF4-FFF2-40B4-BE49-F238E27FC236}">
                <a16:creationId xmlns:a16="http://schemas.microsoft.com/office/drawing/2014/main" id="{54EBDD5F-E031-479B-ABCD-EA96BFA94F1F}"/>
              </a:ext>
            </a:extLst>
          </p:cNvPr>
          <p:cNvSpPr>
            <a:spLocks noGrp="1"/>
          </p:cNvSpPr>
          <p:nvPr/>
        </p:nvSpPr>
        <p:spPr>
          <a:xfrm>
            <a:off x="12845460" y="6384646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Atenção</a:t>
            </a:r>
          </a:p>
        </p:txBody>
      </p:sp>
      <p:sp>
        <p:nvSpPr>
          <p:cNvPr id="2403" name="Line">
            <a:extLst>
              <a:ext uri="{FF2B5EF4-FFF2-40B4-BE49-F238E27FC236}">
                <a16:creationId xmlns:a16="http://schemas.microsoft.com/office/drawing/2014/main" id="{30B71648-4C88-42BB-AC29-392F40966BD7}"/>
              </a:ext>
            </a:extLst>
          </p:cNvPr>
          <p:cNvSpPr>
            <a:spLocks noGrp="1"/>
          </p:cNvSpPr>
          <p:nvPr/>
        </p:nvSpPr>
        <p:spPr>
          <a:xfrm>
            <a:off x="16308254" y="7154264"/>
            <a:ext cx="1064182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04" name="Attention">
            <a:extLst>
              <a:ext uri="{FF2B5EF4-FFF2-40B4-BE49-F238E27FC236}">
                <a16:creationId xmlns:a16="http://schemas.microsoft.com/office/drawing/2014/main" id="{A95F510A-2FC4-4294-B86A-8715D3EA2C23}"/>
              </a:ext>
            </a:extLst>
          </p:cNvPr>
          <p:cNvSpPr>
            <a:spLocks noGrp="1"/>
          </p:cNvSpPr>
          <p:nvPr/>
        </p:nvSpPr>
        <p:spPr>
          <a:xfrm>
            <a:off x="12634414" y="6636994"/>
            <a:ext cx="3164364" cy="1281657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Atenção</a:t>
            </a:r>
          </a:p>
        </p:txBody>
      </p:sp>
      <p:sp>
        <p:nvSpPr>
          <p:cNvPr id="2405" name="Attention">
            <a:extLst>
              <a:ext uri="{FF2B5EF4-FFF2-40B4-BE49-F238E27FC236}">
                <a16:creationId xmlns:a16="http://schemas.microsoft.com/office/drawing/2014/main" id="{1516D692-FFB3-44BD-B178-84EDB785BCDD}"/>
              </a:ext>
            </a:extLst>
          </p:cNvPr>
          <p:cNvSpPr>
            <a:spLocks noGrp="1"/>
          </p:cNvSpPr>
          <p:nvPr/>
        </p:nvSpPr>
        <p:spPr>
          <a:xfrm>
            <a:off x="12423764" y="6896225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sz="3400" dirty="0" err="1"/>
              <a:t>Atenção</a:t>
            </a:r>
            <a:endParaRPr sz="3400" dirty="0"/>
          </a:p>
        </p:txBody>
      </p:sp>
      <p:sp>
        <p:nvSpPr>
          <p:cNvPr id="2406" name="Rounded Rectangle">
            <a:extLst>
              <a:ext uri="{FF2B5EF4-FFF2-40B4-BE49-F238E27FC236}">
                <a16:creationId xmlns:a16="http://schemas.microsoft.com/office/drawing/2014/main" id="{63E7BF9C-2F41-46BA-99D1-19921E18FA9F}"/>
              </a:ext>
            </a:extLst>
          </p:cNvPr>
          <p:cNvSpPr>
            <a:spLocks noGrp="1"/>
          </p:cNvSpPr>
          <p:nvPr/>
        </p:nvSpPr>
        <p:spPr>
          <a:xfrm>
            <a:off x="13188965" y="1207764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07" name="Rounded Rectangle">
            <a:extLst>
              <a:ext uri="{FF2B5EF4-FFF2-40B4-BE49-F238E27FC236}">
                <a16:creationId xmlns:a16="http://schemas.microsoft.com/office/drawing/2014/main" id="{BA210424-AADA-4344-8BCC-12F0EC44B3DF}"/>
              </a:ext>
            </a:extLst>
          </p:cNvPr>
          <p:cNvSpPr>
            <a:spLocks noGrp="1"/>
          </p:cNvSpPr>
          <p:nvPr/>
        </p:nvSpPr>
        <p:spPr>
          <a:xfrm>
            <a:off x="13793526" y="1207764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08" name="Rounded Rectangle">
            <a:extLst>
              <a:ext uri="{FF2B5EF4-FFF2-40B4-BE49-F238E27FC236}">
                <a16:creationId xmlns:a16="http://schemas.microsoft.com/office/drawing/2014/main" id="{5A1057EC-B587-47BD-8BBF-76ED1343824C}"/>
              </a:ext>
            </a:extLst>
          </p:cNvPr>
          <p:cNvSpPr>
            <a:spLocks noGrp="1"/>
          </p:cNvSpPr>
          <p:nvPr/>
        </p:nvSpPr>
        <p:spPr>
          <a:xfrm>
            <a:off x="14397409" y="1207764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09" name="Rounded Rectangle">
            <a:extLst>
              <a:ext uri="{FF2B5EF4-FFF2-40B4-BE49-F238E27FC236}">
                <a16:creationId xmlns:a16="http://schemas.microsoft.com/office/drawing/2014/main" id="{A010B497-1866-4CBB-8422-D54102668277}"/>
              </a:ext>
            </a:extLst>
          </p:cNvPr>
          <p:cNvSpPr>
            <a:spLocks noGrp="1"/>
          </p:cNvSpPr>
          <p:nvPr/>
        </p:nvSpPr>
        <p:spPr>
          <a:xfrm>
            <a:off x="15001291" y="1207764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10" name="encoded…">
            <a:extLst>
              <a:ext uri="{FF2B5EF4-FFF2-40B4-BE49-F238E27FC236}">
                <a16:creationId xmlns:a16="http://schemas.microsoft.com/office/drawing/2014/main" id="{26FCF014-5CF6-425C-90E9-F7C03DF9BA41}"/>
              </a:ext>
            </a:extLst>
          </p:cNvPr>
          <p:cNvSpPr>
            <a:spLocks noGrp="1"/>
          </p:cNvSpPr>
          <p:nvPr/>
        </p:nvSpPr>
        <p:spPr>
          <a:xfrm>
            <a:off x="15802371" y="1716342"/>
            <a:ext cx="4335626" cy="1320802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l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representações</a:t>
            </a:r>
          </a:p>
          <a:p>
            <a:pPr algn="l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codificadas</a:t>
            </a:r>
          </a:p>
        </p:txBody>
      </p:sp>
      <p:sp>
        <p:nvSpPr>
          <p:cNvPr id="2412" name="Line">
            <a:extLst>
              <a:ext uri="{FF2B5EF4-FFF2-40B4-BE49-F238E27FC236}">
                <a16:creationId xmlns:a16="http://schemas.microsoft.com/office/drawing/2014/main" id="{18C856E5-2AE1-4AE2-8FFE-6CAFB158EEB4}"/>
              </a:ext>
            </a:extLst>
          </p:cNvPr>
          <p:cNvSpPr>
            <a:spLocks noGrp="1"/>
          </p:cNvSpPr>
          <p:nvPr/>
        </p:nvSpPr>
        <p:spPr>
          <a:xfrm>
            <a:off x="14305495" y="3883246"/>
            <a:ext cx="1" cy="2015964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13" name="Line">
            <a:extLst>
              <a:ext uri="{FF2B5EF4-FFF2-40B4-BE49-F238E27FC236}">
                <a16:creationId xmlns:a16="http://schemas.microsoft.com/office/drawing/2014/main" id="{0108BB9C-35E0-44F5-9670-16567DF0A572}"/>
              </a:ext>
            </a:extLst>
          </p:cNvPr>
          <p:cNvSpPr>
            <a:spLocks noGrp="1"/>
          </p:cNvSpPr>
          <p:nvPr/>
        </p:nvSpPr>
        <p:spPr>
          <a:xfrm>
            <a:off x="6924189" y="8669135"/>
            <a:ext cx="14136357" cy="1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2414" name="x N">
            <a:extLst>
              <a:ext uri="{FF2B5EF4-FFF2-40B4-BE49-F238E27FC236}">
                <a16:creationId xmlns:a16="http://schemas.microsoft.com/office/drawing/2014/main" id="{6AF36A50-41BC-48CE-98E6-B99CA957248B}"/>
              </a:ext>
            </a:extLst>
          </p:cNvPr>
          <p:cNvSpPr>
            <a:spLocks noGrp="1"/>
          </p:cNvSpPr>
          <p:nvPr/>
        </p:nvSpPr>
        <p:spPr>
          <a:xfrm>
            <a:off x="12592788" y="9076595"/>
            <a:ext cx="2826315" cy="7112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4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x N</a:t>
            </a:r>
          </a:p>
        </p:txBody>
      </p:sp>
    </p:spTree>
    <p:extLst>
      <p:ext uri="{BB962C8B-B14F-4D97-AF65-F5344CB8AC3E}">
        <p14:creationId xmlns:p14="http://schemas.microsoft.com/office/powerpoint/2010/main" val="84863583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Line">
            <a:extLst>
              <a:ext uri="{FF2B5EF4-FFF2-40B4-BE49-F238E27FC236}">
                <a16:creationId xmlns:a16="http://schemas.microsoft.com/office/drawing/2014/main" id="{D19E9B39-253E-4C03-BB80-061EF6E2BF85}"/>
              </a:ext>
            </a:extLst>
          </p:cNvPr>
          <p:cNvSpPr>
            <a:spLocks noGrp="1"/>
          </p:cNvSpPr>
          <p:nvPr/>
        </p:nvSpPr>
        <p:spPr>
          <a:xfrm flipV="1">
            <a:off x="21597990" y="3721789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7" name="encoded…">
            <a:extLst>
              <a:ext uri="{FF2B5EF4-FFF2-40B4-BE49-F238E27FC236}">
                <a16:creationId xmlns:a16="http://schemas.microsoft.com/office/drawing/2014/main" id="{12A276E0-80A6-45CD-9E3D-68E29373CEE4}"/>
              </a:ext>
            </a:extLst>
          </p:cNvPr>
          <p:cNvSpPr>
            <a:spLocks noGrp="1"/>
          </p:cNvSpPr>
          <p:nvPr/>
        </p:nvSpPr>
        <p:spPr>
          <a:xfrm>
            <a:off x="19561890" y="4932851"/>
            <a:ext cx="4072201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representação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codificada</a:t>
            </a:r>
          </a:p>
        </p:txBody>
      </p:sp>
      <p:sp>
        <p:nvSpPr>
          <p:cNvPr id="2419" name="Line">
            <a:extLst>
              <a:ext uri="{FF2B5EF4-FFF2-40B4-BE49-F238E27FC236}">
                <a16:creationId xmlns:a16="http://schemas.microsoft.com/office/drawing/2014/main" id="{7C44A630-CAA7-46BA-B7D4-B4E0DB21E62C}"/>
              </a:ext>
            </a:extLst>
          </p:cNvPr>
          <p:cNvSpPr>
            <a:spLocks noGrp="1"/>
          </p:cNvSpPr>
          <p:nvPr/>
        </p:nvSpPr>
        <p:spPr>
          <a:xfrm flipV="1">
            <a:off x="1748307" y="3721789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0" name="input…">
            <a:extLst>
              <a:ext uri="{FF2B5EF4-FFF2-40B4-BE49-F238E27FC236}">
                <a16:creationId xmlns:a16="http://schemas.microsoft.com/office/drawing/2014/main" id="{EC1E4608-94CA-4648-B8FF-74B37A8D2F23}"/>
              </a:ext>
            </a:extLst>
          </p:cNvPr>
          <p:cNvSpPr>
            <a:spLocks noGrp="1"/>
          </p:cNvSpPr>
          <p:nvPr/>
        </p:nvSpPr>
        <p:spPr>
          <a:xfrm>
            <a:off x="699514" y="5234178"/>
            <a:ext cx="2097590" cy="718145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entrada</a:t>
            </a:r>
          </a:p>
        </p:txBody>
      </p:sp>
      <p:sp>
        <p:nvSpPr>
          <p:cNvPr id="2422" name="Line">
            <a:extLst>
              <a:ext uri="{FF2B5EF4-FFF2-40B4-BE49-F238E27FC236}">
                <a16:creationId xmlns:a16="http://schemas.microsoft.com/office/drawing/2014/main" id="{360B811F-909A-4FAC-813C-EDD5AFA1DC6B}"/>
              </a:ext>
            </a:extLst>
          </p:cNvPr>
          <p:cNvSpPr>
            <a:spLocks noGrp="1"/>
          </p:cNvSpPr>
          <p:nvPr/>
        </p:nvSpPr>
        <p:spPr>
          <a:xfrm flipV="1">
            <a:off x="4748631" y="3721789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3" name="positional…">
            <a:extLst>
              <a:ext uri="{FF2B5EF4-FFF2-40B4-BE49-F238E27FC236}">
                <a16:creationId xmlns:a16="http://schemas.microsoft.com/office/drawing/2014/main" id="{F606E2F2-D796-459D-906B-B73266CD942F}"/>
              </a:ext>
            </a:extLst>
          </p:cNvPr>
          <p:cNvSpPr>
            <a:spLocks noGrp="1"/>
          </p:cNvSpPr>
          <p:nvPr/>
        </p:nvSpPr>
        <p:spPr>
          <a:xfrm>
            <a:off x="3335475" y="4932851"/>
            <a:ext cx="2826315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</a:p>
        </p:txBody>
      </p:sp>
      <p:sp>
        <p:nvSpPr>
          <p:cNvPr id="2425" name="Line">
            <a:extLst>
              <a:ext uri="{FF2B5EF4-FFF2-40B4-BE49-F238E27FC236}">
                <a16:creationId xmlns:a16="http://schemas.microsoft.com/office/drawing/2014/main" id="{4F44576A-3A5E-4DB6-A551-49F5A03564FF}"/>
              </a:ext>
            </a:extLst>
          </p:cNvPr>
          <p:cNvSpPr>
            <a:spLocks noGrp="1"/>
          </p:cNvSpPr>
          <p:nvPr/>
        </p:nvSpPr>
        <p:spPr>
          <a:xfrm flipV="1">
            <a:off x="1748960" y="9258221"/>
            <a:ext cx="1" cy="121106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6" name="previous…">
            <a:extLst>
              <a:ext uri="{FF2B5EF4-FFF2-40B4-BE49-F238E27FC236}">
                <a16:creationId xmlns:a16="http://schemas.microsoft.com/office/drawing/2014/main" id="{C9CEA3EC-844F-4B91-B155-C7EB48F4E188}"/>
              </a:ext>
            </a:extLst>
          </p:cNvPr>
          <p:cNvSpPr>
            <a:spLocks noGrp="1"/>
          </p:cNvSpPr>
          <p:nvPr/>
        </p:nvSpPr>
        <p:spPr>
          <a:xfrm>
            <a:off x="516049" y="10646239"/>
            <a:ext cx="2465823" cy="1333698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saída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anterior</a:t>
            </a:r>
          </a:p>
        </p:txBody>
      </p:sp>
      <p:sp>
        <p:nvSpPr>
          <p:cNvPr id="2428" name="Line">
            <a:extLst>
              <a:ext uri="{FF2B5EF4-FFF2-40B4-BE49-F238E27FC236}">
                <a16:creationId xmlns:a16="http://schemas.microsoft.com/office/drawing/2014/main" id="{B9DEB5F8-D192-4C2B-89DF-0A81FAF56316}"/>
              </a:ext>
            </a:extLst>
          </p:cNvPr>
          <p:cNvSpPr>
            <a:spLocks noGrp="1"/>
          </p:cNvSpPr>
          <p:nvPr/>
        </p:nvSpPr>
        <p:spPr>
          <a:xfrm flipV="1">
            <a:off x="22845447" y="9258221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9" name="next…">
            <a:extLst>
              <a:ext uri="{FF2B5EF4-FFF2-40B4-BE49-F238E27FC236}">
                <a16:creationId xmlns:a16="http://schemas.microsoft.com/office/drawing/2014/main" id="{E5409B58-299C-4D31-AFE0-8437C32D1CDB}"/>
              </a:ext>
            </a:extLst>
          </p:cNvPr>
          <p:cNvSpPr>
            <a:spLocks noGrp="1"/>
          </p:cNvSpPr>
          <p:nvPr/>
        </p:nvSpPr>
        <p:spPr>
          <a:xfrm>
            <a:off x="21822945" y="10646239"/>
            <a:ext cx="2045006" cy="1333698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próxima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saída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431" name="Line">
            <a:extLst>
              <a:ext uri="{FF2B5EF4-FFF2-40B4-BE49-F238E27FC236}">
                <a16:creationId xmlns:a16="http://schemas.microsoft.com/office/drawing/2014/main" id="{572C7706-A529-41CE-A59A-EA25BD3F85DC}"/>
              </a:ext>
            </a:extLst>
          </p:cNvPr>
          <p:cNvSpPr>
            <a:spLocks noGrp="1"/>
          </p:cNvSpPr>
          <p:nvPr/>
        </p:nvSpPr>
        <p:spPr>
          <a:xfrm flipV="1">
            <a:off x="4748631" y="9258221"/>
            <a:ext cx="1" cy="12110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2" name="positional…">
            <a:extLst>
              <a:ext uri="{FF2B5EF4-FFF2-40B4-BE49-F238E27FC236}">
                <a16:creationId xmlns:a16="http://schemas.microsoft.com/office/drawing/2014/main" id="{3AA33067-A46B-4C62-B80D-CED7AE5A6692}"/>
              </a:ext>
            </a:extLst>
          </p:cNvPr>
          <p:cNvSpPr>
            <a:spLocks noGrp="1"/>
          </p:cNvSpPr>
          <p:nvPr/>
        </p:nvSpPr>
        <p:spPr>
          <a:xfrm>
            <a:off x="3335475" y="10646239"/>
            <a:ext cx="2826315" cy="1320800"/>
          </a:xfrm>
          <a:custGeom>
            <a:avLst/>
            <a:gdLst/>
            <a:ahLst/>
            <a:cxnLst/>
            <a:rect l="0" t="0" r="r" b="b"/>
            <a:pathLst>
              <a:path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noFill/>
          </a:ln>
        </p:spPr>
        <p:txBody>
          <a:bodyPr wrap="square" lIns="50800" tIns="50800" rIns="50800" bIns="50800" anchor="ctr">
            <a:spAutoFit/>
          </a:bodyPr>
          <a:lstStyle/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codificação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4000">
                <a:latin typeface="Helvetica"/>
                <a:ea typeface="Helvetica"/>
                <a:cs typeface="Helvetica"/>
              </a:defRPr>
            </a:pPr>
            <a:r>
              <a:rPr sz="40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posicional</a:t>
            </a:r>
            <a:endParaRPr sz="400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434" name="Rounded Rectangle">
            <a:extLst>
              <a:ext uri="{FF2B5EF4-FFF2-40B4-BE49-F238E27FC236}">
                <a16:creationId xmlns:a16="http://schemas.microsoft.com/office/drawing/2014/main" id="{F23EA7CC-4F10-4B34-BBA3-12694E603EE8}"/>
              </a:ext>
            </a:extLst>
          </p:cNvPr>
          <p:cNvSpPr>
            <a:spLocks noGrp="1"/>
          </p:cNvSpPr>
          <p:nvPr/>
        </p:nvSpPr>
        <p:spPr>
          <a:xfrm>
            <a:off x="1536542" y="7355506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35" name="Rounded Rectangle">
            <a:extLst>
              <a:ext uri="{FF2B5EF4-FFF2-40B4-BE49-F238E27FC236}">
                <a16:creationId xmlns:a16="http://schemas.microsoft.com/office/drawing/2014/main" id="{CEF97095-3423-4B62-BED7-82E9AAF4F2EE}"/>
              </a:ext>
            </a:extLst>
          </p:cNvPr>
          <p:cNvSpPr>
            <a:spLocks noGrp="1"/>
          </p:cNvSpPr>
          <p:nvPr/>
        </p:nvSpPr>
        <p:spPr>
          <a:xfrm>
            <a:off x="4536214" y="7355506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36" name="+">
            <a:extLst>
              <a:ext uri="{FF2B5EF4-FFF2-40B4-BE49-F238E27FC236}">
                <a16:creationId xmlns:a16="http://schemas.microsoft.com/office/drawing/2014/main" id="{E2D0528A-923B-4ACC-AE0E-67BE2C1047C8}"/>
              </a:ext>
            </a:extLst>
          </p:cNvPr>
          <p:cNvSpPr>
            <a:spLocks noGrp="1"/>
          </p:cNvSpPr>
          <p:nvPr/>
        </p:nvSpPr>
        <p:spPr>
          <a:xfrm>
            <a:off x="2920941" y="7933400"/>
            <a:ext cx="655713" cy="12192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2437" name="Rounded Rectangle">
            <a:extLst>
              <a:ext uri="{FF2B5EF4-FFF2-40B4-BE49-F238E27FC236}">
                <a16:creationId xmlns:a16="http://schemas.microsoft.com/office/drawing/2014/main" id="{E5F5635E-BE4F-4A6E-BF44-F0C555AF0E54}"/>
              </a:ext>
            </a:extLst>
          </p:cNvPr>
          <p:cNvSpPr>
            <a:spLocks noGrp="1"/>
          </p:cNvSpPr>
          <p:nvPr/>
        </p:nvSpPr>
        <p:spPr>
          <a:xfrm>
            <a:off x="22633030" y="7482506"/>
            <a:ext cx="424838" cy="2337957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059C8D7E-EA60-45CF-AC60-68BCB5C8BB7D}"/>
              </a:ext>
            </a:extLst>
          </p:cNvPr>
          <p:cNvSpPr>
            <a:spLocks noGrp="1"/>
          </p:cNvSpPr>
          <p:nvPr/>
        </p:nvSpPr>
        <p:spPr>
          <a:xfrm>
            <a:off x="21233788" y="8543001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9" name="Neural…">
            <a:extLst>
              <a:ext uri="{FF2B5EF4-FFF2-40B4-BE49-F238E27FC236}">
                <a16:creationId xmlns:a16="http://schemas.microsoft.com/office/drawing/2014/main" id="{20C3DD03-B8C1-4489-8DE3-7B4E2C5EC960}"/>
              </a:ext>
            </a:extLst>
          </p:cNvPr>
          <p:cNvSpPr>
            <a:spLocks noGrp="1"/>
          </p:cNvSpPr>
          <p:nvPr/>
        </p:nvSpPr>
        <p:spPr>
          <a:xfrm>
            <a:off x="17670863" y="7902172"/>
            <a:ext cx="3164366" cy="128165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algn="ctr"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lang="en-US" sz="3400" dirty="0"/>
              <a:t>Rede Neural</a:t>
            </a:r>
            <a:endParaRPr sz="3400" b="0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441" name="Line">
            <a:extLst>
              <a:ext uri="{FF2B5EF4-FFF2-40B4-BE49-F238E27FC236}">
                <a16:creationId xmlns:a16="http://schemas.microsoft.com/office/drawing/2014/main" id="{4929748F-C6B2-4977-9693-5DA7E6968C07}"/>
              </a:ext>
            </a:extLst>
          </p:cNvPr>
          <p:cNvSpPr>
            <a:spLocks noGrp="1"/>
          </p:cNvSpPr>
          <p:nvPr/>
        </p:nvSpPr>
        <p:spPr>
          <a:xfrm>
            <a:off x="5497284" y="8524483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2" name="Self-Attention">
            <a:extLst>
              <a:ext uri="{FF2B5EF4-FFF2-40B4-BE49-F238E27FC236}">
                <a16:creationId xmlns:a16="http://schemas.microsoft.com/office/drawing/2014/main" id="{32376444-7E0B-4146-A318-61281ED81F72}"/>
              </a:ext>
            </a:extLst>
          </p:cNvPr>
          <p:cNvSpPr>
            <a:spLocks noGrp="1"/>
          </p:cNvSpPr>
          <p:nvPr/>
        </p:nvSpPr>
        <p:spPr>
          <a:xfrm>
            <a:off x="7387313" y="7754866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Autoatenção</a:t>
            </a:r>
          </a:p>
        </p:txBody>
      </p:sp>
      <p:sp>
        <p:nvSpPr>
          <p:cNvPr id="2443" name="Self-Attention">
            <a:extLst>
              <a:ext uri="{FF2B5EF4-FFF2-40B4-BE49-F238E27FC236}">
                <a16:creationId xmlns:a16="http://schemas.microsoft.com/office/drawing/2014/main" id="{83F12487-F612-496C-A929-D42D159476EE}"/>
              </a:ext>
            </a:extLst>
          </p:cNvPr>
          <p:cNvSpPr>
            <a:spLocks noGrp="1"/>
          </p:cNvSpPr>
          <p:nvPr/>
        </p:nvSpPr>
        <p:spPr>
          <a:xfrm>
            <a:off x="7176266" y="8007213"/>
            <a:ext cx="3164364" cy="1281659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Autoatenção</a:t>
            </a:r>
          </a:p>
        </p:txBody>
      </p:sp>
      <p:sp>
        <p:nvSpPr>
          <p:cNvPr id="2444" name="Self-Attention">
            <a:extLst>
              <a:ext uri="{FF2B5EF4-FFF2-40B4-BE49-F238E27FC236}">
                <a16:creationId xmlns:a16="http://schemas.microsoft.com/office/drawing/2014/main" id="{5E3EAA95-E445-4092-8F7C-4CF5B404A4FA}"/>
              </a:ext>
            </a:extLst>
          </p:cNvPr>
          <p:cNvSpPr>
            <a:spLocks noGrp="1"/>
          </p:cNvSpPr>
          <p:nvPr/>
        </p:nvSpPr>
        <p:spPr>
          <a:xfrm>
            <a:off x="6965617" y="8266444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sz="3400"/>
              <a:t>Autoatenção</a:t>
            </a:r>
          </a:p>
        </p:txBody>
      </p:sp>
      <p:sp>
        <p:nvSpPr>
          <p:cNvPr id="2445" name="Line">
            <a:extLst>
              <a:ext uri="{FF2B5EF4-FFF2-40B4-BE49-F238E27FC236}">
                <a16:creationId xmlns:a16="http://schemas.microsoft.com/office/drawing/2014/main" id="{AF06D9C6-D87A-44A3-BD6A-B104C5F9B071}"/>
              </a:ext>
            </a:extLst>
          </p:cNvPr>
          <p:cNvSpPr>
            <a:spLocks noGrp="1"/>
          </p:cNvSpPr>
          <p:nvPr/>
        </p:nvSpPr>
        <p:spPr>
          <a:xfrm>
            <a:off x="10955431" y="8524483"/>
            <a:ext cx="1064182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7" name="Attention">
            <a:extLst>
              <a:ext uri="{FF2B5EF4-FFF2-40B4-BE49-F238E27FC236}">
                <a16:creationId xmlns:a16="http://schemas.microsoft.com/office/drawing/2014/main" id="{BA755104-472C-4B1B-AFAD-2C0CE822B96D}"/>
              </a:ext>
            </a:extLst>
          </p:cNvPr>
          <p:cNvSpPr>
            <a:spLocks noGrp="1"/>
          </p:cNvSpPr>
          <p:nvPr/>
        </p:nvSpPr>
        <p:spPr>
          <a:xfrm>
            <a:off x="12845460" y="7754866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Atenção</a:t>
            </a:r>
          </a:p>
        </p:txBody>
      </p:sp>
      <p:sp>
        <p:nvSpPr>
          <p:cNvPr id="2448" name="Line">
            <a:extLst>
              <a:ext uri="{FF2B5EF4-FFF2-40B4-BE49-F238E27FC236}">
                <a16:creationId xmlns:a16="http://schemas.microsoft.com/office/drawing/2014/main" id="{6888B22B-40CF-41B2-9CF2-88EB2FFE1332}"/>
              </a:ext>
            </a:extLst>
          </p:cNvPr>
          <p:cNvSpPr>
            <a:spLocks noGrp="1"/>
          </p:cNvSpPr>
          <p:nvPr/>
        </p:nvSpPr>
        <p:spPr>
          <a:xfrm>
            <a:off x="16308254" y="8524484"/>
            <a:ext cx="1064182" cy="1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9" name="Attention">
            <a:extLst>
              <a:ext uri="{FF2B5EF4-FFF2-40B4-BE49-F238E27FC236}">
                <a16:creationId xmlns:a16="http://schemas.microsoft.com/office/drawing/2014/main" id="{C85D1BE4-1833-47E9-AE03-548888414B01}"/>
              </a:ext>
            </a:extLst>
          </p:cNvPr>
          <p:cNvSpPr>
            <a:spLocks noGrp="1"/>
          </p:cNvSpPr>
          <p:nvPr/>
        </p:nvSpPr>
        <p:spPr>
          <a:xfrm>
            <a:off x="12634414" y="8007214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Atenção</a:t>
            </a:r>
          </a:p>
        </p:txBody>
      </p:sp>
      <p:sp>
        <p:nvSpPr>
          <p:cNvPr id="2450" name="Attention">
            <a:extLst>
              <a:ext uri="{FF2B5EF4-FFF2-40B4-BE49-F238E27FC236}">
                <a16:creationId xmlns:a16="http://schemas.microsoft.com/office/drawing/2014/main" id="{67BD8008-5127-41CF-B02E-BC62773433D3}"/>
              </a:ext>
            </a:extLst>
          </p:cNvPr>
          <p:cNvSpPr>
            <a:spLocks noGrp="1"/>
          </p:cNvSpPr>
          <p:nvPr/>
        </p:nvSpPr>
        <p:spPr>
          <a:xfrm>
            <a:off x="12423764" y="8266445"/>
            <a:ext cx="3164364" cy="1281658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</a:ln>
        </p:spPr>
        <p:txBody>
          <a:bodyPr lIns="50800" tIns="50800" rIns="50800" bIns="50800" anchor="ctr"/>
          <a:lstStyle>
            <a:lvl1pPr>
              <a:buNone/>
              <a:defRPr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sz="3400"/>
              <a:t>Atenção</a:t>
            </a:r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60DA4740-5D51-4C9B-89EB-1B07784D12B8}"/>
              </a:ext>
            </a:extLst>
          </p:cNvPr>
          <p:cNvSpPr>
            <a:spLocks noGrp="1"/>
          </p:cNvSpPr>
          <p:nvPr/>
        </p:nvSpPr>
        <p:spPr>
          <a:xfrm>
            <a:off x="6924189" y="10039356"/>
            <a:ext cx="14136357" cy="1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2" name="x N">
            <a:extLst>
              <a:ext uri="{FF2B5EF4-FFF2-40B4-BE49-F238E27FC236}">
                <a16:creationId xmlns:a16="http://schemas.microsoft.com/office/drawing/2014/main" id="{441ACF9A-D8E8-4625-81D5-88159D5DC11B}"/>
              </a:ext>
            </a:extLst>
          </p:cNvPr>
          <p:cNvSpPr>
            <a:spLocks noGrp="1"/>
          </p:cNvSpPr>
          <p:nvPr/>
        </p:nvSpPr>
        <p:spPr>
          <a:xfrm>
            <a:off x="12592788" y="10175009"/>
            <a:ext cx="2826315" cy="711201"/>
          </a:xfrm>
          <a:prstGeom prst="rect">
            <a:avLst/>
          </a:prstGeom>
          <a:ln w="12700"/>
        </p:spPr>
        <p:txBody>
          <a:bodyPr lIns="50800" tIns="50800" rIns="50800" bIns="50800" anchor="ctr">
            <a:spAutoFit/>
          </a:bodyPr>
          <a:lstStyle>
            <a:lvl1pPr>
              <a:buNone/>
              <a:defRPr sz="40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x N</a:t>
            </a:r>
          </a:p>
        </p:txBody>
      </p:sp>
      <p:sp>
        <p:nvSpPr>
          <p:cNvPr id="2453" name="Neural Network">
            <a:extLst>
              <a:ext uri="{FF2B5EF4-FFF2-40B4-BE49-F238E27FC236}">
                <a16:creationId xmlns:a16="http://schemas.microsoft.com/office/drawing/2014/main" id="{8F0E0FD3-F147-494C-ACCF-DCF05D81BAA1}"/>
              </a:ext>
            </a:extLst>
          </p:cNvPr>
          <p:cNvSpPr>
            <a:spLocks noGrp="1"/>
          </p:cNvSpPr>
          <p:nvPr/>
        </p:nvSpPr>
        <p:spPr>
          <a:xfrm>
            <a:off x="14745659" y="2251447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/>
              <a:t>Rede Neural</a:t>
            </a:r>
          </a:p>
        </p:txBody>
      </p:sp>
      <p:sp>
        <p:nvSpPr>
          <p:cNvPr id="2454" name="Rounded Rectangle">
            <a:extLst>
              <a:ext uri="{FF2B5EF4-FFF2-40B4-BE49-F238E27FC236}">
                <a16:creationId xmlns:a16="http://schemas.microsoft.com/office/drawing/2014/main" id="{10C7619A-46E2-45C1-8AD2-4AD345306AE5}"/>
              </a:ext>
            </a:extLst>
          </p:cNvPr>
          <p:cNvSpPr>
            <a:spLocks noGrp="1"/>
          </p:cNvSpPr>
          <p:nvPr/>
        </p:nvSpPr>
        <p:spPr>
          <a:xfrm>
            <a:off x="21373256" y="1736063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7891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55" name="Line">
            <a:extLst>
              <a:ext uri="{FF2B5EF4-FFF2-40B4-BE49-F238E27FC236}">
                <a16:creationId xmlns:a16="http://schemas.microsoft.com/office/drawing/2014/main" id="{71E303D6-5CC9-4326-82C9-E54C488D0700}"/>
              </a:ext>
            </a:extLst>
          </p:cNvPr>
          <p:cNvSpPr>
            <a:spLocks noGrp="1"/>
          </p:cNvSpPr>
          <p:nvPr/>
        </p:nvSpPr>
        <p:spPr>
          <a:xfrm>
            <a:off x="5496632" y="2905040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6" name="Rounded Rectangle">
            <a:extLst>
              <a:ext uri="{FF2B5EF4-FFF2-40B4-BE49-F238E27FC236}">
                <a16:creationId xmlns:a16="http://schemas.microsoft.com/office/drawing/2014/main" id="{00CE8FC7-5580-463C-BBDC-5AF5C08F2305}"/>
              </a:ext>
            </a:extLst>
          </p:cNvPr>
          <p:cNvSpPr>
            <a:spLocks noGrp="1"/>
          </p:cNvSpPr>
          <p:nvPr/>
        </p:nvSpPr>
        <p:spPr>
          <a:xfrm>
            <a:off x="1535891" y="1736063"/>
            <a:ext cx="424837" cy="2337959"/>
          </a:xfrm>
          <a:prstGeom prst="roundRect">
            <a:avLst>
              <a:gd name="adj" fmla="val 25378"/>
            </a:avLst>
          </a:prstGeom>
          <a:solidFill>
            <a:srgbClr val="002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179251A9-A1BA-4551-9D91-BA67B807C23F}"/>
              </a:ext>
            </a:extLst>
          </p:cNvPr>
          <p:cNvSpPr>
            <a:spLocks noGrp="1"/>
          </p:cNvSpPr>
          <p:nvPr/>
        </p:nvSpPr>
        <p:spPr>
          <a:xfrm>
            <a:off x="19374744" y="2905042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8" name="Rounded Rectangle">
            <a:extLst>
              <a:ext uri="{FF2B5EF4-FFF2-40B4-BE49-F238E27FC236}">
                <a16:creationId xmlns:a16="http://schemas.microsoft.com/office/drawing/2014/main" id="{2FD00D9F-1920-4D37-AAC1-48C301E8259F}"/>
              </a:ext>
            </a:extLst>
          </p:cNvPr>
          <p:cNvSpPr>
            <a:spLocks noGrp="1"/>
          </p:cNvSpPr>
          <p:nvPr/>
        </p:nvSpPr>
        <p:spPr>
          <a:xfrm>
            <a:off x="4535563" y="1736063"/>
            <a:ext cx="424838" cy="2337959"/>
          </a:xfrm>
          <a:prstGeom prst="roundRect">
            <a:avLst>
              <a:gd name="adj" fmla="val 25378"/>
            </a:avLst>
          </a:prstGeom>
          <a:solidFill>
            <a:srgbClr val="B362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100" b="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459" name="+">
            <a:extLst>
              <a:ext uri="{FF2B5EF4-FFF2-40B4-BE49-F238E27FC236}">
                <a16:creationId xmlns:a16="http://schemas.microsoft.com/office/drawing/2014/main" id="{B500AA78-1EA0-4ACD-95E7-2B351FB07650}"/>
              </a:ext>
            </a:extLst>
          </p:cNvPr>
          <p:cNvSpPr>
            <a:spLocks noGrp="1"/>
          </p:cNvSpPr>
          <p:nvPr/>
        </p:nvSpPr>
        <p:spPr>
          <a:xfrm>
            <a:off x="2920289" y="2295440"/>
            <a:ext cx="655713" cy="12192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+</a:t>
            </a:r>
          </a:p>
        </p:txBody>
      </p:sp>
      <p:sp>
        <p:nvSpPr>
          <p:cNvPr id="2460" name="Self-Attention">
            <a:extLst>
              <a:ext uri="{FF2B5EF4-FFF2-40B4-BE49-F238E27FC236}">
                <a16:creationId xmlns:a16="http://schemas.microsoft.com/office/drawing/2014/main" id="{06E2A8A0-381A-4916-9C3C-F4465E76C9F4}"/>
              </a:ext>
            </a:extLst>
          </p:cNvPr>
          <p:cNvSpPr>
            <a:spLocks noGrp="1"/>
          </p:cNvSpPr>
          <p:nvPr/>
        </p:nvSpPr>
        <p:spPr>
          <a:xfrm>
            <a:off x="8145837" y="2251447"/>
            <a:ext cx="4169535" cy="1307192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Autoatenção</a:t>
            </a:r>
          </a:p>
        </p:txBody>
      </p:sp>
      <p:sp>
        <p:nvSpPr>
          <p:cNvPr id="2461" name="Line">
            <a:extLst>
              <a:ext uri="{FF2B5EF4-FFF2-40B4-BE49-F238E27FC236}">
                <a16:creationId xmlns:a16="http://schemas.microsoft.com/office/drawing/2014/main" id="{CE2D87FE-DFEE-4973-9DEA-99D5A382A570}"/>
              </a:ext>
            </a:extLst>
          </p:cNvPr>
          <p:cNvSpPr>
            <a:spLocks noGrp="1"/>
          </p:cNvSpPr>
          <p:nvPr/>
        </p:nvSpPr>
        <p:spPr>
          <a:xfrm>
            <a:off x="12774921" y="2905042"/>
            <a:ext cx="1602463" cy="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3" name="Self-Attention">
            <a:extLst>
              <a:ext uri="{FF2B5EF4-FFF2-40B4-BE49-F238E27FC236}">
                <a16:creationId xmlns:a16="http://schemas.microsoft.com/office/drawing/2014/main" id="{D3FE43A1-7AEC-4D09-A8FF-11092731CF62}"/>
              </a:ext>
            </a:extLst>
          </p:cNvPr>
          <p:cNvSpPr>
            <a:spLocks noGrp="1"/>
          </p:cNvSpPr>
          <p:nvPr/>
        </p:nvSpPr>
        <p:spPr>
          <a:xfrm>
            <a:off x="7922985" y="2489546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Autoatenção</a:t>
            </a:r>
          </a:p>
        </p:txBody>
      </p:sp>
      <p:sp>
        <p:nvSpPr>
          <p:cNvPr id="2464" name="Self-Attention">
            <a:extLst>
              <a:ext uri="{FF2B5EF4-FFF2-40B4-BE49-F238E27FC236}">
                <a16:creationId xmlns:a16="http://schemas.microsoft.com/office/drawing/2014/main" id="{D4FCEBC2-4B88-4AC3-B9D6-A23A242E3590}"/>
              </a:ext>
            </a:extLst>
          </p:cNvPr>
          <p:cNvSpPr>
            <a:spLocks noGrp="1"/>
          </p:cNvSpPr>
          <p:nvPr/>
        </p:nvSpPr>
        <p:spPr>
          <a:xfrm>
            <a:off x="7698826" y="2730260"/>
            <a:ext cx="4169535" cy="1307191"/>
          </a:xfrm>
          <a:prstGeom prst="rect">
            <a:avLst/>
          </a:prstGeom>
          <a:solidFill>
            <a:srgbClr val="FFFFFF"/>
          </a:solidFill>
          <a:ln w="127000">
            <a:solidFill>
              <a:srgbClr val="0022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34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Autoatenção</a:t>
            </a:r>
            <a:endParaRPr dirty="0"/>
          </a:p>
        </p:txBody>
      </p:sp>
      <p:sp>
        <p:nvSpPr>
          <p:cNvPr id="2466" name="Line">
            <a:extLst>
              <a:ext uri="{FF2B5EF4-FFF2-40B4-BE49-F238E27FC236}">
                <a16:creationId xmlns:a16="http://schemas.microsoft.com/office/drawing/2014/main" id="{948EB3EC-4DF4-4464-BCEE-30BA658D7D92}"/>
              </a:ext>
            </a:extLst>
          </p:cNvPr>
          <p:cNvSpPr>
            <a:spLocks noGrp="1"/>
          </p:cNvSpPr>
          <p:nvPr/>
        </p:nvSpPr>
        <p:spPr>
          <a:xfrm flipH="1">
            <a:off x="14554069" y="4058405"/>
            <a:ext cx="6391481" cy="3474765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122066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2838</Words>
  <Application>Microsoft Macintosh PowerPoint</Application>
  <DocSecurity>0</DocSecurity>
  <PresentationFormat>Custom</PresentationFormat>
  <Paragraphs>1031</Paragraphs>
  <Slides>166</Slides>
  <Notes>166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166</vt:i4>
      </vt:variant>
    </vt:vector>
  </HeadingPairs>
  <TitlesOfParts>
    <vt:vector size="174" baseType="lpstr">
      <vt:lpstr>Cambria Math</vt:lpstr>
      <vt:lpstr>Consolas</vt:lpstr>
      <vt:lpstr>Helvetica</vt:lpstr>
      <vt:lpstr>Helvetica Neue</vt:lpstr>
      <vt:lpstr>Helvetica Neue Light</vt:lpstr>
      <vt:lpstr>Helvetica Neue Medium</vt:lpstr>
      <vt:lpstr>Times New Roman</vt:lpstr>
      <vt:lpstr>Black</vt:lpstr>
      <vt:lpstr>Linguagem</vt:lpstr>
      <vt:lpstr>Processamento de Linguagem Natural  (PLN / NLP)</vt:lpstr>
      <vt:lpstr>Processamento Linguagem Natural</vt:lpstr>
      <vt:lpstr>Sintaxe</vt:lpstr>
      <vt:lpstr>PowerPoint Presentation</vt:lpstr>
      <vt:lpstr>PowerPoint Presentation</vt:lpstr>
      <vt:lpstr>PowerPoint Presentation</vt:lpstr>
      <vt:lpstr>Semântica</vt:lpstr>
      <vt:lpstr>PowerPoint Presentation</vt:lpstr>
      <vt:lpstr>PowerPoint Presentation</vt:lpstr>
      <vt:lpstr>PowerPoint Presentation</vt:lpstr>
      <vt:lpstr>Processamento de  Linguagem Natural</vt:lpstr>
      <vt:lpstr>gramática formal</vt:lpstr>
      <vt:lpstr>Gramática Livre de Contexto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nltk</vt:lpstr>
      <vt:lpstr>n-grama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tokenização</vt:lpstr>
      <vt:lpstr>Cadeias de Markov</vt:lpstr>
      <vt:lpstr>PowerPoint Presentation</vt:lpstr>
      <vt:lpstr>Categorização de Texto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modelo saco de palavras (bag-of-words)</vt:lpstr>
      <vt:lpstr>Classificador Naive Bayes</vt:lpstr>
      <vt:lpstr>Regra de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suavização aditiva</vt:lpstr>
      <vt:lpstr>Laplace</vt:lpstr>
      <vt:lpstr>Representação de Palavras</vt:lpstr>
      <vt:lpstr>PowerPoint Presentation</vt:lpstr>
      <vt:lpstr>PowerPoint Presentation</vt:lpstr>
      <vt:lpstr>representação one-hot</vt:lpstr>
      <vt:lpstr>PowerPoint Presentation</vt:lpstr>
      <vt:lpstr>PowerPoint Presentation</vt:lpstr>
      <vt:lpstr>PowerPoint Presentation</vt:lpstr>
      <vt:lpstr>representação distribuída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word2vec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Redes Neurais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Atenção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23</cp:revision>
  <dcterms:created xsi:type="dcterms:W3CDTF">2026-09-02T22:05:52Z</dcterms:created>
  <dcterms:modified xsi:type="dcterms:W3CDTF">2026-09-08T22:43:49Z</dcterms:modified>
</cp:coreProperties>
</file>