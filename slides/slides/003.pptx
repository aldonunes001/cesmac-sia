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382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83" r:id="rId20"/>
    <p:sldId id="384" r:id="rId21"/>
    <p:sldId id="385" r:id="rId22"/>
    <p:sldId id="386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387" r:id="rId32"/>
    <p:sldId id="282" r:id="rId33"/>
    <p:sldId id="390" r:id="rId34"/>
    <p:sldId id="283" r:id="rId35"/>
    <p:sldId id="391" r:id="rId36"/>
    <p:sldId id="393" r:id="rId37"/>
    <p:sldId id="394" r:id="rId38"/>
    <p:sldId id="395" r:id="rId39"/>
    <p:sldId id="285" r:id="rId40"/>
    <p:sldId id="396" r:id="rId41"/>
    <p:sldId id="397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398" r:id="rId54"/>
    <p:sldId id="297" r:id="rId55"/>
    <p:sldId id="399" r:id="rId56"/>
    <p:sldId id="298" r:id="rId57"/>
    <p:sldId id="400" r:id="rId58"/>
    <p:sldId id="299" r:id="rId59"/>
    <p:sldId id="300" r:id="rId60"/>
    <p:sldId id="401" r:id="rId61"/>
    <p:sldId id="301" r:id="rId62"/>
    <p:sldId id="302" r:id="rId63"/>
    <p:sldId id="303" r:id="rId64"/>
    <p:sldId id="304" r:id="rId65"/>
    <p:sldId id="403" r:id="rId66"/>
    <p:sldId id="402" r:id="rId67"/>
    <p:sldId id="404" r:id="rId68"/>
    <p:sldId id="405" r:id="rId69"/>
    <p:sldId id="407" r:id="rId70"/>
    <p:sldId id="406" r:id="rId71"/>
    <p:sldId id="408" r:id="rId72"/>
    <p:sldId id="409" r:id="rId73"/>
    <p:sldId id="306" r:id="rId74"/>
    <p:sldId id="307" r:id="rId75"/>
    <p:sldId id="308" r:id="rId76"/>
    <p:sldId id="309" r:id="rId77"/>
    <p:sldId id="310" r:id="rId78"/>
    <p:sldId id="311" r:id="rId79"/>
    <p:sldId id="411" r:id="rId80"/>
    <p:sldId id="410" r:id="rId81"/>
    <p:sldId id="412" r:id="rId82"/>
    <p:sldId id="413" r:id="rId83"/>
    <p:sldId id="414" r:id="rId84"/>
    <p:sldId id="312" r:id="rId85"/>
    <p:sldId id="415" r:id="rId86"/>
    <p:sldId id="416" r:id="rId87"/>
    <p:sldId id="417" r:id="rId88"/>
    <p:sldId id="418" r:id="rId89"/>
    <p:sldId id="419" r:id="rId90"/>
    <p:sldId id="313" r:id="rId91"/>
    <p:sldId id="314" r:id="rId92"/>
    <p:sldId id="315" r:id="rId93"/>
    <p:sldId id="316" r:id="rId94"/>
    <p:sldId id="317" r:id="rId95"/>
    <p:sldId id="318" r:id="rId96"/>
    <p:sldId id="420" r:id="rId97"/>
    <p:sldId id="421" r:id="rId98"/>
    <p:sldId id="422" r:id="rId99"/>
    <p:sldId id="423" r:id="rId100"/>
    <p:sldId id="319" r:id="rId101"/>
    <p:sldId id="320" r:id="rId102"/>
    <p:sldId id="321" r:id="rId103"/>
    <p:sldId id="322" r:id="rId104"/>
    <p:sldId id="323" r:id="rId105"/>
    <p:sldId id="424" r:id="rId106"/>
    <p:sldId id="425" r:id="rId107"/>
    <p:sldId id="426" r:id="rId108"/>
    <p:sldId id="427" r:id="rId109"/>
    <p:sldId id="324" r:id="rId110"/>
    <p:sldId id="325" r:id="rId111"/>
    <p:sldId id="428" r:id="rId112"/>
    <p:sldId id="326" r:id="rId113"/>
    <p:sldId id="429" r:id="rId114"/>
    <p:sldId id="327" r:id="rId115"/>
    <p:sldId id="430" r:id="rId116"/>
    <p:sldId id="328" r:id="rId117"/>
    <p:sldId id="431" r:id="rId118"/>
    <p:sldId id="329" r:id="rId119"/>
    <p:sldId id="330" r:id="rId120"/>
    <p:sldId id="432" r:id="rId121"/>
    <p:sldId id="433" r:id="rId122"/>
    <p:sldId id="434" r:id="rId123"/>
    <p:sldId id="435" r:id="rId124"/>
    <p:sldId id="436" r:id="rId125"/>
    <p:sldId id="437" r:id="rId126"/>
    <p:sldId id="438" r:id="rId127"/>
    <p:sldId id="334" r:id="rId128"/>
    <p:sldId id="335" r:id="rId129"/>
    <p:sldId id="439" r:id="rId130"/>
    <p:sldId id="440" r:id="rId131"/>
    <p:sldId id="441" r:id="rId132"/>
    <p:sldId id="442" r:id="rId133"/>
    <p:sldId id="336" r:id="rId134"/>
    <p:sldId id="443" r:id="rId135"/>
    <p:sldId id="444" r:id="rId136"/>
    <p:sldId id="445" r:id="rId137"/>
    <p:sldId id="337" r:id="rId138"/>
    <p:sldId id="338" r:id="rId139"/>
    <p:sldId id="339" r:id="rId140"/>
    <p:sldId id="340" r:id="rId141"/>
    <p:sldId id="341" r:id="rId142"/>
    <p:sldId id="446" r:id="rId143"/>
    <p:sldId id="447" r:id="rId144"/>
    <p:sldId id="342" r:id="rId145"/>
    <p:sldId id="448" r:id="rId146"/>
    <p:sldId id="449" r:id="rId147"/>
    <p:sldId id="343" r:id="rId148"/>
    <p:sldId id="450" r:id="rId149"/>
    <p:sldId id="451" r:id="rId150"/>
    <p:sldId id="344" r:id="rId151"/>
    <p:sldId id="452" r:id="rId152"/>
    <p:sldId id="453" r:id="rId153"/>
    <p:sldId id="345" r:id="rId154"/>
    <p:sldId id="346" r:id="rId155"/>
    <p:sldId id="347" r:id="rId156"/>
    <p:sldId id="348" r:id="rId157"/>
    <p:sldId id="349" r:id="rId158"/>
    <p:sldId id="350" r:id="rId159"/>
    <p:sldId id="351" r:id="rId160"/>
    <p:sldId id="352" r:id="rId161"/>
    <p:sldId id="353" r:id="rId162"/>
    <p:sldId id="354" r:id="rId163"/>
    <p:sldId id="365" r:id="rId164"/>
    <p:sldId id="366" r:id="rId165"/>
    <p:sldId id="367" r:id="rId166"/>
    <p:sldId id="368" r:id="rId167"/>
    <p:sldId id="369" r:id="rId168"/>
    <p:sldId id="370" r:id="rId169"/>
    <p:sldId id="454" r:id="rId170"/>
    <p:sldId id="371" r:id="rId171"/>
    <p:sldId id="372" r:id="rId172"/>
    <p:sldId id="373" r:id="rId173"/>
    <p:sldId id="374" r:id="rId174"/>
    <p:sldId id="375" r:id="rId175"/>
    <p:sldId id="376" r:id="rId176"/>
    <p:sldId id="455" r:id="rId177"/>
    <p:sldId id="377" r:id="rId178"/>
    <p:sldId id="378" r:id="rId179"/>
    <p:sldId id="379" r:id="rId180"/>
    <p:sldId id="456" r:id="rId181"/>
  </p:sldIdLst>
  <p:sldSz cx="24384000" cy="13716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521"/>
  </p:normalViewPr>
  <p:slideViewPr>
    <p:cSldViewPr snapToGrid="0">
      <p:cViewPr varScale="1">
        <p:scale>
          <a:sx n="54" d="100"/>
          <a:sy n="54" d="100"/>
        </p:scale>
        <p:origin x="32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notesMaster" Target="notesMasters/notes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tableStyles" Target="tableStyle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ADDA1-B1B1-5C33-AAA0-5825B5EE1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6C418-F733-A441-F8FE-457DE54F2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46586-A03C-E185-60A6-BDDAD405E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E5DE8-8745-58F6-0F33-1080CD155C0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91552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E9A13-8806-8D7E-4AE6-3F57E1609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4D18B3-543E-E710-01E5-44433A33D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46449D-9C10-A60A-503B-B99B95FC9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0ABFA-8B81-B9CF-63A6-8A3909CA3E4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256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9D34D-A76F-E6D7-B90D-6083091FF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650C6D-F993-4F2E-F88A-8F858DC9F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A7BAC-84CE-174A-6F6A-F3CBA7952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F165D-6F3C-06E0-EEB4-271B091E40C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80050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AED36-6243-D8F7-574C-0099F01E3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5298F-81AD-024F-7315-C24AE45A8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A5416A-1151-E553-B6FE-8AFC95636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2CE5D-8E58-CAAD-DA9D-4F26C53079D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02723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46D81-90F7-B47C-74EB-6107C6C68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2F557-1E9A-9477-CB94-D0DA3FB51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BFF84-3A9F-33D8-733A-37E19B475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9B2C-7911-F4B3-C992-34C3DE3A94B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85489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FDB56-7AA3-BD38-B8F1-570E692A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B914D-8E9C-27CE-FED3-7F7A2D033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20134-7ACF-916C-9B07-0C51918B8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D1331-E8EE-ED13-60BA-D2E87C32BC2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255533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B9419-6744-439C-16B3-68913339D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274B9-75EC-7AA3-B0F3-D68B4E4C8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287AAC-3B33-19DF-64AD-48FC8D59C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BD741-9386-10E9-6313-E61F54FA3F2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30329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646D7-DDB7-EDA2-9132-CB115675D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BB4972-AC2C-C7F3-EF71-F4BB66B91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C2CD3-A20F-BEA4-ED1B-0FDDD732C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39538-9ECB-843E-2654-D1EB6109374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22472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6B404-4B76-3217-B232-D58798AF5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7383B-9F23-832C-4F29-CC0E598AB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31B6C-6686-E013-A9B1-6C8D7D2B7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77F78-95AC-8C4A-E2E6-3C56D07B93B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58054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2178F-1124-7A08-EA97-A983C64A2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01B5CC-8949-DE6F-E68A-932B392FA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7E9490-35A5-E36B-435A-00DAD9A8D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C6EC7-5395-CE4A-D5FC-D42B632E65C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76452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7EC7D-BC5E-A597-9FE4-864EE7EB4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312253-A113-F867-2F14-AA9A34A04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3D4AA6-C5F6-FDC0-54D4-58DECFA1F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D5D41-FF01-6785-3B25-D0CD1542F0F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7419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581AB-357E-2188-06A2-CF700B89E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0D2524-7A66-E7F7-5175-53E154938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8D6E5-CF4D-F299-8686-247349DF5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2928F-59B1-10F1-569B-116A642A6B6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345210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08BE2-049E-49F2-24E0-50705A493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2218C-8610-2A9E-E74F-7446DE288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EF4F5C-8D2F-BB3B-C9DC-785FDDD06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AD658-4ED5-2B6A-EA4B-584DF7F6558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313591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A30E9-8195-0ED5-AA34-3B69B6F80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4CD4A-6413-3D58-BD6E-292D16B3D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EE6E8C-2A88-9CC3-B685-BFB95BEB2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73897-F9EA-B55C-2E07-19810A812A8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1634312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4D6E7-84F5-D58A-D875-E9B695CA0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17C56-81AB-0415-1690-F5E6CDAB6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4D7F19-5F50-4F8B-A20C-3F014F0DA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22612-F17E-EAFD-00D5-084633E029E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860331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529F1-734E-89FA-E843-F7179EAC1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1F2E0A-20E4-63C9-61B1-FBD7334AF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61D656-EDDA-2CEA-9FE8-4C10E7BEE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37DE5-C7E5-0FA0-E055-DAF6B2FECD3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162286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21CC2-591C-8F36-88EE-D104271D9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70B68-ADB7-27AD-4958-14370C78C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6A141-58A4-A7FF-E5CF-C865607EB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E28F2-E28D-04FD-93E5-41DFCAE39BC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126805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249BD-4D10-FF78-4AE7-B9161EA09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9A9F02-1C9D-DC11-C57D-51FC25BD7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8C4BA-F809-39FD-D2F4-4DA62D272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6216C-99A6-481B-6795-7017AB1B1AE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514994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9D61B-FCBF-CE17-D25E-A594BC5AA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E3D33E-F647-F14E-F607-403037529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110B7-E46E-5798-06F1-AE75B9118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6D107-75F3-E080-1ABE-708B8B24D91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975139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92ACE-AD90-FBD0-1AA5-9C2FA55F4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A58AC-27A6-C46E-F411-A97A7AAD7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07725-5A02-8243-7E90-F7DB5A4D3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483B7-4E7F-3690-AEF3-67A37B8A777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309121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A4CA0-54EB-C8D5-B501-2D80B5FE5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E8A0B-F7C6-642B-A42F-D8C47D320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45CF8-B035-E6BE-6392-EF19BFAAA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63314-08CA-3806-7975-DDBBBFFCF70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892191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C92A4-A076-55EB-F24A-7C3A81763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E74D4-F3BA-FA6C-8242-3B109ADD6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934BF-5397-7B2C-4E01-C00A9EC4D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D63DD-443E-08C3-4AB2-951AF57381B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393459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55222-EC77-9F1D-0DAD-677871E7F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37670-198E-438C-D4AB-F6641B24E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4C8EF-98CE-6D78-1DD9-75C5D0D27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CE46A-98A0-C09C-9776-0A2378D1430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639253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D3517-5020-C284-0EEE-DD747456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BF0DF-A432-736D-798F-A06BC8698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E3D1A-E984-887A-8BE6-EB891618B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DDD07-779C-87DD-071E-66C6C6454D4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4448002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F9FDA-874C-1527-E7CD-02315F4A7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B9B8E-A606-3C2A-77F8-F6682C765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DA80EA-3A40-DD11-29E0-410CFBD2F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EF0C5-259C-0370-6784-79264183A97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275072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00258-3C1A-F7A1-D604-F248BBCA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03AE89-A9AA-77ED-EF8C-D032187FF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8C810-1898-706F-EBA6-2CAEE6E4A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AEC34-9A16-A55C-C4B6-FE37F2598FA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200713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28A6F-6744-EF87-0903-C2FD5301F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6F7827-701C-8ED7-0B3A-C70B58297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FE9A8-1B92-2795-243A-1E46336AA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C270B-CCC4-F123-40BA-3C808C770F0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049428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7790C-DD00-6744-1780-1BEC193B0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4D97C-F519-643D-89BC-A450E4BDC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294C1-07A4-1202-F2D4-6A28258B3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88592-CC0C-7C78-57B7-D3D8D4B678A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736646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5A57E-1A41-D435-6691-C0957099A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1169F6-2429-F15E-E83B-6133555E5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B311C5-5678-E557-962F-128D9EF55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FC964-D641-0465-0C14-CCE290D89C9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092318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5F18E-0041-BC37-C4A9-15642F4B4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9423E-46E0-C8BD-A0B3-62D508A45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30956-2C1C-4524-3399-0245A67EA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3D6DD-5022-AC52-2C83-B29695AAD51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614316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15A72-426F-C636-EAF5-31C7F52DC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C8EAFA-F930-8E80-6E44-6419967FB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F3C78-E5EC-D66A-B711-68746170A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7AB96-6675-F882-71F2-A6311426678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494192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4C458-A6D1-AEB7-B66F-9EF384118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03D15-3F66-62AD-BBD0-BC7222984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C014A2-2060-8012-9681-DAB8F1640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B2091-7CAC-DC13-4FB5-DF8B88C717D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477118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99164-9392-1086-5DB6-311DA1FBE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A7871-4241-81A5-27A8-E389D66F9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994BC-4828-8873-B5B7-CFB9E7D04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4E663-DFD7-61B0-21FB-4E5EB14DEE8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532287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392D3-A2BF-5E64-0590-F011C2AE1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6B12C3-CB18-9AF0-FADD-9C339838E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4B8759-D20A-CD49-F1D8-B267E667E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E40DC-44FC-C85F-E497-1354F5A4CA2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5710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D33A9-F2AB-7109-08EC-8E63DC679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1BE538-A73A-E0DA-FD01-3F1EE4BDF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43CFA-5975-DD4E-D876-7E60F76AE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FB5F0-EF7F-C5FA-91DA-13CF9D4C5AA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7664345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0CE24-4807-7BF9-09A0-511A6FE69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9926A-7EE5-E8C8-76F2-A28A7094D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8F46AE-8898-393B-2202-ADFC6AF7C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C47AC-2BD8-7F97-86E5-9B28E817568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280094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A93FA-DE88-D695-286F-3815F4725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1CD63-E7CC-9DA4-64D4-E9A15C3AE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2FBB6-9FD2-BC68-BECF-AF14AA31B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0C372-89A4-C9AE-5192-79EE274A6D9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906067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F2E21-B0DC-23E7-BBB4-A4926F1D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C44B1-A337-69B2-85A6-D6F221A8E2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87C76-BD32-886C-6E1B-160BA15B7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F2CC5-D3C6-AC28-55BA-7000E1EEDD6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749434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A3472-4ED4-7302-D281-7890F12DE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8199D-1C98-3CC9-3075-68036C90E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2CDD4-E709-710A-31B9-FEF2A5727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134D4-02DF-8FD5-FC04-B06E47A47F7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8853610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AF7D1-7399-D94F-A712-FC1F64A77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7F18CD-47C2-1EA3-7C6D-982C03651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576F5-8EA7-7860-B557-E5B0BA44F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18FEA-5E9A-EF4F-D5D9-B8ECDFAF060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6529602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BBE1F-3AB3-05B7-64AB-B2A9C6046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9A23FA-B388-0D24-CD5E-57555D28C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EAC1CD-7780-8149-7DB4-33CA1E53C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E94FD-C4FA-5263-B3A8-1E69C8C2DCE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1584724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5B47-53CE-9BAC-6AC8-AF3A7F190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0A07C-2190-3839-7A98-202394572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D3F25-B711-A41C-2D29-328271300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83069-4609-41E7-ECE7-94C1BEEC0B0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9766093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88A08-40EA-3C05-586F-D04880DEF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62F5E-05BD-DFEF-19C8-C0B5627D2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94BBB-42A4-51C9-BF09-F53178AF4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E5E8E-C399-A069-429A-BE51CE86CAD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0288122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79F39-1B6E-1679-5749-0F5263CB6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C4D9B-FF4A-3E0C-8252-53580A1CC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36D2B1-000E-54CC-A16C-A702CA3B4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9F280-AB61-FE80-71BF-564B59F0D05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52480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25030-50A6-2D72-9EAF-F1D238C46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8ABDC-E09D-172B-73E0-DAAB4A5A0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4936FE-52C7-6D59-EC20-90D1AFACC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DD2CB-5936-DAE3-5972-D6D48812A1E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619919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D253E-2E27-4FFF-5AA3-B984247AF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FBACA-237B-EDF7-5234-1A0124B54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7EBC7-4E37-1645-ED99-8C4381B33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BB2BD-5006-2932-2F52-34C9D10025D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4947496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49F51-972E-FE36-DC03-B0AD58C29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8376F-EA32-90E3-B92B-85B7D88FD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D1849-D340-72AC-C2B6-3308F82ED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9EBEC-5D50-1282-2342-B9AC8CE0F8B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6422543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1B676-98B8-630E-1B73-554556760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7CA8AE-1695-8C32-8C53-98808F0F8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7591DC-EFD0-348F-75F5-FB60DEE72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266AE-BCBB-6763-F9E2-64C9E6DBC42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6168144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1462F-F495-3D63-3C21-EEBE3965D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A4A82-4783-C19B-4DD9-77D328A17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CDEF90-ED2A-EF6B-83BA-999AEE47C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C33B7-1391-922B-50B4-E6E486108D6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559307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F0A32-F298-07A5-15A7-4C1544D5B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33D3B-995A-017F-0057-01CF04F90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DE630-4795-236B-A89A-6CE191364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F987F-D0D6-98CB-065F-7BB5DCF80C1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1448399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F4575-0A90-772C-7B53-2750AF0FC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2B28C-F919-DB7A-892E-4FC31D79F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6F52EC-71C4-E678-AB7D-42260E40D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756A5-9937-DEEF-BB19-B38B99EA5CC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6000815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A7F2C-FF76-1E3A-77DD-6B4485BA6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0FFF6-20EF-0D87-EB05-CD80BBA51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991EA-954F-2D83-1C73-659162B86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91CB0-C519-3FE2-EDA6-83392087F81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384982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4302F-9A74-86B9-6CE3-40097D0F7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24A6F-AE14-BE29-C8B4-1BCC0764E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9FFD4-FA66-0322-B664-2CFCC36A6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2102E-E017-0CAB-0215-D2D3807B090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1415594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28A6A-87F3-B853-6B16-5F7CED913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29F7A-49D5-611C-F089-814545F06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CF60D7-1698-FADD-B342-6CC8E02F3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E6803-F8BC-0611-985E-260B523E2FD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1639954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2F92B-E511-645C-E81C-F0DDC0A04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96F61-449C-6924-43B9-3D2052E5E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709EB-711A-54D0-66EA-94BD64324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B1ADC-990B-74E0-70A2-C66050C80FA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563292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6FD1E-5101-30D2-DEC3-1034295F0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E044B-0CC5-3B90-8FC1-85AE74F03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29D861-8CBE-BEA4-0071-75684491A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A888-D3D0-E909-3F73-BE576C9C833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6645828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9C56B-6476-3F6F-AA03-59A6D694C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9C659D-1BCB-8934-F383-F2095E8DC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475C2A-3317-DE54-78AD-468895713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6B10F-9E9B-EB58-EA96-E81E5D20BAB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8305018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C6065-FA30-744A-3805-5B800547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AFCEBD-9AB5-A8DB-3932-037E48566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6A987D-E5F9-D066-3714-67ECC989C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FDC19-3D27-3AB0-D6E3-7810DA7439E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9693710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77F42-7901-BF7D-2011-EA47AE4D1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EE126-BE1C-27BD-8AB1-7067838DB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488CA-9646-0CBB-ABEC-9177C0E05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BDAE7-0BF5-1269-B320-6D2E9910CE6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1189554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D7C78-DB95-D492-CE7D-FA89FC9E7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92083B-302A-6F2A-5A0E-64D6D5DD4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EB955-46F9-F949-0915-346F3D82B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7A633-22B1-21FE-EB30-CA7986CF858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8047963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D864C-52DF-3C25-8E44-1836EE5A2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EE60FB-FDB7-66C0-FBFB-CFF546152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6B745-1A12-7A48-E7DC-B265C0BA7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2937C-1F65-3A5A-8CCD-8E319DAB155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3883218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44233-2668-B628-4DF1-3F2910B0F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D169DA-3BF8-DCBC-9809-6A349CE79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E7592-7C06-4ABF-791E-9BC707779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8AFDF-38D6-3AE4-7D06-283BB22C2C1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676232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5E8C9-6FEC-5911-AFB5-F8A618EDB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BCA0C9-7220-6CCF-29AA-E50E85D20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B087FE-2995-3A63-EEF3-597A1E425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5A981-C18F-10B8-10EE-9E07685D822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3515847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4AE94-FB1C-D91E-3C42-A3B1FF2D4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B9FE18-DAC7-875A-4456-2BECA2140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A9BD6-9BD6-659C-EBE4-F8244D684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8ED37-0939-E232-353B-56158563F44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45883288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8BA12-EF93-24BD-7222-A5FE65907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53E5D-AECA-9BA1-22EF-FE9950F60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555D7D-F8AF-F7B1-961A-79A8E1978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1DD5B-DF4B-9F0C-CD3F-11E65DCC827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4579826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BA36B-9EBA-47A9-B24D-E42A41613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090095-AFBA-F7BE-CA75-9127C7BF7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5B9D6A-F0D6-308E-22EF-B8A172572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43B23-543B-9915-EE22-CCA25FCC06F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2600914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44F2B-DE4C-2517-B0D4-2765B06DA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80C1FE-C37C-9A73-EF8A-089E6AA83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5C204-F3E9-C046-4303-EEC159EB5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B60A5-CD72-3679-A9E8-7F828460A05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0308016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19C64-FA3F-5160-5C23-873AD1A6A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228F18-26D2-2D17-0A28-26531EFEE3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E90B73-74C9-AEA9-A4AC-3A0D634D9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79742-FB0E-BFDF-74A7-5BFD992C8FD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358234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CFCF4-C718-32E0-F709-D84F2FF30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EE6E1-BD8D-0160-FE3B-A8BCFCE7E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19B9FB-5AC8-B653-39B9-76B9DC420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0B74A-3BC7-9F59-E046-A87F5483709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0366395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7246B-06C4-B91E-613B-7DF51E2DC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701B36-FD5D-B343-0EA5-9FEEF0CD6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BC524-6A7A-DCD6-65FC-2ED0A9C50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0F127-327C-FB10-B457-091E39FBDF0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178660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2514C-4E52-0F00-CF42-816D2BDA4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52CF1-1249-FF0E-D406-F8F4A3939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229EF-184E-CEA2-437D-84ADDFF4E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1A3F5-E42B-0483-9E48-DA91E31CBC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7375624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45A33-8C83-2024-E17F-BE3147858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2D17B-C805-1564-6609-F4BA6666D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0FE8E-9226-32C0-F2DC-016A26483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4C3FE-AB76-1F3C-4FA4-298F531317F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818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>
            <a:extLst>
              <a:ext uri="{FF2B5EF4-FFF2-40B4-BE49-F238E27FC236}">
                <a16:creationId xmlns:a16="http://schemas.microsoft.com/office/drawing/2014/main" id="{7A34BE71-1EAD-4FBF-B2F5-87E905C3F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C97472B9-B617-44A0-BC2F-788AF147E57B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>
            <a:extLst>
              <a:ext uri="{FF2B5EF4-FFF2-40B4-BE49-F238E27FC236}">
                <a16:creationId xmlns:a16="http://schemas.microsoft.com/office/drawing/2014/main" id="{B260EC9B-301E-4FA4-9A50-56BA015F68D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29" name="Body Level One…">
            <a:extLst>
              <a:ext uri="{FF2B5EF4-FFF2-40B4-BE49-F238E27FC236}">
                <a16:creationId xmlns:a16="http://schemas.microsoft.com/office/drawing/2014/main" id="{7FD1F18E-1A84-4953-9E4E-4343AA6FA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30" name="Slide Number">
            <a:extLst>
              <a:ext uri="{FF2B5EF4-FFF2-40B4-BE49-F238E27FC236}">
                <a16:creationId xmlns:a16="http://schemas.microsoft.com/office/drawing/2014/main" id="{352E8C6A-9BE9-461E-9CD0-651E9E605974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>
            <a:extLst>
              <a:ext uri="{FF2B5EF4-FFF2-40B4-BE49-F238E27FC236}">
                <a16:creationId xmlns:a16="http://schemas.microsoft.com/office/drawing/2014/main" id="{DE24697D-5743-4CF0-B3C2-AEF5797D309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38" name="Slide Number">
            <a:extLst>
              <a:ext uri="{FF2B5EF4-FFF2-40B4-BE49-F238E27FC236}">
                <a16:creationId xmlns:a16="http://schemas.microsoft.com/office/drawing/2014/main" id="{EEEBBE0F-FCA5-46B0-ADBD-314B0E6EC143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">
            <a:extLst>
              <a:ext uri="{FF2B5EF4-FFF2-40B4-BE49-F238E27FC236}">
                <a16:creationId xmlns:a16="http://schemas.microsoft.com/office/drawing/2014/main" id="{110D9608-6DAC-4FDA-9316-BD46F43552F2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Image">
            <a:extLst>
              <a:ext uri="{FF2B5EF4-FFF2-40B4-BE49-F238E27FC236}">
                <a16:creationId xmlns:a16="http://schemas.microsoft.com/office/drawing/2014/main" id="{B20A82EF-681C-45DA-8A14-0E891C3B4859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2919231" y="845025"/>
            <a:ext cx="18542001" cy="920750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3" name="Title Text">
            <a:extLst>
              <a:ext uri="{FF2B5EF4-FFF2-40B4-BE49-F238E27FC236}">
                <a16:creationId xmlns:a16="http://schemas.microsoft.com/office/drawing/2014/main" id="{9BA42C9E-EE20-4A3A-AF5A-6E8E6E1BA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0541950"/>
            <a:ext cx="23114000" cy="2006601"/>
          </a:xfrm>
          <a:prstGeom prst="rect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54" name="Slide Number">
            <a:extLst>
              <a:ext uri="{FF2B5EF4-FFF2-40B4-BE49-F238E27FC236}">
                <a16:creationId xmlns:a16="http://schemas.microsoft.com/office/drawing/2014/main" id="{0ED051E7-E93C-43E8-BCC6-9DE10F6F3B8B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Image">
            <a:extLst>
              <a:ext uri="{FF2B5EF4-FFF2-40B4-BE49-F238E27FC236}">
                <a16:creationId xmlns:a16="http://schemas.microsoft.com/office/drawing/2014/main" id="{523E86AE-C06B-4E6C-9B78-838E13BAFD1D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8016875" y="-63500"/>
            <a:ext cx="19831050" cy="13220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" name="Title Text">
            <a:extLst>
              <a:ext uri="{FF2B5EF4-FFF2-40B4-BE49-F238E27FC236}">
                <a16:creationId xmlns:a16="http://schemas.microsoft.com/office/drawing/2014/main" id="{9D0CA994-4C25-409D-83AC-CFA9FD090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8400"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63" name="Body Level One…">
            <a:extLst>
              <a:ext uri="{FF2B5EF4-FFF2-40B4-BE49-F238E27FC236}">
                <a16:creationId xmlns:a16="http://schemas.microsoft.com/office/drawing/2014/main" id="{F37A4A6B-F858-460F-8251-6F5F415CD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64" name="Slide Number">
            <a:extLst>
              <a:ext uri="{FF2B5EF4-FFF2-40B4-BE49-F238E27FC236}">
                <a16:creationId xmlns:a16="http://schemas.microsoft.com/office/drawing/2014/main" id="{68075967-6254-4443-BDF7-02DC3DFF3B3E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Image">
            <a:extLst>
              <a:ext uri="{FF2B5EF4-FFF2-40B4-BE49-F238E27FC236}">
                <a16:creationId xmlns:a16="http://schemas.microsoft.com/office/drawing/2014/main" id="{D972B4A5-EF5A-4193-B588-3102019154B1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9972675" y="2125132"/>
            <a:ext cx="16402050" cy="10934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2" name="Title Text">
            <a:extLst>
              <a:ext uri="{FF2B5EF4-FFF2-40B4-BE49-F238E27FC236}">
                <a16:creationId xmlns:a16="http://schemas.microsoft.com/office/drawing/2014/main" id="{62C84FEF-3A2C-4008-B61A-2A9D771B623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73" name="Body Level One…">
            <a:extLst>
              <a:ext uri="{FF2B5EF4-FFF2-40B4-BE49-F238E27FC236}">
                <a16:creationId xmlns:a16="http://schemas.microsoft.com/office/drawing/2014/main" id="{3DCC5BBB-9A66-4253-86E0-79432EBF7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buNone/>
              <a:defRPr/>
            </a:lvl1pPr>
            <a:lvl2pPr marL="1117600" indent="-558800">
              <a:buNone/>
              <a:defRPr/>
            </a:lvl2pPr>
            <a:lvl3pPr marL="1676400" indent="-558800">
              <a:buNone/>
              <a:defRPr/>
            </a:lvl3pPr>
            <a:lvl4pPr marL="2235200" indent="-558800">
              <a:buNone/>
              <a:defRPr/>
            </a:lvl4pPr>
            <a:lvl5pPr marL="2794000" indent="-558800">
              <a:buNone/>
              <a:defRPr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74" name="Slide Number">
            <a:extLst>
              <a:ext uri="{FF2B5EF4-FFF2-40B4-BE49-F238E27FC236}">
                <a16:creationId xmlns:a16="http://schemas.microsoft.com/office/drawing/2014/main" id="{0E6ED849-3B50-49BE-9765-D07F50136A5C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>
            <a:extLst>
              <a:ext uri="{FF2B5EF4-FFF2-40B4-BE49-F238E27FC236}">
                <a16:creationId xmlns:a16="http://schemas.microsoft.com/office/drawing/2014/main" id="{8FD56896-681F-45BB-9141-61E86040D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82" name="Slide Number">
            <a:extLst>
              <a:ext uri="{FF2B5EF4-FFF2-40B4-BE49-F238E27FC236}">
                <a16:creationId xmlns:a16="http://schemas.microsoft.com/office/drawing/2014/main" id="{0EBFC346-4425-4297-845A-89FA3325C87E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Image">
            <a:extLst>
              <a:ext uri="{FF2B5EF4-FFF2-40B4-BE49-F238E27FC236}">
                <a16:creationId xmlns:a16="http://schemas.microsoft.com/office/drawing/2014/main" id="{AE74A629-C317-4561-B9FE-7D37B3EE1F01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15290800" y="6870700"/>
            <a:ext cx="8343900" cy="5562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0" name="Image">
            <a:extLst>
              <a:ext uri="{FF2B5EF4-FFF2-40B4-BE49-F238E27FC236}">
                <a16:creationId xmlns:a16="http://schemas.microsoft.com/office/drawing/2014/main" id="{57A64C61-B6CF-4566-924D-B1127DC4D76C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15316200" y="952500"/>
            <a:ext cx="8305800" cy="5537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1" name="Image">
            <a:extLst>
              <a:ext uri="{FF2B5EF4-FFF2-40B4-BE49-F238E27FC236}">
                <a16:creationId xmlns:a16="http://schemas.microsoft.com/office/drawing/2014/main" id="{495AA2D4-ED89-4DE9-8243-74F8A71ADD9A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-1739900" y="-258233"/>
            <a:ext cx="20065999" cy="1337733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2" name="Slide Number">
            <a:extLst>
              <a:ext uri="{FF2B5EF4-FFF2-40B4-BE49-F238E27FC236}">
                <a16:creationId xmlns:a16="http://schemas.microsoft.com/office/drawing/2014/main" id="{123027E8-F817-4345-ACD5-96747C74C751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–Johnny Appleseed">
            <a:extLst>
              <a:ext uri="{FF2B5EF4-FFF2-40B4-BE49-F238E27FC236}">
                <a16:creationId xmlns:a16="http://schemas.microsoft.com/office/drawing/2014/main" id="{7801172A-5B39-4700-B269-C04C7FE9596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2387600" y="8953500"/>
            <a:ext cx="19621500" cy="5842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pPr>
              <a:buNone/>
            </a:pPr>
            <a:r>
              <a:t>–Johnny Appleseed</a:t>
            </a:r>
          </a:p>
        </p:txBody>
      </p:sp>
      <p:sp>
        <p:nvSpPr>
          <p:cNvPr id="100" name="“Type a quote here.”">
            <a:extLst>
              <a:ext uri="{FF2B5EF4-FFF2-40B4-BE49-F238E27FC236}">
                <a16:creationId xmlns:a16="http://schemas.microsoft.com/office/drawing/2014/main" id="{82F48B3A-E45C-4394-8088-58C4602F062C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2387600" y="6070599"/>
            <a:ext cx="19621500" cy="838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/>
            </a:lvl1pPr>
          </a:lstStyle>
          <a:p>
            <a:pPr>
              <a:buNone/>
            </a:pPr>
            <a:r>
              <a:t>“Type a quote here.” </a:t>
            </a:r>
          </a:p>
        </p:txBody>
      </p:sp>
      <p:sp>
        <p:nvSpPr>
          <p:cNvPr id="101" name="Slide Number">
            <a:extLst>
              <a:ext uri="{FF2B5EF4-FFF2-40B4-BE49-F238E27FC236}">
                <a16:creationId xmlns:a16="http://schemas.microsoft.com/office/drawing/2014/main" id="{91669016-7A37-4EE4-8D60-4EAC33C567BD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Image">
            <a:extLst>
              <a:ext uri="{FF2B5EF4-FFF2-40B4-BE49-F238E27FC236}">
                <a16:creationId xmlns:a16="http://schemas.microsoft.com/office/drawing/2014/main" id="{3C49DB5B-E142-44DA-AFF1-DA5E653268B7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-1291579"/>
            <a:ext cx="29260800" cy="195072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09" name="Slide Number">
            <a:extLst>
              <a:ext uri="{FF2B5EF4-FFF2-40B4-BE49-F238E27FC236}">
                <a16:creationId xmlns:a16="http://schemas.microsoft.com/office/drawing/2014/main" id="{B3A3DC6A-4E19-4625-8AF7-9FFCEB3A71D5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Text">
            <a:extLst>
              <a:ext uri="{FF2B5EF4-FFF2-40B4-BE49-F238E27FC236}">
                <a16:creationId xmlns:a16="http://schemas.microsoft.com/office/drawing/2014/main" id="{A95E94D3-1FA7-4667-B161-D51623228A6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>
              <a:buNone/>
              <a:defRPr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117" name="Body Level One…">
            <a:extLst>
              <a:ext uri="{FF2B5EF4-FFF2-40B4-BE49-F238E27FC236}">
                <a16:creationId xmlns:a16="http://schemas.microsoft.com/office/drawing/2014/main" id="{699D2EAE-2710-4693-B812-267FFCF35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1pPr>
            <a:lvl2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2pPr>
            <a:lvl3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3pPr>
            <a:lvl4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4pPr>
            <a:lvl5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118" name="Slide Number">
            <a:extLst>
              <a:ext uri="{FF2B5EF4-FFF2-40B4-BE49-F238E27FC236}">
                <a16:creationId xmlns:a16="http://schemas.microsoft.com/office/drawing/2014/main" id="{BD7B5963-B6CF-4DCB-8E56-726AA34A40E4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>
            <a:extLst>
              <a:ext uri="{FF2B5EF4-FFF2-40B4-BE49-F238E27FC236}">
                <a16:creationId xmlns:a16="http://schemas.microsoft.com/office/drawing/2014/main" id="{438381F3-225D-4AD2-91D7-0D6F69BA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3" name="Body Level One…">
            <a:extLst>
              <a:ext uri="{FF2B5EF4-FFF2-40B4-BE49-F238E27FC236}">
                <a16:creationId xmlns:a16="http://schemas.microsoft.com/office/drawing/2014/main" id="{DAEC8831-6A19-4A85-82AD-CF495ABAA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2pPr marL="1270000" indent="-635000">
              <a:buNone/>
              <a:defRPr/>
            </a:lvl2pPr>
            <a:lvl3pPr marL="1905000" indent="-635000">
              <a:buNone/>
              <a:defRPr/>
            </a:lvl3pPr>
            <a:lvl4pPr marL="2540000" indent="-635000">
              <a:buNone/>
              <a:defRPr/>
            </a:lvl4pPr>
            <a:lvl5pPr marL="3175000" indent="-635000">
              <a:buNone/>
              <a:defRPr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61518633-7716-4370-B4BB-9E4BC345F997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xfrm>
            <a:off x="11959031" y="13081000"/>
            <a:ext cx="453238" cy="461366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>
            <a:lvl1pPr>
              <a:buNone/>
              <a:defRPr sz="2400" b="0"/>
            </a:lvl1pPr>
          </a:lstStyle>
          <a:p>
            <a:pPr>
              <a:buNone/>
            </a:pPr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1pPr>
      <a:lvl2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2pPr>
      <a:lvl3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3pPr>
      <a:lvl4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4pPr>
      <a:lvl5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5pPr>
      <a:lvl6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6pPr>
      <a:lvl7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7pPr>
      <a:lvl8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8pPr>
      <a:lvl9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9pPr>
    </p:titleStyle>
    <p:bodyStyle>
      <a:lvl1pPr marL="635000" marR="0" indent="-63500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1pPr>
      <a:lvl2pPr marL="142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2pPr>
      <a:lvl3pPr marL="206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3pPr>
      <a:lvl4pPr marL="269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4pPr>
      <a:lvl5pPr marL="333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5pPr>
      <a:lvl6pPr marL="396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6pPr>
      <a:lvl7pPr marL="460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7pPr>
      <a:lvl8pPr marL="523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8pPr>
      <a:lvl9pPr marL="587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9pPr>
    </p:bodyStyle>
    <p:otherStyle>
      <a:lvl1pPr marL="0" marR="0" indent="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marL="0" marR="0" indent="2286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marL="0" marR="0" indent="4572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marL="0" marR="0" indent="6858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marL="0" marR="0" indent="9144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marL="0" marR="0" indent="11430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marL="0" marR="0" indent="13716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marL="0" marR="0" indent="16002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marL="0" marR="0" indent="18288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0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0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0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Uncertainty">
            <a:extLst>
              <a:ext uri="{FF2B5EF4-FFF2-40B4-BE49-F238E27FC236}">
                <a16:creationId xmlns:a16="http://schemas.microsoft.com/office/drawing/2014/main" id="{9C026C51-7465-4D0A-A76D-58E831FB8CF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Incerteza</a:t>
            </a:r>
          </a:p>
        </p:txBody>
      </p:sp>
    </p:spTree>
    <p:extLst>
      <p:ext uri="{BB962C8B-B14F-4D97-AF65-F5344CB8AC3E}">
        <p14:creationId xmlns:p14="http://schemas.microsoft.com/office/powerpoint/2010/main" val="746275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301" y="1460641"/>
            <a:ext cx="13493398" cy="10794718"/>
          </a:xfrm>
          <a:prstGeom prst="rect">
            <a:avLst/>
          </a:prstGeom>
          <a:ln w="12700">
            <a:miter/>
          </a:ln>
        </p:spPr>
      </p:pic>
    </p:spTree>
    <p:extLst>
      <p:ext uri="{BB962C8B-B14F-4D97-AF65-F5344CB8AC3E}">
        <p14:creationId xmlns:p14="http://schemas.microsoft.com/office/powerpoint/2010/main" val="2121925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hot 2020-01-30 at 12.45.27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24" y="2683991"/>
            <a:ext cx="20222352" cy="8348018"/>
          </a:xfrm>
          <a:prstGeom prst="rect">
            <a:avLst/>
          </a:prstGeom>
          <a:ln w="12700">
            <a:miter/>
          </a:ln>
        </p:spPr>
      </p:pic>
    </p:spTree>
    <p:extLst>
      <p:ext uri="{BB962C8B-B14F-4D97-AF65-F5344CB8AC3E}">
        <p14:creationId xmlns:p14="http://schemas.microsoft.com/office/powerpoint/2010/main" val="1284054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ounded Rectangle">
            <a:extLst>
              <a:ext uri="{FF2B5EF4-FFF2-40B4-BE49-F238E27FC236}">
                <a16:creationId xmlns:a16="http://schemas.microsoft.com/office/drawing/2014/main" id="{3571C40F-9C3D-464E-A928-FA32692341DB}"/>
              </a:ext>
            </a:extLst>
          </p:cNvPr>
          <p:cNvSpPr>
            <a:spLocks noGrp="1"/>
          </p:cNvSpPr>
          <p:nvPr/>
        </p:nvSpPr>
        <p:spPr>
          <a:xfrm>
            <a:off x="1157440" y="5303347"/>
            <a:ext cx="3109306" cy="310930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" name="Circle">
            <a:extLst>
              <a:ext uri="{FF2B5EF4-FFF2-40B4-BE49-F238E27FC236}">
                <a16:creationId xmlns:a16="http://schemas.microsoft.com/office/drawing/2014/main" id="{70324524-1325-4C6F-A161-6309070A3BED}"/>
              </a:ext>
            </a:extLst>
          </p:cNvPr>
          <p:cNvSpPr>
            <a:spLocks noGrp="1"/>
          </p:cNvSpPr>
          <p:nvPr/>
        </p:nvSpPr>
        <p:spPr>
          <a:xfrm>
            <a:off x="2338026" y="6483932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" name="Rounded Rectangle">
            <a:extLst>
              <a:ext uri="{FF2B5EF4-FFF2-40B4-BE49-F238E27FC236}">
                <a16:creationId xmlns:a16="http://schemas.microsoft.com/office/drawing/2014/main" id="{8F42C5A0-C369-4E6D-B860-47998B48FD2B}"/>
              </a:ext>
            </a:extLst>
          </p:cNvPr>
          <p:cNvSpPr>
            <a:spLocks noGrp="1"/>
          </p:cNvSpPr>
          <p:nvPr/>
        </p:nvSpPr>
        <p:spPr>
          <a:xfrm>
            <a:off x="4949403" y="5303347"/>
            <a:ext cx="3109306" cy="310930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" name="Circle">
            <a:extLst>
              <a:ext uri="{FF2B5EF4-FFF2-40B4-BE49-F238E27FC236}">
                <a16:creationId xmlns:a16="http://schemas.microsoft.com/office/drawing/2014/main" id="{14497710-077F-4445-8150-0857509A3DFF}"/>
              </a:ext>
            </a:extLst>
          </p:cNvPr>
          <p:cNvSpPr>
            <a:spLocks noGrp="1"/>
          </p:cNvSpPr>
          <p:nvPr/>
        </p:nvSpPr>
        <p:spPr>
          <a:xfrm>
            <a:off x="5193563" y="7405395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0" name="Circle">
            <a:extLst>
              <a:ext uri="{FF2B5EF4-FFF2-40B4-BE49-F238E27FC236}">
                <a16:creationId xmlns:a16="http://schemas.microsoft.com/office/drawing/2014/main" id="{3BDFE70E-9DD1-43A1-B534-5691C06B4E6B}"/>
              </a:ext>
            </a:extLst>
          </p:cNvPr>
          <p:cNvSpPr>
            <a:spLocks noGrp="1"/>
          </p:cNvSpPr>
          <p:nvPr/>
        </p:nvSpPr>
        <p:spPr>
          <a:xfrm rot="10800000">
            <a:off x="7066414" y="5562471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" name="Rounded Rectangle">
            <a:extLst>
              <a:ext uri="{FF2B5EF4-FFF2-40B4-BE49-F238E27FC236}">
                <a16:creationId xmlns:a16="http://schemas.microsoft.com/office/drawing/2014/main" id="{79C9684D-A942-4B99-9AA0-D4383A7F7B4C}"/>
              </a:ext>
            </a:extLst>
          </p:cNvPr>
          <p:cNvSpPr>
            <a:spLocks noGrp="1"/>
          </p:cNvSpPr>
          <p:nvPr/>
        </p:nvSpPr>
        <p:spPr>
          <a:xfrm>
            <a:off x="8741366" y="5303347"/>
            <a:ext cx="3109306" cy="310930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3" name="Circle">
            <a:extLst>
              <a:ext uri="{FF2B5EF4-FFF2-40B4-BE49-F238E27FC236}">
                <a16:creationId xmlns:a16="http://schemas.microsoft.com/office/drawing/2014/main" id="{32D3A568-B0E0-4A7E-B215-39733E4B2BB4}"/>
              </a:ext>
            </a:extLst>
          </p:cNvPr>
          <p:cNvSpPr>
            <a:spLocks noGrp="1"/>
          </p:cNvSpPr>
          <p:nvPr/>
        </p:nvSpPr>
        <p:spPr>
          <a:xfrm>
            <a:off x="8985527" y="7405395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" name="Circle">
            <a:extLst>
              <a:ext uri="{FF2B5EF4-FFF2-40B4-BE49-F238E27FC236}">
                <a16:creationId xmlns:a16="http://schemas.microsoft.com/office/drawing/2014/main" id="{F043D1B6-F9C9-47CE-A7FA-1159FC6B65A2}"/>
              </a:ext>
            </a:extLst>
          </p:cNvPr>
          <p:cNvSpPr>
            <a:spLocks noGrp="1"/>
          </p:cNvSpPr>
          <p:nvPr/>
        </p:nvSpPr>
        <p:spPr>
          <a:xfrm rot="10800000">
            <a:off x="10858378" y="5562471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" name="Circle">
            <a:extLst>
              <a:ext uri="{FF2B5EF4-FFF2-40B4-BE49-F238E27FC236}">
                <a16:creationId xmlns:a16="http://schemas.microsoft.com/office/drawing/2014/main" id="{469D9171-110B-4C83-94AE-03D448DF9F4A}"/>
              </a:ext>
            </a:extLst>
          </p:cNvPr>
          <p:cNvSpPr>
            <a:spLocks noGrp="1"/>
          </p:cNvSpPr>
          <p:nvPr/>
        </p:nvSpPr>
        <p:spPr>
          <a:xfrm rot="10800000">
            <a:off x="9921952" y="6483932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" name="Rounded Rectangle">
            <a:extLst>
              <a:ext uri="{FF2B5EF4-FFF2-40B4-BE49-F238E27FC236}">
                <a16:creationId xmlns:a16="http://schemas.microsoft.com/office/drawing/2014/main" id="{36A948AD-10E4-4059-9ABC-460AA798A440}"/>
              </a:ext>
            </a:extLst>
          </p:cNvPr>
          <p:cNvSpPr>
            <a:spLocks noGrp="1"/>
          </p:cNvSpPr>
          <p:nvPr/>
        </p:nvSpPr>
        <p:spPr>
          <a:xfrm>
            <a:off x="12533329" y="5303347"/>
            <a:ext cx="3109306" cy="310930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8" name="Circle">
            <a:extLst>
              <a:ext uri="{FF2B5EF4-FFF2-40B4-BE49-F238E27FC236}">
                <a16:creationId xmlns:a16="http://schemas.microsoft.com/office/drawing/2014/main" id="{B93078BD-F4FA-414B-AFB4-43F63AEEBFEA}"/>
              </a:ext>
            </a:extLst>
          </p:cNvPr>
          <p:cNvSpPr>
            <a:spLocks noGrp="1"/>
          </p:cNvSpPr>
          <p:nvPr/>
        </p:nvSpPr>
        <p:spPr>
          <a:xfrm>
            <a:off x="12777490" y="7405395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" name="Circle">
            <a:extLst>
              <a:ext uri="{FF2B5EF4-FFF2-40B4-BE49-F238E27FC236}">
                <a16:creationId xmlns:a16="http://schemas.microsoft.com/office/drawing/2014/main" id="{DDD6212B-6435-43C8-92AA-D36593035688}"/>
              </a:ext>
            </a:extLst>
          </p:cNvPr>
          <p:cNvSpPr>
            <a:spLocks noGrp="1"/>
          </p:cNvSpPr>
          <p:nvPr/>
        </p:nvSpPr>
        <p:spPr>
          <a:xfrm rot="10800000">
            <a:off x="14650341" y="5562471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" name="Circle">
            <a:extLst>
              <a:ext uri="{FF2B5EF4-FFF2-40B4-BE49-F238E27FC236}">
                <a16:creationId xmlns:a16="http://schemas.microsoft.com/office/drawing/2014/main" id="{450D74AC-0D2B-40BF-8270-6EB81801E33E}"/>
              </a:ext>
            </a:extLst>
          </p:cNvPr>
          <p:cNvSpPr>
            <a:spLocks noGrp="1"/>
          </p:cNvSpPr>
          <p:nvPr/>
        </p:nvSpPr>
        <p:spPr>
          <a:xfrm rot="10800000" flipH="1">
            <a:off x="12777490" y="5562470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1" name="Circle">
            <a:extLst>
              <a:ext uri="{FF2B5EF4-FFF2-40B4-BE49-F238E27FC236}">
                <a16:creationId xmlns:a16="http://schemas.microsoft.com/office/drawing/2014/main" id="{404759F9-E191-4D5D-9689-085B5A981C58}"/>
              </a:ext>
            </a:extLst>
          </p:cNvPr>
          <p:cNvSpPr>
            <a:spLocks noGrp="1"/>
          </p:cNvSpPr>
          <p:nvPr/>
        </p:nvSpPr>
        <p:spPr>
          <a:xfrm flipH="1">
            <a:off x="14650341" y="7405394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" name="Rounded Rectangle">
            <a:extLst>
              <a:ext uri="{FF2B5EF4-FFF2-40B4-BE49-F238E27FC236}">
                <a16:creationId xmlns:a16="http://schemas.microsoft.com/office/drawing/2014/main" id="{856626B0-5881-48C1-9B78-9474DBCDBE31}"/>
              </a:ext>
            </a:extLst>
          </p:cNvPr>
          <p:cNvSpPr>
            <a:spLocks noGrp="1"/>
          </p:cNvSpPr>
          <p:nvPr/>
        </p:nvSpPr>
        <p:spPr>
          <a:xfrm>
            <a:off x="16325291" y="5303347"/>
            <a:ext cx="3109307" cy="310930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" name="Circle">
            <a:extLst>
              <a:ext uri="{FF2B5EF4-FFF2-40B4-BE49-F238E27FC236}">
                <a16:creationId xmlns:a16="http://schemas.microsoft.com/office/drawing/2014/main" id="{43D6FFF4-7AB9-4138-BD40-5863229FBE1E}"/>
              </a:ext>
            </a:extLst>
          </p:cNvPr>
          <p:cNvSpPr>
            <a:spLocks noGrp="1"/>
          </p:cNvSpPr>
          <p:nvPr/>
        </p:nvSpPr>
        <p:spPr>
          <a:xfrm>
            <a:off x="16569452" y="7405395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" name="Circle">
            <a:extLst>
              <a:ext uri="{FF2B5EF4-FFF2-40B4-BE49-F238E27FC236}">
                <a16:creationId xmlns:a16="http://schemas.microsoft.com/office/drawing/2014/main" id="{26E8375F-03DF-46E3-87F4-4596839FE989}"/>
              </a:ext>
            </a:extLst>
          </p:cNvPr>
          <p:cNvSpPr>
            <a:spLocks noGrp="1"/>
          </p:cNvSpPr>
          <p:nvPr/>
        </p:nvSpPr>
        <p:spPr>
          <a:xfrm rot="10800000">
            <a:off x="18442304" y="5562471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" name="Circle">
            <a:extLst>
              <a:ext uri="{FF2B5EF4-FFF2-40B4-BE49-F238E27FC236}">
                <a16:creationId xmlns:a16="http://schemas.microsoft.com/office/drawing/2014/main" id="{A1C9503D-BF85-4E24-9A78-B35DB995AB41}"/>
              </a:ext>
            </a:extLst>
          </p:cNvPr>
          <p:cNvSpPr>
            <a:spLocks noGrp="1"/>
          </p:cNvSpPr>
          <p:nvPr/>
        </p:nvSpPr>
        <p:spPr>
          <a:xfrm rot="10800000" flipH="1">
            <a:off x="16569452" y="5562470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" name="Circle">
            <a:extLst>
              <a:ext uri="{FF2B5EF4-FFF2-40B4-BE49-F238E27FC236}">
                <a16:creationId xmlns:a16="http://schemas.microsoft.com/office/drawing/2014/main" id="{0CE4641A-F9D7-488A-9B0B-03B987DBBFA2}"/>
              </a:ext>
            </a:extLst>
          </p:cNvPr>
          <p:cNvSpPr>
            <a:spLocks noGrp="1"/>
          </p:cNvSpPr>
          <p:nvPr/>
        </p:nvSpPr>
        <p:spPr>
          <a:xfrm flipH="1">
            <a:off x="18442304" y="7405394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" name="Circle">
            <a:extLst>
              <a:ext uri="{FF2B5EF4-FFF2-40B4-BE49-F238E27FC236}">
                <a16:creationId xmlns:a16="http://schemas.microsoft.com/office/drawing/2014/main" id="{224ECE3C-CE8C-4A66-B2AD-DD0E3DD8693C}"/>
              </a:ext>
            </a:extLst>
          </p:cNvPr>
          <p:cNvSpPr>
            <a:spLocks noGrp="1"/>
          </p:cNvSpPr>
          <p:nvPr/>
        </p:nvSpPr>
        <p:spPr>
          <a:xfrm rot="10800000">
            <a:off x="17505877" y="6483933"/>
            <a:ext cx="748133" cy="748133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" name="Rounded Rectangle">
            <a:extLst>
              <a:ext uri="{FF2B5EF4-FFF2-40B4-BE49-F238E27FC236}">
                <a16:creationId xmlns:a16="http://schemas.microsoft.com/office/drawing/2014/main" id="{AB48FDFD-68F0-4916-9BF5-AF48F4070055}"/>
              </a:ext>
            </a:extLst>
          </p:cNvPr>
          <p:cNvSpPr>
            <a:spLocks noGrp="1"/>
          </p:cNvSpPr>
          <p:nvPr/>
        </p:nvSpPr>
        <p:spPr>
          <a:xfrm>
            <a:off x="20117254" y="5303347"/>
            <a:ext cx="3109306" cy="310930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" name="Circle">
            <a:extLst>
              <a:ext uri="{FF2B5EF4-FFF2-40B4-BE49-F238E27FC236}">
                <a16:creationId xmlns:a16="http://schemas.microsoft.com/office/drawing/2014/main" id="{783F5EFF-DA58-4C31-AB80-3AC32DC6BCF4}"/>
              </a:ext>
            </a:extLst>
          </p:cNvPr>
          <p:cNvSpPr>
            <a:spLocks noGrp="1"/>
          </p:cNvSpPr>
          <p:nvPr/>
        </p:nvSpPr>
        <p:spPr>
          <a:xfrm>
            <a:off x="20361415" y="7405395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" name="Circle">
            <a:extLst>
              <a:ext uri="{FF2B5EF4-FFF2-40B4-BE49-F238E27FC236}">
                <a16:creationId xmlns:a16="http://schemas.microsoft.com/office/drawing/2014/main" id="{5413E0B4-3C05-450B-A40C-617B2C4A4B82}"/>
              </a:ext>
            </a:extLst>
          </p:cNvPr>
          <p:cNvSpPr>
            <a:spLocks noGrp="1"/>
          </p:cNvSpPr>
          <p:nvPr/>
        </p:nvSpPr>
        <p:spPr>
          <a:xfrm rot="10800000">
            <a:off x="22234266" y="5562471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" name="Circle">
            <a:extLst>
              <a:ext uri="{FF2B5EF4-FFF2-40B4-BE49-F238E27FC236}">
                <a16:creationId xmlns:a16="http://schemas.microsoft.com/office/drawing/2014/main" id="{77B68932-63A7-48FF-8EE7-2DB318E999A2}"/>
              </a:ext>
            </a:extLst>
          </p:cNvPr>
          <p:cNvSpPr>
            <a:spLocks noGrp="1"/>
          </p:cNvSpPr>
          <p:nvPr/>
        </p:nvSpPr>
        <p:spPr>
          <a:xfrm rot="10800000" flipH="1">
            <a:off x="20361415" y="5562470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" name="Circle">
            <a:extLst>
              <a:ext uri="{FF2B5EF4-FFF2-40B4-BE49-F238E27FC236}">
                <a16:creationId xmlns:a16="http://schemas.microsoft.com/office/drawing/2014/main" id="{BFDF8203-614E-4C37-A8B7-EEF436E559EE}"/>
              </a:ext>
            </a:extLst>
          </p:cNvPr>
          <p:cNvSpPr>
            <a:spLocks noGrp="1"/>
          </p:cNvSpPr>
          <p:nvPr/>
        </p:nvSpPr>
        <p:spPr>
          <a:xfrm flipH="1">
            <a:off x="22234266" y="7405394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" name="Circle">
            <a:extLst>
              <a:ext uri="{FF2B5EF4-FFF2-40B4-BE49-F238E27FC236}">
                <a16:creationId xmlns:a16="http://schemas.microsoft.com/office/drawing/2014/main" id="{E20B4EA7-45E5-497B-944C-0593FC3CE418}"/>
              </a:ext>
            </a:extLst>
          </p:cNvPr>
          <p:cNvSpPr>
            <a:spLocks noGrp="1"/>
          </p:cNvSpPr>
          <p:nvPr/>
        </p:nvSpPr>
        <p:spPr>
          <a:xfrm rot="10800000">
            <a:off x="20361415" y="6483933"/>
            <a:ext cx="748133" cy="748133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" name="Circle">
            <a:extLst>
              <a:ext uri="{FF2B5EF4-FFF2-40B4-BE49-F238E27FC236}">
                <a16:creationId xmlns:a16="http://schemas.microsoft.com/office/drawing/2014/main" id="{49CC8301-E6F7-414C-9279-9546AFF4A1BF}"/>
              </a:ext>
            </a:extLst>
          </p:cNvPr>
          <p:cNvSpPr>
            <a:spLocks noGrp="1"/>
          </p:cNvSpPr>
          <p:nvPr/>
        </p:nvSpPr>
        <p:spPr>
          <a:xfrm rot="10800000">
            <a:off x="22234266" y="6483933"/>
            <a:ext cx="748134" cy="748133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1688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robability">
            <a:extLst>
              <a:ext uri="{FF2B5EF4-FFF2-40B4-BE49-F238E27FC236}">
                <a16:creationId xmlns:a16="http://schemas.microsoft.com/office/drawing/2014/main" id="{C31B8709-CC57-4201-A68B-E6879134405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Probabilidade</a:t>
            </a:r>
          </a:p>
        </p:txBody>
      </p:sp>
    </p:spTree>
    <p:extLst>
      <p:ext uri="{BB962C8B-B14F-4D97-AF65-F5344CB8AC3E}">
        <p14:creationId xmlns:p14="http://schemas.microsoft.com/office/powerpoint/2010/main" val="655579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(ω)">
            <a:extLst>
              <a:ext uri="{FF2B5EF4-FFF2-40B4-BE49-F238E27FC236}">
                <a16:creationId xmlns:a16="http://schemas.microsoft.com/office/drawing/2014/main" id="{9049ABA4-3C6E-4DB2-9388-254459AA6E8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  <a:defRPr sz="16000">
                <a:latin typeface="Times Roman"/>
                <a:ea typeface="Times Roman"/>
                <a:cs typeface="Times Roman"/>
              </a:defRPr>
            </a:pPr>
            <a:r>
              <a:rPr i="1">
                <a:solidFill>
                  <a:srgbClr val="000000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(</a:t>
            </a:r>
            <a:r>
              <a:rPr i="1"/>
              <a:t>ω</a:t>
            </a:r>
            <a:r>
              <a:rPr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172" name="Possible Worlds">
            <a:extLst>
              <a:ext uri="{FF2B5EF4-FFF2-40B4-BE49-F238E27FC236}">
                <a16:creationId xmlns:a16="http://schemas.microsoft.com/office/drawing/2014/main" id="{36E299CA-F3B6-4B9F-B0D0-1BB27FCD600D}"/>
              </a:ext>
            </a:extLst>
          </p:cNvPr>
          <p:cNvSpPr>
            <a:spLocks noGrp="1"/>
          </p:cNvSpPr>
          <p:nvPr/>
        </p:nvSpPr>
        <p:spPr>
          <a:xfrm>
            <a:off x="1689100" y="355600"/>
            <a:ext cx="21005800" cy="22860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112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Mundos possíveis</a:t>
            </a:r>
          </a:p>
        </p:txBody>
      </p:sp>
    </p:spTree>
    <p:extLst>
      <p:ext uri="{BB962C8B-B14F-4D97-AF65-F5344CB8AC3E}">
        <p14:creationId xmlns:p14="http://schemas.microsoft.com/office/powerpoint/2010/main" val="642192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(ω)">
            <a:extLst>
              <a:ext uri="{FF2B5EF4-FFF2-40B4-BE49-F238E27FC236}">
                <a16:creationId xmlns:a16="http://schemas.microsoft.com/office/drawing/2014/main" id="{CB60FD9C-EE2D-4D2E-9F39-4A10EAF7368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  <a:defRPr sz="16000">
                <a:latin typeface="Times Roman"/>
                <a:ea typeface="Times Roman"/>
                <a:cs typeface="Times Roman"/>
              </a:defRPr>
            </a:pPr>
            <a:r>
              <a:rPr i="1"/>
              <a:t>P</a:t>
            </a:r>
            <a:r>
              <a:t>(</a:t>
            </a:r>
            <a:r>
              <a:rPr i="1"/>
              <a:t>ω</a:t>
            </a: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28999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0 ≤ P(ω) ≤ 1">
            <a:extLst>
              <a:ext uri="{FF2B5EF4-FFF2-40B4-BE49-F238E27FC236}">
                <a16:creationId xmlns:a16="http://schemas.microsoft.com/office/drawing/2014/main" id="{01275A30-780B-4EDC-85E2-FD0AF2576A7F}"/>
              </a:ext>
            </a:extLst>
          </p:cNvPr>
          <p:cNvSpPr>
            <a:spLocks noGrp="1"/>
          </p:cNvSpPr>
          <p:nvPr/>
        </p:nvSpPr>
        <p:spPr>
          <a:xfrm>
            <a:off x="1778000" y="4533900"/>
            <a:ext cx="20828000" cy="46482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ctr">
              <a:buNone/>
              <a:defRPr sz="16000" b="0">
                <a:latin typeface="Times Roman"/>
                <a:ea typeface="Times Roman"/>
                <a:cs typeface="Times Roman"/>
              </a:defRPr>
            </a:pPr>
            <a:r>
              <a:rPr dirty="0"/>
              <a:t>0 ≤ </a:t>
            </a:r>
            <a:r>
              <a:rPr i="1" dirty="0"/>
              <a:t>P</a:t>
            </a:r>
            <a:r>
              <a:rPr dirty="0"/>
              <a:t>(</a:t>
            </a:r>
            <a:r>
              <a:rPr i="1" dirty="0" err="1"/>
              <a:t>ω</a:t>
            </a:r>
            <a:r>
              <a:rPr dirty="0"/>
              <a:t>) ≤ 1</a:t>
            </a:r>
          </a:p>
        </p:txBody>
      </p:sp>
    </p:spTree>
    <p:extLst>
      <p:ext uri="{BB962C8B-B14F-4D97-AF65-F5344CB8AC3E}">
        <p14:creationId xmlns:p14="http://schemas.microsoft.com/office/powerpoint/2010/main" val="531235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0 ≤ P(ω) = 1">
            <a:extLst>
              <a:ext uri="{FF2B5EF4-FFF2-40B4-BE49-F238E27FC236}">
                <a16:creationId xmlns:a16="http://schemas.microsoft.com/office/drawing/2014/main" id="{67AF6FBA-0CE3-4A9F-85B7-873E6303439C}"/>
              </a:ext>
            </a:extLst>
          </p:cNvPr>
          <p:cNvSpPr>
            <a:spLocks noGrp="1"/>
          </p:cNvSpPr>
          <p:nvPr/>
        </p:nvSpPr>
        <p:spPr>
          <a:xfrm>
            <a:off x="1778000" y="4533900"/>
            <a:ext cx="20828000" cy="46482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ctr">
              <a:buNone/>
              <a:defRPr sz="16000" b="0">
                <a:latin typeface="Times Roman"/>
                <a:ea typeface="Times Roman"/>
                <a:cs typeface="Times Roman"/>
              </a:defRPr>
            </a:pPr>
            <a:r>
              <a:rPr dirty="0">
                <a:solidFill>
                  <a:srgbClr val="000000"/>
                </a:solidFill>
              </a:rPr>
              <a:t>0 ≤</a:t>
            </a:r>
            <a:r>
              <a:rPr dirty="0"/>
              <a:t> </a:t>
            </a:r>
            <a:r>
              <a:rPr i="1" dirty="0"/>
              <a:t>P</a:t>
            </a:r>
            <a:r>
              <a:rPr dirty="0"/>
              <a:t>(</a:t>
            </a:r>
            <a:r>
              <a:rPr i="1" dirty="0" err="1"/>
              <a:t>ω</a:t>
            </a:r>
            <a:r>
              <a:rPr dirty="0"/>
              <a:t>) =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Equation">
                <a:extLst>
                  <a:ext uri="{FF2B5EF4-FFF2-40B4-BE49-F238E27FC236}">
                    <a16:creationId xmlns:a16="http://schemas.microsoft.com/office/drawing/2014/main" id="{16249302-E560-4074-9BD1-9DC1DA3CB4E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220760" y="5614069"/>
                <a:ext cx="2574579" cy="3807700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sz="135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limLowPr>
                        <m:e>
                          <m:r>
                            <a:rPr sz="135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∑</m:t>
                          </m:r>
                        </m:e>
                        <m:lim>
                          <m:r>
                            <a:rPr sz="135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𝜔</m:t>
                          </m:r>
                          <m:r>
                            <a:rPr sz="135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sz="135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𝛺</m:t>
                          </m:r>
                        </m:lim>
                      </m:limLow>
                    </m:oMath>
                  </m:oMathPara>
                </a14:m>
                <a:endParaRPr sz="135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79" name="Equation">
                <a:extLst>
                  <a:ext uri="{FF2B5EF4-FFF2-40B4-BE49-F238E27FC236}">
                    <a16:creationId xmlns:a16="http://schemas.microsoft.com/office/drawing/2014/main" id="{16249302-E560-4074-9BD1-9DC1DA3CB4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0760" y="5614069"/>
                <a:ext cx="2574579" cy="3807700"/>
              </a:xfrm>
              <a:prstGeom prst="rect">
                <a:avLst/>
              </a:prstGeom>
              <a:blipFill>
                <a:blip r:embed="rId3"/>
                <a:stretch>
                  <a:fillRect l="-12255" r="-21569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1849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ounded Rectangle">
            <a:extLst>
              <a:ext uri="{FF2B5EF4-FFF2-40B4-BE49-F238E27FC236}">
                <a16:creationId xmlns:a16="http://schemas.microsoft.com/office/drawing/2014/main" id="{C0C5B65D-4ACF-4330-BE5F-79A60D78C9D0}"/>
              </a:ext>
            </a:extLst>
          </p:cNvPr>
          <p:cNvSpPr>
            <a:spLocks noGrp="1"/>
          </p:cNvSpPr>
          <p:nvPr/>
        </p:nvSpPr>
        <p:spPr>
          <a:xfrm>
            <a:off x="1157440" y="3225362"/>
            <a:ext cx="3109307" cy="310930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" name="Circle">
            <a:extLst>
              <a:ext uri="{FF2B5EF4-FFF2-40B4-BE49-F238E27FC236}">
                <a16:creationId xmlns:a16="http://schemas.microsoft.com/office/drawing/2014/main" id="{26F143E8-7085-4FA2-875A-4C06F708FC42}"/>
              </a:ext>
            </a:extLst>
          </p:cNvPr>
          <p:cNvSpPr>
            <a:spLocks noGrp="1"/>
          </p:cNvSpPr>
          <p:nvPr/>
        </p:nvSpPr>
        <p:spPr>
          <a:xfrm>
            <a:off x="2338026" y="4405947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" name="Rounded Rectangle">
            <a:extLst>
              <a:ext uri="{FF2B5EF4-FFF2-40B4-BE49-F238E27FC236}">
                <a16:creationId xmlns:a16="http://schemas.microsoft.com/office/drawing/2014/main" id="{915A4EA2-1C18-4132-BC1E-E4DF44831F79}"/>
              </a:ext>
            </a:extLst>
          </p:cNvPr>
          <p:cNvSpPr>
            <a:spLocks noGrp="1"/>
          </p:cNvSpPr>
          <p:nvPr/>
        </p:nvSpPr>
        <p:spPr>
          <a:xfrm>
            <a:off x="4949403" y="3225362"/>
            <a:ext cx="3109307" cy="310930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" name="Circle">
            <a:extLst>
              <a:ext uri="{FF2B5EF4-FFF2-40B4-BE49-F238E27FC236}">
                <a16:creationId xmlns:a16="http://schemas.microsoft.com/office/drawing/2014/main" id="{2B99653C-36CC-44DB-8928-492C2D808BAF}"/>
              </a:ext>
            </a:extLst>
          </p:cNvPr>
          <p:cNvSpPr>
            <a:spLocks noGrp="1"/>
          </p:cNvSpPr>
          <p:nvPr/>
        </p:nvSpPr>
        <p:spPr>
          <a:xfrm>
            <a:off x="5193563" y="5327410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" name="Circle">
            <a:extLst>
              <a:ext uri="{FF2B5EF4-FFF2-40B4-BE49-F238E27FC236}">
                <a16:creationId xmlns:a16="http://schemas.microsoft.com/office/drawing/2014/main" id="{69CFD60B-77C0-45C3-AE38-55F89EC5C43D}"/>
              </a:ext>
            </a:extLst>
          </p:cNvPr>
          <p:cNvSpPr>
            <a:spLocks noGrp="1"/>
          </p:cNvSpPr>
          <p:nvPr/>
        </p:nvSpPr>
        <p:spPr>
          <a:xfrm rot="10800000">
            <a:off x="7066415" y="3484486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" name="Rounded Rectangle">
            <a:extLst>
              <a:ext uri="{FF2B5EF4-FFF2-40B4-BE49-F238E27FC236}">
                <a16:creationId xmlns:a16="http://schemas.microsoft.com/office/drawing/2014/main" id="{18086BF2-ECD5-4675-B971-B8D00FC5F0EE}"/>
              </a:ext>
            </a:extLst>
          </p:cNvPr>
          <p:cNvSpPr>
            <a:spLocks noGrp="1"/>
          </p:cNvSpPr>
          <p:nvPr/>
        </p:nvSpPr>
        <p:spPr>
          <a:xfrm>
            <a:off x="8741366" y="3225362"/>
            <a:ext cx="3109306" cy="310930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" name="Circle">
            <a:extLst>
              <a:ext uri="{FF2B5EF4-FFF2-40B4-BE49-F238E27FC236}">
                <a16:creationId xmlns:a16="http://schemas.microsoft.com/office/drawing/2014/main" id="{71B09F0A-B117-4078-88C4-130A14753253}"/>
              </a:ext>
            </a:extLst>
          </p:cNvPr>
          <p:cNvSpPr>
            <a:spLocks noGrp="1"/>
          </p:cNvSpPr>
          <p:nvPr/>
        </p:nvSpPr>
        <p:spPr>
          <a:xfrm>
            <a:off x="8985527" y="5327410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" name="Circle">
            <a:extLst>
              <a:ext uri="{FF2B5EF4-FFF2-40B4-BE49-F238E27FC236}">
                <a16:creationId xmlns:a16="http://schemas.microsoft.com/office/drawing/2014/main" id="{922D1C6C-BD16-4ACC-BEB1-A58179592727}"/>
              </a:ext>
            </a:extLst>
          </p:cNvPr>
          <p:cNvSpPr>
            <a:spLocks noGrp="1"/>
          </p:cNvSpPr>
          <p:nvPr/>
        </p:nvSpPr>
        <p:spPr>
          <a:xfrm rot="10800000">
            <a:off x="10858378" y="3484486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1" name="Circle">
            <a:extLst>
              <a:ext uri="{FF2B5EF4-FFF2-40B4-BE49-F238E27FC236}">
                <a16:creationId xmlns:a16="http://schemas.microsoft.com/office/drawing/2014/main" id="{20B767EE-8EA0-4306-BA47-8535ABC5B8BC}"/>
              </a:ext>
            </a:extLst>
          </p:cNvPr>
          <p:cNvSpPr>
            <a:spLocks noGrp="1"/>
          </p:cNvSpPr>
          <p:nvPr/>
        </p:nvSpPr>
        <p:spPr>
          <a:xfrm rot="10800000">
            <a:off x="9921952" y="4405947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" name="Rounded Rectangle">
            <a:extLst>
              <a:ext uri="{FF2B5EF4-FFF2-40B4-BE49-F238E27FC236}">
                <a16:creationId xmlns:a16="http://schemas.microsoft.com/office/drawing/2014/main" id="{DCE20BAB-546B-44FE-BDD6-C9357BA0C1D3}"/>
              </a:ext>
            </a:extLst>
          </p:cNvPr>
          <p:cNvSpPr>
            <a:spLocks noGrp="1"/>
          </p:cNvSpPr>
          <p:nvPr/>
        </p:nvSpPr>
        <p:spPr>
          <a:xfrm>
            <a:off x="12533329" y="3225362"/>
            <a:ext cx="3109306" cy="310930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" name="Circle">
            <a:extLst>
              <a:ext uri="{FF2B5EF4-FFF2-40B4-BE49-F238E27FC236}">
                <a16:creationId xmlns:a16="http://schemas.microsoft.com/office/drawing/2014/main" id="{680FB6E2-4E0F-425F-8BCA-C938B1FEC8BF}"/>
              </a:ext>
            </a:extLst>
          </p:cNvPr>
          <p:cNvSpPr>
            <a:spLocks noGrp="1"/>
          </p:cNvSpPr>
          <p:nvPr/>
        </p:nvSpPr>
        <p:spPr>
          <a:xfrm>
            <a:off x="12777490" y="5327410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" name="Circle">
            <a:extLst>
              <a:ext uri="{FF2B5EF4-FFF2-40B4-BE49-F238E27FC236}">
                <a16:creationId xmlns:a16="http://schemas.microsoft.com/office/drawing/2014/main" id="{4BEE07EB-AF3A-4DC7-AE9E-1E22553DC810}"/>
              </a:ext>
            </a:extLst>
          </p:cNvPr>
          <p:cNvSpPr>
            <a:spLocks noGrp="1"/>
          </p:cNvSpPr>
          <p:nvPr/>
        </p:nvSpPr>
        <p:spPr>
          <a:xfrm rot="10800000">
            <a:off x="14650341" y="3484486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" name="Circle">
            <a:extLst>
              <a:ext uri="{FF2B5EF4-FFF2-40B4-BE49-F238E27FC236}">
                <a16:creationId xmlns:a16="http://schemas.microsoft.com/office/drawing/2014/main" id="{FF899463-CC78-400A-AAFC-DCC0CE952178}"/>
              </a:ext>
            </a:extLst>
          </p:cNvPr>
          <p:cNvSpPr>
            <a:spLocks noGrp="1"/>
          </p:cNvSpPr>
          <p:nvPr/>
        </p:nvSpPr>
        <p:spPr>
          <a:xfrm rot="10800000" flipH="1">
            <a:off x="12777490" y="3484485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" name="Circle">
            <a:extLst>
              <a:ext uri="{FF2B5EF4-FFF2-40B4-BE49-F238E27FC236}">
                <a16:creationId xmlns:a16="http://schemas.microsoft.com/office/drawing/2014/main" id="{AE818C4E-143D-4638-AA8A-1B1FB780374B}"/>
              </a:ext>
            </a:extLst>
          </p:cNvPr>
          <p:cNvSpPr>
            <a:spLocks noGrp="1"/>
          </p:cNvSpPr>
          <p:nvPr/>
        </p:nvSpPr>
        <p:spPr>
          <a:xfrm flipH="1">
            <a:off x="14650341" y="5327409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" name="Rounded Rectangle">
            <a:extLst>
              <a:ext uri="{FF2B5EF4-FFF2-40B4-BE49-F238E27FC236}">
                <a16:creationId xmlns:a16="http://schemas.microsoft.com/office/drawing/2014/main" id="{BF480BD9-F8A0-4F10-89B8-576F313872C2}"/>
              </a:ext>
            </a:extLst>
          </p:cNvPr>
          <p:cNvSpPr>
            <a:spLocks noGrp="1"/>
          </p:cNvSpPr>
          <p:nvPr/>
        </p:nvSpPr>
        <p:spPr>
          <a:xfrm>
            <a:off x="16325291" y="3225362"/>
            <a:ext cx="3109307" cy="310930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" name="Circle">
            <a:extLst>
              <a:ext uri="{FF2B5EF4-FFF2-40B4-BE49-F238E27FC236}">
                <a16:creationId xmlns:a16="http://schemas.microsoft.com/office/drawing/2014/main" id="{780895C6-FC19-46FF-A0BF-8188AFF2BFB9}"/>
              </a:ext>
            </a:extLst>
          </p:cNvPr>
          <p:cNvSpPr>
            <a:spLocks noGrp="1"/>
          </p:cNvSpPr>
          <p:nvPr/>
        </p:nvSpPr>
        <p:spPr>
          <a:xfrm>
            <a:off x="16569452" y="5327410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" name="Circle">
            <a:extLst>
              <a:ext uri="{FF2B5EF4-FFF2-40B4-BE49-F238E27FC236}">
                <a16:creationId xmlns:a16="http://schemas.microsoft.com/office/drawing/2014/main" id="{296111DF-CFC1-48F1-A3DA-B3DB10911743}"/>
              </a:ext>
            </a:extLst>
          </p:cNvPr>
          <p:cNvSpPr>
            <a:spLocks noGrp="1"/>
          </p:cNvSpPr>
          <p:nvPr/>
        </p:nvSpPr>
        <p:spPr>
          <a:xfrm rot="10800000">
            <a:off x="18442304" y="3484486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" name="Circle">
            <a:extLst>
              <a:ext uri="{FF2B5EF4-FFF2-40B4-BE49-F238E27FC236}">
                <a16:creationId xmlns:a16="http://schemas.microsoft.com/office/drawing/2014/main" id="{7A702128-B3FF-4A5C-8999-FE0C9A8222F2}"/>
              </a:ext>
            </a:extLst>
          </p:cNvPr>
          <p:cNvSpPr>
            <a:spLocks noGrp="1"/>
          </p:cNvSpPr>
          <p:nvPr/>
        </p:nvSpPr>
        <p:spPr>
          <a:xfrm rot="10800000" flipH="1">
            <a:off x="16569452" y="3484485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3" name="Circle">
            <a:extLst>
              <a:ext uri="{FF2B5EF4-FFF2-40B4-BE49-F238E27FC236}">
                <a16:creationId xmlns:a16="http://schemas.microsoft.com/office/drawing/2014/main" id="{9C073491-4D71-400D-9026-930A7F39EB3A}"/>
              </a:ext>
            </a:extLst>
          </p:cNvPr>
          <p:cNvSpPr>
            <a:spLocks noGrp="1"/>
          </p:cNvSpPr>
          <p:nvPr/>
        </p:nvSpPr>
        <p:spPr>
          <a:xfrm flipH="1">
            <a:off x="18442304" y="5327409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" name="Circle">
            <a:extLst>
              <a:ext uri="{FF2B5EF4-FFF2-40B4-BE49-F238E27FC236}">
                <a16:creationId xmlns:a16="http://schemas.microsoft.com/office/drawing/2014/main" id="{75324CF5-F328-4934-8F98-2F98493A7572}"/>
              </a:ext>
            </a:extLst>
          </p:cNvPr>
          <p:cNvSpPr>
            <a:spLocks noGrp="1"/>
          </p:cNvSpPr>
          <p:nvPr/>
        </p:nvSpPr>
        <p:spPr>
          <a:xfrm rot="10800000">
            <a:off x="17505877" y="4405948"/>
            <a:ext cx="748133" cy="748133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6" name="Rounded Rectangle">
            <a:extLst>
              <a:ext uri="{FF2B5EF4-FFF2-40B4-BE49-F238E27FC236}">
                <a16:creationId xmlns:a16="http://schemas.microsoft.com/office/drawing/2014/main" id="{E56C7E56-542C-4C47-B528-95D7DF23D580}"/>
              </a:ext>
            </a:extLst>
          </p:cNvPr>
          <p:cNvSpPr>
            <a:spLocks noGrp="1"/>
          </p:cNvSpPr>
          <p:nvPr/>
        </p:nvSpPr>
        <p:spPr>
          <a:xfrm>
            <a:off x="20117254" y="3225362"/>
            <a:ext cx="3109306" cy="310930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" name="Circle">
            <a:extLst>
              <a:ext uri="{FF2B5EF4-FFF2-40B4-BE49-F238E27FC236}">
                <a16:creationId xmlns:a16="http://schemas.microsoft.com/office/drawing/2014/main" id="{711CD815-8E66-4559-B2DC-A29AA05548E8}"/>
              </a:ext>
            </a:extLst>
          </p:cNvPr>
          <p:cNvSpPr>
            <a:spLocks noGrp="1"/>
          </p:cNvSpPr>
          <p:nvPr/>
        </p:nvSpPr>
        <p:spPr>
          <a:xfrm>
            <a:off x="20361415" y="5327410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8" name="Circle">
            <a:extLst>
              <a:ext uri="{FF2B5EF4-FFF2-40B4-BE49-F238E27FC236}">
                <a16:creationId xmlns:a16="http://schemas.microsoft.com/office/drawing/2014/main" id="{7FC2A156-0DCB-4D40-A647-E7A974FF4A5C}"/>
              </a:ext>
            </a:extLst>
          </p:cNvPr>
          <p:cNvSpPr>
            <a:spLocks noGrp="1"/>
          </p:cNvSpPr>
          <p:nvPr/>
        </p:nvSpPr>
        <p:spPr>
          <a:xfrm rot="10800000">
            <a:off x="22234266" y="3484486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9" name="Circle">
            <a:extLst>
              <a:ext uri="{FF2B5EF4-FFF2-40B4-BE49-F238E27FC236}">
                <a16:creationId xmlns:a16="http://schemas.microsoft.com/office/drawing/2014/main" id="{F1DAAD0B-24BA-4119-83E6-E971196322CF}"/>
              </a:ext>
            </a:extLst>
          </p:cNvPr>
          <p:cNvSpPr>
            <a:spLocks noGrp="1"/>
          </p:cNvSpPr>
          <p:nvPr/>
        </p:nvSpPr>
        <p:spPr>
          <a:xfrm rot="10800000" flipH="1">
            <a:off x="20361415" y="3484485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0" name="Circle">
            <a:extLst>
              <a:ext uri="{FF2B5EF4-FFF2-40B4-BE49-F238E27FC236}">
                <a16:creationId xmlns:a16="http://schemas.microsoft.com/office/drawing/2014/main" id="{FA8B4D0F-F092-4DB9-A65C-5B303EE421DD}"/>
              </a:ext>
            </a:extLst>
          </p:cNvPr>
          <p:cNvSpPr>
            <a:spLocks noGrp="1"/>
          </p:cNvSpPr>
          <p:nvPr/>
        </p:nvSpPr>
        <p:spPr>
          <a:xfrm flipH="1">
            <a:off x="22234266" y="5327409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" name="Circle">
            <a:extLst>
              <a:ext uri="{FF2B5EF4-FFF2-40B4-BE49-F238E27FC236}">
                <a16:creationId xmlns:a16="http://schemas.microsoft.com/office/drawing/2014/main" id="{88362CCA-4E63-4A35-A5A3-ADC1D792D6FC}"/>
              </a:ext>
            </a:extLst>
          </p:cNvPr>
          <p:cNvSpPr>
            <a:spLocks noGrp="1"/>
          </p:cNvSpPr>
          <p:nvPr/>
        </p:nvSpPr>
        <p:spPr>
          <a:xfrm rot="10800000">
            <a:off x="20361415" y="4405948"/>
            <a:ext cx="748133" cy="748133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2" name="Circle">
            <a:extLst>
              <a:ext uri="{FF2B5EF4-FFF2-40B4-BE49-F238E27FC236}">
                <a16:creationId xmlns:a16="http://schemas.microsoft.com/office/drawing/2014/main" id="{9BFA5A27-F79D-4880-805E-262674ACD09F}"/>
              </a:ext>
            </a:extLst>
          </p:cNvPr>
          <p:cNvSpPr>
            <a:spLocks noGrp="1"/>
          </p:cNvSpPr>
          <p:nvPr/>
        </p:nvSpPr>
        <p:spPr>
          <a:xfrm rot="10800000">
            <a:off x="22234266" y="4405948"/>
            <a:ext cx="748134" cy="748133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905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D31BA-0B5D-60A3-26C0-EF5D6C2E3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ounded Rectangle">
            <a:extLst>
              <a:ext uri="{FF2B5EF4-FFF2-40B4-BE49-F238E27FC236}">
                <a16:creationId xmlns:a16="http://schemas.microsoft.com/office/drawing/2014/main" id="{9226B79A-4874-FF63-E7CB-0F0DEF80CD3F}"/>
              </a:ext>
            </a:extLst>
          </p:cNvPr>
          <p:cNvSpPr>
            <a:spLocks noGrp="1"/>
          </p:cNvSpPr>
          <p:nvPr/>
        </p:nvSpPr>
        <p:spPr>
          <a:xfrm>
            <a:off x="1157440" y="3225362"/>
            <a:ext cx="3109307" cy="310930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" name="Circle">
            <a:extLst>
              <a:ext uri="{FF2B5EF4-FFF2-40B4-BE49-F238E27FC236}">
                <a16:creationId xmlns:a16="http://schemas.microsoft.com/office/drawing/2014/main" id="{79ADC9DD-7F9F-C33B-D5F0-BB6585D89E0A}"/>
              </a:ext>
            </a:extLst>
          </p:cNvPr>
          <p:cNvSpPr>
            <a:spLocks noGrp="1"/>
          </p:cNvSpPr>
          <p:nvPr/>
        </p:nvSpPr>
        <p:spPr>
          <a:xfrm>
            <a:off x="2338026" y="4405947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" name="Rounded Rectangle">
            <a:extLst>
              <a:ext uri="{FF2B5EF4-FFF2-40B4-BE49-F238E27FC236}">
                <a16:creationId xmlns:a16="http://schemas.microsoft.com/office/drawing/2014/main" id="{C51F1D00-1C7C-DD92-A8E0-7A1C53957C1D}"/>
              </a:ext>
            </a:extLst>
          </p:cNvPr>
          <p:cNvSpPr>
            <a:spLocks noGrp="1"/>
          </p:cNvSpPr>
          <p:nvPr/>
        </p:nvSpPr>
        <p:spPr>
          <a:xfrm>
            <a:off x="4949403" y="3225362"/>
            <a:ext cx="3109307" cy="310930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" name="Circle">
            <a:extLst>
              <a:ext uri="{FF2B5EF4-FFF2-40B4-BE49-F238E27FC236}">
                <a16:creationId xmlns:a16="http://schemas.microsoft.com/office/drawing/2014/main" id="{6016B1E4-10C9-BC62-B6E0-1BAF5AAF3C2E}"/>
              </a:ext>
            </a:extLst>
          </p:cNvPr>
          <p:cNvSpPr>
            <a:spLocks noGrp="1"/>
          </p:cNvSpPr>
          <p:nvPr/>
        </p:nvSpPr>
        <p:spPr>
          <a:xfrm>
            <a:off x="5193563" y="5327410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" name="Circle">
            <a:extLst>
              <a:ext uri="{FF2B5EF4-FFF2-40B4-BE49-F238E27FC236}">
                <a16:creationId xmlns:a16="http://schemas.microsoft.com/office/drawing/2014/main" id="{79B4918C-8D58-D7AA-CF8B-19B017ACA477}"/>
              </a:ext>
            </a:extLst>
          </p:cNvPr>
          <p:cNvSpPr>
            <a:spLocks noGrp="1"/>
          </p:cNvSpPr>
          <p:nvPr/>
        </p:nvSpPr>
        <p:spPr>
          <a:xfrm rot="10800000">
            <a:off x="7066415" y="3484486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" name="Rounded Rectangle">
            <a:extLst>
              <a:ext uri="{FF2B5EF4-FFF2-40B4-BE49-F238E27FC236}">
                <a16:creationId xmlns:a16="http://schemas.microsoft.com/office/drawing/2014/main" id="{D601E5BE-A7F8-219E-5BBE-3F7CD2B644A1}"/>
              </a:ext>
            </a:extLst>
          </p:cNvPr>
          <p:cNvSpPr>
            <a:spLocks noGrp="1"/>
          </p:cNvSpPr>
          <p:nvPr/>
        </p:nvSpPr>
        <p:spPr>
          <a:xfrm>
            <a:off x="8741366" y="3225362"/>
            <a:ext cx="3109306" cy="310930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" name="Circle">
            <a:extLst>
              <a:ext uri="{FF2B5EF4-FFF2-40B4-BE49-F238E27FC236}">
                <a16:creationId xmlns:a16="http://schemas.microsoft.com/office/drawing/2014/main" id="{C32B58B1-BE64-D9A0-B40E-A52128507F26}"/>
              </a:ext>
            </a:extLst>
          </p:cNvPr>
          <p:cNvSpPr>
            <a:spLocks noGrp="1"/>
          </p:cNvSpPr>
          <p:nvPr/>
        </p:nvSpPr>
        <p:spPr>
          <a:xfrm>
            <a:off x="8985527" y="5327410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" name="Circle">
            <a:extLst>
              <a:ext uri="{FF2B5EF4-FFF2-40B4-BE49-F238E27FC236}">
                <a16:creationId xmlns:a16="http://schemas.microsoft.com/office/drawing/2014/main" id="{301861B0-7480-02D6-0E9A-BD5F809C8580}"/>
              </a:ext>
            </a:extLst>
          </p:cNvPr>
          <p:cNvSpPr>
            <a:spLocks noGrp="1"/>
          </p:cNvSpPr>
          <p:nvPr/>
        </p:nvSpPr>
        <p:spPr>
          <a:xfrm rot="10800000">
            <a:off x="10858378" y="3484486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1" name="Circle">
            <a:extLst>
              <a:ext uri="{FF2B5EF4-FFF2-40B4-BE49-F238E27FC236}">
                <a16:creationId xmlns:a16="http://schemas.microsoft.com/office/drawing/2014/main" id="{1E874654-A921-6668-D211-DCA860C883B0}"/>
              </a:ext>
            </a:extLst>
          </p:cNvPr>
          <p:cNvSpPr>
            <a:spLocks noGrp="1"/>
          </p:cNvSpPr>
          <p:nvPr/>
        </p:nvSpPr>
        <p:spPr>
          <a:xfrm rot="10800000">
            <a:off x="9921952" y="4405947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" name="Rounded Rectangle">
            <a:extLst>
              <a:ext uri="{FF2B5EF4-FFF2-40B4-BE49-F238E27FC236}">
                <a16:creationId xmlns:a16="http://schemas.microsoft.com/office/drawing/2014/main" id="{D0403341-DDDA-5463-EF8C-D050F670D3F6}"/>
              </a:ext>
            </a:extLst>
          </p:cNvPr>
          <p:cNvSpPr>
            <a:spLocks noGrp="1"/>
          </p:cNvSpPr>
          <p:nvPr/>
        </p:nvSpPr>
        <p:spPr>
          <a:xfrm>
            <a:off x="12533329" y="3225362"/>
            <a:ext cx="3109306" cy="310930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" name="Circle">
            <a:extLst>
              <a:ext uri="{FF2B5EF4-FFF2-40B4-BE49-F238E27FC236}">
                <a16:creationId xmlns:a16="http://schemas.microsoft.com/office/drawing/2014/main" id="{7356457B-3FB4-3C2F-72D2-37E0D8766CFA}"/>
              </a:ext>
            </a:extLst>
          </p:cNvPr>
          <p:cNvSpPr>
            <a:spLocks noGrp="1"/>
          </p:cNvSpPr>
          <p:nvPr/>
        </p:nvSpPr>
        <p:spPr>
          <a:xfrm>
            <a:off x="12777490" y="5327410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" name="Circle">
            <a:extLst>
              <a:ext uri="{FF2B5EF4-FFF2-40B4-BE49-F238E27FC236}">
                <a16:creationId xmlns:a16="http://schemas.microsoft.com/office/drawing/2014/main" id="{803DCF7D-8DFB-6A85-9904-419C43E839B0}"/>
              </a:ext>
            </a:extLst>
          </p:cNvPr>
          <p:cNvSpPr>
            <a:spLocks noGrp="1"/>
          </p:cNvSpPr>
          <p:nvPr/>
        </p:nvSpPr>
        <p:spPr>
          <a:xfrm rot="10800000">
            <a:off x="14650341" y="3484486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" name="Circle">
            <a:extLst>
              <a:ext uri="{FF2B5EF4-FFF2-40B4-BE49-F238E27FC236}">
                <a16:creationId xmlns:a16="http://schemas.microsoft.com/office/drawing/2014/main" id="{7A8B489F-8BCF-88D4-70A1-B77544F9E423}"/>
              </a:ext>
            </a:extLst>
          </p:cNvPr>
          <p:cNvSpPr>
            <a:spLocks noGrp="1"/>
          </p:cNvSpPr>
          <p:nvPr/>
        </p:nvSpPr>
        <p:spPr>
          <a:xfrm rot="10800000" flipH="1">
            <a:off x="12777490" y="3484485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" name="Circle">
            <a:extLst>
              <a:ext uri="{FF2B5EF4-FFF2-40B4-BE49-F238E27FC236}">
                <a16:creationId xmlns:a16="http://schemas.microsoft.com/office/drawing/2014/main" id="{FEF14EF8-4042-0CB8-2907-0101096476BA}"/>
              </a:ext>
            </a:extLst>
          </p:cNvPr>
          <p:cNvSpPr>
            <a:spLocks noGrp="1"/>
          </p:cNvSpPr>
          <p:nvPr/>
        </p:nvSpPr>
        <p:spPr>
          <a:xfrm flipH="1">
            <a:off x="14650341" y="5327409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" name="Rounded Rectangle">
            <a:extLst>
              <a:ext uri="{FF2B5EF4-FFF2-40B4-BE49-F238E27FC236}">
                <a16:creationId xmlns:a16="http://schemas.microsoft.com/office/drawing/2014/main" id="{10A15906-1879-7752-0C1A-71BAD8511FBB}"/>
              </a:ext>
            </a:extLst>
          </p:cNvPr>
          <p:cNvSpPr>
            <a:spLocks noGrp="1"/>
          </p:cNvSpPr>
          <p:nvPr/>
        </p:nvSpPr>
        <p:spPr>
          <a:xfrm>
            <a:off x="16325291" y="3225362"/>
            <a:ext cx="3109307" cy="310930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" name="Circle">
            <a:extLst>
              <a:ext uri="{FF2B5EF4-FFF2-40B4-BE49-F238E27FC236}">
                <a16:creationId xmlns:a16="http://schemas.microsoft.com/office/drawing/2014/main" id="{F843BA82-7753-98AD-8C2D-5E38487C3A9F}"/>
              </a:ext>
            </a:extLst>
          </p:cNvPr>
          <p:cNvSpPr>
            <a:spLocks noGrp="1"/>
          </p:cNvSpPr>
          <p:nvPr/>
        </p:nvSpPr>
        <p:spPr>
          <a:xfrm>
            <a:off x="16569452" y="5327410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" name="Circle">
            <a:extLst>
              <a:ext uri="{FF2B5EF4-FFF2-40B4-BE49-F238E27FC236}">
                <a16:creationId xmlns:a16="http://schemas.microsoft.com/office/drawing/2014/main" id="{9E01ACA7-0648-27D6-C3A4-975AB494392C}"/>
              </a:ext>
            </a:extLst>
          </p:cNvPr>
          <p:cNvSpPr>
            <a:spLocks noGrp="1"/>
          </p:cNvSpPr>
          <p:nvPr/>
        </p:nvSpPr>
        <p:spPr>
          <a:xfrm rot="10800000">
            <a:off x="18442304" y="3484486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" name="Circle">
            <a:extLst>
              <a:ext uri="{FF2B5EF4-FFF2-40B4-BE49-F238E27FC236}">
                <a16:creationId xmlns:a16="http://schemas.microsoft.com/office/drawing/2014/main" id="{91BF3A78-9456-A395-DED3-309E3473E398}"/>
              </a:ext>
            </a:extLst>
          </p:cNvPr>
          <p:cNvSpPr>
            <a:spLocks noGrp="1"/>
          </p:cNvSpPr>
          <p:nvPr/>
        </p:nvSpPr>
        <p:spPr>
          <a:xfrm rot="10800000" flipH="1">
            <a:off x="16569452" y="3484485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3" name="Circle">
            <a:extLst>
              <a:ext uri="{FF2B5EF4-FFF2-40B4-BE49-F238E27FC236}">
                <a16:creationId xmlns:a16="http://schemas.microsoft.com/office/drawing/2014/main" id="{8B7363C2-FB46-DF38-805D-473B5197BB09}"/>
              </a:ext>
            </a:extLst>
          </p:cNvPr>
          <p:cNvSpPr>
            <a:spLocks noGrp="1"/>
          </p:cNvSpPr>
          <p:nvPr/>
        </p:nvSpPr>
        <p:spPr>
          <a:xfrm flipH="1">
            <a:off x="18442304" y="5327409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" name="Circle">
            <a:extLst>
              <a:ext uri="{FF2B5EF4-FFF2-40B4-BE49-F238E27FC236}">
                <a16:creationId xmlns:a16="http://schemas.microsoft.com/office/drawing/2014/main" id="{9DC0D8F0-8A4F-D3C6-21FC-857F0D386AFD}"/>
              </a:ext>
            </a:extLst>
          </p:cNvPr>
          <p:cNvSpPr>
            <a:spLocks noGrp="1"/>
          </p:cNvSpPr>
          <p:nvPr/>
        </p:nvSpPr>
        <p:spPr>
          <a:xfrm rot="10800000">
            <a:off x="17505877" y="4405948"/>
            <a:ext cx="748133" cy="748133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6" name="Rounded Rectangle">
            <a:extLst>
              <a:ext uri="{FF2B5EF4-FFF2-40B4-BE49-F238E27FC236}">
                <a16:creationId xmlns:a16="http://schemas.microsoft.com/office/drawing/2014/main" id="{8C6EDE57-118D-276A-CEA3-3EEE627FBC99}"/>
              </a:ext>
            </a:extLst>
          </p:cNvPr>
          <p:cNvSpPr>
            <a:spLocks noGrp="1"/>
          </p:cNvSpPr>
          <p:nvPr/>
        </p:nvSpPr>
        <p:spPr>
          <a:xfrm>
            <a:off x="20117254" y="3225362"/>
            <a:ext cx="3109306" cy="310930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" name="Circle">
            <a:extLst>
              <a:ext uri="{FF2B5EF4-FFF2-40B4-BE49-F238E27FC236}">
                <a16:creationId xmlns:a16="http://schemas.microsoft.com/office/drawing/2014/main" id="{3AA54F34-BBDA-467D-C8EA-BE8084B5D822}"/>
              </a:ext>
            </a:extLst>
          </p:cNvPr>
          <p:cNvSpPr>
            <a:spLocks noGrp="1"/>
          </p:cNvSpPr>
          <p:nvPr/>
        </p:nvSpPr>
        <p:spPr>
          <a:xfrm>
            <a:off x="20361415" y="5327410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8" name="Circle">
            <a:extLst>
              <a:ext uri="{FF2B5EF4-FFF2-40B4-BE49-F238E27FC236}">
                <a16:creationId xmlns:a16="http://schemas.microsoft.com/office/drawing/2014/main" id="{8DBADBDD-D725-0173-C264-3EE725FE4511}"/>
              </a:ext>
            </a:extLst>
          </p:cNvPr>
          <p:cNvSpPr>
            <a:spLocks noGrp="1"/>
          </p:cNvSpPr>
          <p:nvPr/>
        </p:nvSpPr>
        <p:spPr>
          <a:xfrm rot="10800000">
            <a:off x="22234266" y="3484486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9" name="Circle">
            <a:extLst>
              <a:ext uri="{FF2B5EF4-FFF2-40B4-BE49-F238E27FC236}">
                <a16:creationId xmlns:a16="http://schemas.microsoft.com/office/drawing/2014/main" id="{BDDC7C8A-4C84-301D-58EB-262C2027FF0E}"/>
              </a:ext>
            </a:extLst>
          </p:cNvPr>
          <p:cNvSpPr>
            <a:spLocks noGrp="1"/>
          </p:cNvSpPr>
          <p:nvPr/>
        </p:nvSpPr>
        <p:spPr>
          <a:xfrm rot="10800000" flipH="1">
            <a:off x="20361415" y="3484485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0" name="Circle">
            <a:extLst>
              <a:ext uri="{FF2B5EF4-FFF2-40B4-BE49-F238E27FC236}">
                <a16:creationId xmlns:a16="http://schemas.microsoft.com/office/drawing/2014/main" id="{AFE3D70C-577B-4129-5600-3835BD01D5D9}"/>
              </a:ext>
            </a:extLst>
          </p:cNvPr>
          <p:cNvSpPr>
            <a:spLocks noGrp="1"/>
          </p:cNvSpPr>
          <p:nvPr/>
        </p:nvSpPr>
        <p:spPr>
          <a:xfrm flipH="1">
            <a:off x="22234266" y="5327409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" name="Circle">
            <a:extLst>
              <a:ext uri="{FF2B5EF4-FFF2-40B4-BE49-F238E27FC236}">
                <a16:creationId xmlns:a16="http://schemas.microsoft.com/office/drawing/2014/main" id="{8910CC5A-BD53-6993-7308-A96187A5294B}"/>
              </a:ext>
            </a:extLst>
          </p:cNvPr>
          <p:cNvSpPr>
            <a:spLocks noGrp="1"/>
          </p:cNvSpPr>
          <p:nvPr/>
        </p:nvSpPr>
        <p:spPr>
          <a:xfrm rot="10800000">
            <a:off x="20361415" y="4405948"/>
            <a:ext cx="748133" cy="748133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2" name="Circle">
            <a:extLst>
              <a:ext uri="{FF2B5EF4-FFF2-40B4-BE49-F238E27FC236}">
                <a16:creationId xmlns:a16="http://schemas.microsoft.com/office/drawing/2014/main" id="{80AF7B8D-6E4D-A7C1-A013-FCF1FF648367}"/>
              </a:ext>
            </a:extLst>
          </p:cNvPr>
          <p:cNvSpPr>
            <a:spLocks noGrp="1"/>
          </p:cNvSpPr>
          <p:nvPr/>
        </p:nvSpPr>
        <p:spPr>
          <a:xfrm rot="10800000">
            <a:off x="22234266" y="4405948"/>
            <a:ext cx="748134" cy="748133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Equation">
                <a:extLst>
                  <a:ext uri="{FF2B5EF4-FFF2-40B4-BE49-F238E27FC236}">
                    <a16:creationId xmlns:a16="http://schemas.microsoft.com/office/drawing/2014/main" id="{CD3BA242-F487-DBBF-F638-4E75790C17C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05362" y="7615774"/>
                <a:ext cx="1013461" cy="310698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1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1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1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sz="114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14" name="Equation">
                <a:extLst>
                  <a:ext uri="{FF2B5EF4-FFF2-40B4-BE49-F238E27FC236}">
                    <a16:creationId xmlns:a16="http://schemas.microsoft.com/office/drawing/2014/main" id="{CD3BA242-F487-DBBF-F638-4E75790C1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5362" y="7615774"/>
                <a:ext cx="1013461" cy="3106981"/>
              </a:xfrm>
              <a:prstGeom prst="rect">
                <a:avLst/>
              </a:prstGeom>
              <a:blipFill>
                <a:blip r:embed="rId3"/>
                <a:stretch>
                  <a:fillRect l="-38272" t="-813" r="-38272" b="-2113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Equation">
                <a:extLst>
                  <a:ext uri="{FF2B5EF4-FFF2-40B4-BE49-F238E27FC236}">
                    <a16:creationId xmlns:a16="http://schemas.microsoft.com/office/drawing/2014/main" id="{F5587A7F-CF6C-3D6E-6AA6-72331FAB210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97324" y="7615774"/>
                <a:ext cx="1013461" cy="310698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1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1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1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sz="114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15" name="Equation">
                <a:extLst>
                  <a:ext uri="{FF2B5EF4-FFF2-40B4-BE49-F238E27FC236}">
                    <a16:creationId xmlns:a16="http://schemas.microsoft.com/office/drawing/2014/main" id="{F5587A7F-CF6C-3D6E-6AA6-72331FAB2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324" y="7615774"/>
                <a:ext cx="1013461" cy="3106981"/>
              </a:xfrm>
              <a:prstGeom prst="rect">
                <a:avLst/>
              </a:prstGeom>
              <a:blipFill>
                <a:blip r:embed="rId4"/>
                <a:stretch>
                  <a:fillRect l="-38750" t="-813" r="-38750" b="-2113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Equation">
                <a:extLst>
                  <a:ext uri="{FF2B5EF4-FFF2-40B4-BE49-F238E27FC236}">
                    <a16:creationId xmlns:a16="http://schemas.microsoft.com/office/drawing/2014/main" id="{2E3B3200-3DB5-9E00-5D56-5E23F3723D9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89289" y="7615774"/>
                <a:ext cx="1013461" cy="310698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1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1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1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sz="114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16" name="Equation">
                <a:extLst>
                  <a:ext uri="{FF2B5EF4-FFF2-40B4-BE49-F238E27FC236}">
                    <a16:creationId xmlns:a16="http://schemas.microsoft.com/office/drawing/2014/main" id="{2E3B3200-3DB5-9E00-5D56-5E23F3723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9289" y="7615774"/>
                <a:ext cx="1013461" cy="3106981"/>
              </a:xfrm>
              <a:prstGeom prst="rect">
                <a:avLst/>
              </a:prstGeom>
              <a:blipFill>
                <a:blip r:embed="rId5"/>
                <a:stretch>
                  <a:fillRect l="-38272" t="-813" r="-38272" b="-2113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Equation">
                <a:extLst>
                  <a:ext uri="{FF2B5EF4-FFF2-40B4-BE49-F238E27FC236}">
                    <a16:creationId xmlns:a16="http://schemas.microsoft.com/office/drawing/2014/main" id="{096B578F-1011-F145-9FC4-C38B6347E83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581251" y="7615774"/>
                <a:ext cx="1013461" cy="310698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1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1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1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sz="114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17" name="Equation">
                <a:extLst>
                  <a:ext uri="{FF2B5EF4-FFF2-40B4-BE49-F238E27FC236}">
                    <a16:creationId xmlns:a16="http://schemas.microsoft.com/office/drawing/2014/main" id="{096B578F-1011-F145-9FC4-C38B6347E8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1251" y="7615774"/>
                <a:ext cx="1013461" cy="3106981"/>
              </a:xfrm>
              <a:prstGeom prst="rect">
                <a:avLst/>
              </a:prstGeom>
              <a:blipFill>
                <a:blip r:embed="rId6"/>
                <a:stretch>
                  <a:fillRect l="-38272" t="-813" r="-37037" b="-2113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Equation">
                <a:extLst>
                  <a:ext uri="{FF2B5EF4-FFF2-40B4-BE49-F238E27FC236}">
                    <a16:creationId xmlns:a16="http://schemas.microsoft.com/office/drawing/2014/main" id="{6557668A-5D21-615F-1D44-8486EB653FF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7373214" y="7615774"/>
                <a:ext cx="1013461" cy="310698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1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1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1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sz="114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18" name="Equation">
                <a:extLst>
                  <a:ext uri="{FF2B5EF4-FFF2-40B4-BE49-F238E27FC236}">
                    <a16:creationId xmlns:a16="http://schemas.microsoft.com/office/drawing/2014/main" id="{6557668A-5D21-615F-1D44-8486EB653F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3214" y="7615774"/>
                <a:ext cx="1013461" cy="3106981"/>
              </a:xfrm>
              <a:prstGeom prst="rect">
                <a:avLst/>
              </a:prstGeom>
              <a:blipFill>
                <a:blip r:embed="rId7"/>
                <a:stretch>
                  <a:fillRect l="-38750" t="-813" r="-38750" b="-2113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Equation">
                <a:extLst>
                  <a:ext uri="{FF2B5EF4-FFF2-40B4-BE49-F238E27FC236}">
                    <a16:creationId xmlns:a16="http://schemas.microsoft.com/office/drawing/2014/main" id="{5F499871-149C-CFD1-5D79-3185CB01C9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65178" y="7615774"/>
                <a:ext cx="1013461" cy="310698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1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1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1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sz="114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19" name="Equation">
                <a:extLst>
                  <a:ext uri="{FF2B5EF4-FFF2-40B4-BE49-F238E27FC236}">
                    <a16:creationId xmlns:a16="http://schemas.microsoft.com/office/drawing/2014/main" id="{5F499871-149C-CFD1-5D79-3185CB01C9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5178" y="7615774"/>
                <a:ext cx="1013461" cy="3106981"/>
              </a:xfrm>
              <a:prstGeom prst="rect">
                <a:avLst/>
              </a:prstGeom>
              <a:blipFill>
                <a:blip r:embed="rId3"/>
                <a:stretch>
                  <a:fillRect l="-38272" t="-813" r="-38272" b="-2113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7352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(        ) = 1/6">
            <a:extLst>
              <a:ext uri="{FF2B5EF4-FFF2-40B4-BE49-F238E27FC236}">
                <a16:creationId xmlns:a16="http://schemas.microsoft.com/office/drawing/2014/main" id="{3EEE3A1F-B348-4FCA-B1D3-6A83C19193C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  <a:defRPr sz="16000">
                <a:latin typeface="Times Roman"/>
                <a:ea typeface="Times Roman"/>
                <a:cs typeface="Times Roman"/>
              </a:defRPr>
            </a:pPr>
            <a:r>
              <a:rPr i="1"/>
              <a:t>P</a:t>
            </a:r>
            <a:r>
              <a:t>(    </a:t>
            </a:r>
            <a:r>
              <a:rPr i="1"/>
              <a:t>    </a:t>
            </a:r>
            <a:r>
              <a:t>) = </a:t>
            </a:r>
            <a:r>
              <a:rPr>
                <a:solidFill>
                  <a:srgbClr val="000000"/>
                </a:solidFill>
              </a:rPr>
              <a:t>1/6</a:t>
            </a:r>
          </a:p>
        </p:txBody>
      </p:sp>
      <p:sp>
        <p:nvSpPr>
          <p:cNvPr id="223" name="Rounded Rectangle">
            <a:extLst>
              <a:ext uri="{FF2B5EF4-FFF2-40B4-BE49-F238E27FC236}">
                <a16:creationId xmlns:a16="http://schemas.microsoft.com/office/drawing/2014/main" id="{6F795779-313E-46A5-84E8-44264EB111C9}"/>
              </a:ext>
            </a:extLst>
          </p:cNvPr>
          <p:cNvSpPr>
            <a:spLocks noGrp="1"/>
          </p:cNvSpPr>
          <p:nvPr/>
        </p:nvSpPr>
        <p:spPr>
          <a:xfrm>
            <a:off x="8886638" y="5522082"/>
            <a:ext cx="3109306" cy="310930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8C134662-656C-4C67-B59E-1BF6AF6718FF}"/>
              </a:ext>
            </a:extLst>
          </p:cNvPr>
          <p:cNvSpPr>
            <a:spLocks noGrp="1"/>
          </p:cNvSpPr>
          <p:nvPr/>
        </p:nvSpPr>
        <p:spPr>
          <a:xfrm>
            <a:off x="9130798" y="7624130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5" name="Circle">
            <a:extLst>
              <a:ext uri="{FF2B5EF4-FFF2-40B4-BE49-F238E27FC236}">
                <a16:creationId xmlns:a16="http://schemas.microsoft.com/office/drawing/2014/main" id="{5A056EE2-E752-4E85-B0F5-48E630D652CD}"/>
              </a:ext>
            </a:extLst>
          </p:cNvPr>
          <p:cNvSpPr>
            <a:spLocks noGrp="1"/>
          </p:cNvSpPr>
          <p:nvPr/>
        </p:nvSpPr>
        <p:spPr>
          <a:xfrm rot="10800000">
            <a:off x="11003649" y="5781206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Equation">
                <a:extLst>
                  <a:ext uri="{FF2B5EF4-FFF2-40B4-BE49-F238E27FC236}">
                    <a16:creationId xmlns:a16="http://schemas.microsoft.com/office/drawing/2014/main" id="{0538763B-4034-4EDD-9C3D-D69F27AE39E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240875" y="4637483"/>
                <a:ext cx="1591311" cy="487850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sz="179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27" name="Equation">
                <a:extLst>
                  <a:ext uri="{FF2B5EF4-FFF2-40B4-BE49-F238E27FC236}">
                    <a16:creationId xmlns:a16="http://schemas.microsoft.com/office/drawing/2014/main" id="{0538763B-4034-4EDD-9C3D-D69F27AE39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0875" y="4637483"/>
                <a:ext cx="1591311" cy="4878503"/>
              </a:xfrm>
              <a:prstGeom prst="rect">
                <a:avLst/>
              </a:prstGeom>
              <a:blipFill>
                <a:blip r:embed="rId3"/>
                <a:stretch>
                  <a:fillRect l="-38095" t="-1039" r="-38095" b="-20779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8113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ounded Rectangle">
            <a:extLst>
              <a:ext uri="{FF2B5EF4-FFF2-40B4-BE49-F238E27FC236}">
                <a16:creationId xmlns:a16="http://schemas.microsoft.com/office/drawing/2014/main" id="{C792E6CC-F53A-407E-BBEC-E2B9378B14F7}"/>
              </a:ext>
            </a:extLst>
          </p:cNvPr>
          <p:cNvSpPr>
            <a:spLocks noGrp="1"/>
          </p:cNvSpPr>
          <p:nvPr/>
        </p:nvSpPr>
        <p:spPr>
          <a:xfrm>
            <a:off x="6699837" y="5303347"/>
            <a:ext cx="3109306" cy="3109307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0" name="Circle">
            <a:extLst>
              <a:ext uri="{FF2B5EF4-FFF2-40B4-BE49-F238E27FC236}">
                <a16:creationId xmlns:a16="http://schemas.microsoft.com/office/drawing/2014/main" id="{0A286C2F-B776-424F-A43D-617B2FE29734}"/>
              </a:ext>
            </a:extLst>
          </p:cNvPr>
          <p:cNvSpPr>
            <a:spLocks noGrp="1"/>
          </p:cNvSpPr>
          <p:nvPr/>
        </p:nvSpPr>
        <p:spPr>
          <a:xfrm>
            <a:off x="7880423" y="6483932"/>
            <a:ext cx="748133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2" name="Rounded Rectangle">
            <a:extLst>
              <a:ext uri="{FF2B5EF4-FFF2-40B4-BE49-F238E27FC236}">
                <a16:creationId xmlns:a16="http://schemas.microsoft.com/office/drawing/2014/main" id="{AD92AC52-3F7D-4A28-9BDC-743800F7CE90}"/>
              </a:ext>
            </a:extLst>
          </p:cNvPr>
          <p:cNvSpPr>
            <a:spLocks noGrp="1"/>
          </p:cNvSpPr>
          <p:nvPr/>
        </p:nvSpPr>
        <p:spPr>
          <a:xfrm>
            <a:off x="14574857" y="5303347"/>
            <a:ext cx="3109307" cy="3109307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3" name="Circle">
            <a:extLst>
              <a:ext uri="{FF2B5EF4-FFF2-40B4-BE49-F238E27FC236}">
                <a16:creationId xmlns:a16="http://schemas.microsoft.com/office/drawing/2014/main" id="{25E0EBDF-685D-44C1-9523-8DC6846010D9}"/>
              </a:ext>
            </a:extLst>
          </p:cNvPr>
          <p:cNvSpPr>
            <a:spLocks noGrp="1"/>
          </p:cNvSpPr>
          <p:nvPr/>
        </p:nvSpPr>
        <p:spPr>
          <a:xfrm>
            <a:off x="14819017" y="7405395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4" name="Circle">
            <a:extLst>
              <a:ext uri="{FF2B5EF4-FFF2-40B4-BE49-F238E27FC236}">
                <a16:creationId xmlns:a16="http://schemas.microsoft.com/office/drawing/2014/main" id="{F6E6001F-CCA2-4825-BFDE-CFB9169D7ADA}"/>
              </a:ext>
            </a:extLst>
          </p:cNvPr>
          <p:cNvSpPr>
            <a:spLocks noGrp="1"/>
          </p:cNvSpPr>
          <p:nvPr/>
        </p:nvSpPr>
        <p:spPr>
          <a:xfrm rot="10800000">
            <a:off x="16691869" y="5562471"/>
            <a:ext cx="748134" cy="74813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1945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ounded Rectangle">
            <a:extLst>
              <a:ext uri="{FF2B5EF4-FFF2-40B4-BE49-F238E27FC236}">
                <a16:creationId xmlns:a16="http://schemas.microsoft.com/office/drawing/2014/main" id="{16ECF25E-4368-414F-A067-E43E3AE5316B}"/>
              </a:ext>
            </a:extLst>
          </p:cNvPr>
          <p:cNvSpPr>
            <a:spLocks noGrp="1"/>
          </p:cNvSpPr>
          <p:nvPr/>
        </p:nvSpPr>
        <p:spPr>
          <a:xfrm>
            <a:off x="1366203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8" name="Circle">
            <a:extLst>
              <a:ext uri="{FF2B5EF4-FFF2-40B4-BE49-F238E27FC236}">
                <a16:creationId xmlns:a16="http://schemas.microsoft.com/office/drawing/2014/main" id="{6C28B74F-9A2F-4C39-989A-D087035B40A4}"/>
              </a:ext>
            </a:extLst>
          </p:cNvPr>
          <p:cNvSpPr>
            <a:spLocks noGrp="1"/>
          </p:cNvSpPr>
          <p:nvPr/>
        </p:nvSpPr>
        <p:spPr>
          <a:xfrm>
            <a:off x="1848415" y="171986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0" name="Rounded Rectangle">
            <a:extLst>
              <a:ext uri="{FF2B5EF4-FFF2-40B4-BE49-F238E27FC236}">
                <a16:creationId xmlns:a16="http://schemas.microsoft.com/office/drawing/2014/main" id="{38719030-96A8-4850-957E-23A76E09A0F8}"/>
              </a:ext>
            </a:extLst>
          </p:cNvPr>
          <p:cNvSpPr>
            <a:spLocks noGrp="1"/>
          </p:cNvSpPr>
          <p:nvPr/>
        </p:nvSpPr>
        <p:spPr>
          <a:xfrm>
            <a:off x="5158166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1" name="Circle">
            <a:extLst>
              <a:ext uri="{FF2B5EF4-FFF2-40B4-BE49-F238E27FC236}">
                <a16:creationId xmlns:a16="http://schemas.microsoft.com/office/drawing/2014/main" id="{955F1FAF-1517-4483-B30A-7FE36DF3BF2A}"/>
              </a:ext>
            </a:extLst>
          </p:cNvPr>
          <p:cNvSpPr>
            <a:spLocks noGrp="1"/>
          </p:cNvSpPr>
          <p:nvPr/>
        </p:nvSpPr>
        <p:spPr>
          <a:xfrm>
            <a:off x="5257893" y="20962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2" name="Circle">
            <a:extLst>
              <a:ext uri="{FF2B5EF4-FFF2-40B4-BE49-F238E27FC236}">
                <a16:creationId xmlns:a16="http://schemas.microsoft.com/office/drawing/2014/main" id="{D056C2E5-3588-4527-8340-4E157FC20804}"/>
              </a:ext>
            </a:extLst>
          </p:cNvPr>
          <p:cNvSpPr>
            <a:spLocks noGrp="1"/>
          </p:cNvSpPr>
          <p:nvPr/>
        </p:nvSpPr>
        <p:spPr>
          <a:xfrm rot="10800000">
            <a:off x="6022862" y="134349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4" name="Rounded Rectangle">
            <a:extLst>
              <a:ext uri="{FF2B5EF4-FFF2-40B4-BE49-F238E27FC236}">
                <a16:creationId xmlns:a16="http://schemas.microsoft.com/office/drawing/2014/main" id="{EA3FBD81-475B-49C7-B890-15B885CED7D2}"/>
              </a:ext>
            </a:extLst>
          </p:cNvPr>
          <p:cNvSpPr>
            <a:spLocks noGrp="1"/>
          </p:cNvSpPr>
          <p:nvPr/>
        </p:nvSpPr>
        <p:spPr>
          <a:xfrm>
            <a:off x="8950128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5" name="Circle">
            <a:extLst>
              <a:ext uri="{FF2B5EF4-FFF2-40B4-BE49-F238E27FC236}">
                <a16:creationId xmlns:a16="http://schemas.microsoft.com/office/drawing/2014/main" id="{8B50151D-2819-42AE-9A38-1098AEFB4E2A}"/>
              </a:ext>
            </a:extLst>
          </p:cNvPr>
          <p:cNvSpPr>
            <a:spLocks noGrp="1"/>
          </p:cNvSpPr>
          <p:nvPr/>
        </p:nvSpPr>
        <p:spPr>
          <a:xfrm>
            <a:off x="9049855" y="20962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6" name="Circle">
            <a:extLst>
              <a:ext uri="{FF2B5EF4-FFF2-40B4-BE49-F238E27FC236}">
                <a16:creationId xmlns:a16="http://schemas.microsoft.com/office/drawing/2014/main" id="{8269F296-FC4F-41F1-AF4E-3D142B5BDB7A}"/>
              </a:ext>
            </a:extLst>
          </p:cNvPr>
          <p:cNvSpPr>
            <a:spLocks noGrp="1"/>
          </p:cNvSpPr>
          <p:nvPr/>
        </p:nvSpPr>
        <p:spPr>
          <a:xfrm rot="10800000">
            <a:off x="9814824" y="134349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7" name="Circle">
            <a:extLst>
              <a:ext uri="{FF2B5EF4-FFF2-40B4-BE49-F238E27FC236}">
                <a16:creationId xmlns:a16="http://schemas.microsoft.com/office/drawing/2014/main" id="{695D3AFB-C872-451A-BE74-C1B92049C6AB}"/>
              </a:ext>
            </a:extLst>
          </p:cNvPr>
          <p:cNvSpPr>
            <a:spLocks noGrp="1"/>
          </p:cNvSpPr>
          <p:nvPr/>
        </p:nvSpPr>
        <p:spPr>
          <a:xfrm rot="10800000">
            <a:off x="9432340" y="171986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9" name="Rounded Rectangle">
            <a:extLst>
              <a:ext uri="{FF2B5EF4-FFF2-40B4-BE49-F238E27FC236}">
                <a16:creationId xmlns:a16="http://schemas.microsoft.com/office/drawing/2014/main" id="{E0B09BA7-8346-46FF-B376-9D7B76CB8CF8}"/>
              </a:ext>
            </a:extLst>
          </p:cNvPr>
          <p:cNvSpPr>
            <a:spLocks noGrp="1"/>
          </p:cNvSpPr>
          <p:nvPr/>
        </p:nvSpPr>
        <p:spPr>
          <a:xfrm>
            <a:off x="12742092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" name="Circle">
            <a:extLst>
              <a:ext uri="{FF2B5EF4-FFF2-40B4-BE49-F238E27FC236}">
                <a16:creationId xmlns:a16="http://schemas.microsoft.com/office/drawing/2014/main" id="{663327F6-B131-422E-BD77-DB268FB1BE3B}"/>
              </a:ext>
            </a:extLst>
          </p:cNvPr>
          <p:cNvSpPr>
            <a:spLocks noGrp="1"/>
          </p:cNvSpPr>
          <p:nvPr/>
        </p:nvSpPr>
        <p:spPr>
          <a:xfrm>
            <a:off x="12841819" y="20962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" name="Circle">
            <a:extLst>
              <a:ext uri="{FF2B5EF4-FFF2-40B4-BE49-F238E27FC236}">
                <a16:creationId xmlns:a16="http://schemas.microsoft.com/office/drawing/2014/main" id="{61F32824-2E49-4F6E-9321-A1ABF9FCF177}"/>
              </a:ext>
            </a:extLst>
          </p:cNvPr>
          <p:cNvSpPr>
            <a:spLocks noGrp="1"/>
          </p:cNvSpPr>
          <p:nvPr/>
        </p:nvSpPr>
        <p:spPr>
          <a:xfrm rot="10800000">
            <a:off x="13606788" y="134349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" name="Circle">
            <a:extLst>
              <a:ext uri="{FF2B5EF4-FFF2-40B4-BE49-F238E27FC236}">
                <a16:creationId xmlns:a16="http://schemas.microsoft.com/office/drawing/2014/main" id="{C1AC64CF-8927-4142-9ACA-DBB09491BB26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134349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" name="Circle">
            <a:extLst>
              <a:ext uri="{FF2B5EF4-FFF2-40B4-BE49-F238E27FC236}">
                <a16:creationId xmlns:a16="http://schemas.microsoft.com/office/drawing/2014/main" id="{FE8C653B-6978-475A-9939-67826FC36194}"/>
              </a:ext>
            </a:extLst>
          </p:cNvPr>
          <p:cNvSpPr>
            <a:spLocks noGrp="1"/>
          </p:cNvSpPr>
          <p:nvPr/>
        </p:nvSpPr>
        <p:spPr>
          <a:xfrm flipH="1">
            <a:off x="13606788" y="20962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" name="Rounded Rectangle">
            <a:extLst>
              <a:ext uri="{FF2B5EF4-FFF2-40B4-BE49-F238E27FC236}">
                <a16:creationId xmlns:a16="http://schemas.microsoft.com/office/drawing/2014/main" id="{716D2C3B-F817-415D-BE35-A03D692F8807}"/>
              </a:ext>
            </a:extLst>
          </p:cNvPr>
          <p:cNvSpPr>
            <a:spLocks noGrp="1"/>
          </p:cNvSpPr>
          <p:nvPr/>
        </p:nvSpPr>
        <p:spPr>
          <a:xfrm>
            <a:off x="16534054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" name="Circle">
            <a:extLst>
              <a:ext uri="{FF2B5EF4-FFF2-40B4-BE49-F238E27FC236}">
                <a16:creationId xmlns:a16="http://schemas.microsoft.com/office/drawing/2014/main" id="{E1512602-8140-4650-A21C-ECA3B357A474}"/>
              </a:ext>
            </a:extLst>
          </p:cNvPr>
          <p:cNvSpPr>
            <a:spLocks noGrp="1"/>
          </p:cNvSpPr>
          <p:nvPr/>
        </p:nvSpPr>
        <p:spPr>
          <a:xfrm>
            <a:off x="16633781" y="20962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" name="Circle">
            <a:extLst>
              <a:ext uri="{FF2B5EF4-FFF2-40B4-BE49-F238E27FC236}">
                <a16:creationId xmlns:a16="http://schemas.microsoft.com/office/drawing/2014/main" id="{61EDD212-A0A8-45D6-ABD2-1E2957079F19}"/>
              </a:ext>
            </a:extLst>
          </p:cNvPr>
          <p:cNvSpPr>
            <a:spLocks noGrp="1"/>
          </p:cNvSpPr>
          <p:nvPr/>
        </p:nvSpPr>
        <p:spPr>
          <a:xfrm rot="10800000">
            <a:off x="17398750" y="134349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" name="Circle">
            <a:extLst>
              <a:ext uri="{FF2B5EF4-FFF2-40B4-BE49-F238E27FC236}">
                <a16:creationId xmlns:a16="http://schemas.microsoft.com/office/drawing/2014/main" id="{658FFEF1-4B1E-4457-A6CD-D56F1BAC8564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1" y="134349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" name="Circle">
            <a:extLst>
              <a:ext uri="{FF2B5EF4-FFF2-40B4-BE49-F238E27FC236}">
                <a16:creationId xmlns:a16="http://schemas.microsoft.com/office/drawing/2014/main" id="{1B5D68F9-4A0E-473E-B870-BC1C0F0E589D}"/>
              </a:ext>
            </a:extLst>
          </p:cNvPr>
          <p:cNvSpPr>
            <a:spLocks noGrp="1"/>
          </p:cNvSpPr>
          <p:nvPr/>
        </p:nvSpPr>
        <p:spPr>
          <a:xfrm flipH="1">
            <a:off x="17398750" y="20962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" name="Circle">
            <a:extLst>
              <a:ext uri="{FF2B5EF4-FFF2-40B4-BE49-F238E27FC236}">
                <a16:creationId xmlns:a16="http://schemas.microsoft.com/office/drawing/2014/main" id="{CEE4D390-9282-4297-A40E-7B15364C7458}"/>
              </a:ext>
            </a:extLst>
          </p:cNvPr>
          <p:cNvSpPr>
            <a:spLocks noGrp="1"/>
          </p:cNvSpPr>
          <p:nvPr/>
        </p:nvSpPr>
        <p:spPr>
          <a:xfrm rot="10800000">
            <a:off x="17016266" y="17198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" name="Rounded Rectangle">
            <a:extLst>
              <a:ext uri="{FF2B5EF4-FFF2-40B4-BE49-F238E27FC236}">
                <a16:creationId xmlns:a16="http://schemas.microsoft.com/office/drawing/2014/main" id="{4A1AACD2-0DF7-46C8-B854-8A5C30DD6F9D}"/>
              </a:ext>
            </a:extLst>
          </p:cNvPr>
          <p:cNvSpPr>
            <a:spLocks noGrp="1"/>
          </p:cNvSpPr>
          <p:nvPr/>
        </p:nvSpPr>
        <p:spPr>
          <a:xfrm>
            <a:off x="20326016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" name="Circle">
            <a:extLst>
              <a:ext uri="{FF2B5EF4-FFF2-40B4-BE49-F238E27FC236}">
                <a16:creationId xmlns:a16="http://schemas.microsoft.com/office/drawing/2014/main" id="{16D4F2D6-3F37-48E3-AD39-2A7F1B2B78D2}"/>
              </a:ext>
            </a:extLst>
          </p:cNvPr>
          <p:cNvSpPr>
            <a:spLocks noGrp="1"/>
          </p:cNvSpPr>
          <p:nvPr/>
        </p:nvSpPr>
        <p:spPr>
          <a:xfrm>
            <a:off x="20425743" y="20962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" name="Circle">
            <a:extLst>
              <a:ext uri="{FF2B5EF4-FFF2-40B4-BE49-F238E27FC236}">
                <a16:creationId xmlns:a16="http://schemas.microsoft.com/office/drawing/2014/main" id="{DAF9DCA8-1F22-4105-A7E2-558E0C1CCDCB}"/>
              </a:ext>
            </a:extLst>
          </p:cNvPr>
          <p:cNvSpPr>
            <a:spLocks noGrp="1"/>
          </p:cNvSpPr>
          <p:nvPr/>
        </p:nvSpPr>
        <p:spPr>
          <a:xfrm rot="10800000">
            <a:off x="21190712" y="134349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" name="Circle">
            <a:extLst>
              <a:ext uri="{FF2B5EF4-FFF2-40B4-BE49-F238E27FC236}">
                <a16:creationId xmlns:a16="http://schemas.microsoft.com/office/drawing/2014/main" id="{1EA44A3F-4BF9-4E20-9728-1EF3617E1FBD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3" y="134349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" name="Circle">
            <a:extLst>
              <a:ext uri="{FF2B5EF4-FFF2-40B4-BE49-F238E27FC236}">
                <a16:creationId xmlns:a16="http://schemas.microsoft.com/office/drawing/2014/main" id="{D1116ED5-92AC-4922-9283-81F3803BB6FE}"/>
              </a:ext>
            </a:extLst>
          </p:cNvPr>
          <p:cNvSpPr>
            <a:spLocks noGrp="1"/>
          </p:cNvSpPr>
          <p:nvPr/>
        </p:nvSpPr>
        <p:spPr>
          <a:xfrm flipH="1">
            <a:off x="21190712" y="20962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" name="Circle">
            <a:extLst>
              <a:ext uri="{FF2B5EF4-FFF2-40B4-BE49-F238E27FC236}">
                <a16:creationId xmlns:a16="http://schemas.microsoft.com/office/drawing/2014/main" id="{A86F6991-971C-4751-BCDC-18C5BF828DAF}"/>
              </a:ext>
            </a:extLst>
          </p:cNvPr>
          <p:cNvSpPr>
            <a:spLocks noGrp="1"/>
          </p:cNvSpPr>
          <p:nvPr/>
        </p:nvSpPr>
        <p:spPr>
          <a:xfrm rot="10800000">
            <a:off x="20425743" y="17198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" name="Circle">
            <a:extLst>
              <a:ext uri="{FF2B5EF4-FFF2-40B4-BE49-F238E27FC236}">
                <a16:creationId xmlns:a16="http://schemas.microsoft.com/office/drawing/2014/main" id="{46D02D63-10DD-49CE-B447-3C75448EB69D}"/>
              </a:ext>
            </a:extLst>
          </p:cNvPr>
          <p:cNvSpPr>
            <a:spLocks noGrp="1"/>
          </p:cNvSpPr>
          <p:nvPr/>
        </p:nvSpPr>
        <p:spPr>
          <a:xfrm rot="10800000">
            <a:off x="21190712" y="17198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" name="Rounded Rectangle">
            <a:extLst>
              <a:ext uri="{FF2B5EF4-FFF2-40B4-BE49-F238E27FC236}">
                <a16:creationId xmlns:a16="http://schemas.microsoft.com/office/drawing/2014/main" id="{A8819248-3D59-4351-8623-AA910EA6FD4B}"/>
              </a:ext>
            </a:extLst>
          </p:cNvPr>
          <p:cNvSpPr>
            <a:spLocks noGrp="1"/>
          </p:cNvSpPr>
          <p:nvPr/>
        </p:nvSpPr>
        <p:spPr>
          <a:xfrm>
            <a:off x="2787982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" name="Circle">
            <a:extLst>
              <a:ext uri="{FF2B5EF4-FFF2-40B4-BE49-F238E27FC236}">
                <a16:creationId xmlns:a16="http://schemas.microsoft.com/office/drawing/2014/main" id="{7B2023A5-177D-4E6B-9E77-6EDBD20B0442}"/>
              </a:ext>
            </a:extLst>
          </p:cNvPr>
          <p:cNvSpPr>
            <a:spLocks noGrp="1"/>
          </p:cNvSpPr>
          <p:nvPr/>
        </p:nvSpPr>
        <p:spPr>
          <a:xfrm>
            <a:off x="3270194" y="171986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" name="Rounded Rectangle">
            <a:extLst>
              <a:ext uri="{FF2B5EF4-FFF2-40B4-BE49-F238E27FC236}">
                <a16:creationId xmlns:a16="http://schemas.microsoft.com/office/drawing/2014/main" id="{270D58C9-2EC8-4951-B380-815A9696D7ED}"/>
              </a:ext>
            </a:extLst>
          </p:cNvPr>
          <p:cNvSpPr>
            <a:spLocks noGrp="1"/>
          </p:cNvSpPr>
          <p:nvPr/>
        </p:nvSpPr>
        <p:spPr>
          <a:xfrm>
            <a:off x="2787982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" name="Circle">
            <a:extLst>
              <a:ext uri="{FF2B5EF4-FFF2-40B4-BE49-F238E27FC236}">
                <a16:creationId xmlns:a16="http://schemas.microsoft.com/office/drawing/2014/main" id="{83912B31-935D-4056-B0DE-3D18BC4C0F63}"/>
              </a:ext>
            </a:extLst>
          </p:cNvPr>
          <p:cNvSpPr>
            <a:spLocks noGrp="1"/>
          </p:cNvSpPr>
          <p:nvPr/>
        </p:nvSpPr>
        <p:spPr>
          <a:xfrm>
            <a:off x="2887709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" name="Circle">
            <a:extLst>
              <a:ext uri="{FF2B5EF4-FFF2-40B4-BE49-F238E27FC236}">
                <a16:creationId xmlns:a16="http://schemas.microsoft.com/office/drawing/2014/main" id="{6AB48D7A-B048-4A54-B635-E86A3255E6E5}"/>
              </a:ext>
            </a:extLst>
          </p:cNvPr>
          <p:cNvSpPr>
            <a:spLocks noGrp="1"/>
          </p:cNvSpPr>
          <p:nvPr/>
        </p:nvSpPr>
        <p:spPr>
          <a:xfrm rot="10800000">
            <a:off x="3652678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" name="Rounded Rectangle">
            <a:extLst>
              <a:ext uri="{FF2B5EF4-FFF2-40B4-BE49-F238E27FC236}">
                <a16:creationId xmlns:a16="http://schemas.microsoft.com/office/drawing/2014/main" id="{12FF23EE-DD0F-40B7-8DB0-58A7DCD48891}"/>
              </a:ext>
            </a:extLst>
          </p:cNvPr>
          <p:cNvSpPr>
            <a:spLocks noGrp="1"/>
          </p:cNvSpPr>
          <p:nvPr/>
        </p:nvSpPr>
        <p:spPr>
          <a:xfrm>
            <a:off x="2787982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" name="Circle">
            <a:extLst>
              <a:ext uri="{FF2B5EF4-FFF2-40B4-BE49-F238E27FC236}">
                <a16:creationId xmlns:a16="http://schemas.microsoft.com/office/drawing/2014/main" id="{A469AEBC-91DB-400A-BA43-36F88549533D}"/>
              </a:ext>
            </a:extLst>
          </p:cNvPr>
          <p:cNvSpPr>
            <a:spLocks noGrp="1"/>
          </p:cNvSpPr>
          <p:nvPr/>
        </p:nvSpPr>
        <p:spPr>
          <a:xfrm>
            <a:off x="2887709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" name="Circle">
            <a:extLst>
              <a:ext uri="{FF2B5EF4-FFF2-40B4-BE49-F238E27FC236}">
                <a16:creationId xmlns:a16="http://schemas.microsoft.com/office/drawing/2014/main" id="{1673AEDD-A8AC-41A0-AA5C-A9D239C7D519}"/>
              </a:ext>
            </a:extLst>
          </p:cNvPr>
          <p:cNvSpPr>
            <a:spLocks noGrp="1"/>
          </p:cNvSpPr>
          <p:nvPr/>
        </p:nvSpPr>
        <p:spPr>
          <a:xfrm rot="10800000">
            <a:off x="3652678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" name="Circle">
            <a:extLst>
              <a:ext uri="{FF2B5EF4-FFF2-40B4-BE49-F238E27FC236}">
                <a16:creationId xmlns:a16="http://schemas.microsoft.com/office/drawing/2014/main" id="{4958953C-5F91-4F5F-8061-2D2B7623CA3C}"/>
              </a:ext>
            </a:extLst>
          </p:cNvPr>
          <p:cNvSpPr>
            <a:spLocks noGrp="1"/>
          </p:cNvSpPr>
          <p:nvPr/>
        </p:nvSpPr>
        <p:spPr>
          <a:xfrm rot="10800000">
            <a:off x="3270194" y="57081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2" name="Rounded Rectangle">
            <a:extLst>
              <a:ext uri="{FF2B5EF4-FFF2-40B4-BE49-F238E27FC236}">
                <a16:creationId xmlns:a16="http://schemas.microsoft.com/office/drawing/2014/main" id="{40FE285B-A5E9-46F7-9B5B-E6B39CCF0B69}"/>
              </a:ext>
            </a:extLst>
          </p:cNvPr>
          <p:cNvSpPr>
            <a:spLocks noGrp="1"/>
          </p:cNvSpPr>
          <p:nvPr/>
        </p:nvSpPr>
        <p:spPr>
          <a:xfrm>
            <a:off x="2787982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" name="Circle">
            <a:extLst>
              <a:ext uri="{FF2B5EF4-FFF2-40B4-BE49-F238E27FC236}">
                <a16:creationId xmlns:a16="http://schemas.microsoft.com/office/drawing/2014/main" id="{94936300-5358-4A75-AA6A-132795F2DDF1}"/>
              </a:ext>
            </a:extLst>
          </p:cNvPr>
          <p:cNvSpPr>
            <a:spLocks noGrp="1"/>
          </p:cNvSpPr>
          <p:nvPr/>
        </p:nvSpPr>
        <p:spPr>
          <a:xfrm>
            <a:off x="2887709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4" name="Circle">
            <a:extLst>
              <a:ext uri="{FF2B5EF4-FFF2-40B4-BE49-F238E27FC236}">
                <a16:creationId xmlns:a16="http://schemas.microsoft.com/office/drawing/2014/main" id="{A07DEAE5-0566-4E11-B50C-F6813555130B}"/>
              </a:ext>
            </a:extLst>
          </p:cNvPr>
          <p:cNvSpPr>
            <a:spLocks noGrp="1"/>
          </p:cNvSpPr>
          <p:nvPr/>
        </p:nvSpPr>
        <p:spPr>
          <a:xfrm rot="10800000">
            <a:off x="3652678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5" name="Circle">
            <a:extLst>
              <a:ext uri="{FF2B5EF4-FFF2-40B4-BE49-F238E27FC236}">
                <a16:creationId xmlns:a16="http://schemas.microsoft.com/office/drawing/2014/main" id="{C38CFAD4-80A2-4044-839A-0C35AF57D9B2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09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6" name="Circle">
            <a:extLst>
              <a:ext uri="{FF2B5EF4-FFF2-40B4-BE49-F238E27FC236}">
                <a16:creationId xmlns:a16="http://schemas.microsoft.com/office/drawing/2014/main" id="{D700E82D-0C5A-4A26-9E51-1B92FA1E7560}"/>
              </a:ext>
            </a:extLst>
          </p:cNvPr>
          <p:cNvSpPr>
            <a:spLocks noGrp="1"/>
          </p:cNvSpPr>
          <p:nvPr/>
        </p:nvSpPr>
        <p:spPr>
          <a:xfrm flipH="1">
            <a:off x="3652678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8" name="Rounded Rectangle">
            <a:extLst>
              <a:ext uri="{FF2B5EF4-FFF2-40B4-BE49-F238E27FC236}">
                <a16:creationId xmlns:a16="http://schemas.microsoft.com/office/drawing/2014/main" id="{1A3F176A-7446-46B5-8A1D-E431DFA40B7C}"/>
              </a:ext>
            </a:extLst>
          </p:cNvPr>
          <p:cNvSpPr>
            <a:spLocks noGrp="1"/>
          </p:cNvSpPr>
          <p:nvPr/>
        </p:nvSpPr>
        <p:spPr>
          <a:xfrm>
            <a:off x="2787982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" name="Circle">
            <a:extLst>
              <a:ext uri="{FF2B5EF4-FFF2-40B4-BE49-F238E27FC236}">
                <a16:creationId xmlns:a16="http://schemas.microsoft.com/office/drawing/2014/main" id="{E6A70433-06B2-40AD-8373-32B6617F87F3}"/>
              </a:ext>
            </a:extLst>
          </p:cNvPr>
          <p:cNvSpPr>
            <a:spLocks noGrp="1"/>
          </p:cNvSpPr>
          <p:nvPr/>
        </p:nvSpPr>
        <p:spPr>
          <a:xfrm>
            <a:off x="2887709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0" name="Circle">
            <a:extLst>
              <a:ext uri="{FF2B5EF4-FFF2-40B4-BE49-F238E27FC236}">
                <a16:creationId xmlns:a16="http://schemas.microsoft.com/office/drawing/2014/main" id="{965981C3-C936-40AE-B805-11651D5A1D9A}"/>
              </a:ext>
            </a:extLst>
          </p:cNvPr>
          <p:cNvSpPr>
            <a:spLocks noGrp="1"/>
          </p:cNvSpPr>
          <p:nvPr/>
        </p:nvSpPr>
        <p:spPr>
          <a:xfrm rot="10800000">
            <a:off x="3652678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1" name="Circle">
            <a:extLst>
              <a:ext uri="{FF2B5EF4-FFF2-40B4-BE49-F238E27FC236}">
                <a16:creationId xmlns:a16="http://schemas.microsoft.com/office/drawing/2014/main" id="{3F672BA8-4FDD-4B6B-B45B-9454EB6115E7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09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2" name="Circle">
            <a:extLst>
              <a:ext uri="{FF2B5EF4-FFF2-40B4-BE49-F238E27FC236}">
                <a16:creationId xmlns:a16="http://schemas.microsoft.com/office/drawing/2014/main" id="{4C4DDBEF-1BBA-45BC-9013-652D1EF87297}"/>
              </a:ext>
            </a:extLst>
          </p:cNvPr>
          <p:cNvSpPr>
            <a:spLocks noGrp="1"/>
          </p:cNvSpPr>
          <p:nvPr/>
        </p:nvSpPr>
        <p:spPr>
          <a:xfrm flipH="1">
            <a:off x="3652678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3" name="Circle">
            <a:extLst>
              <a:ext uri="{FF2B5EF4-FFF2-40B4-BE49-F238E27FC236}">
                <a16:creationId xmlns:a16="http://schemas.microsoft.com/office/drawing/2014/main" id="{9A5420E4-1CD9-49E0-9B69-68C9772047A4}"/>
              </a:ext>
            </a:extLst>
          </p:cNvPr>
          <p:cNvSpPr>
            <a:spLocks noGrp="1"/>
          </p:cNvSpPr>
          <p:nvPr/>
        </p:nvSpPr>
        <p:spPr>
          <a:xfrm rot="10800000">
            <a:off x="3270194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5" name="Rounded Rectangle">
            <a:extLst>
              <a:ext uri="{FF2B5EF4-FFF2-40B4-BE49-F238E27FC236}">
                <a16:creationId xmlns:a16="http://schemas.microsoft.com/office/drawing/2014/main" id="{37A0D476-882F-44ED-B505-98B95062699D}"/>
              </a:ext>
            </a:extLst>
          </p:cNvPr>
          <p:cNvSpPr>
            <a:spLocks noGrp="1"/>
          </p:cNvSpPr>
          <p:nvPr/>
        </p:nvSpPr>
        <p:spPr>
          <a:xfrm>
            <a:off x="2787982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6" name="Circle">
            <a:extLst>
              <a:ext uri="{FF2B5EF4-FFF2-40B4-BE49-F238E27FC236}">
                <a16:creationId xmlns:a16="http://schemas.microsoft.com/office/drawing/2014/main" id="{8EA86EF0-8BFD-4513-AEEF-5FF15ADEE9C4}"/>
              </a:ext>
            </a:extLst>
          </p:cNvPr>
          <p:cNvSpPr>
            <a:spLocks noGrp="1"/>
          </p:cNvSpPr>
          <p:nvPr/>
        </p:nvSpPr>
        <p:spPr>
          <a:xfrm>
            <a:off x="2887709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7" name="Circle">
            <a:extLst>
              <a:ext uri="{FF2B5EF4-FFF2-40B4-BE49-F238E27FC236}">
                <a16:creationId xmlns:a16="http://schemas.microsoft.com/office/drawing/2014/main" id="{7A58F861-900F-4527-996E-5E2D06FFDCA6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" name="Circle">
            <a:extLst>
              <a:ext uri="{FF2B5EF4-FFF2-40B4-BE49-F238E27FC236}">
                <a16:creationId xmlns:a16="http://schemas.microsoft.com/office/drawing/2014/main" id="{299D8EE1-FB34-4549-817F-2FA971B82D17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09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9" name="Circle">
            <a:extLst>
              <a:ext uri="{FF2B5EF4-FFF2-40B4-BE49-F238E27FC236}">
                <a16:creationId xmlns:a16="http://schemas.microsoft.com/office/drawing/2014/main" id="{4D696073-E40F-460A-9515-1DD496F676DF}"/>
              </a:ext>
            </a:extLst>
          </p:cNvPr>
          <p:cNvSpPr>
            <a:spLocks noGrp="1"/>
          </p:cNvSpPr>
          <p:nvPr/>
        </p:nvSpPr>
        <p:spPr>
          <a:xfrm flipH="1">
            <a:off x="3652678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0" name="Circle">
            <a:extLst>
              <a:ext uri="{FF2B5EF4-FFF2-40B4-BE49-F238E27FC236}">
                <a16:creationId xmlns:a16="http://schemas.microsoft.com/office/drawing/2014/main" id="{D5A921BC-CA3C-4855-9D4C-C4D5838EF54E}"/>
              </a:ext>
            </a:extLst>
          </p:cNvPr>
          <p:cNvSpPr>
            <a:spLocks noGrp="1"/>
          </p:cNvSpPr>
          <p:nvPr/>
        </p:nvSpPr>
        <p:spPr>
          <a:xfrm rot="10800000">
            <a:off x="2887709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1" name="Circle">
            <a:extLst>
              <a:ext uri="{FF2B5EF4-FFF2-40B4-BE49-F238E27FC236}">
                <a16:creationId xmlns:a16="http://schemas.microsoft.com/office/drawing/2014/main" id="{232AD6D3-D684-4656-B4E6-09B66DBCFB3C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3" name="Rounded Rectangle">
            <a:extLst>
              <a:ext uri="{FF2B5EF4-FFF2-40B4-BE49-F238E27FC236}">
                <a16:creationId xmlns:a16="http://schemas.microsoft.com/office/drawing/2014/main" id="{47114FF1-5DA5-4B9D-9C73-7EDDBA97E4BD}"/>
              </a:ext>
            </a:extLst>
          </p:cNvPr>
          <p:cNvSpPr>
            <a:spLocks noGrp="1"/>
          </p:cNvSpPr>
          <p:nvPr/>
        </p:nvSpPr>
        <p:spPr>
          <a:xfrm>
            <a:off x="1366203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4" name="Circle">
            <a:extLst>
              <a:ext uri="{FF2B5EF4-FFF2-40B4-BE49-F238E27FC236}">
                <a16:creationId xmlns:a16="http://schemas.microsoft.com/office/drawing/2014/main" id="{0042A382-594F-41DB-BF29-9796B3CB4D6C}"/>
              </a:ext>
            </a:extLst>
          </p:cNvPr>
          <p:cNvSpPr>
            <a:spLocks noGrp="1"/>
          </p:cNvSpPr>
          <p:nvPr/>
        </p:nvSpPr>
        <p:spPr>
          <a:xfrm>
            <a:off x="1848415" y="371400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6" name="Rounded Rectangle">
            <a:extLst>
              <a:ext uri="{FF2B5EF4-FFF2-40B4-BE49-F238E27FC236}">
                <a16:creationId xmlns:a16="http://schemas.microsoft.com/office/drawing/2014/main" id="{E773CE21-E11D-4377-B2A2-1A7F0F03E5C3}"/>
              </a:ext>
            </a:extLst>
          </p:cNvPr>
          <p:cNvSpPr>
            <a:spLocks noGrp="1"/>
          </p:cNvSpPr>
          <p:nvPr/>
        </p:nvSpPr>
        <p:spPr>
          <a:xfrm>
            <a:off x="5158166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7" name="Circle">
            <a:extLst>
              <a:ext uri="{FF2B5EF4-FFF2-40B4-BE49-F238E27FC236}">
                <a16:creationId xmlns:a16="http://schemas.microsoft.com/office/drawing/2014/main" id="{BD6C0C8A-68FC-40A9-9D12-A8377AEE8E67}"/>
              </a:ext>
            </a:extLst>
          </p:cNvPr>
          <p:cNvSpPr>
            <a:spLocks noGrp="1"/>
          </p:cNvSpPr>
          <p:nvPr/>
        </p:nvSpPr>
        <p:spPr>
          <a:xfrm>
            <a:off x="5257893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8" name="Circle">
            <a:extLst>
              <a:ext uri="{FF2B5EF4-FFF2-40B4-BE49-F238E27FC236}">
                <a16:creationId xmlns:a16="http://schemas.microsoft.com/office/drawing/2014/main" id="{45FD33AC-BE64-4628-A344-FA2D87253D62}"/>
              </a:ext>
            </a:extLst>
          </p:cNvPr>
          <p:cNvSpPr>
            <a:spLocks noGrp="1"/>
          </p:cNvSpPr>
          <p:nvPr/>
        </p:nvSpPr>
        <p:spPr>
          <a:xfrm rot="10800000">
            <a:off x="6022862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0" name="Rounded Rectangle">
            <a:extLst>
              <a:ext uri="{FF2B5EF4-FFF2-40B4-BE49-F238E27FC236}">
                <a16:creationId xmlns:a16="http://schemas.microsoft.com/office/drawing/2014/main" id="{FB1A5A15-4B7E-41D9-9496-A8669326EC23}"/>
              </a:ext>
            </a:extLst>
          </p:cNvPr>
          <p:cNvSpPr>
            <a:spLocks noGrp="1"/>
          </p:cNvSpPr>
          <p:nvPr/>
        </p:nvSpPr>
        <p:spPr>
          <a:xfrm>
            <a:off x="8950128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1" name="Circle">
            <a:extLst>
              <a:ext uri="{FF2B5EF4-FFF2-40B4-BE49-F238E27FC236}">
                <a16:creationId xmlns:a16="http://schemas.microsoft.com/office/drawing/2014/main" id="{D1641BB5-9AC6-4F41-9E3E-30519EB68130}"/>
              </a:ext>
            </a:extLst>
          </p:cNvPr>
          <p:cNvSpPr>
            <a:spLocks noGrp="1"/>
          </p:cNvSpPr>
          <p:nvPr/>
        </p:nvSpPr>
        <p:spPr>
          <a:xfrm>
            <a:off x="9049855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2" name="Circle">
            <a:extLst>
              <a:ext uri="{FF2B5EF4-FFF2-40B4-BE49-F238E27FC236}">
                <a16:creationId xmlns:a16="http://schemas.microsoft.com/office/drawing/2014/main" id="{32C94FA3-56B4-4036-B233-D6DD38BAD146}"/>
              </a:ext>
            </a:extLst>
          </p:cNvPr>
          <p:cNvSpPr>
            <a:spLocks noGrp="1"/>
          </p:cNvSpPr>
          <p:nvPr/>
        </p:nvSpPr>
        <p:spPr>
          <a:xfrm rot="10800000">
            <a:off x="9814824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3" name="Circle">
            <a:extLst>
              <a:ext uri="{FF2B5EF4-FFF2-40B4-BE49-F238E27FC236}">
                <a16:creationId xmlns:a16="http://schemas.microsoft.com/office/drawing/2014/main" id="{0BAE4E12-0A6E-445E-9752-9134BB22B638}"/>
              </a:ext>
            </a:extLst>
          </p:cNvPr>
          <p:cNvSpPr>
            <a:spLocks noGrp="1"/>
          </p:cNvSpPr>
          <p:nvPr/>
        </p:nvSpPr>
        <p:spPr>
          <a:xfrm rot="10800000">
            <a:off x="9432340" y="371400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5" name="Rounded Rectangle">
            <a:extLst>
              <a:ext uri="{FF2B5EF4-FFF2-40B4-BE49-F238E27FC236}">
                <a16:creationId xmlns:a16="http://schemas.microsoft.com/office/drawing/2014/main" id="{8C4A4510-F9E9-4712-8BFC-82CFA07A73A6}"/>
              </a:ext>
            </a:extLst>
          </p:cNvPr>
          <p:cNvSpPr>
            <a:spLocks noGrp="1"/>
          </p:cNvSpPr>
          <p:nvPr/>
        </p:nvSpPr>
        <p:spPr>
          <a:xfrm>
            <a:off x="12742092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6" name="Circle">
            <a:extLst>
              <a:ext uri="{FF2B5EF4-FFF2-40B4-BE49-F238E27FC236}">
                <a16:creationId xmlns:a16="http://schemas.microsoft.com/office/drawing/2014/main" id="{919CA256-0BB1-47F9-BCBF-46E95EB29857}"/>
              </a:ext>
            </a:extLst>
          </p:cNvPr>
          <p:cNvSpPr>
            <a:spLocks noGrp="1"/>
          </p:cNvSpPr>
          <p:nvPr/>
        </p:nvSpPr>
        <p:spPr>
          <a:xfrm>
            <a:off x="12841819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7" name="Circle">
            <a:extLst>
              <a:ext uri="{FF2B5EF4-FFF2-40B4-BE49-F238E27FC236}">
                <a16:creationId xmlns:a16="http://schemas.microsoft.com/office/drawing/2014/main" id="{C5E0F176-2CC8-4714-B14F-56C3364EE2CB}"/>
              </a:ext>
            </a:extLst>
          </p:cNvPr>
          <p:cNvSpPr>
            <a:spLocks noGrp="1"/>
          </p:cNvSpPr>
          <p:nvPr/>
        </p:nvSpPr>
        <p:spPr>
          <a:xfrm rot="10800000">
            <a:off x="13606788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8" name="Circle">
            <a:extLst>
              <a:ext uri="{FF2B5EF4-FFF2-40B4-BE49-F238E27FC236}">
                <a16:creationId xmlns:a16="http://schemas.microsoft.com/office/drawing/2014/main" id="{A41B43CF-6A24-432C-966D-B31A7E3D6961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" name="Circle">
            <a:extLst>
              <a:ext uri="{FF2B5EF4-FFF2-40B4-BE49-F238E27FC236}">
                <a16:creationId xmlns:a16="http://schemas.microsoft.com/office/drawing/2014/main" id="{393752EE-8D60-4546-9F19-110DE9F5B552}"/>
              </a:ext>
            </a:extLst>
          </p:cNvPr>
          <p:cNvSpPr>
            <a:spLocks noGrp="1"/>
          </p:cNvSpPr>
          <p:nvPr/>
        </p:nvSpPr>
        <p:spPr>
          <a:xfrm flipH="1">
            <a:off x="13606788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1" name="Rounded Rectangle">
            <a:extLst>
              <a:ext uri="{FF2B5EF4-FFF2-40B4-BE49-F238E27FC236}">
                <a16:creationId xmlns:a16="http://schemas.microsoft.com/office/drawing/2014/main" id="{BA60C6A8-0E9B-4A8E-AB4E-52DCDD638D41}"/>
              </a:ext>
            </a:extLst>
          </p:cNvPr>
          <p:cNvSpPr>
            <a:spLocks noGrp="1"/>
          </p:cNvSpPr>
          <p:nvPr/>
        </p:nvSpPr>
        <p:spPr>
          <a:xfrm>
            <a:off x="16534055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2" name="Circle">
            <a:extLst>
              <a:ext uri="{FF2B5EF4-FFF2-40B4-BE49-F238E27FC236}">
                <a16:creationId xmlns:a16="http://schemas.microsoft.com/office/drawing/2014/main" id="{35D27D79-EC76-4CA6-9F00-3CB7454B061C}"/>
              </a:ext>
            </a:extLst>
          </p:cNvPr>
          <p:cNvSpPr>
            <a:spLocks noGrp="1"/>
          </p:cNvSpPr>
          <p:nvPr/>
        </p:nvSpPr>
        <p:spPr>
          <a:xfrm>
            <a:off x="16633782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3" name="Circle">
            <a:extLst>
              <a:ext uri="{FF2B5EF4-FFF2-40B4-BE49-F238E27FC236}">
                <a16:creationId xmlns:a16="http://schemas.microsoft.com/office/drawing/2014/main" id="{6FDDD375-933C-4106-B454-69787CF59F86}"/>
              </a:ext>
            </a:extLst>
          </p:cNvPr>
          <p:cNvSpPr>
            <a:spLocks noGrp="1"/>
          </p:cNvSpPr>
          <p:nvPr/>
        </p:nvSpPr>
        <p:spPr>
          <a:xfrm rot="10800000">
            <a:off x="17398751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4" name="Circle">
            <a:extLst>
              <a:ext uri="{FF2B5EF4-FFF2-40B4-BE49-F238E27FC236}">
                <a16:creationId xmlns:a16="http://schemas.microsoft.com/office/drawing/2014/main" id="{FA02E816-2EA9-464A-93D5-479F1CF5D4AC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5" name="Circle">
            <a:extLst>
              <a:ext uri="{FF2B5EF4-FFF2-40B4-BE49-F238E27FC236}">
                <a16:creationId xmlns:a16="http://schemas.microsoft.com/office/drawing/2014/main" id="{E721AA28-986E-4189-85BB-05BBF04BA8C0}"/>
              </a:ext>
            </a:extLst>
          </p:cNvPr>
          <p:cNvSpPr>
            <a:spLocks noGrp="1"/>
          </p:cNvSpPr>
          <p:nvPr/>
        </p:nvSpPr>
        <p:spPr>
          <a:xfrm flipH="1">
            <a:off x="17398751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6" name="Circle">
            <a:extLst>
              <a:ext uri="{FF2B5EF4-FFF2-40B4-BE49-F238E27FC236}">
                <a16:creationId xmlns:a16="http://schemas.microsoft.com/office/drawing/2014/main" id="{BAFAE701-4DB2-48B7-9120-A40663AD6CCC}"/>
              </a:ext>
            </a:extLst>
          </p:cNvPr>
          <p:cNvSpPr>
            <a:spLocks noGrp="1"/>
          </p:cNvSpPr>
          <p:nvPr/>
        </p:nvSpPr>
        <p:spPr>
          <a:xfrm rot="10800000">
            <a:off x="17016267" y="37140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8" name="Rounded Rectangle">
            <a:extLst>
              <a:ext uri="{FF2B5EF4-FFF2-40B4-BE49-F238E27FC236}">
                <a16:creationId xmlns:a16="http://schemas.microsoft.com/office/drawing/2014/main" id="{44A51D11-BF6C-4050-979F-130469836032}"/>
              </a:ext>
            </a:extLst>
          </p:cNvPr>
          <p:cNvSpPr>
            <a:spLocks noGrp="1"/>
          </p:cNvSpPr>
          <p:nvPr/>
        </p:nvSpPr>
        <p:spPr>
          <a:xfrm>
            <a:off x="20326018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9" name="Circle">
            <a:extLst>
              <a:ext uri="{FF2B5EF4-FFF2-40B4-BE49-F238E27FC236}">
                <a16:creationId xmlns:a16="http://schemas.microsoft.com/office/drawing/2014/main" id="{CD3046B5-BDE9-4895-9EF7-AC627B0DBA1E}"/>
              </a:ext>
            </a:extLst>
          </p:cNvPr>
          <p:cNvSpPr>
            <a:spLocks noGrp="1"/>
          </p:cNvSpPr>
          <p:nvPr/>
        </p:nvSpPr>
        <p:spPr>
          <a:xfrm>
            <a:off x="20425745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0" name="Circle">
            <a:extLst>
              <a:ext uri="{FF2B5EF4-FFF2-40B4-BE49-F238E27FC236}">
                <a16:creationId xmlns:a16="http://schemas.microsoft.com/office/drawing/2014/main" id="{BFF7636B-5AF9-43BD-AA70-22A3DF19D7FC}"/>
              </a:ext>
            </a:extLst>
          </p:cNvPr>
          <p:cNvSpPr>
            <a:spLocks noGrp="1"/>
          </p:cNvSpPr>
          <p:nvPr/>
        </p:nvSpPr>
        <p:spPr>
          <a:xfrm rot="10800000">
            <a:off x="21190714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1" name="Circle">
            <a:extLst>
              <a:ext uri="{FF2B5EF4-FFF2-40B4-BE49-F238E27FC236}">
                <a16:creationId xmlns:a16="http://schemas.microsoft.com/office/drawing/2014/main" id="{3F1C2CF0-E367-451F-AA81-2D19B8C651F7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2" name="Circle">
            <a:extLst>
              <a:ext uri="{FF2B5EF4-FFF2-40B4-BE49-F238E27FC236}">
                <a16:creationId xmlns:a16="http://schemas.microsoft.com/office/drawing/2014/main" id="{6CB4226C-CF8B-4B84-A1EB-82098A08BAFF}"/>
              </a:ext>
            </a:extLst>
          </p:cNvPr>
          <p:cNvSpPr>
            <a:spLocks noGrp="1"/>
          </p:cNvSpPr>
          <p:nvPr/>
        </p:nvSpPr>
        <p:spPr>
          <a:xfrm flipH="1">
            <a:off x="21190714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3" name="Circle">
            <a:extLst>
              <a:ext uri="{FF2B5EF4-FFF2-40B4-BE49-F238E27FC236}">
                <a16:creationId xmlns:a16="http://schemas.microsoft.com/office/drawing/2014/main" id="{A96721BE-B3A6-4335-851E-23A035418EAF}"/>
              </a:ext>
            </a:extLst>
          </p:cNvPr>
          <p:cNvSpPr>
            <a:spLocks noGrp="1"/>
          </p:cNvSpPr>
          <p:nvPr/>
        </p:nvSpPr>
        <p:spPr>
          <a:xfrm rot="10800000">
            <a:off x="20425745" y="37140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4" name="Circle">
            <a:extLst>
              <a:ext uri="{FF2B5EF4-FFF2-40B4-BE49-F238E27FC236}">
                <a16:creationId xmlns:a16="http://schemas.microsoft.com/office/drawing/2014/main" id="{62B3AF76-D2A6-4A66-8E6F-FF0DCF9728BC}"/>
              </a:ext>
            </a:extLst>
          </p:cNvPr>
          <p:cNvSpPr>
            <a:spLocks noGrp="1"/>
          </p:cNvSpPr>
          <p:nvPr/>
        </p:nvSpPr>
        <p:spPr>
          <a:xfrm rot="10800000">
            <a:off x="21190714" y="37140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6" name="Rounded Rectangle">
            <a:extLst>
              <a:ext uri="{FF2B5EF4-FFF2-40B4-BE49-F238E27FC236}">
                <a16:creationId xmlns:a16="http://schemas.microsoft.com/office/drawing/2014/main" id="{F311E7EF-28DC-4DA8-8B16-A4A055E7BDC8}"/>
              </a:ext>
            </a:extLst>
          </p:cNvPr>
          <p:cNvSpPr>
            <a:spLocks noGrp="1"/>
          </p:cNvSpPr>
          <p:nvPr/>
        </p:nvSpPr>
        <p:spPr>
          <a:xfrm>
            <a:off x="1366203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7" name="Circle">
            <a:extLst>
              <a:ext uri="{FF2B5EF4-FFF2-40B4-BE49-F238E27FC236}">
                <a16:creationId xmlns:a16="http://schemas.microsoft.com/office/drawing/2014/main" id="{49BDE09B-D57C-4C8B-A377-17EB152101F3}"/>
              </a:ext>
            </a:extLst>
          </p:cNvPr>
          <p:cNvSpPr>
            <a:spLocks noGrp="1"/>
          </p:cNvSpPr>
          <p:nvPr/>
        </p:nvSpPr>
        <p:spPr>
          <a:xfrm>
            <a:off x="1848415" y="57081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9" name="Rounded Rectangle">
            <a:extLst>
              <a:ext uri="{FF2B5EF4-FFF2-40B4-BE49-F238E27FC236}">
                <a16:creationId xmlns:a16="http://schemas.microsoft.com/office/drawing/2014/main" id="{A059528B-87F8-4880-A1DA-BF9A28199B89}"/>
              </a:ext>
            </a:extLst>
          </p:cNvPr>
          <p:cNvSpPr>
            <a:spLocks noGrp="1"/>
          </p:cNvSpPr>
          <p:nvPr/>
        </p:nvSpPr>
        <p:spPr>
          <a:xfrm>
            <a:off x="5158166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0" name="Circle">
            <a:extLst>
              <a:ext uri="{FF2B5EF4-FFF2-40B4-BE49-F238E27FC236}">
                <a16:creationId xmlns:a16="http://schemas.microsoft.com/office/drawing/2014/main" id="{D54A7F61-8E14-46B4-8D9E-894C4F09C6E3}"/>
              </a:ext>
            </a:extLst>
          </p:cNvPr>
          <p:cNvSpPr>
            <a:spLocks noGrp="1"/>
          </p:cNvSpPr>
          <p:nvPr/>
        </p:nvSpPr>
        <p:spPr>
          <a:xfrm>
            <a:off x="5257893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1" name="Circle">
            <a:extLst>
              <a:ext uri="{FF2B5EF4-FFF2-40B4-BE49-F238E27FC236}">
                <a16:creationId xmlns:a16="http://schemas.microsoft.com/office/drawing/2014/main" id="{8A7B13C4-947A-41E3-9568-27C31E252460}"/>
              </a:ext>
            </a:extLst>
          </p:cNvPr>
          <p:cNvSpPr>
            <a:spLocks noGrp="1"/>
          </p:cNvSpPr>
          <p:nvPr/>
        </p:nvSpPr>
        <p:spPr>
          <a:xfrm rot="10800000">
            <a:off x="6022862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3" name="Rounded Rectangle">
            <a:extLst>
              <a:ext uri="{FF2B5EF4-FFF2-40B4-BE49-F238E27FC236}">
                <a16:creationId xmlns:a16="http://schemas.microsoft.com/office/drawing/2014/main" id="{FE3CF6A7-43AA-471F-B695-675D1A6F1807}"/>
              </a:ext>
            </a:extLst>
          </p:cNvPr>
          <p:cNvSpPr>
            <a:spLocks noGrp="1"/>
          </p:cNvSpPr>
          <p:nvPr/>
        </p:nvSpPr>
        <p:spPr>
          <a:xfrm>
            <a:off x="8950128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4" name="Circle">
            <a:extLst>
              <a:ext uri="{FF2B5EF4-FFF2-40B4-BE49-F238E27FC236}">
                <a16:creationId xmlns:a16="http://schemas.microsoft.com/office/drawing/2014/main" id="{3506D2E2-2E3F-4671-8988-F53901CD97FE}"/>
              </a:ext>
            </a:extLst>
          </p:cNvPr>
          <p:cNvSpPr>
            <a:spLocks noGrp="1"/>
          </p:cNvSpPr>
          <p:nvPr/>
        </p:nvSpPr>
        <p:spPr>
          <a:xfrm>
            <a:off x="9049855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5" name="Circle">
            <a:extLst>
              <a:ext uri="{FF2B5EF4-FFF2-40B4-BE49-F238E27FC236}">
                <a16:creationId xmlns:a16="http://schemas.microsoft.com/office/drawing/2014/main" id="{380E49C4-8CDC-4EF3-8026-09650C06FBFB}"/>
              </a:ext>
            </a:extLst>
          </p:cNvPr>
          <p:cNvSpPr>
            <a:spLocks noGrp="1"/>
          </p:cNvSpPr>
          <p:nvPr/>
        </p:nvSpPr>
        <p:spPr>
          <a:xfrm rot="10800000">
            <a:off x="9814824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6" name="Circle">
            <a:extLst>
              <a:ext uri="{FF2B5EF4-FFF2-40B4-BE49-F238E27FC236}">
                <a16:creationId xmlns:a16="http://schemas.microsoft.com/office/drawing/2014/main" id="{3ECF8EED-7FA0-43F4-AA5E-B0D1EC858E4D}"/>
              </a:ext>
            </a:extLst>
          </p:cNvPr>
          <p:cNvSpPr>
            <a:spLocks noGrp="1"/>
          </p:cNvSpPr>
          <p:nvPr/>
        </p:nvSpPr>
        <p:spPr>
          <a:xfrm rot="10800000">
            <a:off x="9432340" y="57081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8" name="Rounded Rectangle">
            <a:extLst>
              <a:ext uri="{FF2B5EF4-FFF2-40B4-BE49-F238E27FC236}">
                <a16:creationId xmlns:a16="http://schemas.microsoft.com/office/drawing/2014/main" id="{73715A3A-24B3-4640-9FDF-D9EB5A026785}"/>
              </a:ext>
            </a:extLst>
          </p:cNvPr>
          <p:cNvSpPr>
            <a:spLocks noGrp="1"/>
          </p:cNvSpPr>
          <p:nvPr/>
        </p:nvSpPr>
        <p:spPr>
          <a:xfrm>
            <a:off x="12742092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9" name="Circle">
            <a:extLst>
              <a:ext uri="{FF2B5EF4-FFF2-40B4-BE49-F238E27FC236}">
                <a16:creationId xmlns:a16="http://schemas.microsoft.com/office/drawing/2014/main" id="{36A33F5B-571A-4D4C-87B0-2069B436860B}"/>
              </a:ext>
            </a:extLst>
          </p:cNvPr>
          <p:cNvSpPr>
            <a:spLocks noGrp="1"/>
          </p:cNvSpPr>
          <p:nvPr/>
        </p:nvSpPr>
        <p:spPr>
          <a:xfrm>
            <a:off x="12841819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0" name="Circle">
            <a:extLst>
              <a:ext uri="{FF2B5EF4-FFF2-40B4-BE49-F238E27FC236}">
                <a16:creationId xmlns:a16="http://schemas.microsoft.com/office/drawing/2014/main" id="{D8880FC5-092F-4808-A9E6-B17C4D44266B}"/>
              </a:ext>
            </a:extLst>
          </p:cNvPr>
          <p:cNvSpPr>
            <a:spLocks noGrp="1"/>
          </p:cNvSpPr>
          <p:nvPr/>
        </p:nvSpPr>
        <p:spPr>
          <a:xfrm rot="10800000">
            <a:off x="13606788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1" name="Circle">
            <a:extLst>
              <a:ext uri="{FF2B5EF4-FFF2-40B4-BE49-F238E27FC236}">
                <a16:creationId xmlns:a16="http://schemas.microsoft.com/office/drawing/2014/main" id="{DCF38CE9-5444-40CB-8E6B-BDCB2DA8EADD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2" name="Circle">
            <a:extLst>
              <a:ext uri="{FF2B5EF4-FFF2-40B4-BE49-F238E27FC236}">
                <a16:creationId xmlns:a16="http://schemas.microsoft.com/office/drawing/2014/main" id="{843E4FB8-ADB6-4562-85BC-06A2BC1CBAC3}"/>
              </a:ext>
            </a:extLst>
          </p:cNvPr>
          <p:cNvSpPr>
            <a:spLocks noGrp="1"/>
          </p:cNvSpPr>
          <p:nvPr/>
        </p:nvSpPr>
        <p:spPr>
          <a:xfrm flipH="1">
            <a:off x="13606788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4" name="Rounded Rectangle">
            <a:extLst>
              <a:ext uri="{FF2B5EF4-FFF2-40B4-BE49-F238E27FC236}">
                <a16:creationId xmlns:a16="http://schemas.microsoft.com/office/drawing/2014/main" id="{8B14CA5C-AC15-4BC2-A433-962F4004D9A2}"/>
              </a:ext>
            </a:extLst>
          </p:cNvPr>
          <p:cNvSpPr>
            <a:spLocks noGrp="1"/>
          </p:cNvSpPr>
          <p:nvPr/>
        </p:nvSpPr>
        <p:spPr>
          <a:xfrm>
            <a:off x="16534055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5" name="Circle">
            <a:extLst>
              <a:ext uri="{FF2B5EF4-FFF2-40B4-BE49-F238E27FC236}">
                <a16:creationId xmlns:a16="http://schemas.microsoft.com/office/drawing/2014/main" id="{BA444D09-D88B-4830-A8E9-8D8796FE5A55}"/>
              </a:ext>
            </a:extLst>
          </p:cNvPr>
          <p:cNvSpPr>
            <a:spLocks noGrp="1"/>
          </p:cNvSpPr>
          <p:nvPr/>
        </p:nvSpPr>
        <p:spPr>
          <a:xfrm>
            <a:off x="16633782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6" name="Circle">
            <a:extLst>
              <a:ext uri="{FF2B5EF4-FFF2-40B4-BE49-F238E27FC236}">
                <a16:creationId xmlns:a16="http://schemas.microsoft.com/office/drawing/2014/main" id="{2F17978A-AFBA-49D7-952E-9BA506050AB3}"/>
              </a:ext>
            </a:extLst>
          </p:cNvPr>
          <p:cNvSpPr>
            <a:spLocks noGrp="1"/>
          </p:cNvSpPr>
          <p:nvPr/>
        </p:nvSpPr>
        <p:spPr>
          <a:xfrm rot="10800000">
            <a:off x="17398751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7" name="Circle">
            <a:extLst>
              <a:ext uri="{FF2B5EF4-FFF2-40B4-BE49-F238E27FC236}">
                <a16:creationId xmlns:a16="http://schemas.microsoft.com/office/drawing/2014/main" id="{0DFB725C-E4C6-43E2-9C4D-E9A5A3C4481D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8" name="Circle">
            <a:extLst>
              <a:ext uri="{FF2B5EF4-FFF2-40B4-BE49-F238E27FC236}">
                <a16:creationId xmlns:a16="http://schemas.microsoft.com/office/drawing/2014/main" id="{89139CEA-A944-4F6F-A363-69BEA7F86925}"/>
              </a:ext>
            </a:extLst>
          </p:cNvPr>
          <p:cNvSpPr>
            <a:spLocks noGrp="1"/>
          </p:cNvSpPr>
          <p:nvPr/>
        </p:nvSpPr>
        <p:spPr>
          <a:xfrm flipH="1">
            <a:off x="17398751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9" name="Circle">
            <a:extLst>
              <a:ext uri="{FF2B5EF4-FFF2-40B4-BE49-F238E27FC236}">
                <a16:creationId xmlns:a16="http://schemas.microsoft.com/office/drawing/2014/main" id="{A2D7161F-9E99-41DB-B219-F8836EC2EF21}"/>
              </a:ext>
            </a:extLst>
          </p:cNvPr>
          <p:cNvSpPr>
            <a:spLocks noGrp="1"/>
          </p:cNvSpPr>
          <p:nvPr/>
        </p:nvSpPr>
        <p:spPr>
          <a:xfrm rot="10800000">
            <a:off x="17016267" y="570814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1" name="Rounded Rectangle">
            <a:extLst>
              <a:ext uri="{FF2B5EF4-FFF2-40B4-BE49-F238E27FC236}">
                <a16:creationId xmlns:a16="http://schemas.microsoft.com/office/drawing/2014/main" id="{B427A18D-8198-4B0B-9D20-6F3991710B90}"/>
              </a:ext>
            </a:extLst>
          </p:cNvPr>
          <p:cNvSpPr>
            <a:spLocks noGrp="1"/>
          </p:cNvSpPr>
          <p:nvPr/>
        </p:nvSpPr>
        <p:spPr>
          <a:xfrm>
            <a:off x="20326018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2" name="Circle">
            <a:extLst>
              <a:ext uri="{FF2B5EF4-FFF2-40B4-BE49-F238E27FC236}">
                <a16:creationId xmlns:a16="http://schemas.microsoft.com/office/drawing/2014/main" id="{8957AB9D-D2BF-44D1-8203-8D482270E642}"/>
              </a:ext>
            </a:extLst>
          </p:cNvPr>
          <p:cNvSpPr>
            <a:spLocks noGrp="1"/>
          </p:cNvSpPr>
          <p:nvPr/>
        </p:nvSpPr>
        <p:spPr>
          <a:xfrm>
            <a:off x="20425745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3" name="Circle">
            <a:extLst>
              <a:ext uri="{FF2B5EF4-FFF2-40B4-BE49-F238E27FC236}">
                <a16:creationId xmlns:a16="http://schemas.microsoft.com/office/drawing/2014/main" id="{0744D081-7435-4D10-A0C2-BA8448DA2C6F}"/>
              </a:ext>
            </a:extLst>
          </p:cNvPr>
          <p:cNvSpPr>
            <a:spLocks noGrp="1"/>
          </p:cNvSpPr>
          <p:nvPr/>
        </p:nvSpPr>
        <p:spPr>
          <a:xfrm rot="10800000">
            <a:off x="21190714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4" name="Circle">
            <a:extLst>
              <a:ext uri="{FF2B5EF4-FFF2-40B4-BE49-F238E27FC236}">
                <a16:creationId xmlns:a16="http://schemas.microsoft.com/office/drawing/2014/main" id="{15FD8F35-74BE-4976-BDF0-FE7B832D4149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5" name="Circle">
            <a:extLst>
              <a:ext uri="{FF2B5EF4-FFF2-40B4-BE49-F238E27FC236}">
                <a16:creationId xmlns:a16="http://schemas.microsoft.com/office/drawing/2014/main" id="{A45D8B33-861B-4412-A55C-A6D92C30FEDA}"/>
              </a:ext>
            </a:extLst>
          </p:cNvPr>
          <p:cNvSpPr>
            <a:spLocks noGrp="1"/>
          </p:cNvSpPr>
          <p:nvPr/>
        </p:nvSpPr>
        <p:spPr>
          <a:xfrm flipH="1">
            <a:off x="21190714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6" name="Circle">
            <a:extLst>
              <a:ext uri="{FF2B5EF4-FFF2-40B4-BE49-F238E27FC236}">
                <a16:creationId xmlns:a16="http://schemas.microsoft.com/office/drawing/2014/main" id="{D0240443-A671-45D5-85F8-3D1CB9490579}"/>
              </a:ext>
            </a:extLst>
          </p:cNvPr>
          <p:cNvSpPr>
            <a:spLocks noGrp="1"/>
          </p:cNvSpPr>
          <p:nvPr/>
        </p:nvSpPr>
        <p:spPr>
          <a:xfrm rot="10800000">
            <a:off x="20425745" y="570814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7" name="Circle">
            <a:extLst>
              <a:ext uri="{FF2B5EF4-FFF2-40B4-BE49-F238E27FC236}">
                <a16:creationId xmlns:a16="http://schemas.microsoft.com/office/drawing/2014/main" id="{7A3FE4B2-6A44-4525-BFBB-B202EF49D075}"/>
              </a:ext>
            </a:extLst>
          </p:cNvPr>
          <p:cNvSpPr>
            <a:spLocks noGrp="1"/>
          </p:cNvSpPr>
          <p:nvPr/>
        </p:nvSpPr>
        <p:spPr>
          <a:xfrm rot="10800000">
            <a:off x="21190714" y="570814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9" name="Rounded Rectangle">
            <a:extLst>
              <a:ext uri="{FF2B5EF4-FFF2-40B4-BE49-F238E27FC236}">
                <a16:creationId xmlns:a16="http://schemas.microsoft.com/office/drawing/2014/main" id="{CEA5A32B-F5B8-4AF5-984A-28AB3DEF30BB}"/>
              </a:ext>
            </a:extLst>
          </p:cNvPr>
          <p:cNvSpPr>
            <a:spLocks noGrp="1"/>
          </p:cNvSpPr>
          <p:nvPr/>
        </p:nvSpPr>
        <p:spPr>
          <a:xfrm>
            <a:off x="1366203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0" name="Circle">
            <a:extLst>
              <a:ext uri="{FF2B5EF4-FFF2-40B4-BE49-F238E27FC236}">
                <a16:creationId xmlns:a16="http://schemas.microsoft.com/office/drawing/2014/main" id="{CACF6254-A07D-4FAE-B743-FADCEDED0850}"/>
              </a:ext>
            </a:extLst>
          </p:cNvPr>
          <p:cNvSpPr>
            <a:spLocks noGrp="1"/>
          </p:cNvSpPr>
          <p:nvPr/>
        </p:nvSpPr>
        <p:spPr>
          <a:xfrm>
            <a:off x="1848415" y="77022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2" name="Rounded Rectangle">
            <a:extLst>
              <a:ext uri="{FF2B5EF4-FFF2-40B4-BE49-F238E27FC236}">
                <a16:creationId xmlns:a16="http://schemas.microsoft.com/office/drawing/2014/main" id="{A01F64A2-E2B9-44B8-AFC5-0444AA7FA646}"/>
              </a:ext>
            </a:extLst>
          </p:cNvPr>
          <p:cNvSpPr>
            <a:spLocks noGrp="1"/>
          </p:cNvSpPr>
          <p:nvPr/>
        </p:nvSpPr>
        <p:spPr>
          <a:xfrm>
            <a:off x="5158166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3" name="Circle">
            <a:extLst>
              <a:ext uri="{FF2B5EF4-FFF2-40B4-BE49-F238E27FC236}">
                <a16:creationId xmlns:a16="http://schemas.microsoft.com/office/drawing/2014/main" id="{37FC9B44-5B51-4433-A92D-689D8BD6974A}"/>
              </a:ext>
            </a:extLst>
          </p:cNvPr>
          <p:cNvSpPr>
            <a:spLocks noGrp="1"/>
          </p:cNvSpPr>
          <p:nvPr/>
        </p:nvSpPr>
        <p:spPr>
          <a:xfrm>
            <a:off x="5257893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4" name="Circle">
            <a:extLst>
              <a:ext uri="{FF2B5EF4-FFF2-40B4-BE49-F238E27FC236}">
                <a16:creationId xmlns:a16="http://schemas.microsoft.com/office/drawing/2014/main" id="{7E4C74DE-FE3A-45AD-8CDC-E15754F6E380}"/>
              </a:ext>
            </a:extLst>
          </p:cNvPr>
          <p:cNvSpPr>
            <a:spLocks noGrp="1"/>
          </p:cNvSpPr>
          <p:nvPr/>
        </p:nvSpPr>
        <p:spPr>
          <a:xfrm rot="10800000">
            <a:off x="6022862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6" name="Rounded Rectangle">
            <a:extLst>
              <a:ext uri="{FF2B5EF4-FFF2-40B4-BE49-F238E27FC236}">
                <a16:creationId xmlns:a16="http://schemas.microsoft.com/office/drawing/2014/main" id="{72460157-297A-46F5-8E5B-42F91C4CF532}"/>
              </a:ext>
            </a:extLst>
          </p:cNvPr>
          <p:cNvSpPr>
            <a:spLocks noGrp="1"/>
          </p:cNvSpPr>
          <p:nvPr/>
        </p:nvSpPr>
        <p:spPr>
          <a:xfrm>
            <a:off x="8950128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7" name="Circle">
            <a:extLst>
              <a:ext uri="{FF2B5EF4-FFF2-40B4-BE49-F238E27FC236}">
                <a16:creationId xmlns:a16="http://schemas.microsoft.com/office/drawing/2014/main" id="{9A2523AC-7752-4680-AA84-1AE75295B42E}"/>
              </a:ext>
            </a:extLst>
          </p:cNvPr>
          <p:cNvSpPr>
            <a:spLocks noGrp="1"/>
          </p:cNvSpPr>
          <p:nvPr/>
        </p:nvSpPr>
        <p:spPr>
          <a:xfrm>
            <a:off x="9049855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8" name="Circle">
            <a:extLst>
              <a:ext uri="{FF2B5EF4-FFF2-40B4-BE49-F238E27FC236}">
                <a16:creationId xmlns:a16="http://schemas.microsoft.com/office/drawing/2014/main" id="{D7DA15DD-458B-4CA0-B980-0A21CA7B4144}"/>
              </a:ext>
            </a:extLst>
          </p:cNvPr>
          <p:cNvSpPr>
            <a:spLocks noGrp="1"/>
          </p:cNvSpPr>
          <p:nvPr/>
        </p:nvSpPr>
        <p:spPr>
          <a:xfrm rot="10800000">
            <a:off x="9814824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9" name="Circle">
            <a:extLst>
              <a:ext uri="{FF2B5EF4-FFF2-40B4-BE49-F238E27FC236}">
                <a16:creationId xmlns:a16="http://schemas.microsoft.com/office/drawing/2014/main" id="{9BF28363-4431-4254-911F-072989CE1348}"/>
              </a:ext>
            </a:extLst>
          </p:cNvPr>
          <p:cNvSpPr>
            <a:spLocks noGrp="1"/>
          </p:cNvSpPr>
          <p:nvPr/>
        </p:nvSpPr>
        <p:spPr>
          <a:xfrm rot="10800000">
            <a:off x="9432340" y="77022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1" name="Rounded Rectangle">
            <a:extLst>
              <a:ext uri="{FF2B5EF4-FFF2-40B4-BE49-F238E27FC236}">
                <a16:creationId xmlns:a16="http://schemas.microsoft.com/office/drawing/2014/main" id="{4BB49128-076E-4B0B-BE21-48890CC9C93B}"/>
              </a:ext>
            </a:extLst>
          </p:cNvPr>
          <p:cNvSpPr>
            <a:spLocks noGrp="1"/>
          </p:cNvSpPr>
          <p:nvPr/>
        </p:nvSpPr>
        <p:spPr>
          <a:xfrm>
            <a:off x="12742092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2" name="Circle">
            <a:extLst>
              <a:ext uri="{FF2B5EF4-FFF2-40B4-BE49-F238E27FC236}">
                <a16:creationId xmlns:a16="http://schemas.microsoft.com/office/drawing/2014/main" id="{05D0E277-7509-48AD-88F5-63ECF4ED4EF1}"/>
              </a:ext>
            </a:extLst>
          </p:cNvPr>
          <p:cNvSpPr>
            <a:spLocks noGrp="1"/>
          </p:cNvSpPr>
          <p:nvPr/>
        </p:nvSpPr>
        <p:spPr>
          <a:xfrm>
            <a:off x="12841819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3" name="Circle">
            <a:extLst>
              <a:ext uri="{FF2B5EF4-FFF2-40B4-BE49-F238E27FC236}">
                <a16:creationId xmlns:a16="http://schemas.microsoft.com/office/drawing/2014/main" id="{B2663402-06E2-4177-8E03-4219A7821061}"/>
              </a:ext>
            </a:extLst>
          </p:cNvPr>
          <p:cNvSpPr>
            <a:spLocks noGrp="1"/>
          </p:cNvSpPr>
          <p:nvPr/>
        </p:nvSpPr>
        <p:spPr>
          <a:xfrm rot="10800000">
            <a:off x="13606788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4" name="Circle">
            <a:extLst>
              <a:ext uri="{FF2B5EF4-FFF2-40B4-BE49-F238E27FC236}">
                <a16:creationId xmlns:a16="http://schemas.microsoft.com/office/drawing/2014/main" id="{2A42125E-949A-4559-B360-F2329937A3E1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5" name="Circle">
            <a:extLst>
              <a:ext uri="{FF2B5EF4-FFF2-40B4-BE49-F238E27FC236}">
                <a16:creationId xmlns:a16="http://schemas.microsoft.com/office/drawing/2014/main" id="{FCCF92F1-01A2-43DA-90E5-205FDF078E13}"/>
              </a:ext>
            </a:extLst>
          </p:cNvPr>
          <p:cNvSpPr>
            <a:spLocks noGrp="1"/>
          </p:cNvSpPr>
          <p:nvPr/>
        </p:nvSpPr>
        <p:spPr>
          <a:xfrm flipH="1">
            <a:off x="13606788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7" name="Rounded Rectangle">
            <a:extLst>
              <a:ext uri="{FF2B5EF4-FFF2-40B4-BE49-F238E27FC236}">
                <a16:creationId xmlns:a16="http://schemas.microsoft.com/office/drawing/2014/main" id="{3AAE1330-7781-403E-A793-251B7762C7B1}"/>
              </a:ext>
            </a:extLst>
          </p:cNvPr>
          <p:cNvSpPr>
            <a:spLocks noGrp="1"/>
          </p:cNvSpPr>
          <p:nvPr/>
        </p:nvSpPr>
        <p:spPr>
          <a:xfrm>
            <a:off x="16534055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8" name="Circle">
            <a:extLst>
              <a:ext uri="{FF2B5EF4-FFF2-40B4-BE49-F238E27FC236}">
                <a16:creationId xmlns:a16="http://schemas.microsoft.com/office/drawing/2014/main" id="{2B520D6C-FC97-4BE8-AB65-95BE0EED47A0}"/>
              </a:ext>
            </a:extLst>
          </p:cNvPr>
          <p:cNvSpPr>
            <a:spLocks noGrp="1"/>
          </p:cNvSpPr>
          <p:nvPr/>
        </p:nvSpPr>
        <p:spPr>
          <a:xfrm>
            <a:off x="16633782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9" name="Circle">
            <a:extLst>
              <a:ext uri="{FF2B5EF4-FFF2-40B4-BE49-F238E27FC236}">
                <a16:creationId xmlns:a16="http://schemas.microsoft.com/office/drawing/2014/main" id="{68D2EE55-6C35-430B-B4C9-209FAA718711}"/>
              </a:ext>
            </a:extLst>
          </p:cNvPr>
          <p:cNvSpPr>
            <a:spLocks noGrp="1"/>
          </p:cNvSpPr>
          <p:nvPr/>
        </p:nvSpPr>
        <p:spPr>
          <a:xfrm rot="10800000">
            <a:off x="17398751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0" name="Circle">
            <a:extLst>
              <a:ext uri="{FF2B5EF4-FFF2-40B4-BE49-F238E27FC236}">
                <a16:creationId xmlns:a16="http://schemas.microsoft.com/office/drawing/2014/main" id="{3B4CE0F7-B10E-451F-A889-E574D19670E6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1" name="Circle">
            <a:extLst>
              <a:ext uri="{FF2B5EF4-FFF2-40B4-BE49-F238E27FC236}">
                <a16:creationId xmlns:a16="http://schemas.microsoft.com/office/drawing/2014/main" id="{C2310E15-D19D-423F-B30B-C256178197F1}"/>
              </a:ext>
            </a:extLst>
          </p:cNvPr>
          <p:cNvSpPr>
            <a:spLocks noGrp="1"/>
          </p:cNvSpPr>
          <p:nvPr/>
        </p:nvSpPr>
        <p:spPr>
          <a:xfrm flipH="1">
            <a:off x="17398751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2" name="Circle">
            <a:extLst>
              <a:ext uri="{FF2B5EF4-FFF2-40B4-BE49-F238E27FC236}">
                <a16:creationId xmlns:a16="http://schemas.microsoft.com/office/drawing/2014/main" id="{DED96FF3-54BF-4DE6-BC8C-865426BE750A}"/>
              </a:ext>
            </a:extLst>
          </p:cNvPr>
          <p:cNvSpPr>
            <a:spLocks noGrp="1"/>
          </p:cNvSpPr>
          <p:nvPr/>
        </p:nvSpPr>
        <p:spPr>
          <a:xfrm rot="10800000">
            <a:off x="17016267" y="77022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4" name="Rounded Rectangle">
            <a:extLst>
              <a:ext uri="{FF2B5EF4-FFF2-40B4-BE49-F238E27FC236}">
                <a16:creationId xmlns:a16="http://schemas.microsoft.com/office/drawing/2014/main" id="{2399A856-552A-4F2C-8B5E-BDEDB6C444EF}"/>
              </a:ext>
            </a:extLst>
          </p:cNvPr>
          <p:cNvSpPr>
            <a:spLocks noGrp="1"/>
          </p:cNvSpPr>
          <p:nvPr/>
        </p:nvSpPr>
        <p:spPr>
          <a:xfrm>
            <a:off x="20326018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5" name="Circle">
            <a:extLst>
              <a:ext uri="{FF2B5EF4-FFF2-40B4-BE49-F238E27FC236}">
                <a16:creationId xmlns:a16="http://schemas.microsoft.com/office/drawing/2014/main" id="{1E229F14-0AE9-4CB2-95BC-0EF0EA53BB3C}"/>
              </a:ext>
            </a:extLst>
          </p:cNvPr>
          <p:cNvSpPr>
            <a:spLocks noGrp="1"/>
          </p:cNvSpPr>
          <p:nvPr/>
        </p:nvSpPr>
        <p:spPr>
          <a:xfrm>
            <a:off x="20425745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6" name="Circle">
            <a:extLst>
              <a:ext uri="{FF2B5EF4-FFF2-40B4-BE49-F238E27FC236}">
                <a16:creationId xmlns:a16="http://schemas.microsoft.com/office/drawing/2014/main" id="{E871D251-E45F-4FD0-BD41-9B80526CDA41}"/>
              </a:ext>
            </a:extLst>
          </p:cNvPr>
          <p:cNvSpPr>
            <a:spLocks noGrp="1"/>
          </p:cNvSpPr>
          <p:nvPr/>
        </p:nvSpPr>
        <p:spPr>
          <a:xfrm rot="10800000">
            <a:off x="21190714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7" name="Circle">
            <a:extLst>
              <a:ext uri="{FF2B5EF4-FFF2-40B4-BE49-F238E27FC236}">
                <a16:creationId xmlns:a16="http://schemas.microsoft.com/office/drawing/2014/main" id="{A9708456-D170-489C-92A3-E226625ED22E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8" name="Circle">
            <a:extLst>
              <a:ext uri="{FF2B5EF4-FFF2-40B4-BE49-F238E27FC236}">
                <a16:creationId xmlns:a16="http://schemas.microsoft.com/office/drawing/2014/main" id="{504CB130-808A-4C05-9CBD-67A934D6CD67}"/>
              </a:ext>
            </a:extLst>
          </p:cNvPr>
          <p:cNvSpPr>
            <a:spLocks noGrp="1"/>
          </p:cNvSpPr>
          <p:nvPr/>
        </p:nvSpPr>
        <p:spPr>
          <a:xfrm flipH="1">
            <a:off x="21190714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9" name="Circle">
            <a:extLst>
              <a:ext uri="{FF2B5EF4-FFF2-40B4-BE49-F238E27FC236}">
                <a16:creationId xmlns:a16="http://schemas.microsoft.com/office/drawing/2014/main" id="{5B8F46D2-F6E1-4A12-8650-3EA279C3CF57}"/>
              </a:ext>
            </a:extLst>
          </p:cNvPr>
          <p:cNvSpPr>
            <a:spLocks noGrp="1"/>
          </p:cNvSpPr>
          <p:nvPr/>
        </p:nvSpPr>
        <p:spPr>
          <a:xfrm rot="10800000">
            <a:off x="20425745" y="77022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0" name="Circle">
            <a:extLst>
              <a:ext uri="{FF2B5EF4-FFF2-40B4-BE49-F238E27FC236}">
                <a16:creationId xmlns:a16="http://schemas.microsoft.com/office/drawing/2014/main" id="{3403B6C7-9079-4A01-862E-44BCF5CC55B5}"/>
              </a:ext>
            </a:extLst>
          </p:cNvPr>
          <p:cNvSpPr>
            <a:spLocks noGrp="1"/>
          </p:cNvSpPr>
          <p:nvPr/>
        </p:nvSpPr>
        <p:spPr>
          <a:xfrm rot="10800000">
            <a:off x="21190714" y="77022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2" name="Rounded Rectangle">
            <a:extLst>
              <a:ext uri="{FF2B5EF4-FFF2-40B4-BE49-F238E27FC236}">
                <a16:creationId xmlns:a16="http://schemas.microsoft.com/office/drawing/2014/main" id="{70CD6C62-68C8-432D-B5BB-1BFE713AE27B}"/>
              </a:ext>
            </a:extLst>
          </p:cNvPr>
          <p:cNvSpPr>
            <a:spLocks noGrp="1"/>
          </p:cNvSpPr>
          <p:nvPr/>
        </p:nvSpPr>
        <p:spPr>
          <a:xfrm>
            <a:off x="1366203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3" name="Circle">
            <a:extLst>
              <a:ext uri="{FF2B5EF4-FFF2-40B4-BE49-F238E27FC236}">
                <a16:creationId xmlns:a16="http://schemas.microsoft.com/office/drawing/2014/main" id="{7897FAE6-14B7-4B66-BADF-74BC632A805B}"/>
              </a:ext>
            </a:extLst>
          </p:cNvPr>
          <p:cNvSpPr>
            <a:spLocks noGrp="1"/>
          </p:cNvSpPr>
          <p:nvPr/>
        </p:nvSpPr>
        <p:spPr>
          <a:xfrm>
            <a:off x="1848415" y="969641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5" name="Rounded Rectangle">
            <a:extLst>
              <a:ext uri="{FF2B5EF4-FFF2-40B4-BE49-F238E27FC236}">
                <a16:creationId xmlns:a16="http://schemas.microsoft.com/office/drawing/2014/main" id="{41804A75-E62A-4CF3-A522-AB60BA5896CA}"/>
              </a:ext>
            </a:extLst>
          </p:cNvPr>
          <p:cNvSpPr>
            <a:spLocks noGrp="1"/>
          </p:cNvSpPr>
          <p:nvPr/>
        </p:nvSpPr>
        <p:spPr>
          <a:xfrm>
            <a:off x="5158166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6" name="Circle">
            <a:extLst>
              <a:ext uri="{FF2B5EF4-FFF2-40B4-BE49-F238E27FC236}">
                <a16:creationId xmlns:a16="http://schemas.microsoft.com/office/drawing/2014/main" id="{425777F5-273F-4B71-A170-FDEBB366A1DA}"/>
              </a:ext>
            </a:extLst>
          </p:cNvPr>
          <p:cNvSpPr>
            <a:spLocks noGrp="1"/>
          </p:cNvSpPr>
          <p:nvPr/>
        </p:nvSpPr>
        <p:spPr>
          <a:xfrm>
            <a:off x="5257893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7" name="Circle">
            <a:extLst>
              <a:ext uri="{FF2B5EF4-FFF2-40B4-BE49-F238E27FC236}">
                <a16:creationId xmlns:a16="http://schemas.microsoft.com/office/drawing/2014/main" id="{00C2C7FB-D683-49EF-8AFE-06EE3A3D1F5C}"/>
              </a:ext>
            </a:extLst>
          </p:cNvPr>
          <p:cNvSpPr>
            <a:spLocks noGrp="1"/>
          </p:cNvSpPr>
          <p:nvPr/>
        </p:nvSpPr>
        <p:spPr>
          <a:xfrm rot="10800000">
            <a:off x="6022862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9" name="Rounded Rectangle">
            <a:extLst>
              <a:ext uri="{FF2B5EF4-FFF2-40B4-BE49-F238E27FC236}">
                <a16:creationId xmlns:a16="http://schemas.microsoft.com/office/drawing/2014/main" id="{A8AC3FDC-BDF5-462C-918E-263A796AA946}"/>
              </a:ext>
            </a:extLst>
          </p:cNvPr>
          <p:cNvSpPr>
            <a:spLocks noGrp="1"/>
          </p:cNvSpPr>
          <p:nvPr/>
        </p:nvSpPr>
        <p:spPr>
          <a:xfrm>
            <a:off x="8950128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0" name="Circle">
            <a:extLst>
              <a:ext uri="{FF2B5EF4-FFF2-40B4-BE49-F238E27FC236}">
                <a16:creationId xmlns:a16="http://schemas.microsoft.com/office/drawing/2014/main" id="{337342F0-1ADA-4CE4-8D6C-3B0A0A2227F6}"/>
              </a:ext>
            </a:extLst>
          </p:cNvPr>
          <p:cNvSpPr>
            <a:spLocks noGrp="1"/>
          </p:cNvSpPr>
          <p:nvPr/>
        </p:nvSpPr>
        <p:spPr>
          <a:xfrm>
            <a:off x="9049855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1" name="Circle">
            <a:extLst>
              <a:ext uri="{FF2B5EF4-FFF2-40B4-BE49-F238E27FC236}">
                <a16:creationId xmlns:a16="http://schemas.microsoft.com/office/drawing/2014/main" id="{F23A9646-6B66-498B-B2B4-FBD59D0F216A}"/>
              </a:ext>
            </a:extLst>
          </p:cNvPr>
          <p:cNvSpPr>
            <a:spLocks noGrp="1"/>
          </p:cNvSpPr>
          <p:nvPr/>
        </p:nvSpPr>
        <p:spPr>
          <a:xfrm rot="10800000">
            <a:off x="9814824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2" name="Circle">
            <a:extLst>
              <a:ext uri="{FF2B5EF4-FFF2-40B4-BE49-F238E27FC236}">
                <a16:creationId xmlns:a16="http://schemas.microsoft.com/office/drawing/2014/main" id="{D671C778-23E4-41FE-A7BA-F52AFADFE733}"/>
              </a:ext>
            </a:extLst>
          </p:cNvPr>
          <p:cNvSpPr>
            <a:spLocks noGrp="1"/>
          </p:cNvSpPr>
          <p:nvPr/>
        </p:nvSpPr>
        <p:spPr>
          <a:xfrm rot="10800000">
            <a:off x="9432340" y="969641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4" name="Rounded Rectangle">
            <a:extLst>
              <a:ext uri="{FF2B5EF4-FFF2-40B4-BE49-F238E27FC236}">
                <a16:creationId xmlns:a16="http://schemas.microsoft.com/office/drawing/2014/main" id="{4F96F960-C168-41BC-82C5-CB1B49E8BC39}"/>
              </a:ext>
            </a:extLst>
          </p:cNvPr>
          <p:cNvSpPr>
            <a:spLocks noGrp="1"/>
          </p:cNvSpPr>
          <p:nvPr/>
        </p:nvSpPr>
        <p:spPr>
          <a:xfrm>
            <a:off x="12742092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5" name="Circle">
            <a:extLst>
              <a:ext uri="{FF2B5EF4-FFF2-40B4-BE49-F238E27FC236}">
                <a16:creationId xmlns:a16="http://schemas.microsoft.com/office/drawing/2014/main" id="{A3B35424-29A2-4049-8576-0A2BB8551826}"/>
              </a:ext>
            </a:extLst>
          </p:cNvPr>
          <p:cNvSpPr>
            <a:spLocks noGrp="1"/>
          </p:cNvSpPr>
          <p:nvPr/>
        </p:nvSpPr>
        <p:spPr>
          <a:xfrm>
            <a:off x="12841819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6" name="Circle">
            <a:extLst>
              <a:ext uri="{FF2B5EF4-FFF2-40B4-BE49-F238E27FC236}">
                <a16:creationId xmlns:a16="http://schemas.microsoft.com/office/drawing/2014/main" id="{381E739F-FD2F-40A1-A1A4-43EBA584F7A1}"/>
              </a:ext>
            </a:extLst>
          </p:cNvPr>
          <p:cNvSpPr>
            <a:spLocks noGrp="1"/>
          </p:cNvSpPr>
          <p:nvPr/>
        </p:nvSpPr>
        <p:spPr>
          <a:xfrm rot="10800000">
            <a:off x="13606788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7" name="Circle">
            <a:extLst>
              <a:ext uri="{FF2B5EF4-FFF2-40B4-BE49-F238E27FC236}">
                <a16:creationId xmlns:a16="http://schemas.microsoft.com/office/drawing/2014/main" id="{96961B88-3358-48B0-97F1-0DD28316E87A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8" name="Circle">
            <a:extLst>
              <a:ext uri="{FF2B5EF4-FFF2-40B4-BE49-F238E27FC236}">
                <a16:creationId xmlns:a16="http://schemas.microsoft.com/office/drawing/2014/main" id="{06FD3AC4-DD51-4E54-AA1C-3288EC16F9C7}"/>
              </a:ext>
            </a:extLst>
          </p:cNvPr>
          <p:cNvSpPr>
            <a:spLocks noGrp="1"/>
          </p:cNvSpPr>
          <p:nvPr/>
        </p:nvSpPr>
        <p:spPr>
          <a:xfrm flipH="1">
            <a:off x="13606788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0" name="Rounded Rectangle">
            <a:extLst>
              <a:ext uri="{FF2B5EF4-FFF2-40B4-BE49-F238E27FC236}">
                <a16:creationId xmlns:a16="http://schemas.microsoft.com/office/drawing/2014/main" id="{C9DCE0E1-12BF-4B5A-948B-E9DFF6826BF6}"/>
              </a:ext>
            </a:extLst>
          </p:cNvPr>
          <p:cNvSpPr>
            <a:spLocks noGrp="1"/>
          </p:cNvSpPr>
          <p:nvPr/>
        </p:nvSpPr>
        <p:spPr>
          <a:xfrm>
            <a:off x="16534055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1" name="Circle">
            <a:extLst>
              <a:ext uri="{FF2B5EF4-FFF2-40B4-BE49-F238E27FC236}">
                <a16:creationId xmlns:a16="http://schemas.microsoft.com/office/drawing/2014/main" id="{4058758D-B5F4-408D-9261-006D28945A13}"/>
              </a:ext>
            </a:extLst>
          </p:cNvPr>
          <p:cNvSpPr>
            <a:spLocks noGrp="1"/>
          </p:cNvSpPr>
          <p:nvPr/>
        </p:nvSpPr>
        <p:spPr>
          <a:xfrm>
            <a:off x="16633782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2" name="Circle">
            <a:extLst>
              <a:ext uri="{FF2B5EF4-FFF2-40B4-BE49-F238E27FC236}">
                <a16:creationId xmlns:a16="http://schemas.microsoft.com/office/drawing/2014/main" id="{80438344-792E-4573-972A-776DBD9974A8}"/>
              </a:ext>
            </a:extLst>
          </p:cNvPr>
          <p:cNvSpPr>
            <a:spLocks noGrp="1"/>
          </p:cNvSpPr>
          <p:nvPr/>
        </p:nvSpPr>
        <p:spPr>
          <a:xfrm rot="10800000">
            <a:off x="17398751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3" name="Circle">
            <a:extLst>
              <a:ext uri="{FF2B5EF4-FFF2-40B4-BE49-F238E27FC236}">
                <a16:creationId xmlns:a16="http://schemas.microsoft.com/office/drawing/2014/main" id="{78146FFB-4E97-4195-ADE7-BA41372789F4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4" name="Circle">
            <a:extLst>
              <a:ext uri="{FF2B5EF4-FFF2-40B4-BE49-F238E27FC236}">
                <a16:creationId xmlns:a16="http://schemas.microsoft.com/office/drawing/2014/main" id="{45A91D04-AF25-476B-B409-1F778B317A7A}"/>
              </a:ext>
            </a:extLst>
          </p:cNvPr>
          <p:cNvSpPr>
            <a:spLocks noGrp="1"/>
          </p:cNvSpPr>
          <p:nvPr/>
        </p:nvSpPr>
        <p:spPr>
          <a:xfrm flipH="1">
            <a:off x="17398751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5" name="Circle">
            <a:extLst>
              <a:ext uri="{FF2B5EF4-FFF2-40B4-BE49-F238E27FC236}">
                <a16:creationId xmlns:a16="http://schemas.microsoft.com/office/drawing/2014/main" id="{F332821F-EFE6-4588-8A16-7083845EC17B}"/>
              </a:ext>
            </a:extLst>
          </p:cNvPr>
          <p:cNvSpPr>
            <a:spLocks noGrp="1"/>
          </p:cNvSpPr>
          <p:nvPr/>
        </p:nvSpPr>
        <p:spPr>
          <a:xfrm rot="10800000">
            <a:off x="17016267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7" name="Rounded Rectangle">
            <a:extLst>
              <a:ext uri="{FF2B5EF4-FFF2-40B4-BE49-F238E27FC236}">
                <a16:creationId xmlns:a16="http://schemas.microsoft.com/office/drawing/2014/main" id="{65AD5AE7-26EF-43A8-A611-AEE332FB8D0B}"/>
              </a:ext>
            </a:extLst>
          </p:cNvPr>
          <p:cNvSpPr>
            <a:spLocks noGrp="1"/>
          </p:cNvSpPr>
          <p:nvPr/>
        </p:nvSpPr>
        <p:spPr>
          <a:xfrm>
            <a:off x="20326018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8" name="Circle">
            <a:extLst>
              <a:ext uri="{FF2B5EF4-FFF2-40B4-BE49-F238E27FC236}">
                <a16:creationId xmlns:a16="http://schemas.microsoft.com/office/drawing/2014/main" id="{EC729425-75FD-4EFD-8FCE-1911FC0FE655}"/>
              </a:ext>
            </a:extLst>
          </p:cNvPr>
          <p:cNvSpPr>
            <a:spLocks noGrp="1"/>
          </p:cNvSpPr>
          <p:nvPr/>
        </p:nvSpPr>
        <p:spPr>
          <a:xfrm>
            <a:off x="20425745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9" name="Circle">
            <a:extLst>
              <a:ext uri="{FF2B5EF4-FFF2-40B4-BE49-F238E27FC236}">
                <a16:creationId xmlns:a16="http://schemas.microsoft.com/office/drawing/2014/main" id="{29E1102F-9ACC-441D-A333-B4404C664857}"/>
              </a:ext>
            </a:extLst>
          </p:cNvPr>
          <p:cNvSpPr>
            <a:spLocks noGrp="1"/>
          </p:cNvSpPr>
          <p:nvPr/>
        </p:nvSpPr>
        <p:spPr>
          <a:xfrm rot="10800000">
            <a:off x="21190714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0" name="Circle">
            <a:extLst>
              <a:ext uri="{FF2B5EF4-FFF2-40B4-BE49-F238E27FC236}">
                <a16:creationId xmlns:a16="http://schemas.microsoft.com/office/drawing/2014/main" id="{B22BE737-00F2-4D42-93CD-ED98F4FD51A1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1" name="Circle">
            <a:extLst>
              <a:ext uri="{FF2B5EF4-FFF2-40B4-BE49-F238E27FC236}">
                <a16:creationId xmlns:a16="http://schemas.microsoft.com/office/drawing/2014/main" id="{975AE61B-AB1B-4118-90F7-3DD83EC3D19B}"/>
              </a:ext>
            </a:extLst>
          </p:cNvPr>
          <p:cNvSpPr>
            <a:spLocks noGrp="1"/>
          </p:cNvSpPr>
          <p:nvPr/>
        </p:nvSpPr>
        <p:spPr>
          <a:xfrm flipH="1">
            <a:off x="21190714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2" name="Circle">
            <a:extLst>
              <a:ext uri="{FF2B5EF4-FFF2-40B4-BE49-F238E27FC236}">
                <a16:creationId xmlns:a16="http://schemas.microsoft.com/office/drawing/2014/main" id="{3746EC1F-D1A5-4796-BDB6-B9D8F4CAF2D8}"/>
              </a:ext>
            </a:extLst>
          </p:cNvPr>
          <p:cNvSpPr>
            <a:spLocks noGrp="1"/>
          </p:cNvSpPr>
          <p:nvPr/>
        </p:nvSpPr>
        <p:spPr>
          <a:xfrm rot="10800000">
            <a:off x="20425745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3" name="Circle">
            <a:extLst>
              <a:ext uri="{FF2B5EF4-FFF2-40B4-BE49-F238E27FC236}">
                <a16:creationId xmlns:a16="http://schemas.microsoft.com/office/drawing/2014/main" id="{70D000B7-73F6-4B4C-9803-8F1E5A784242}"/>
              </a:ext>
            </a:extLst>
          </p:cNvPr>
          <p:cNvSpPr>
            <a:spLocks noGrp="1"/>
          </p:cNvSpPr>
          <p:nvPr/>
        </p:nvSpPr>
        <p:spPr>
          <a:xfrm rot="10800000">
            <a:off x="21190714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5" name="Rounded Rectangle">
            <a:extLst>
              <a:ext uri="{FF2B5EF4-FFF2-40B4-BE49-F238E27FC236}">
                <a16:creationId xmlns:a16="http://schemas.microsoft.com/office/drawing/2014/main" id="{8566A8F1-8A08-4CEB-A31A-D669C0C512E0}"/>
              </a:ext>
            </a:extLst>
          </p:cNvPr>
          <p:cNvSpPr>
            <a:spLocks noGrp="1"/>
          </p:cNvSpPr>
          <p:nvPr/>
        </p:nvSpPr>
        <p:spPr>
          <a:xfrm>
            <a:off x="1366203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6" name="Circle">
            <a:extLst>
              <a:ext uri="{FF2B5EF4-FFF2-40B4-BE49-F238E27FC236}">
                <a16:creationId xmlns:a16="http://schemas.microsoft.com/office/drawing/2014/main" id="{A1F31C66-AC64-426B-B9E4-A338A1A52BE0}"/>
              </a:ext>
            </a:extLst>
          </p:cNvPr>
          <p:cNvSpPr>
            <a:spLocks noGrp="1"/>
          </p:cNvSpPr>
          <p:nvPr/>
        </p:nvSpPr>
        <p:spPr>
          <a:xfrm>
            <a:off x="1848415" y="116905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8" name="Rounded Rectangle">
            <a:extLst>
              <a:ext uri="{FF2B5EF4-FFF2-40B4-BE49-F238E27FC236}">
                <a16:creationId xmlns:a16="http://schemas.microsoft.com/office/drawing/2014/main" id="{5DD93229-050D-4335-A08D-286BBAE599A4}"/>
              </a:ext>
            </a:extLst>
          </p:cNvPr>
          <p:cNvSpPr>
            <a:spLocks noGrp="1"/>
          </p:cNvSpPr>
          <p:nvPr/>
        </p:nvSpPr>
        <p:spPr>
          <a:xfrm>
            <a:off x="5158166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9" name="Circle">
            <a:extLst>
              <a:ext uri="{FF2B5EF4-FFF2-40B4-BE49-F238E27FC236}">
                <a16:creationId xmlns:a16="http://schemas.microsoft.com/office/drawing/2014/main" id="{3F91093C-4B2A-49D7-8B5C-4547A9D89FCA}"/>
              </a:ext>
            </a:extLst>
          </p:cNvPr>
          <p:cNvSpPr>
            <a:spLocks noGrp="1"/>
          </p:cNvSpPr>
          <p:nvPr/>
        </p:nvSpPr>
        <p:spPr>
          <a:xfrm>
            <a:off x="5257893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0" name="Circle">
            <a:extLst>
              <a:ext uri="{FF2B5EF4-FFF2-40B4-BE49-F238E27FC236}">
                <a16:creationId xmlns:a16="http://schemas.microsoft.com/office/drawing/2014/main" id="{71C288C2-2162-4156-B64D-2230701D4E61}"/>
              </a:ext>
            </a:extLst>
          </p:cNvPr>
          <p:cNvSpPr>
            <a:spLocks noGrp="1"/>
          </p:cNvSpPr>
          <p:nvPr/>
        </p:nvSpPr>
        <p:spPr>
          <a:xfrm rot="10800000">
            <a:off x="6022862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2" name="Rounded Rectangle">
            <a:extLst>
              <a:ext uri="{FF2B5EF4-FFF2-40B4-BE49-F238E27FC236}">
                <a16:creationId xmlns:a16="http://schemas.microsoft.com/office/drawing/2014/main" id="{51C5C0FA-24EC-49E2-A5B5-D95E95DFFDA0}"/>
              </a:ext>
            </a:extLst>
          </p:cNvPr>
          <p:cNvSpPr>
            <a:spLocks noGrp="1"/>
          </p:cNvSpPr>
          <p:nvPr/>
        </p:nvSpPr>
        <p:spPr>
          <a:xfrm>
            <a:off x="895012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3" name="Circle">
            <a:extLst>
              <a:ext uri="{FF2B5EF4-FFF2-40B4-BE49-F238E27FC236}">
                <a16:creationId xmlns:a16="http://schemas.microsoft.com/office/drawing/2014/main" id="{23180C34-7B91-472F-AEA1-606EE7D2D8FD}"/>
              </a:ext>
            </a:extLst>
          </p:cNvPr>
          <p:cNvSpPr>
            <a:spLocks noGrp="1"/>
          </p:cNvSpPr>
          <p:nvPr/>
        </p:nvSpPr>
        <p:spPr>
          <a:xfrm>
            <a:off x="9049855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4" name="Circle">
            <a:extLst>
              <a:ext uri="{FF2B5EF4-FFF2-40B4-BE49-F238E27FC236}">
                <a16:creationId xmlns:a16="http://schemas.microsoft.com/office/drawing/2014/main" id="{237AFD46-707A-421B-8297-08E1B4D78BDD}"/>
              </a:ext>
            </a:extLst>
          </p:cNvPr>
          <p:cNvSpPr>
            <a:spLocks noGrp="1"/>
          </p:cNvSpPr>
          <p:nvPr/>
        </p:nvSpPr>
        <p:spPr>
          <a:xfrm rot="10800000">
            <a:off x="9814824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5" name="Circle">
            <a:extLst>
              <a:ext uri="{FF2B5EF4-FFF2-40B4-BE49-F238E27FC236}">
                <a16:creationId xmlns:a16="http://schemas.microsoft.com/office/drawing/2014/main" id="{D177E05F-D911-454E-8401-BF9EF40ECF6C}"/>
              </a:ext>
            </a:extLst>
          </p:cNvPr>
          <p:cNvSpPr>
            <a:spLocks noGrp="1"/>
          </p:cNvSpPr>
          <p:nvPr/>
        </p:nvSpPr>
        <p:spPr>
          <a:xfrm rot="10800000">
            <a:off x="9432340" y="116905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7" name="Rounded Rectangle">
            <a:extLst>
              <a:ext uri="{FF2B5EF4-FFF2-40B4-BE49-F238E27FC236}">
                <a16:creationId xmlns:a16="http://schemas.microsoft.com/office/drawing/2014/main" id="{6322B6E5-78BA-4B9F-A6E5-107152678338}"/>
              </a:ext>
            </a:extLst>
          </p:cNvPr>
          <p:cNvSpPr>
            <a:spLocks noGrp="1"/>
          </p:cNvSpPr>
          <p:nvPr/>
        </p:nvSpPr>
        <p:spPr>
          <a:xfrm>
            <a:off x="12742092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8" name="Circle">
            <a:extLst>
              <a:ext uri="{FF2B5EF4-FFF2-40B4-BE49-F238E27FC236}">
                <a16:creationId xmlns:a16="http://schemas.microsoft.com/office/drawing/2014/main" id="{DF6BB7DA-CC07-4F9A-9DB9-47030DB6A499}"/>
              </a:ext>
            </a:extLst>
          </p:cNvPr>
          <p:cNvSpPr>
            <a:spLocks noGrp="1"/>
          </p:cNvSpPr>
          <p:nvPr/>
        </p:nvSpPr>
        <p:spPr>
          <a:xfrm>
            <a:off x="12841819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9" name="Circle">
            <a:extLst>
              <a:ext uri="{FF2B5EF4-FFF2-40B4-BE49-F238E27FC236}">
                <a16:creationId xmlns:a16="http://schemas.microsoft.com/office/drawing/2014/main" id="{ABC2DE12-BC2C-4522-A126-664652D2B706}"/>
              </a:ext>
            </a:extLst>
          </p:cNvPr>
          <p:cNvSpPr>
            <a:spLocks noGrp="1"/>
          </p:cNvSpPr>
          <p:nvPr/>
        </p:nvSpPr>
        <p:spPr>
          <a:xfrm rot="10800000">
            <a:off x="13606788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0" name="Circle">
            <a:extLst>
              <a:ext uri="{FF2B5EF4-FFF2-40B4-BE49-F238E27FC236}">
                <a16:creationId xmlns:a16="http://schemas.microsoft.com/office/drawing/2014/main" id="{4F8D1F0B-29C8-4DED-A8F3-532634115B12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1" name="Circle">
            <a:extLst>
              <a:ext uri="{FF2B5EF4-FFF2-40B4-BE49-F238E27FC236}">
                <a16:creationId xmlns:a16="http://schemas.microsoft.com/office/drawing/2014/main" id="{4BE7E6E1-3E8E-4D25-BB4D-1FFE54887A2C}"/>
              </a:ext>
            </a:extLst>
          </p:cNvPr>
          <p:cNvSpPr>
            <a:spLocks noGrp="1"/>
          </p:cNvSpPr>
          <p:nvPr/>
        </p:nvSpPr>
        <p:spPr>
          <a:xfrm flipH="1">
            <a:off x="13606788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3" name="Rounded Rectangle">
            <a:extLst>
              <a:ext uri="{FF2B5EF4-FFF2-40B4-BE49-F238E27FC236}">
                <a16:creationId xmlns:a16="http://schemas.microsoft.com/office/drawing/2014/main" id="{35035EDB-483D-4C1F-8860-1CC44A27BC2F}"/>
              </a:ext>
            </a:extLst>
          </p:cNvPr>
          <p:cNvSpPr>
            <a:spLocks noGrp="1"/>
          </p:cNvSpPr>
          <p:nvPr/>
        </p:nvSpPr>
        <p:spPr>
          <a:xfrm>
            <a:off x="16534055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4" name="Circle">
            <a:extLst>
              <a:ext uri="{FF2B5EF4-FFF2-40B4-BE49-F238E27FC236}">
                <a16:creationId xmlns:a16="http://schemas.microsoft.com/office/drawing/2014/main" id="{86B1C82A-390E-45DD-8FCD-A724B9956870}"/>
              </a:ext>
            </a:extLst>
          </p:cNvPr>
          <p:cNvSpPr>
            <a:spLocks noGrp="1"/>
          </p:cNvSpPr>
          <p:nvPr/>
        </p:nvSpPr>
        <p:spPr>
          <a:xfrm>
            <a:off x="16633782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5" name="Circle">
            <a:extLst>
              <a:ext uri="{FF2B5EF4-FFF2-40B4-BE49-F238E27FC236}">
                <a16:creationId xmlns:a16="http://schemas.microsoft.com/office/drawing/2014/main" id="{3B827FE2-9CA5-436B-A3F3-D8FD2D6D1638}"/>
              </a:ext>
            </a:extLst>
          </p:cNvPr>
          <p:cNvSpPr>
            <a:spLocks noGrp="1"/>
          </p:cNvSpPr>
          <p:nvPr/>
        </p:nvSpPr>
        <p:spPr>
          <a:xfrm rot="10800000">
            <a:off x="17398751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6" name="Circle">
            <a:extLst>
              <a:ext uri="{FF2B5EF4-FFF2-40B4-BE49-F238E27FC236}">
                <a16:creationId xmlns:a16="http://schemas.microsoft.com/office/drawing/2014/main" id="{A017C07C-6A9D-4ECA-BD60-A757F8DF6A1A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7" name="Circle">
            <a:extLst>
              <a:ext uri="{FF2B5EF4-FFF2-40B4-BE49-F238E27FC236}">
                <a16:creationId xmlns:a16="http://schemas.microsoft.com/office/drawing/2014/main" id="{094CD41E-953C-4E6D-8AAE-3C4CFA7D632F}"/>
              </a:ext>
            </a:extLst>
          </p:cNvPr>
          <p:cNvSpPr>
            <a:spLocks noGrp="1"/>
          </p:cNvSpPr>
          <p:nvPr/>
        </p:nvSpPr>
        <p:spPr>
          <a:xfrm flipH="1">
            <a:off x="17398751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8" name="Circle">
            <a:extLst>
              <a:ext uri="{FF2B5EF4-FFF2-40B4-BE49-F238E27FC236}">
                <a16:creationId xmlns:a16="http://schemas.microsoft.com/office/drawing/2014/main" id="{B7969989-3459-4861-A87F-702E582F431E}"/>
              </a:ext>
            </a:extLst>
          </p:cNvPr>
          <p:cNvSpPr>
            <a:spLocks noGrp="1"/>
          </p:cNvSpPr>
          <p:nvPr/>
        </p:nvSpPr>
        <p:spPr>
          <a:xfrm rot="10800000">
            <a:off x="17016267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0" name="Rounded Rectangle">
            <a:extLst>
              <a:ext uri="{FF2B5EF4-FFF2-40B4-BE49-F238E27FC236}">
                <a16:creationId xmlns:a16="http://schemas.microsoft.com/office/drawing/2014/main" id="{A78ACE72-1C37-42CB-8824-56B67362EFC7}"/>
              </a:ext>
            </a:extLst>
          </p:cNvPr>
          <p:cNvSpPr>
            <a:spLocks noGrp="1"/>
          </p:cNvSpPr>
          <p:nvPr/>
        </p:nvSpPr>
        <p:spPr>
          <a:xfrm>
            <a:off x="2032601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1" name="Circle">
            <a:extLst>
              <a:ext uri="{FF2B5EF4-FFF2-40B4-BE49-F238E27FC236}">
                <a16:creationId xmlns:a16="http://schemas.microsoft.com/office/drawing/2014/main" id="{81C0C3C8-074D-45EB-8960-C2243F476407}"/>
              </a:ext>
            </a:extLst>
          </p:cNvPr>
          <p:cNvSpPr>
            <a:spLocks noGrp="1"/>
          </p:cNvSpPr>
          <p:nvPr/>
        </p:nvSpPr>
        <p:spPr>
          <a:xfrm>
            <a:off x="20425745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2" name="Circle">
            <a:extLst>
              <a:ext uri="{FF2B5EF4-FFF2-40B4-BE49-F238E27FC236}">
                <a16:creationId xmlns:a16="http://schemas.microsoft.com/office/drawing/2014/main" id="{0FB1AC15-2278-4E94-A3DB-4E637D71B5AD}"/>
              </a:ext>
            </a:extLst>
          </p:cNvPr>
          <p:cNvSpPr>
            <a:spLocks noGrp="1"/>
          </p:cNvSpPr>
          <p:nvPr/>
        </p:nvSpPr>
        <p:spPr>
          <a:xfrm rot="10800000">
            <a:off x="21190714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3" name="Circle">
            <a:extLst>
              <a:ext uri="{FF2B5EF4-FFF2-40B4-BE49-F238E27FC236}">
                <a16:creationId xmlns:a16="http://schemas.microsoft.com/office/drawing/2014/main" id="{3BDFBD39-02A6-4242-A61A-6BC9908884C0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4" name="Circle">
            <a:extLst>
              <a:ext uri="{FF2B5EF4-FFF2-40B4-BE49-F238E27FC236}">
                <a16:creationId xmlns:a16="http://schemas.microsoft.com/office/drawing/2014/main" id="{F3A2A70D-FCF5-4E39-943A-4CA0923D0D95}"/>
              </a:ext>
            </a:extLst>
          </p:cNvPr>
          <p:cNvSpPr>
            <a:spLocks noGrp="1"/>
          </p:cNvSpPr>
          <p:nvPr/>
        </p:nvSpPr>
        <p:spPr>
          <a:xfrm flipH="1">
            <a:off x="21190714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5" name="Circle">
            <a:extLst>
              <a:ext uri="{FF2B5EF4-FFF2-40B4-BE49-F238E27FC236}">
                <a16:creationId xmlns:a16="http://schemas.microsoft.com/office/drawing/2014/main" id="{D7CB3BE5-6D5C-4373-8340-2F9603B8E249}"/>
              </a:ext>
            </a:extLst>
          </p:cNvPr>
          <p:cNvSpPr>
            <a:spLocks noGrp="1"/>
          </p:cNvSpPr>
          <p:nvPr/>
        </p:nvSpPr>
        <p:spPr>
          <a:xfrm rot="10800000">
            <a:off x="20425745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6" name="Circle">
            <a:extLst>
              <a:ext uri="{FF2B5EF4-FFF2-40B4-BE49-F238E27FC236}">
                <a16:creationId xmlns:a16="http://schemas.microsoft.com/office/drawing/2014/main" id="{53A63A70-1C5A-445E-BAAF-6AB21A1F6DAF}"/>
              </a:ext>
            </a:extLst>
          </p:cNvPr>
          <p:cNvSpPr>
            <a:spLocks noGrp="1"/>
          </p:cNvSpPr>
          <p:nvPr/>
        </p:nvSpPr>
        <p:spPr>
          <a:xfrm rot="10800000">
            <a:off x="21190714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8" name="Rounded Rectangle">
            <a:extLst>
              <a:ext uri="{FF2B5EF4-FFF2-40B4-BE49-F238E27FC236}">
                <a16:creationId xmlns:a16="http://schemas.microsoft.com/office/drawing/2014/main" id="{A9E6DB5B-38BD-471D-A03E-D44925AA1BF2}"/>
              </a:ext>
            </a:extLst>
          </p:cNvPr>
          <p:cNvSpPr>
            <a:spLocks noGrp="1"/>
          </p:cNvSpPr>
          <p:nvPr/>
        </p:nvSpPr>
        <p:spPr>
          <a:xfrm>
            <a:off x="6579945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9" name="Circle">
            <a:extLst>
              <a:ext uri="{FF2B5EF4-FFF2-40B4-BE49-F238E27FC236}">
                <a16:creationId xmlns:a16="http://schemas.microsoft.com/office/drawing/2014/main" id="{4AFDB2B8-3BF8-4FD5-B1B2-7D4AE029DF1D}"/>
              </a:ext>
            </a:extLst>
          </p:cNvPr>
          <p:cNvSpPr>
            <a:spLocks noGrp="1"/>
          </p:cNvSpPr>
          <p:nvPr/>
        </p:nvSpPr>
        <p:spPr>
          <a:xfrm>
            <a:off x="7062157" y="171986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1" name="Rounded Rectangle">
            <a:extLst>
              <a:ext uri="{FF2B5EF4-FFF2-40B4-BE49-F238E27FC236}">
                <a16:creationId xmlns:a16="http://schemas.microsoft.com/office/drawing/2014/main" id="{0C9199F0-6F43-4420-820B-71DAECC81C2D}"/>
              </a:ext>
            </a:extLst>
          </p:cNvPr>
          <p:cNvSpPr>
            <a:spLocks noGrp="1"/>
          </p:cNvSpPr>
          <p:nvPr/>
        </p:nvSpPr>
        <p:spPr>
          <a:xfrm>
            <a:off x="10371907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2" name="Circle">
            <a:extLst>
              <a:ext uri="{FF2B5EF4-FFF2-40B4-BE49-F238E27FC236}">
                <a16:creationId xmlns:a16="http://schemas.microsoft.com/office/drawing/2014/main" id="{E8DD789F-A649-4112-89BD-5C5769D84E45}"/>
              </a:ext>
            </a:extLst>
          </p:cNvPr>
          <p:cNvSpPr>
            <a:spLocks noGrp="1"/>
          </p:cNvSpPr>
          <p:nvPr/>
        </p:nvSpPr>
        <p:spPr>
          <a:xfrm>
            <a:off x="10854119" y="171986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4" name="Rounded Rectangle">
            <a:extLst>
              <a:ext uri="{FF2B5EF4-FFF2-40B4-BE49-F238E27FC236}">
                <a16:creationId xmlns:a16="http://schemas.microsoft.com/office/drawing/2014/main" id="{215E396D-16C9-4CAA-92B4-B20A7137B823}"/>
              </a:ext>
            </a:extLst>
          </p:cNvPr>
          <p:cNvSpPr>
            <a:spLocks noGrp="1"/>
          </p:cNvSpPr>
          <p:nvPr/>
        </p:nvSpPr>
        <p:spPr>
          <a:xfrm>
            <a:off x="14163870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5" name="Circle">
            <a:extLst>
              <a:ext uri="{FF2B5EF4-FFF2-40B4-BE49-F238E27FC236}">
                <a16:creationId xmlns:a16="http://schemas.microsoft.com/office/drawing/2014/main" id="{60CD2517-33B8-474A-A10A-A0BA9763585A}"/>
              </a:ext>
            </a:extLst>
          </p:cNvPr>
          <p:cNvSpPr>
            <a:spLocks noGrp="1"/>
          </p:cNvSpPr>
          <p:nvPr/>
        </p:nvSpPr>
        <p:spPr>
          <a:xfrm>
            <a:off x="14646082" y="171986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7" name="Rounded Rectangle">
            <a:extLst>
              <a:ext uri="{FF2B5EF4-FFF2-40B4-BE49-F238E27FC236}">
                <a16:creationId xmlns:a16="http://schemas.microsoft.com/office/drawing/2014/main" id="{0F8A088A-85DB-4DC8-9C6F-474052291B07}"/>
              </a:ext>
            </a:extLst>
          </p:cNvPr>
          <p:cNvSpPr>
            <a:spLocks noGrp="1"/>
          </p:cNvSpPr>
          <p:nvPr/>
        </p:nvSpPr>
        <p:spPr>
          <a:xfrm>
            <a:off x="17955834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8" name="Circle">
            <a:extLst>
              <a:ext uri="{FF2B5EF4-FFF2-40B4-BE49-F238E27FC236}">
                <a16:creationId xmlns:a16="http://schemas.microsoft.com/office/drawing/2014/main" id="{7720E44C-BA36-45AA-9E3C-E052ADCD1A4B}"/>
              </a:ext>
            </a:extLst>
          </p:cNvPr>
          <p:cNvSpPr>
            <a:spLocks noGrp="1"/>
          </p:cNvSpPr>
          <p:nvPr/>
        </p:nvSpPr>
        <p:spPr>
          <a:xfrm>
            <a:off x="18438046" y="171986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0" name="Rounded Rectangle">
            <a:extLst>
              <a:ext uri="{FF2B5EF4-FFF2-40B4-BE49-F238E27FC236}">
                <a16:creationId xmlns:a16="http://schemas.microsoft.com/office/drawing/2014/main" id="{73618436-29E0-485A-829D-8FB3D0BE8009}"/>
              </a:ext>
            </a:extLst>
          </p:cNvPr>
          <p:cNvSpPr>
            <a:spLocks noGrp="1"/>
          </p:cNvSpPr>
          <p:nvPr/>
        </p:nvSpPr>
        <p:spPr>
          <a:xfrm>
            <a:off x="21747796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1" name="Circle">
            <a:extLst>
              <a:ext uri="{FF2B5EF4-FFF2-40B4-BE49-F238E27FC236}">
                <a16:creationId xmlns:a16="http://schemas.microsoft.com/office/drawing/2014/main" id="{BBCAE629-89A6-4842-8F6F-350754E8C261}"/>
              </a:ext>
            </a:extLst>
          </p:cNvPr>
          <p:cNvSpPr>
            <a:spLocks noGrp="1"/>
          </p:cNvSpPr>
          <p:nvPr/>
        </p:nvSpPr>
        <p:spPr>
          <a:xfrm>
            <a:off x="22230008" y="171986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3" name="Rounded Rectangle">
            <a:extLst>
              <a:ext uri="{FF2B5EF4-FFF2-40B4-BE49-F238E27FC236}">
                <a16:creationId xmlns:a16="http://schemas.microsoft.com/office/drawing/2014/main" id="{BD5281E8-BAAD-4E71-AF45-6CE6893DCC90}"/>
              </a:ext>
            </a:extLst>
          </p:cNvPr>
          <p:cNvSpPr>
            <a:spLocks noGrp="1"/>
          </p:cNvSpPr>
          <p:nvPr/>
        </p:nvSpPr>
        <p:spPr>
          <a:xfrm>
            <a:off x="6579945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4" name="Circle">
            <a:extLst>
              <a:ext uri="{FF2B5EF4-FFF2-40B4-BE49-F238E27FC236}">
                <a16:creationId xmlns:a16="http://schemas.microsoft.com/office/drawing/2014/main" id="{84B0820A-F54B-4006-AC21-797761099375}"/>
              </a:ext>
            </a:extLst>
          </p:cNvPr>
          <p:cNvSpPr>
            <a:spLocks noGrp="1"/>
          </p:cNvSpPr>
          <p:nvPr/>
        </p:nvSpPr>
        <p:spPr>
          <a:xfrm>
            <a:off x="6679672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5" name="Circle">
            <a:extLst>
              <a:ext uri="{FF2B5EF4-FFF2-40B4-BE49-F238E27FC236}">
                <a16:creationId xmlns:a16="http://schemas.microsoft.com/office/drawing/2014/main" id="{6A69E0C2-CB33-4746-8455-1A97DD93E428}"/>
              </a:ext>
            </a:extLst>
          </p:cNvPr>
          <p:cNvSpPr>
            <a:spLocks noGrp="1"/>
          </p:cNvSpPr>
          <p:nvPr/>
        </p:nvSpPr>
        <p:spPr>
          <a:xfrm rot="10800000">
            <a:off x="7444641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7" name="Rounded Rectangle">
            <a:extLst>
              <a:ext uri="{FF2B5EF4-FFF2-40B4-BE49-F238E27FC236}">
                <a16:creationId xmlns:a16="http://schemas.microsoft.com/office/drawing/2014/main" id="{768C7D1F-5F3A-4B4F-9EDF-8829482AC9FF}"/>
              </a:ext>
            </a:extLst>
          </p:cNvPr>
          <p:cNvSpPr>
            <a:spLocks noGrp="1"/>
          </p:cNvSpPr>
          <p:nvPr/>
        </p:nvSpPr>
        <p:spPr>
          <a:xfrm>
            <a:off x="6579945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8" name="Circle">
            <a:extLst>
              <a:ext uri="{FF2B5EF4-FFF2-40B4-BE49-F238E27FC236}">
                <a16:creationId xmlns:a16="http://schemas.microsoft.com/office/drawing/2014/main" id="{58F0D6FD-5A39-4F50-870F-FC4E43F71A64}"/>
              </a:ext>
            </a:extLst>
          </p:cNvPr>
          <p:cNvSpPr>
            <a:spLocks noGrp="1"/>
          </p:cNvSpPr>
          <p:nvPr/>
        </p:nvSpPr>
        <p:spPr>
          <a:xfrm>
            <a:off x="6679672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9" name="Circle">
            <a:extLst>
              <a:ext uri="{FF2B5EF4-FFF2-40B4-BE49-F238E27FC236}">
                <a16:creationId xmlns:a16="http://schemas.microsoft.com/office/drawing/2014/main" id="{43CA5BB0-B04B-4313-A419-E0E494649E81}"/>
              </a:ext>
            </a:extLst>
          </p:cNvPr>
          <p:cNvSpPr>
            <a:spLocks noGrp="1"/>
          </p:cNvSpPr>
          <p:nvPr/>
        </p:nvSpPr>
        <p:spPr>
          <a:xfrm rot="10800000">
            <a:off x="7444641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0" name="Circle">
            <a:extLst>
              <a:ext uri="{FF2B5EF4-FFF2-40B4-BE49-F238E27FC236}">
                <a16:creationId xmlns:a16="http://schemas.microsoft.com/office/drawing/2014/main" id="{29420013-7DF6-42C4-BE8E-E90630AA4227}"/>
              </a:ext>
            </a:extLst>
          </p:cNvPr>
          <p:cNvSpPr>
            <a:spLocks noGrp="1"/>
          </p:cNvSpPr>
          <p:nvPr/>
        </p:nvSpPr>
        <p:spPr>
          <a:xfrm rot="10800000">
            <a:off x="7062157" y="57081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2" name="Rounded Rectangle">
            <a:extLst>
              <a:ext uri="{FF2B5EF4-FFF2-40B4-BE49-F238E27FC236}">
                <a16:creationId xmlns:a16="http://schemas.microsoft.com/office/drawing/2014/main" id="{BB607ADC-7F33-4154-B2C8-A3C400B6CF46}"/>
              </a:ext>
            </a:extLst>
          </p:cNvPr>
          <p:cNvSpPr>
            <a:spLocks noGrp="1"/>
          </p:cNvSpPr>
          <p:nvPr/>
        </p:nvSpPr>
        <p:spPr>
          <a:xfrm>
            <a:off x="6579945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3" name="Circle">
            <a:extLst>
              <a:ext uri="{FF2B5EF4-FFF2-40B4-BE49-F238E27FC236}">
                <a16:creationId xmlns:a16="http://schemas.microsoft.com/office/drawing/2014/main" id="{E68BFB4C-D73F-4BBB-A64B-F2CCB3BCC523}"/>
              </a:ext>
            </a:extLst>
          </p:cNvPr>
          <p:cNvSpPr>
            <a:spLocks noGrp="1"/>
          </p:cNvSpPr>
          <p:nvPr/>
        </p:nvSpPr>
        <p:spPr>
          <a:xfrm>
            <a:off x="6679672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4" name="Circle">
            <a:extLst>
              <a:ext uri="{FF2B5EF4-FFF2-40B4-BE49-F238E27FC236}">
                <a16:creationId xmlns:a16="http://schemas.microsoft.com/office/drawing/2014/main" id="{C6380F0E-F9FE-47D1-9275-770905FC654D}"/>
              </a:ext>
            </a:extLst>
          </p:cNvPr>
          <p:cNvSpPr>
            <a:spLocks noGrp="1"/>
          </p:cNvSpPr>
          <p:nvPr/>
        </p:nvSpPr>
        <p:spPr>
          <a:xfrm rot="10800000">
            <a:off x="7444641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5" name="Circle">
            <a:extLst>
              <a:ext uri="{FF2B5EF4-FFF2-40B4-BE49-F238E27FC236}">
                <a16:creationId xmlns:a16="http://schemas.microsoft.com/office/drawing/2014/main" id="{85AD4839-637C-4159-95DA-9B04C748A96E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6" name="Circle">
            <a:extLst>
              <a:ext uri="{FF2B5EF4-FFF2-40B4-BE49-F238E27FC236}">
                <a16:creationId xmlns:a16="http://schemas.microsoft.com/office/drawing/2014/main" id="{DE73CF3F-7D8B-4181-9F4F-6E51D45FA6B7}"/>
              </a:ext>
            </a:extLst>
          </p:cNvPr>
          <p:cNvSpPr>
            <a:spLocks noGrp="1"/>
          </p:cNvSpPr>
          <p:nvPr/>
        </p:nvSpPr>
        <p:spPr>
          <a:xfrm flipH="1">
            <a:off x="7444641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8" name="Rounded Rectangle">
            <a:extLst>
              <a:ext uri="{FF2B5EF4-FFF2-40B4-BE49-F238E27FC236}">
                <a16:creationId xmlns:a16="http://schemas.microsoft.com/office/drawing/2014/main" id="{6C5C2264-588F-40EA-88F3-36E460C7C32E}"/>
              </a:ext>
            </a:extLst>
          </p:cNvPr>
          <p:cNvSpPr>
            <a:spLocks noGrp="1"/>
          </p:cNvSpPr>
          <p:nvPr/>
        </p:nvSpPr>
        <p:spPr>
          <a:xfrm>
            <a:off x="6579945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9" name="Circle">
            <a:extLst>
              <a:ext uri="{FF2B5EF4-FFF2-40B4-BE49-F238E27FC236}">
                <a16:creationId xmlns:a16="http://schemas.microsoft.com/office/drawing/2014/main" id="{D622C4F2-D24D-4761-8622-39835B6048D3}"/>
              </a:ext>
            </a:extLst>
          </p:cNvPr>
          <p:cNvSpPr>
            <a:spLocks noGrp="1"/>
          </p:cNvSpPr>
          <p:nvPr/>
        </p:nvSpPr>
        <p:spPr>
          <a:xfrm>
            <a:off x="6679672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0" name="Circle">
            <a:extLst>
              <a:ext uri="{FF2B5EF4-FFF2-40B4-BE49-F238E27FC236}">
                <a16:creationId xmlns:a16="http://schemas.microsoft.com/office/drawing/2014/main" id="{767AE5A4-B176-433D-826B-4ED97E94E182}"/>
              </a:ext>
            </a:extLst>
          </p:cNvPr>
          <p:cNvSpPr>
            <a:spLocks noGrp="1"/>
          </p:cNvSpPr>
          <p:nvPr/>
        </p:nvSpPr>
        <p:spPr>
          <a:xfrm rot="10800000">
            <a:off x="7444641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1" name="Circle">
            <a:extLst>
              <a:ext uri="{FF2B5EF4-FFF2-40B4-BE49-F238E27FC236}">
                <a16:creationId xmlns:a16="http://schemas.microsoft.com/office/drawing/2014/main" id="{6CE595F4-0236-4049-B8F5-B88BD7B28439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2" name="Circle">
            <a:extLst>
              <a:ext uri="{FF2B5EF4-FFF2-40B4-BE49-F238E27FC236}">
                <a16:creationId xmlns:a16="http://schemas.microsoft.com/office/drawing/2014/main" id="{D7A822AE-85FD-4BD0-AC57-8D167FB5B2B8}"/>
              </a:ext>
            </a:extLst>
          </p:cNvPr>
          <p:cNvSpPr>
            <a:spLocks noGrp="1"/>
          </p:cNvSpPr>
          <p:nvPr/>
        </p:nvSpPr>
        <p:spPr>
          <a:xfrm flipH="1">
            <a:off x="7444641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3" name="Circle">
            <a:extLst>
              <a:ext uri="{FF2B5EF4-FFF2-40B4-BE49-F238E27FC236}">
                <a16:creationId xmlns:a16="http://schemas.microsoft.com/office/drawing/2014/main" id="{69783B14-7EBE-4C3B-BE28-E64C307C9DA8}"/>
              </a:ext>
            </a:extLst>
          </p:cNvPr>
          <p:cNvSpPr>
            <a:spLocks noGrp="1"/>
          </p:cNvSpPr>
          <p:nvPr/>
        </p:nvSpPr>
        <p:spPr>
          <a:xfrm rot="10800000">
            <a:off x="7062157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5" name="Rounded Rectangle">
            <a:extLst>
              <a:ext uri="{FF2B5EF4-FFF2-40B4-BE49-F238E27FC236}">
                <a16:creationId xmlns:a16="http://schemas.microsoft.com/office/drawing/2014/main" id="{A9826BBD-E919-4143-B1D8-4B5198FE8882}"/>
              </a:ext>
            </a:extLst>
          </p:cNvPr>
          <p:cNvSpPr>
            <a:spLocks noGrp="1"/>
          </p:cNvSpPr>
          <p:nvPr/>
        </p:nvSpPr>
        <p:spPr>
          <a:xfrm>
            <a:off x="6579945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6" name="Circle">
            <a:extLst>
              <a:ext uri="{FF2B5EF4-FFF2-40B4-BE49-F238E27FC236}">
                <a16:creationId xmlns:a16="http://schemas.microsoft.com/office/drawing/2014/main" id="{5BAB76F5-F678-47BD-BB0C-4BECD196A1BE}"/>
              </a:ext>
            </a:extLst>
          </p:cNvPr>
          <p:cNvSpPr>
            <a:spLocks noGrp="1"/>
          </p:cNvSpPr>
          <p:nvPr/>
        </p:nvSpPr>
        <p:spPr>
          <a:xfrm>
            <a:off x="6679672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7" name="Circle">
            <a:extLst>
              <a:ext uri="{FF2B5EF4-FFF2-40B4-BE49-F238E27FC236}">
                <a16:creationId xmlns:a16="http://schemas.microsoft.com/office/drawing/2014/main" id="{0F9B549E-EBF4-4329-921F-7D9F0D711031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8" name="Circle">
            <a:extLst>
              <a:ext uri="{FF2B5EF4-FFF2-40B4-BE49-F238E27FC236}">
                <a16:creationId xmlns:a16="http://schemas.microsoft.com/office/drawing/2014/main" id="{C966ED94-40F9-4DCE-9F7D-0D452B779462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9" name="Circle">
            <a:extLst>
              <a:ext uri="{FF2B5EF4-FFF2-40B4-BE49-F238E27FC236}">
                <a16:creationId xmlns:a16="http://schemas.microsoft.com/office/drawing/2014/main" id="{D28D39B3-850B-4892-A012-CDAC3D18E02A}"/>
              </a:ext>
            </a:extLst>
          </p:cNvPr>
          <p:cNvSpPr>
            <a:spLocks noGrp="1"/>
          </p:cNvSpPr>
          <p:nvPr/>
        </p:nvSpPr>
        <p:spPr>
          <a:xfrm flipH="1">
            <a:off x="7444641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0" name="Circle">
            <a:extLst>
              <a:ext uri="{FF2B5EF4-FFF2-40B4-BE49-F238E27FC236}">
                <a16:creationId xmlns:a16="http://schemas.microsoft.com/office/drawing/2014/main" id="{E6D83361-5102-46DF-9671-AB5434BDD14D}"/>
              </a:ext>
            </a:extLst>
          </p:cNvPr>
          <p:cNvSpPr>
            <a:spLocks noGrp="1"/>
          </p:cNvSpPr>
          <p:nvPr/>
        </p:nvSpPr>
        <p:spPr>
          <a:xfrm rot="10800000">
            <a:off x="6679672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1" name="Circle">
            <a:extLst>
              <a:ext uri="{FF2B5EF4-FFF2-40B4-BE49-F238E27FC236}">
                <a16:creationId xmlns:a16="http://schemas.microsoft.com/office/drawing/2014/main" id="{49026DD4-A71A-40C1-A99E-2D8E0671ADC5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3" name="Rounded Rectangle">
            <a:extLst>
              <a:ext uri="{FF2B5EF4-FFF2-40B4-BE49-F238E27FC236}">
                <a16:creationId xmlns:a16="http://schemas.microsoft.com/office/drawing/2014/main" id="{B541A200-B846-4077-968C-A424F5F5A86A}"/>
              </a:ext>
            </a:extLst>
          </p:cNvPr>
          <p:cNvSpPr>
            <a:spLocks noGrp="1"/>
          </p:cNvSpPr>
          <p:nvPr/>
        </p:nvSpPr>
        <p:spPr>
          <a:xfrm>
            <a:off x="10371907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4" name="Circle">
            <a:extLst>
              <a:ext uri="{FF2B5EF4-FFF2-40B4-BE49-F238E27FC236}">
                <a16:creationId xmlns:a16="http://schemas.microsoft.com/office/drawing/2014/main" id="{FF79FF97-8379-4BAC-8984-86B1ABFCCF6B}"/>
              </a:ext>
            </a:extLst>
          </p:cNvPr>
          <p:cNvSpPr>
            <a:spLocks noGrp="1"/>
          </p:cNvSpPr>
          <p:nvPr/>
        </p:nvSpPr>
        <p:spPr>
          <a:xfrm>
            <a:off x="10471634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5" name="Circle">
            <a:extLst>
              <a:ext uri="{FF2B5EF4-FFF2-40B4-BE49-F238E27FC236}">
                <a16:creationId xmlns:a16="http://schemas.microsoft.com/office/drawing/2014/main" id="{4FD4475F-4285-4278-8B9A-EA2176D2CB4A}"/>
              </a:ext>
            </a:extLst>
          </p:cNvPr>
          <p:cNvSpPr>
            <a:spLocks noGrp="1"/>
          </p:cNvSpPr>
          <p:nvPr/>
        </p:nvSpPr>
        <p:spPr>
          <a:xfrm rot="10800000">
            <a:off x="11236603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7" name="Rounded Rectangle">
            <a:extLst>
              <a:ext uri="{FF2B5EF4-FFF2-40B4-BE49-F238E27FC236}">
                <a16:creationId xmlns:a16="http://schemas.microsoft.com/office/drawing/2014/main" id="{47823888-B6DD-4BC8-9FB6-B9558FBD6D42}"/>
              </a:ext>
            </a:extLst>
          </p:cNvPr>
          <p:cNvSpPr>
            <a:spLocks noGrp="1"/>
          </p:cNvSpPr>
          <p:nvPr/>
        </p:nvSpPr>
        <p:spPr>
          <a:xfrm>
            <a:off x="10371907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8" name="Circle">
            <a:extLst>
              <a:ext uri="{FF2B5EF4-FFF2-40B4-BE49-F238E27FC236}">
                <a16:creationId xmlns:a16="http://schemas.microsoft.com/office/drawing/2014/main" id="{0E50EF3D-DB99-4F10-AC34-7BBC714B0A70}"/>
              </a:ext>
            </a:extLst>
          </p:cNvPr>
          <p:cNvSpPr>
            <a:spLocks noGrp="1"/>
          </p:cNvSpPr>
          <p:nvPr/>
        </p:nvSpPr>
        <p:spPr>
          <a:xfrm>
            <a:off x="10471634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9" name="Circle">
            <a:extLst>
              <a:ext uri="{FF2B5EF4-FFF2-40B4-BE49-F238E27FC236}">
                <a16:creationId xmlns:a16="http://schemas.microsoft.com/office/drawing/2014/main" id="{648A7064-4C79-46AE-BAAD-971000B9252E}"/>
              </a:ext>
            </a:extLst>
          </p:cNvPr>
          <p:cNvSpPr>
            <a:spLocks noGrp="1"/>
          </p:cNvSpPr>
          <p:nvPr/>
        </p:nvSpPr>
        <p:spPr>
          <a:xfrm rot="10800000">
            <a:off x="11236603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0" name="Circle">
            <a:extLst>
              <a:ext uri="{FF2B5EF4-FFF2-40B4-BE49-F238E27FC236}">
                <a16:creationId xmlns:a16="http://schemas.microsoft.com/office/drawing/2014/main" id="{60896DB9-3FCD-46CF-8EB4-448BD40697E7}"/>
              </a:ext>
            </a:extLst>
          </p:cNvPr>
          <p:cNvSpPr>
            <a:spLocks noGrp="1"/>
          </p:cNvSpPr>
          <p:nvPr/>
        </p:nvSpPr>
        <p:spPr>
          <a:xfrm rot="10800000">
            <a:off x="10854119" y="57081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2" name="Rounded Rectangle">
            <a:extLst>
              <a:ext uri="{FF2B5EF4-FFF2-40B4-BE49-F238E27FC236}">
                <a16:creationId xmlns:a16="http://schemas.microsoft.com/office/drawing/2014/main" id="{A453025E-A7B5-4E2F-B27F-86816D3EEC2F}"/>
              </a:ext>
            </a:extLst>
          </p:cNvPr>
          <p:cNvSpPr>
            <a:spLocks noGrp="1"/>
          </p:cNvSpPr>
          <p:nvPr/>
        </p:nvSpPr>
        <p:spPr>
          <a:xfrm>
            <a:off x="10371907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3" name="Circle">
            <a:extLst>
              <a:ext uri="{FF2B5EF4-FFF2-40B4-BE49-F238E27FC236}">
                <a16:creationId xmlns:a16="http://schemas.microsoft.com/office/drawing/2014/main" id="{B08E29B5-D5A2-4E31-BAF1-7295A7A14AB6}"/>
              </a:ext>
            </a:extLst>
          </p:cNvPr>
          <p:cNvSpPr>
            <a:spLocks noGrp="1"/>
          </p:cNvSpPr>
          <p:nvPr/>
        </p:nvSpPr>
        <p:spPr>
          <a:xfrm>
            <a:off x="10471634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4" name="Circle">
            <a:extLst>
              <a:ext uri="{FF2B5EF4-FFF2-40B4-BE49-F238E27FC236}">
                <a16:creationId xmlns:a16="http://schemas.microsoft.com/office/drawing/2014/main" id="{7A0CE571-DDE2-44C6-9C13-47B352968F08}"/>
              </a:ext>
            </a:extLst>
          </p:cNvPr>
          <p:cNvSpPr>
            <a:spLocks noGrp="1"/>
          </p:cNvSpPr>
          <p:nvPr/>
        </p:nvSpPr>
        <p:spPr>
          <a:xfrm rot="10800000">
            <a:off x="11236603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5" name="Circle">
            <a:extLst>
              <a:ext uri="{FF2B5EF4-FFF2-40B4-BE49-F238E27FC236}">
                <a16:creationId xmlns:a16="http://schemas.microsoft.com/office/drawing/2014/main" id="{DE7A6DD9-DB79-4A08-A990-F2CC192FBF42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4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6" name="Circle">
            <a:extLst>
              <a:ext uri="{FF2B5EF4-FFF2-40B4-BE49-F238E27FC236}">
                <a16:creationId xmlns:a16="http://schemas.microsoft.com/office/drawing/2014/main" id="{F66B6B2F-F3B2-4DDF-BE2E-5049A9073E99}"/>
              </a:ext>
            </a:extLst>
          </p:cNvPr>
          <p:cNvSpPr>
            <a:spLocks noGrp="1"/>
          </p:cNvSpPr>
          <p:nvPr/>
        </p:nvSpPr>
        <p:spPr>
          <a:xfrm flipH="1">
            <a:off x="11236603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8" name="Rounded Rectangle">
            <a:extLst>
              <a:ext uri="{FF2B5EF4-FFF2-40B4-BE49-F238E27FC236}">
                <a16:creationId xmlns:a16="http://schemas.microsoft.com/office/drawing/2014/main" id="{D8ABB563-4571-4DDE-9208-099AAC974202}"/>
              </a:ext>
            </a:extLst>
          </p:cNvPr>
          <p:cNvSpPr>
            <a:spLocks noGrp="1"/>
          </p:cNvSpPr>
          <p:nvPr/>
        </p:nvSpPr>
        <p:spPr>
          <a:xfrm>
            <a:off x="10371907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9" name="Circle">
            <a:extLst>
              <a:ext uri="{FF2B5EF4-FFF2-40B4-BE49-F238E27FC236}">
                <a16:creationId xmlns:a16="http://schemas.microsoft.com/office/drawing/2014/main" id="{3445FA0A-C735-461F-A2C5-9DE4B116D37A}"/>
              </a:ext>
            </a:extLst>
          </p:cNvPr>
          <p:cNvSpPr>
            <a:spLocks noGrp="1"/>
          </p:cNvSpPr>
          <p:nvPr/>
        </p:nvSpPr>
        <p:spPr>
          <a:xfrm>
            <a:off x="10471634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0" name="Circle">
            <a:extLst>
              <a:ext uri="{FF2B5EF4-FFF2-40B4-BE49-F238E27FC236}">
                <a16:creationId xmlns:a16="http://schemas.microsoft.com/office/drawing/2014/main" id="{320F7A0E-2580-4F2B-8BC4-F9047D18302A}"/>
              </a:ext>
            </a:extLst>
          </p:cNvPr>
          <p:cNvSpPr>
            <a:spLocks noGrp="1"/>
          </p:cNvSpPr>
          <p:nvPr/>
        </p:nvSpPr>
        <p:spPr>
          <a:xfrm rot="10800000">
            <a:off x="11236603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1" name="Circle">
            <a:extLst>
              <a:ext uri="{FF2B5EF4-FFF2-40B4-BE49-F238E27FC236}">
                <a16:creationId xmlns:a16="http://schemas.microsoft.com/office/drawing/2014/main" id="{11AB9223-EDAE-4A30-8AA1-9FCA89CECA42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4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2" name="Circle">
            <a:extLst>
              <a:ext uri="{FF2B5EF4-FFF2-40B4-BE49-F238E27FC236}">
                <a16:creationId xmlns:a16="http://schemas.microsoft.com/office/drawing/2014/main" id="{B8F1E9FB-CEB4-4444-8D95-B78AC464DB9B}"/>
              </a:ext>
            </a:extLst>
          </p:cNvPr>
          <p:cNvSpPr>
            <a:spLocks noGrp="1"/>
          </p:cNvSpPr>
          <p:nvPr/>
        </p:nvSpPr>
        <p:spPr>
          <a:xfrm flipH="1">
            <a:off x="11236603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3" name="Circle">
            <a:extLst>
              <a:ext uri="{FF2B5EF4-FFF2-40B4-BE49-F238E27FC236}">
                <a16:creationId xmlns:a16="http://schemas.microsoft.com/office/drawing/2014/main" id="{42E8735D-4A2E-42A4-92F7-4F92FB7AAFB5}"/>
              </a:ext>
            </a:extLst>
          </p:cNvPr>
          <p:cNvSpPr>
            <a:spLocks noGrp="1"/>
          </p:cNvSpPr>
          <p:nvPr/>
        </p:nvSpPr>
        <p:spPr>
          <a:xfrm rot="10800000">
            <a:off x="10854119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5" name="Rounded Rectangle">
            <a:extLst>
              <a:ext uri="{FF2B5EF4-FFF2-40B4-BE49-F238E27FC236}">
                <a16:creationId xmlns:a16="http://schemas.microsoft.com/office/drawing/2014/main" id="{759B888C-1F79-4B97-AE3C-5A9F639600F8}"/>
              </a:ext>
            </a:extLst>
          </p:cNvPr>
          <p:cNvSpPr>
            <a:spLocks noGrp="1"/>
          </p:cNvSpPr>
          <p:nvPr/>
        </p:nvSpPr>
        <p:spPr>
          <a:xfrm>
            <a:off x="10371907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6" name="Circle">
            <a:extLst>
              <a:ext uri="{FF2B5EF4-FFF2-40B4-BE49-F238E27FC236}">
                <a16:creationId xmlns:a16="http://schemas.microsoft.com/office/drawing/2014/main" id="{638A7D3D-CB39-4270-AB6D-4F5FF945489F}"/>
              </a:ext>
            </a:extLst>
          </p:cNvPr>
          <p:cNvSpPr>
            <a:spLocks noGrp="1"/>
          </p:cNvSpPr>
          <p:nvPr/>
        </p:nvSpPr>
        <p:spPr>
          <a:xfrm>
            <a:off x="10471634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7" name="Circle">
            <a:extLst>
              <a:ext uri="{FF2B5EF4-FFF2-40B4-BE49-F238E27FC236}">
                <a16:creationId xmlns:a16="http://schemas.microsoft.com/office/drawing/2014/main" id="{B48EF84B-98E1-4804-9F93-B46B34A8C15F}"/>
              </a:ext>
            </a:extLst>
          </p:cNvPr>
          <p:cNvSpPr>
            <a:spLocks noGrp="1"/>
          </p:cNvSpPr>
          <p:nvPr/>
        </p:nvSpPr>
        <p:spPr>
          <a:xfrm rot="10800000">
            <a:off x="11236603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8" name="Circle">
            <a:extLst>
              <a:ext uri="{FF2B5EF4-FFF2-40B4-BE49-F238E27FC236}">
                <a16:creationId xmlns:a16="http://schemas.microsoft.com/office/drawing/2014/main" id="{0E592D73-FDA0-4A99-9E6E-79DDE976117E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4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9" name="Circle">
            <a:extLst>
              <a:ext uri="{FF2B5EF4-FFF2-40B4-BE49-F238E27FC236}">
                <a16:creationId xmlns:a16="http://schemas.microsoft.com/office/drawing/2014/main" id="{C7A35B25-8F6C-4AF8-8100-37DD0E653B3E}"/>
              </a:ext>
            </a:extLst>
          </p:cNvPr>
          <p:cNvSpPr>
            <a:spLocks noGrp="1"/>
          </p:cNvSpPr>
          <p:nvPr/>
        </p:nvSpPr>
        <p:spPr>
          <a:xfrm flipH="1">
            <a:off x="11236603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0" name="Circle">
            <a:extLst>
              <a:ext uri="{FF2B5EF4-FFF2-40B4-BE49-F238E27FC236}">
                <a16:creationId xmlns:a16="http://schemas.microsoft.com/office/drawing/2014/main" id="{6B204BA0-6DAE-450D-8ABA-72F213E7DE68}"/>
              </a:ext>
            </a:extLst>
          </p:cNvPr>
          <p:cNvSpPr>
            <a:spLocks noGrp="1"/>
          </p:cNvSpPr>
          <p:nvPr/>
        </p:nvSpPr>
        <p:spPr>
          <a:xfrm rot="10800000">
            <a:off x="10471634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1" name="Circle">
            <a:extLst>
              <a:ext uri="{FF2B5EF4-FFF2-40B4-BE49-F238E27FC236}">
                <a16:creationId xmlns:a16="http://schemas.microsoft.com/office/drawing/2014/main" id="{82E151C6-4A71-4687-9A5C-1262CC467650}"/>
              </a:ext>
            </a:extLst>
          </p:cNvPr>
          <p:cNvSpPr>
            <a:spLocks noGrp="1"/>
          </p:cNvSpPr>
          <p:nvPr/>
        </p:nvSpPr>
        <p:spPr>
          <a:xfrm rot="10800000">
            <a:off x="11236603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3" name="Rounded Rectangle">
            <a:extLst>
              <a:ext uri="{FF2B5EF4-FFF2-40B4-BE49-F238E27FC236}">
                <a16:creationId xmlns:a16="http://schemas.microsoft.com/office/drawing/2014/main" id="{414622EA-C440-479F-A5B1-9E8512B04A78}"/>
              </a:ext>
            </a:extLst>
          </p:cNvPr>
          <p:cNvSpPr>
            <a:spLocks noGrp="1"/>
          </p:cNvSpPr>
          <p:nvPr/>
        </p:nvSpPr>
        <p:spPr>
          <a:xfrm>
            <a:off x="14163870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4" name="Circle">
            <a:extLst>
              <a:ext uri="{FF2B5EF4-FFF2-40B4-BE49-F238E27FC236}">
                <a16:creationId xmlns:a16="http://schemas.microsoft.com/office/drawing/2014/main" id="{A144645A-CAF5-41D6-9555-8DED231B58E3}"/>
              </a:ext>
            </a:extLst>
          </p:cNvPr>
          <p:cNvSpPr>
            <a:spLocks noGrp="1"/>
          </p:cNvSpPr>
          <p:nvPr/>
        </p:nvSpPr>
        <p:spPr>
          <a:xfrm>
            <a:off x="14263597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5" name="Circle">
            <a:extLst>
              <a:ext uri="{FF2B5EF4-FFF2-40B4-BE49-F238E27FC236}">
                <a16:creationId xmlns:a16="http://schemas.microsoft.com/office/drawing/2014/main" id="{F4252CD6-C4D7-45F3-ABDE-67BFE8DACE9E}"/>
              </a:ext>
            </a:extLst>
          </p:cNvPr>
          <p:cNvSpPr>
            <a:spLocks noGrp="1"/>
          </p:cNvSpPr>
          <p:nvPr/>
        </p:nvSpPr>
        <p:spPr>
          <a:xfrm rot="10800000">
            <a:off x="15028566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7" name="Rounded Rectangle">
            <a:extLst>
              <a:ext uri="{FF2B5EF4-FFF2-40B4-BE49-F238E27FC236}">
                <a16:creationId xmlns:a16="http://schemas.microsoft.com/office/drawing/2014/main" id="{05EA023D-EF15-4839-907A-E76697ADBCB2}"/>
              </a:ext>
            </a:extLst>
          </p:cNvPr>
          <p:cNvSpPr>
            <a:spLocks noGrp="1"/>
          </p:cNvSpPr>
          <p:nvPr/>
        </p:nvSpPr>
        <p:spPr>
          <a:xfrm>
            <a:off x="14163870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8" name="Circle">
            <a:extLst>
              <a:ext uri="{FF2B5EF4-FFF2-40B4-BE49-F238E27FC236}">
                <a16:creationId xmlns:a16="http://schemas.microsoft.com/office/drawing/2014/main" id="{16090190-CA39-499A-A7E6-C44063F3C34B}"/>
              </a:ext>
            </a:extLst>
          </p:cNvPr>
          <p:cNvSpPr>
            <a:spLocks noGrp="1"/>
          </p:cNvSpPr>
          <p:nvPr/>
        </p:nvSpPr>
        <p:spPr>
          <a:xfrm>
            <a:off x="14263597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9" name="Circle">
            <a:extLst>
              <a:ext uri="{FF2B5EF4-FFF2-40B4-BE49-F238E27FC236}">
                <a16:creationId xmlns:a16="http://schemas.microsoft.com/office/drawing/2014/main" id="{8E4D01A1-36EE-49CE-9E6C-0E8D5589C164}"/>
              </a:ext>
            </a:extLst>
          </p:cNvPr>
          <p:cNvSpPr>
            <a:spLocks noGrp="1"/>
          </p:cNvSpPr>
          <p:nvPr/>
        </p:nvSpPr>
        <p:spPr>
          <a:xfrm rot="10800000">
            <a:off x="15028566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0" name="Circle">
            <a:extLst>
              <a:ext uri="{FF2B5EF4-FFF2-40B4-BE49-F238E27FC236}">
                <a16:creationId xmlns:a16="http://schemas.microsoft.com/office/drawing/2014/main" id="{62CA01AC-195A-47CB-BC60-457692B35356}"/>
              </a:ext>
            </a:extLst>
          </p:cNvPr>
          <p:cNvSpPr>
            <a:spLocks noGrp="1"/>
          </p:cNvSpPr>
          <p:nvPr/>
        </p:nvSpPr>
        <p:spPr>
          <a:xfrm rot="10800000">
            <a:off x="14646082" y="57081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2" name="Rounded Rectangle">
            <a:extLst>
              <a:ext uri="{FF2B5EF4-FFF2-40B4-BE49-F238E27FC236}">
                <a16:creationId xmlns:a16="http://schemas.microsoft.com/office/drawing/2014/main" id="{CC665AD5-EA01-4C13-8F56-F7155FCA0269}"/>
              </a:ext>
            </a:extLst>
          </p:cNvPr>
          <p:cNvSpPr>
            <a:spLocks noGrp="1"/>
          </p:cNvSpPr>
          <p:nvPr/>
        </p:nvSpPr>
        <p:spPr>
          <a:xfrm>
            <a:off x="14163870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3" name="Circle">
            <a:extLst>
              <a:ext uri="{FF2B5EF4-FFF2-40B4-BE49-F238E27FC236}">
                <a16:creationId xmlns:a16="http://schemas.microsoft.com/office/drawing/2014/main" id="{C978925C-A407-470D-87D9-5BAA14AFA439}"/>
              </a:ext>
            </a:extLst>
          </p:cNvPr>
          <p:cNvSpPr>
            <a:spLocks noGrp="1"/>
          </p:cNvSpPr>
          <p:nvPr/>
        </p:nvSpPr>
        <p:spPr>
          <a:xfrm>
            <a:off x="14263597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4" name="Circle">
            <a:extLst>
              <a:ext uri="{FF2B5EF4-FFF2-40B4-BE49-F238E27FC236}">
                <a16:creationId xmlns:a16="http://schemas.microsoft.com/office/drawing/2014/main" id="{61203D5F-A46B-457E-AAE8-97529C461889}"/>
              </a:ext>
            </a:extLst>
          </p:cNvPr>
          <p:cNvSpPr>
            <a:spLocks noGrp="1"/>
          </p:cNvSpPr>
          <p:nvPr/>
        </p:nvSpPr>
        <p:spPr>
          <a:xfrm rot="10800000">
            <a:off x="15028566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5" name="Circle">
            <a:extLst>
              <a:ext uri="{FF2B5EF4-FFF2-40B4-BE49-F238E27FC236}">
                <a16:creationId xmlns:a16="http://schemas.microsoft.com/office/drawing/2014/main" id="{FB78DEB8-E575-48D5-80F1-804BF2D155E4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7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6" name="Circle">
            <a:extLst>
              <a:ext uri="{FF2B5EF4-FFF2-40B4-BE49-F238E27FC236}">
                <a16:creationId xmlns:a16="http://schemas.microsoft.com/office/drawing/2014/main" id="{870F975C-E36D-4637-8B30-11C01520D924}"/>
              </a:ext>
            </a:extLst>
          </p:cNvPr>
          <p:cNvSpPr>
            <a:spLocks noGrp="1"/>
          </p:cNvSpPr>
          <p:nvPr/>
        </p:nvSpPr>
        <p:spPr>
          <a:xfrm flipH="1">
            <a:off x="15028566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8" name="Rounded Rectangle">
            <a:extLst>
              <a:ext uri="{FF2B5EF4-FFF2-40B4-BE49-F238E27FC236}">
                <a16:creationId xmlns:a16="http://schemas.microsoft.com/office/drawing/2014/main" id="{5FD657A4-6E39-41CB-A82E-C26D02CC6C8C}"/>
              </a:ext>
            </a:extLst>
          </p:cNvPr>
          <p:cNvSpPr>
            <a:spLocks noGrp="1"/>
          </p:cNvSpPr>
          <p:nvPr/>
        </p:nvSpPr>
        <p:spPr>
          <a:xfrm>
            <a:off x="14163870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9" name="Circle">
            <a:extLst>
              <a:ext uri="{FF2B5EF4-FFF2-40B4-BE49-F238E27FC236}">
                <a16:creationId xmlns:a16="http://schemas.microsoft.com/office/drawing/2014/main" id="{73B01B47-5079-41B0-8FA2-D5E6EFA263A8}"/>
              </a:ext>
            </a:extLst>
          </p:cNvPr>
          <p:cNvSpPr>
            <a:spLocks noGrp="1"/>
          </p:cNvSpPr>
          <p:nvPr/>
        </p:nvSpPr>
        <p:spPr>
          <a:xfrm>
            <a:off x="14263597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0" name="Circle">
            <a:extLst>
              <a:ext uri="{FF2B5EF4-FFF2-40B4-BE49-F238E27FC236}">
                <a16:creationId xmlns:a16="http://schemas.microsoft.com/office/drawing/2014/main" id="{1AE07A3A-5268-44C3-910A-0644EE51D62A}"/>
              </a:ext>
            </a:extLst>
          </p:cNvPr>
          <p:cNvSpPr>
            <a:spLocks noGrp="1"/>
          </p:cNvSpPr>
          <p:nvPr/>
        </p:nvSpPr>
        <p:spPr>
          <a:xfrm rot="10800000">
            <a:off x="15028566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1" name="Circle">
            <a:extLst>
              <a:ext uri="{FF2B5EF4-FFF2-40B4-BE49-F238E27FC236}">
                <a16:creationId xmlns:a16="http://schemas.microsoft.com/office/drawing/2014/main" id="{A5FD1109-E0CD-461F-963B-1FC0DD2330E5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7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2" name="Circle">
            <a:extLst>
              <a:ext uri="{FF2B5EF4-FFF2-40B4-BE49-F238E27FC236}">
                <a16:creationId xmlns:a16="http://schemas.microsoft.com/office/drawing/2014/main" id="{F95BE868-1936-4906-A4D3-39B539C3BA59}"/>
              </a:ext>
            </a:extLst>
          </p:cNvPr>
          <p:cNvSpPr>
            <a:spLocks noGrp="1"/>
          </p:cNvSpPr>
          <p:nvPr/>
        </p:nvSpPr>
        <p:spPr>
          <a:xfrm flipH="1">
            <a:off x="15028566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3" name="Circle">
            <a:extLst>
              <a:ext uri="{FF2B5EF4-FFF2-40B4-BE49-F238E27FC236}">
                <a16:creationId xmlns:a16="http://schemas.microsoft.com/office/drawing/2014/main" id="{A4A26100-40A2-4208-96A2-1A2235442E6C}"/>
              </a:ext>
            </a:extLst>
          </p:cNvPr>
          <p:cNvSpPr>
            <a:spLocks noGrp="1"/>
          </p:cNvSpPr>
          <p:nvPr/>
        </p:nvSpPr>
        <p:spPr>
          <a:xfrm rot="10800000">
            <a:off x="14646082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5" name="Rounded Rectangle">
            <a:extLst>
              <a:ext uri="{FF2B5EF4-FFF2-40B4-BE49-F238E27FC236}">
                <a16:creationId xmlns:a16="http://schemas.microsoft.com/office/drawing/2014/main" id="{7E1B44C4-2520-43CA-98E7-261AFDCD7538}"/>
              </a:ext>
            </a:extLst>
          </p:cNvPr>
          <p:cNvSpPr>
            <a:spLocks noGrp="1"/>
          </p:cNvSpPr>
          <p:nvPr/>
        </p:nvSpPr>
        <p:spPr>
          <a:xfrm>
            <a:off x="14163870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6" name="Circle">
            <a:extLst>
              <a:ext uri="{FF2B5EF4-FFF2-40B4-BE49-F238E27FC236}">
                <a16:creationId xmlns:a16="http://schemas.microsoft.com/office/drawing/2014/main" id="{6E22EAE4-1CD3-4483-BAAE-461AB0EE0771}"/>
              </a:ext>
            </a:extLst>
          </p:cNvPr>
          <p:cNvSpPr>
            <a:spLocks noGrp="1"/>
          </p:cNvSpPr>
          <p:nvPr/>
        </p:nvSpPr>
        <p:spPr>
          <a:xfrm>
            <a:off x="14263597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7" name="Circle">
            <a:extLst>
              <a:ext uri="{FF2B5EF4-FFF2-40B4-BE49-F238E27FC236}">
                <a16:creationId xmlns:a16="http://schemas.microsoft.com/office/drawing/2014/main" id="{F53182E0-2346-489B-8E85-966887E85C2E}"/>
              </a:ext>
            </a:extLst>
          </p:cNvPr>
          <p:cNvSpPr>
            <a:spLocks noGrp="1"/>
          </p:cNvSpPr>
          <p:nvPr/>
        </p:nvSpPr>
        <p:spPr>
          <a:xfrm rot="10800000">
            <a:off x="15028566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8" name="Circle">
            <a:extLst>
              <a:ext uri="{FF2B5EF4-FFF2-40B4-BE49-F238E27FC236}">
                <a16:creationId xmlns:a16="http://schemas.microsoft.com/office/drawing/2014/main" id="{73785244-E2A3-4C2F-9899-920C5B962D82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7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9" name="Circle">
            <a:extLst>
              <a:ext uri="{FF2B5EF4-FFF2-40B4-BE49-F238E27FC236}">
                <a16:creationId xmlns:a16="http://schemas.microsoft.com/office/drawing/2014/main" id="{7F59A59C-E166-466B-B5F5-78FE83B1285B}"/>
              </a:ext>
            </a:extLst>
          </p:cNvPr>
          <p:cNvSpPr>
            <a:spLocks noGrp="1"/>
          </p:cNvSpPr>
          <p:nvPr/>
        </p:nvSpPr>
        <p:spPr>
          <a:xfrm flipH="1">
            <a:off x="15028566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0" name="Circle">
            <a:extLst>
              <a:ext uri="{FF2B5EF4-FFF2-40B4-BE49-F238E27FC236}">
                <a16:creationId xmlns:a16="http://schemas.microsoft.com/office/drawing/2014/main" id="{9D0A4085-6D32-4BD6-B76F-B3443F706467}"/>
              </a:ext>
            </a:extLst>
          </p:cNvPr>
          <p:cNvSpPr>
            <a:spLocks noGrp="1"/>
          </p:cNvSpPr>
          <p:nvPr/>
        </p:nvSpPr>
        <p:spPr>
          <a:xfrm rot="10800000">
            <a:off x="14263597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1" name="Circle">
            <a:extLst>
              <a:ext uri="{FF2B5EF4-FFF2-40B4-BE49-F238E27FC236}">
                <a16:creationId xmlns:a16="http://schemas.microsoft.com/office/drawing/2014/main" id="{9AFAD5EE-8A35-4D42-B909-71A2F32E7440}"/>
              </a:ext>
            </a:extLst>
          </p:cNvPr>
          <p:cNvSpPr>
            <a:spLocks noGrp="1"/>
          </p:cNvSpPr>
          <p:nvPr/>
        </p:nvSpPr>
        <p:spPr>
          <a:xfrm rot="10800000">
            <a:off x="15028566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3" name="Rounded Rectangle">
            <a:extLst>
              <a:ext uri="{FF2B5EF4-FFF2-40B4-BE49-F238E27FC236}">
                <a16:creationId xmlns:a16="http://schemas.microsoft.com/office/drawing/2014/main" id="{BCCFA3FD-1408-4C74-A2C7-FFD72905B532}"/>
              </a:ext>
            </a:extLst>
          </p:cNvPr>
          <p:cNvSpPr>
            <a:spLocks noGrp="1"/>
          </p:cNvSpPr>
          <p:nvPr/>
        </p:nvSpPr>
        <p:spPr>
          <a:xfrm>
            <a:off x="17955834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4" name="Circle">
            <a:extLst>
              <a:ext uri="{FF2B5EF4-FFF2-40B4-BE49-F238E27FC236}">
                <a16:creationId xmlns:a16="http://schemas.microsoft.com/office/drawing/2014/main" id="{08C99DC8-B03B-4726-B710-0CF1DC06C941}"/>
              </a:ext>
            </a:extLst>
          </p:cNvPr>
          <p:cNvSpPr>
            <a:spLocks noGrp="1"/>
          </p:cNvSpPr>
          <p:nvPr/>
        </p:nvSpPr>
        <p:spPr>
          <a:xfrm>
            <a:off x="18055561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5" name="Circle">
            <a:extLst>
              <a:ext uri="{FF2B5EF4-FFF2-40B4-BE49-F238E27FC236}">
                <a16:creationId xmlns:a16="http://schemas.microsoft.com/office/drawing/2014/main" id="{293D234D-44DA-4923-9859-027407F9C756}"/>
              </a:ext>
            </a:extLst>
          </p:cNvPr>
          <p:cNvSpPr>
            <a:spLocks noGrp="1"/>
          </p:cNvSpPr>
          <p:nvPr/>
        </p:nvSpPr>
        <p:spPr>
          <a:xfrm rot="10800000">
            <a:off x="18820530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7" name="Rounded Rectangle">
            <a:extLst>
              <a:ext uri="{FF2B5EF4-FFF2-40B4-BE49-F238E27FC236}">
                <a16:creationId xmlns:a16="http://schemas.microsoft.com/office/drawing/2014/main" id="{6FAEF74F-8B3C-4AEC-AD83-0BB80D4AD691}"/>
              </a:ext>
            </a:extLst>
          </p:cNvPr>
          <p:cNvSpPr>
            <a:spLocks noGrp="1"/>
          </p:cNvSpPr>
          <p:nvPr/>
        </p:nvSpPr>
        <p:spPr>
          <a:xfrm>
            <a:off x="17955834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8" name="Circle">
            <a:extLst>
              <a:ext uri="{FF2B5EF4-FFF2-40B4-BE49-F238E27FC236}">
                <a16:creationId xmlns:a16="http://schemas.microsoft.com/office/drawing/2014/main" id="{0D8CA1A6-CE94-4999-B120-F36E74D2A6C9}"/>
              </a:ext>
            </a:extLst>
          </p:cNvPr>
          <p:cNvSpPr>
            <a:spLocks noGrp="1"/>
          </p:cNvSpPr>
          <p:nvPr/>
        </p:nvSpPr>
        <p:spPr>
          <a:xfrm>
            <a:off x="18055561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9" name="Circle">
            <a:extLst>
              <a:ext uri="{FF2B5EF4-FFF2-40B4-BE49-F238E27FC236}">
                <a16:creationId xmlns:a16="http://schemas.microsoft.com/office/drawing/2014/main" id="{3576A214-A636-4CED-9968-9149307D4A46}"/>
              </a:ext>
            </a:extLst>
          </p:cNvPr>
          <p:cNvSpPr>
            <a:spLocks noGrp="1"/>
          </p:cNvSpPr>
          <p:nvPr/>
        </p:nvSpPr>
        <p:spPr>
          <a:xfrm rot="10800000">
            <a:off x="18820530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0" name="Circle">
            <a:extLst>
              <a:ext uri="{FF2B5EF4-FFF2-40B4-BE49-F238E27FC236}">
                <a16:creationId xmlns:a16="http://schemas.microsoft.com/office/drawing/2014/main" id="{141BF58E-418F-46D8-BA51-2DBA97B15F04}"/>
              </a:ext>
            </a:extLst>
          </p:cNvPr>
          <p:cNvSpPr>
            <a:spLocks noGrp="1"/>
          </p:cNvSpPr>
          <p:nvPr/>
        </p:nvSpPr>
        <p:spPr>
          <a:xfrm rot="10800000">
            <a:off x="18438046" y="57081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2" name="Rounded Rectangle">
            <a:extLst>
              <a:ext uri="{FF2B5EF4-FFF2-40B4-BE49-F238E27FC236}">
                <a16:creationId xmlns:a16="http://schemas.microsoft.com/office/drawing/2014/main" id="{E8A8814E-466E-474D-A8B3-98BB3A9CCB0D}"/>
              </a:ext>
            </a:extLst>
          </p:cNvPr>
          <p:cNvSpPr>
            <a:spLocks noGrp="1"/>
          </p:cNvSpPr>
          <p:nvPr/>
        </p:nvSpPr>
        <p:spPr>
          <a:xfrm>
            <a:off x="17955834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3" name="Circle">
            <a:extLst>
              <a:ext uri="{FF2B5EF4-FFF2-40B4-BE49-F238E27FC236}">
                <a16:creationId xmlns:a16="http://schemas.microsoft.com/office/drawing/2014/main" id="{B4AAB03E-4A42-4E12-BF18-9D51CFCDBB94}"/>
              </a:ext>
            </a:extLst>
          </p:cNvPr>
          <p:cNvSpPr>
            <a:spLocks noGrp="1"/>
          </p:cNvSpPr>
          <p:nvPr/>
        </p:nvSpPr>
        <p:spPr>
          <a:xfrm>
            <a:off x="18055561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4" name="Circle">
            <a:extLst>
              <a:ext uri="{FF2B5EF4-FFF2-40B4-BE49-F238E27FC236}">
                <a16:creationId xmlns:a16="http://schemas.microsoft.com/office/drawing/2014/main" id="{3CC59116-559C-4445-9385-1762992407B3}"/>
              </a:ext>
            </a:extLst>
          </p:cNvPr>
          <p:cNvSpPr>
            <a:spLocks noGrp="1"/>
          </p:cNvSpPr>
          <p:nvPr/>
        </p:nvSpPr>
        <p:spPr>
          <a:xfrm rot="10800000">
            <a:off x="18820530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5" name="Circle">
            <a:extLst>
              <a:ext uri="{FF2B5EF4-FFF2-40B4-BE49-F238E27FC236}">
                <a16:creationId xmlns:a16="http://schemas.microsoft.com/office/drawing/2014/main" id="{B9F46F69-BBAB-4BE6-BF06-5D0B9E31D1C8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1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6" name="Circle">
            <a:extLst>
              <a:ext uri="{FF2B5EF4-FFF2-40B4-BE49-F238E27FC236}">
                <a16:creationId xmlns:a16="http://schemas.microsoft.com/office/drawing/2014/main" id="{5513EA58-B33E-4F1D-86DB-D1555F339218}"/>
              </a:ext>
            </a:extLst>
          </p:cNvPr>
          <p:cNvSpPr>
            <a:spLocks noGrp="1"/>
          </p:cNvSpPr>
          <p:nvPr/>
        </p:nvSpPr>
        <p:spPr>
          <a:xfrm flipH="1">
            <a:off x="18820530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8" name="Rounded Rectangle">
            <a:extLst>
              <a:ext uri="{FF2B5EF4-FFF2-40B4-BE49-F238E27FC236}">
                <a16:creationId xmlns:a16="http://schemas.microsoft.com/office/drawing/2014/main" id="{D3BFFF57-883C-4846-A06C-E5C43307A743}"/>
              </a:ext>
            </a:extLst>
          </p:cNvPr>
          <p:cNvSpPr>
            <a:spLocks noGrp="1"/>
          </p:cNvSpPr>
          <p:nvPr/>
        </p:nvSpPr>
        <p:spPr>
          <a:xfrm>
            <a:off x="17955834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9" name="Circle">
            <a:extLst>
              <a:ext uri="{FF2B5EF4-FFF2-40B4-BE49-F238E27FC236}">
                <a16:creationId xmlns:a16="http://schemas.microsoft.com/office/drawing/2014/main" id="{DC9BA702-5805-49C4-8550-95E05D718840}"/>
              </a:ext>
            </a:extLst>
          </p:cNvPr>
          <p:cNvSpPr>
            <a:spLocks noGrp="1"/>
          </p:cNvSpPr>
          <p:nvPr/>
        </p:nvSpPr>
        <p:spPr>
          <a:xfrm>
            <a:off x="18055561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0" name="Circle">
            <a:extLst>
              <a:ext uri="{FF2B5EF4-FFF2-40B4-BE49-F238E27FC236}">
                <a16:creationId xmlns:a16="http://schemas.microsoft.com/office/drawing/2014/main" id="{E9906BA2-3515-4E40-9C63-C66E4DBAC0EA}"/>
              </a:ext>
            </a:extLst>
          </p:cNvPr>
          <p:cNvSpPr>
            <a:spLocks noGrp="1"/>
          </p:cNvSpPr>
          <p:nvPr/>
        </p:nvSpPr>
        <p:spPr>
          <a:xfrm rot="10800000">
            <a:off x="18820530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1" name="Circle">
            <a:extLst>
              <a:ext uri="{FF2B5EF4-FFF2-40B4-BE49-F238E27FC236}">
                <a16:creationId xmlns:a16="http://schemas.microsoft.com/office/drawing/2014/main" id="{A1EE5A9B-C87F-4FFB-A1B5-61A9F362B285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1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2" name="Circle">
            <a:extLst>
              <a:ext uri="{FF2B5EF4-FFF2-40B4-BE49-F238E27FC236}">
                <a16:creationId xmlns:a16="http://schemas.microsoft.com/office/drawing/2014/main" id="{23D8B740-F630-4B5A-9B96-F015A4F3BC16}"/>
              </a:ext>
            </a:extLst>
          </p:cNvPr>
          <p:cNvSpPr>
            <a:spLocks noGrp="1"/>
          </p:cNvSpPr>
          <p:nvPr/>
        </p:nvSpPr>
        <p:spPr>
          <a:xfrm flipH="1">
            <a:off x="18820530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3" name="Circle">
            <a:extLst>
              <a:ext uri="{FF2B5EF4-FFF2-40B4-BE49-F238E27FC236}">
                <a16:creationId xmlns:a16="http://schemas.microsoft.com/office/drawing/2014/main" id="{C56CC5AB-C97D-444A-9E7F-EC9B0A8693CC}"/>
              </a:ext>
            </a:extLst>
          </p:cNvPr>
          <p:cNvSpPr>
            <a:spLocks noGrp="1"/>
          </p:cNvSpPr>
          <p:nvPr/>
        </p:nvSpPr>
        <p:spPr>
          <a:xfrm rot="10800000">
            <a:off x="18438046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5" name="Rounded Rectangle">
            <a:extLst>
              <a:ext uri="{FF2B5EF4-FFF2-40B4-BE49-F238E27FC236}">
                <a16:creationId xmlns:a16="http://schemas.microsoft.com/office/drawing/2014/main" id="{7D5A3632-B0CA-4007-9B4F-1E45B93DB869}"/>
              </a:ext>
            </a:extLst>
          </p:cNvPr>
          <p:cNvSpPr>
            <a:spLocks noGrp="1"/>
          </p:cNvSpPr>
          <p:nvPr/>
        </p:nvSpPr>
        <p:spPr>
          <a:xfrm>
            <a:off x="17955834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6" name="Circle">
            <a:extLst>
              <a:ext uri="{FF2B5EF4-FFF2-40B4-BE49-F238E27FC236}">
                <a16:creationId xmlns:a16="http://schemas.microsoft.com/office/drawing/2014/main" id="{D73C8A02-F370-4E43-B38E-67E088281674}"/>
              </a:ext>
            </a:extLst>
          </p:cNvPr>
          <p:cNvSpPr>
            <a:spLocks noGrp="1"/>
          </p:cNvSpPr>
          <p:nvPr/>
        </p:nvSpPr>
        <p:spPr>
          <a:xfrm>
            <a:off x="18055561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7" name="Circle">
            <a:extLst>
              <a:ext uri="{FF2B5EF4-FFF2-40B4-BE49-F238E27FC236}">
                <a16:creationId xmlns:a16="http://schemas.microsoft.com/office/drawing/2014/main" id="{E883DC7C-38B5-4D77-AE21-97E2FBFFD5E2}"/>
              </a:ext>
            </a:extLst>
          </p:cNvPr>
          <p:cNvSpPr>
            <a:spLocks noGrp="1"/>
          </p:cNvSpPr>
          <p:nvPr/>
        </p:nvSpPr>
        <p:spPr>
          <a:xfrm rot="10800000">
            <a:off x="18820530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8" name="Circle">
            <a:extLst>
              <a:ext uri="{FF2B5EF4-FFF2-40B4-BE49-F238E27FC236}">
                <a16:creationId xmlns:a16="http://schemas.microsoft.com/office/drawing/2014/main" id="{9C1E9FCB-7E3B-40DF-A93A-068D3F72371C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1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9" name="Circle">
            <a:extLst>
              <a:ext uri="{FF2B5EF4-FFF2-40B4-BE49-F238E27FC236}">
                <a16:creationId xmlns:a16="http://schemas.microsoft.com/office/drawing/2014/main" id="{339F5489-9515-468D-8F55-46C455D4B415}"/>
              </a:ext>
            </a:extLst>
          </p:cNvPr>
          <p:cNvSpPr>
            <a:spLocks noGrp="1"/>
          </p:cNvSpPr>
          <p:nvPr/>
        </p:nvSpPr>
        <p:spPr>
          <a:xfrm flipH="1">
            <a:off x="18820530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00" name="Circle">
            <a:extLst>
              <a:ext uri="{FF2B5EF4-FFF2-40B4-BE49-F238E27FC236}">
                <a16:creationId xmlns:a16="http://schemas.microsoft.com/office/drawing/2014/main" id="{738B13E1-BC60-4094-9568-D24DF427C9EA}"/>
              </a:ext>
            </a:extLst>
          </p:cNvPr>
          <p:cNvSpPr>
            <a:spLocks noGrp="1"/>
          </p:cNvSpPr>
          <p:nvPr/>
        </p:nvSpPr>
        <p:spPr>
          <a:xfrm rot="10800000">
            <a:off x="18055561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01" name="Circle">
            <a:extLst>
              <a:ext uri="{FF2B5EF4-FFF2-40B4-BE49-F238E27FC236}">
                <a16:creationId xmlns:a16="http://schemas.microsoft.com/office/drawing/2014/main" id="{0DDA7909-1F51-4AE0-8066-6672EBF9ACBB}"/>
              </a:ext>
            </a:extLst>
          </p:cNvPr>
          <p:cNvSpPr>
            <a:spLocks noGrp="1"/>
          </p:cNvSpPr>
          <p:nvPr/>
        </p:nvSpPr>
        <p:spPr>
          <a:xfrm rot="10800000">
            <a:off x="18820530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03" name="Rounded Rectangle">
            <a:extLst>
              <a:ext uri="{FF2B5EF4-FFF2-40B4-BE49-F238E27FC236}">
                <a16:creationId xmlns:a16="http://schemas.microsoft.com/office/drawing/2014/main" id="{56152C9C-96E4-4513-9469-BB59885F567C}"/>
              </a:ext>
            </a:extLst>
          </p:cNvPr>
          <p:cNvSpPr>
            <a:spLocks noGrp="1"/>
          </p:cNvSpPr>
          <p:nvPr/>
        </p:nvSpPr>
        <p:spPr>
          <a:xfrm>
            <a:off x="21747796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04" name="Circle">
            <a:extLst>
              <a:ext uri="{FF2B5EF4-FFF2-40B4-BE49-F238E27FC236}">
                <a16:creationId xmlns:a16="http://schemas.microsoft.com/office/drawing/2014/main" id="{F8824D0F-B9F5-41CF-B2A9-629D6D74CF4B}"/>
              </a:ext>
            </a:extLst>
          </p:cNvPr>
          <p:cNvSpPr>
            <a:spLocks noGrp="1"/>
          </p:cNvSpPr>
          <p:nvPr/>
        </p:nvSpPr>
        <p:spPr>
          <a:xfrm>
            <a:off x="21847523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05" name="Circle">
            <a:extLst>
              <a:ext uri="{FF2B5EF4-FFF2-40B4-BE49-F238E27FC236}">
                <a16:creationId xmlns:a16="http://schemas.microsoft.com/office/drawing/2014/main" id="{CA3A9B31-6A40-4A9A-B1A3-C5EE2B4D6259}"/>
              </a:ext>
            </a:extLst>
          </p:cNvPr>
          <p:cNvSpPr>
            <a:spLocks noGrp="1"/>
          </p:cNvSpPr>
          <p:nvPr/>
        </p:nvSpPr>
        <p:spPr>
          <a:xfrm rot="10800000">
            <a:off x="22612492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07" name="Rounded Rectangle">
            <a:extLst>
              <a:ext uri="{FF2B5EF4-FFF2-40B4-BE49-F238E27FC236}">
                <a16:creationId xmlns:a16="http://schemas.microsoft.com/office/drawing/2014/main" id="{6E6E7151-0749-4BC0-9C24-7BE226368273}"/>
              </a:ext>
            </a:extLst>
          </p:cNvPr>
          <p:cNvSpPr>
            <a:spLocks noGrp="1"/>
          </p:cNvSpPr>
          <p:nvPr/>
        </p:nvSpPr>
        <p:spPr>
          <a:xfrm>
            <a:off x="21747796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08" name="Circle">
            <a:extLst>
              <a:ext uri="{FF2B5EF4-FFF2-40B4-BE49-F238E27FC236}">
                <a16:creationId xmlns:a16="http://schemas.microsoft.com/office/drawing/2014/main" id="{C853C216-DBDB-4301-9686-816C22491533}"/>
              </a:ext>
            </a:extLst>
          </p:cNvPr>
          <p:cNvSpPr>
            <a:spLocks noGrp="1"/>
          </p:cNvSpPr>
          <p:nvPr/>
        </p:nvSpPr>
        <p:spPr>
          <a:xfrm>
            <a:off x="21847523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09" name="Circle">
            <a:extLst>
              <a:ext uri="{FF2B5EF4-FFF2-40B4-BE49-F238E27FC236}">
                <a16:creationId xmlns:a16="http://schemas.microsoft.com/office/drawing/2014/main" id="{6F7B8CE9-74CF-4F34-8D7F-F32A4E551C8E}"/>
              </a:ext>
            </a:extLst>
          </p:cNvPr>
          <p:cNvSpPr>
            <a:spLocks noGrp="1"/>
          </p:cNvSpPr>
          <p:nvPr/>
        </p:nvSpPr>
        <p:spPr>
          <a:xfrm rot="10800000">
            <a:off x="22612492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10" name="Circle">
            <a:extLst>
              <a:ext uri="{FF2B5EF4-FFF2-40B4-BE49-F238E27FC236}">
                <a16:creationId xmlns:a16="http://schemas.microsoft.com/office/drawing/2014/main" id="{73C8A4AE-1358-42CF-8E52-D36BEC445ED9}"/>
              </a:ext>
            </a:extLst>
          </p:cNvPr>
          <p:cNvSpPr>
            <a:spLocks noGrp="1"/>
          </p:cNvSpPr>
          <p:nvPr/>
        </p:nvSpPr>
        <p:spPr>
          <a:xfrm rot="10800000">
            <a:off x="22230008" y="57081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12" name="Rounded Rectangle">
            <a:extLst>
              <a:ext uri="{FF2B5EF4-FFF2-40B4-BE49-F238E27FC236}">
                <a16:creationId xmlns:a16="http://schemas.microsoft.com/office/drawing/2014/main" id="{EC28C72C-1A0A-4E8C-95EF-6AA4A3268044}"/>
              </a:ext>
            </a:extLst>
          </p:cNvPr>
          <p:cNvSpPr>
            <a:spLocks noGrp="1"/>
          </p:cNvSpPr>
          <p:nvPr/>
        </p:nvSpPr>
        <p:spPr>
          <a:xfrm>
            <a:off x="21747796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13" name="Circle">
            <a:extLst>
              <a:ext uri="{FF2B5EF4-FFF2-40B4-BE49-F238E27FC236}">
                <a16:creationId xmlns:a16="http://schemas.microsoft.com/office/drawing/2014/main" id="{142C160C-6247-4AA4-9C53-C09E1D05AE7E}"/>
              </a:ext>
            </a:extLst>
          </p:cNvPr>
          <p:cNvSpPr>
            <a:spLocks noGrp="1"/>
          </p:cNvSpPr>
          <p:nvPr/>
        </p:nvSpPr>
        <p:spPr>
          <a:xfrm>
            <a:off x="21847523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14" name="Circle">
            <a:extLst>
              <a:ext uri="{FF2B5EF4-FFF2-40B4-BE49-F238E27FC236}">
                <a16:creationId xmlns:a16="http://schemas.microsoft.com/office/drawing/2014/main" id="{3FA432DD-880A-44A8-B4C2-C001803B8D64}"/>
              </a:ext>
            </a:extLst>
          </p:cNvPr>
          <p:cNvSpPr>
            <a:spLocks noGrp="1"/>
          </p:cNvSpPr>
          <p:nvPr/>
        </p:nvSpPr>
        <p:spPr>
          <a:xfrm rot="10800000">
            <a:off x="22612492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15" name="Circle">
            <a:extLst>
              <a:ext uri="{FF2B5EF4-FFF2-40B4-BE49-F238E27FC236}">
                <a16:creationId xmlns:a16="http://schemas.microsoft.com/office/drawing/2014/main" id="{527EDE22-3B58-4E2B-A605-A95392DD45DC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16" name="Circle">
            <a:extLst>
              <a:ext uri="{FF2B5EF4-FFF2-40B4-BE49-F238E27FC236}">
                <a16:creationId xmlns:a16="http://schemas.microsoft.com/office/drawing/2014/main" id="{EEDED2F0-6A75-41C6-A436-3A011C8A28A9}"/>
              </a:ext>
            </a:extLst>
          </p:cNvPr>
          <p:cNvSpPr>
            <a:spLocks noGrp="1"/>
          </p:cNvSpPr>
          <p:nvPr/>
        </p:nvSpPr>
        <p:spPr>
          <a:xfrm flipH="1">
            <a:off x="22612492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18" name="Rounded Rectangle">
            <a:extLst>
              <a:ext uri="{FF2B5EF4-FFF2-40B4-BE49-F238E27FC236}">
                <a16:creationId xmlns:a16="http://schemas.microsoft.com/office/drawing/2014/main" id="{D370A1BA-4363-4473-A959-4E437F95DD22}"/>
              </a:ext>
            </a:extLst>
          </p:cNvPr>
          <p:cNvSpPr>
            <a:spLocks noGrp="1"/>
          </p:cNvSpPr>
          <p:nvPr/>
        </p:nvSpPr>
        <p:spPr>
          <a:xfrm>
            <a:off x="21747796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19" name="Circle">
            <a:extLst>
              <a:ext uri="{FF2B5EF4-FFF2-40B4-BE49-F238E27FC236}">
                <a16:creationId xmlns:a16="http://schemas.microsoft.com/office/drawing/2014/main" id="{05933168-F111-4391-A40C-2730F52FF327}"/>
              </a:ext>
            </a:extLst>
          </p:cNvPr>
          <p:cNvSpPr>
            <a:spLocks noGrp="1"/>
          </p:cNvSpPr>
          <p:nvPr/>
        </p:nvSpPr>
        <p:spPr>
          <a:xfrm>
            <a:off x="21847523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0" name="Circle">
            <a:extLst>
              <a:ext uri="{FF2B5EF4-FFF2-40B4-BE49-F238E27FC236}">
                <a16:creationId xmlns:a16="http://schemas.microsoft.com/office/drawing/2014/main" id="{DE8C67DE-27A5-4F38-A966-7F38B17F86FF}"/>
              </a:ext>
            </a:extLst>
          </p:cNvPr>
          <p:cNvSpPr>
            <a:spLocks noGrp="1"/>
          </p:cNvSpPr>
          <p:nvPr/>
        </p:nvSpPr>
        <p:spPr>
          <a:xfrm rot="10800000">
            <a:off x="22612492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1" name="Circle">
            <a:extLst>
              <a:ext uri="{FF2B5EF4-FFF2-40B4-BE49-F238E27FC236}">
                <a16:creationId xmlns:a16="http://schemas.microsoft.com/office/drawing/2014/main" id="{49A2C793-1304-46AC-9067-DF89FB34872B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2" name="Circle">
            <a:extLst>
              <a:ext uri="{FF2B5EF4-FFF2-40B4-BE49-F238E27FC236}">
                <a16:creationId xmlns:a16="http://schemas.microsoft.com/office/drawing/2014/main" id="{D234507C-291E-4255-8249-BA27432CD11A}"/>
              </a:ext>
            </a:extLst>
          </p:cNvPr>
          <p:cNvSpPr>
            <a:spLocks noGrp="1"/>
          </p:cNvSpPr>
          <p:nvPr/>
        </p:nvSpPr>
        <p:spPr>
          <a:xfrm flipH="1">
            <a:off x="22612492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3" name="Circle">
            <a:extLst>
              <a:ext uri="{FF2B5EF4-FFF2-40B4-BE49-F238E27FC236}">
                <a16:creationId xmlns:a16="http://schemas.microsoft.com/office/drawing/2014/main" id="{5E0BF235-6DD7-46BA-9DFF-26F187913126}"/>
              </a:ext>
            </a:extLst>
          </p:cNvPr>
          <p:cNvSpPr>
            <a:spLocks noGrp="1"/>
          </p:cNvSpPr>
          <p:nvPr/>
        </p:nvSpPr>
        <p:spPr>
          <a:xfrm rot="10800000">
            <a:off x="22230008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5" name="Rounded Rectangle">
            <a:extLst>
              <a:ext uri="{FF2B5EF4-FFF2-40B4-BE49-F238E27FC236}">
                <a16:creationId xmlns:a16="http://schemas.microsoft.com/office/drawing/2014/main" id="{D830963C-6E28-4BD4-AA1A-DF11A1391E93}"/>
              </a:ext>
            </a:extLst>
          </p:cNvPr>
          <p:cNvSpPr>
            <a:spLocks noGrp="1"/>
          </p:cNvSpPr>
          <p:nvPr/>
        </p:nvSpPr>
        <p:spPr>
          <a:xfrm>
            <a:off x="21747796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6" name="Circle">
            <a:extLst>
              <a:ext uri="{FF2B5EF4-FFF2-40B4-BE49-F238E27FC236}">
                <a16:creationId xmlns:a16="http://schemas.microsoft.com/office/drawing/2014/main" id="{51ACDEE2-F705-49E4-AF37-DF401082A4F0}"/>
              </a:ext>
            </a:extLst>
          </p:cNvPr>
          <p:cNvSpPr>
            <a:spLocks noGrp="1"/>
          </p:cNvSpPr>
          <p:nvPr/>
        </p:nvSpPr>
        <p:spPr>
          <a:xfrm>
            <a:off x="21847523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7" name="Circle">
            <a:extLst>
              <a:ext uri="{FF2B5EF4-FFF2-40B4-BE49-F238E27FC236}">
                <a16:creationId xmlns:a16="http://schemas.microsoft.com/office/drawing/2014/main" id="{03B86B8E-0450-412C-ACF3-2C59974A8B71}"/>
              </a:ext>
            </a:extLst>
          </p:cNvPr>
          <p:cNvSpPr>
            <a:spLocks noGrp="1"/>
          </p:cNvSpPr>
          <p:nvPr/>
        </p:nvSpPr>
        <p:spPr>
          <a:xfrm rot="10800000">
            <a:off x="22612492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8" name="Circle">
            <a:extLst>
              <a:ext uri="{FF2B5EF4-FFF2-40B4-BE49-F238E27FC236}">
                <a16:creationId xmlns:a16="http://schemas.microsoft.com/office/drawing/2014/main" id="{146389D1-BFDF-4CF2-8771-70DFC35D55E5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9" name="Circle">
            <a:extLst>
              <a:ext uri="{FF2B5EF4-FFF2-40B4-BE49-F238E27FC236}">
                <a16:creationId xmlns:a16="http://schemas.microsoft.com/office/drawing/2014/main" id="{1FFC305D-906D-4A90-A1E1-56B71DE4B73A}"/>
              </a:ext>
            </a:extLst>
          </p:cNvPr>
          <p:cNvSpPr>
            <a:spLocks noGrp="1"/>
          </p:cNvSpPr>
          <p:nvPr/>
        </p:nvSpPr>
        <p:spPr>
          <a:xfrm flipH="1">
            <a:off x="22612492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0" name="Circle">
            <a:extLst>
              <a:ext uri="{FF2B5EF4-FFF2-40B4-BE49-F238E27FC236}">
                <a16:creationId xmlns:a16="http://schemas.microsoft.com/office/drawing/2014/main" id="{6427FC1D-6EF5-47E2-9779-A010E4718A30}"/>
              </a:ext>
            </a:extLst>
          </p:cNvPr>
          <p:cNvSpPr>
            <a:spLocks noGrp="1"/>
          </p:cNvSpPr>
          <p:nvPr/>
        </p:nvSpPr>
        <p:spPr>
          <a:xfrm rot="10800000">
            <a:off x="21847523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1" name="Circle">
            <a:extLst>
              <a:ext uri="{FF2B5EF4-FFF2-40B4-BE49-F238E27FC236}">
                <a16:creationId xmlns:a16="http://schemas.microsoft.com/office/drawing/2014/main" id="{39B7774F-798A-4206-94C8-CC7D162979DC}"/>
              </a:ext>
            </a:extLst>
          </p:cNvPr>
          <p:cNvSpPr>
            <a:spLocks noGrp="1"/>
          </p:cNvSpPr>
          <p:nvPr/>
        </p:nvSpPr>
        <p:spPr>
          <a:xfrm rot="10800000">
            <a:off x="22612492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6754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Rounded Rectangle">
            <a:extLst>
              <a:ext uri="{FF2B5EF4-FFF2-40B4-BE49-F238E27FC236}">
                <a16:creationId xmlns:a16="http://schemas.microsoft.com/office/drawing/2014/main" id="{DE44E58E-9515-494B-A87B-2719CBB1C16C}"/>
              </a:ext>
            </a:extLst>
          </p:cNvPr>
          <p:cNvSpPr>
            <a:spLocks noGrp="1"/>
          </p:cNvSpPr>
          <p:nvPr/>
        </p:nvSpPr>
        <p:spPr>
          <a:xfrm>
            <a:off x="1366203" y="1237658"/>
            <a:ext cx="1270000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5" name="Circle">
            <a:extLst>
              <a:ext uri="{FF2B5EF4-FFF2-40B4-BE49-F238E27FC236}">
                <a16:creationId xmlns:a16="http://schemas.microsoft.com/office/drawing/2014/main" id="{6B8D9586-EC08-43F8-98B3-ABD4A24A49E1}"/>
              </a:ext>
            </a:extLst>
          </p:cNvPr>
          <p:cNvSpPr>
            <a:spLocks noGrp="1"/>
          </p:cNvSpPr>
          <p:nvPr/>
        </p:nvSpPr>
        <p:spPr>
          <a:xfrm>
            <a:off x="1848415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6" name="Rounded Rectangle">
            <a:extLst>
              <a:ext uri="{FF2B5EF4-FFF2-40B4-BE49-F238E27FC236}">
                <a16:creationId xmlns:a16="http://schemas.microsoft.com/office/drawing/2014/main" id="{2898693F-225E-4BFD-9FCD-D2D816216CF7}"/>
              </a:ext>
            </a:extLst>
          </p:cNvPr>
          <p:cNvSpPr>
            <a:spLocks noGrp="1"/>
          </p:cNvSpPr>
          <p:nvPr/>
        </p:nvSpPr>
        <p:spPr>
          <a:xfrm>
            <a:off x="5158165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7" name="Circle">
            <a:extLst>
              <a:ext uri="{FF2B5EF4-FFF2-40B4-BE49-F238E27FC236}">
                <a16:creationId xmlns:a16="http://schemas.microsoft.com/office/drawing/2014/main" id="{9876C4E6-6639-434F-8ED7-3016AD62CE81}"/>
              </a:ext>
            </a:extLst>
          </p:cNvPr>
          <p:cNvSpPr>
            <a:spLocks noGrp="1"/>
          </p:cNvSpPr>
          <p:nvPr/>
        </p:nvSpPr>
        <p:spPr>
          <a:xfrm>
            <a:off x="5257893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8" name="Circle">
            <a:extLst>
              <a:ext uri="{FF2B5EF4-FFF2-40B4-BE49-F238E27FC236}">
                <a16:creationId xmlns:a16="http://schemas.microsoft.com/office/drawing/2014/main" id="{A5E3F115-D327-4F8B-926D-1227C6891904}"/>
              </a:ext>
            </a:extLst>
          </p:cNvPr>
          <p:cNvSpPr>
            <a:spLocks noGrp="1"/>
          </p:cNvSpPr>
          <p:nvPr/>
        </p:nvSpPr>
        <p:spPr>
          <a:xfrm rot="10800000">
            <a:off x="6022862" y="134349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9" name="Rounded Rectangle">
            <a:extLst>
              <a:ext uri="{FF2B5EF4-FFF2-40B4-BE49-F238E27FC236}">
                <a16:creationId xmlns:a16="http://schemas.microsoft.com/office/drawing/2014/main" id="{934B738D-36CB-4955-A4E9-5E7A48B72BB5}"/>
              </a:ext>
            </a:extLst>
          </p:cNvPr>
          <p:cNvSpPr>
            <a:spLocks noGrp="1"/>
          </p:cNvSpPr>
          <p:nvPr/>
        </p:nvSpPr>
        <p:spPr>
          <a:xfrm>
            <a:off x="8950128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0" name="Circle">
            <a:extLst>
              <a:ext uri="{FF2B5EF4-FFF2-40B4-BE49-F238E27FC236}">
                <a16:creationId xmlns:a16="http://schemas.microsoft.com/office/drawing/2014/main" id="{94ED7FD3-5175-48E9-8B37-C09A3EDC119D}"/>
              </a:ext>
            </a:extLst>
          </p:cNvPr>
          <p:cNvSpPr>
            <a:spLocks noGrp="1"/>
          </p:cNvSpPr>
          <p:nvPr/>
        </p:nvSpPr>
        <p:spPr>
          <a:xfrm>
            <a:off x="9049856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1" name="Circle">
            <a:extLst>
              <a:ext uri="{FF2B5EF4-FFF2-40B4-BE49-F238E27FC236}">
                <a16:creationId xmlns:a16="http://schemas.microsoft.com/office/drawing/2014/main" id="{967FD489-EE51-4028-8C92-DC1DC4B9DBB1}"/>
              </a:ext>
            </a:extLst>
          </p:cNvPr>
          <p:cNvSpPr>
            <a:spLocks noGrp="1"/>
          </p:cNvSpPr>
          <p:nvPr/>
        </p:nvSpPr>
        <p:spPr>
          <a:xfrm rot="10800000">
            <a:off x="9814825" y="134349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2" name="Circle">
            <a:extLst>
              <a:ext uri="{FF2B5EF4-FFF2-40B4-BE49-F238E27FC236}">
                <a16:creationId xmlns:a16="http://schemas.microsoft.com/office/drawing/2014/main" id="{18C01A31-5279-4AE5-BB97-B1AF1C4D1539}"/>
              </a:ext>
            </a:extLst>
          </p:cNvPr>
          <p:cNvSpPr>
            <a:spLocks noGrp="1"/>
          </p:cNvSpPr>
          <p:nvPr/>
        </p:nvSpPr>
        <p:spPr>
          <a:xfrm rot="10800000">
            <a:off x="9432340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3" name="Rounded Rectangle">
            <a:extLst>
              <a:ext uri="{FF2B5EF4-FFF2-40B4-BE49-F238E27FC236}">
                <a16:creationId xmlns:a16="http://schemas.microsoft.com/office/drawing/2014/main" id="{9B448F6B-805C-4521-8152-9DA85A4B6B3A}"/>
              </a:ext>
            </a:extLst>
          </p:cNvPr>
          <p:cNvSpPr>
            <a:spLocks noGrp="1"/>
          </p:cNvSpPr>
          <p:nvPr/>
        </p:nvSpPr>
        <p:spPr>
          <a:xfrm>
            <a:off x="12742091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4" name="Circle">
            <a:extLst>
              <a:ext uri="{FF2B5EF4-FFF2-40B4-BE49-F238E27FC236}">
                <a16:creationId xmlns:a16="http://schemas.microsoft.com/office/drawing/2014/main" id="{4C8BDD88-6250-41E2-AEBD-0E80975E5892}"/>
              </a:ext>
            </a:extLst>
          </p:cNvPr>
          <p:cNvSpPr>
            <a:spLocks noGrp="1"/>
          </p:cNvSpPr>
          <p:nvPr/>
        </p:nvSpPr>
        <p:spPr>
          <a:xfrm>
            <a:off x="12841819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5" name="Circle">
            <a:extLst>
              <a:ext uri="{FF2B5EF4-FFF2-40B4-BE49-F238E27FC236}">
                <a16:creationId xmlns:a16="http://schemas.microsoft.com/office/drawing/2014/main" id="{E20FDDF1-36AC-45F9-A842-79652C37DC00}"/>
              </a:ext>
            </a:extLst>
          </p:cNvPr>
          <p:cNvSpPr>
            <a:spLocks noGrp="1"/>
          </p:cNvSpPr>
          <p:nvPr/>
        </p:nvSpPr>
        <p:spPr>
          <a:xfrm rot="10800000">
            <a:off x="13606789" y="134349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6" name="Circle">
            <a:extLst>
              <a:ext uri="{FF2B5EF4-FFF2-40B4-BE49-F238E27FC236}">
                <a16:creationId xmlns:a16="http://schemas.microsoft.com/office/drawing/2014/main" id="{BF20143C-8A20-45EE-97BA-6924D79CD798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134349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7" name="Circle">
            <a:extLst>
              <a:ext uri="{FF2B5EF4-FFF2-40B4-BE49-F238E27FC236}">
                <a16:creationId xmlns:a16="http://schemas.microsoft.com/office/drawing/2014/main" id="{F87C4317-551E-4970-A2C6-C490600B04A6}"/>
              </a:ext>
            </a:extLst>
          </p:cNvPr>
          <p:cNvSpPr>
            <a:spLocks noGrp="1"/>
          </p:cNvSpPr>
          <p:nvPr/>
        </p:nvSpPr>
        <p:spPr>
          <a:xfrm flipH="1">
            <a:off x="13606789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8" name="Rounded Rectangle">
            <a:extLst>
              <a:ext uri="{FF2B5EF4-FFF2-40B4-BE49-F238E27FC236}">
                <a16:creationId xmlns:a16="http://schemas.microsoft.com/office/drawing/2014/main" id="{1786963C-B982-461F-9260-CB79CF8DA498}"/>
              </a:ext>
            </a:extLst>
          </p:cNvPr>
          <p:cNvSpPr>
            <a:spLocks noGrp="1"/>
          </p:cNvSpPr>
          <p:nvPr/>
        </p:nvSpPr>
        <p:spPr>
          <a:xfrm>
            <a:off x="16534053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9" name="Circle">
            <a:extLst>
              <a:ext uri="{FF2B5EF4-FFF2-40B4-BE49-F238E27FC236}">
                <a16:creationId xmlns:a16="http://schemas.microsoft.com/office/drawing/2014/main" id="{A1DDFEE3-56CD-4A77-83B1-358B0AB26A31}"/>
              </a:ext>
            </a:extLst>
          </p:cNvPr>
          <p:cNvSpPr>
            <a:spLocks noGrp="1"/>
          </p:cNvSpPr>
          <p:nvPr/>
        </p:nvSpPr>
        <p:spPr>
          <a:xfrm>
            <a:off x="16633781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0" name="Circle">
            <a:extLst>
              <a:ext uri="{FF2B5EF4-FFF2-40B4-BE49-F238E27FC236}">
                <a16:creationId xmlns:a16="http://schemas.microsoft.com/office/drawing/2014/main" id="{A17CCA12-0000-4B4E-8DCB-1D569A47BB57}"/>
              </a:ext>
            </a:extLst>
          </p:cNvPr>
          <p:cNvSpPr>
            <a:spLocks noGrp="1"/>
          </p:cNvSpPr>
          <p:nvPr/>
        </p:nvSpPr>
        <p:spPr>
          <a:xfrm rot="10800000">
            <a:off x="17398751" y="134349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1" name="Circle">
            <a:extLst>
              <a:ext uri="{FF2B5EF4-FFF2-40B4-BE49-F238E27FC236}">
                <a16:creationId xmlns:a16="http://schemas.microsoft.com/office/drawing/2014/main" id="{0196A72F-4C5C-4AA6-885D-2A8C1A5EAAEB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1" y="134349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2" name="Circle">
            <a:extLst>
              <a:ext uri="{FF2B5EF4-FFF2-40B4-BE49-F238E27FC236}">
                <a16:creationId xmlns:a16="http://schemas.microsoft.com/office/drawing/2014/main" id="{179BE294-F750-4436-A9A5-88F1B53B3847}"/>
              </a:ext>
            </a:extLst>
          </p:cNvPr>
          <p:cNvSpPr>
            <a:spLocks noGrp="1"/>
          </p:cNvSpPr>
          <p:nvPr/>
        </p:nvSpPr>
        <p:spPr>
          <a:xfrm flipH="1">
            <a:off x="17398751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3" name="Circle">
            <a:extLst>
              <a:ext uri="{FF2B5EF4-FFF2-40B4-BE49-F238E27FC236}">
                <a16:creationId xmlns:a16="http://schemas.microsoft.com/office/drawing/2014/main" id="{4B569943-12FD-4C47-92C9-10D06EB082B3}"/>
              </a:ext>
            </a:extLst>
          </p:cNvPr>
          <p:cNvSpPr>
            <a:spLocks noGrp="1"/>
          </p:cNvSpPr>
          <p:nvPr/>
        </p:nvSpPr>
        <p:spPr>
          <a:xfrm rot="10800000">
            <a:off x="17016266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4" name="Rounded Rectangle">
            <a:extLst>
              <a:ext uri="{FF2B5EF4-FFF2-40B4-BE49-F238E27FC236}">
                <a16:creationId xmlns:a16="http://schemas.microsoft.com/office/drawing/2014/main" id="{F2256DA6-F680-42CB-B6F3-898E50962D95}"/>
              </a:ext>
            </a:extLst>
          </p:cNvPr>
          <p:cNvSpPr>
            <a:spLocks noGrp="1"/>
          </p:cNvSpPr>
          <p:nvPr/>
        </p:nvSpPr>
        <p:spPr>
          <a:xfrm>
            <a:off x="20326016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5" name="Circle">
            <a:extLst>
              <a:ext uri="{FF2B5EF4-FFF2-40B4-BE49-F238E27FC236}">
                <a16:creationId xmlns:a16="http://schemas.microsoft.com/office/drawing/2014/main" id="{C1608D59-340B-4B7A-B215-5F1C5125D9CA}"/>
              </a:ext>
            </a:extLst>
          </p:cNvPr>
          <p:cNvSpPr>
            <a:spLocks noGrp="1"/>
          </p:cNvSpPr>
          <p:nvPr/>
        </p:nvSpPr>
        <p:spPr>
          <a:xfrm>
            <a:off x="20425743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6" name="Circle">
            <a:extLst>
              <a:ext uri="{FF2B5EF4-FFF2-40B4-BE49-F238E27FC236}">
                <a16:creationId xmlns:a16="http://schemas.microsoft.com/office/drawing/2014/main" id="{4DD8362E-D0CA-45EB-9BD7-CA30F8EFA13A}"/>
              </a:ext>
            </a:extLst>
          </p:cNvPr>
          <p:cNvSpPr>
            <a:spLocks noGrp="1"/>
          </p:cNvSpPr>
          <p:nvPr/>
        </p:nvSpPr>
        <p:spPr>
          <a:xfrm rot="10800000">
            <a:off x="21190713" y="134349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7" name="Circle">
            <a:extLst>
              <a:ext uri="{FF2B5EF4-FFF2-40B4-BE49-F238E27FC236}">
                <a16:creationId xmlns:a16="http://schemas.microsoft.com/office/drawing/2014/main" id="{D8BF50CB-D2C1-4E7E-BD3F-2C115E10E9A9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3" y="134349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8" name="Circle">
            <a:extLst>
              <a:ext uri="{FF2B5EF4-FFF2-40B4-BE49-F238E27FC236}">
                <a16:creationId xmlns:a16="http://schemas.microsoft.com/office/drawing/2014/main" id="{29E6E3AA-A7E8-41A5-9646-FBA06EB7E174}"/>
              </a:ext>
            </a:extLst>
          </p:cNvPr>
          <p:cNvSpPr>
            <a:spLocks noGrp="1"/>
          </p:cNvSpPr>
          <p:nvPr/>
        </p:nvSpPr>
        <p:spPr>
          <a:xfrm flipH="1">
            <a:off x="21190713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9" name="Circle">
            <a:extLst>
              <a:ext uri="{FF2B5EF4-FFF2-40B4-BE49-F238E27FC236}">
                <a16:creationId xmlns:a16="http://schemas.microsoft.com/office/drawing/2014/main" id="{621D57A3-86EA-42ED-92A8-911CA7231F30}"/>
              </a:ext>
            </a:extLst>
          </p:cNvPr>
          <p:cNvSpPr>
            <a:spLocks noGrp="1"/>
          </p:cNvSpPr>
          <p:nvPr/>
        </p:nvSpPr>
        <p:spPr>
          <a:xfrm rot="10800000">
            <a:off x="20425743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0" name="Circle">
            <a:extLst>
              <a:ext uri="{FF2B5EF4-FFF2-40B4-BE49-F238E27FC236}">
                <a16:creationId xmlns:a16="http://schemas.microsoft.com/office/drawing/2014/main" id="{F9D42762-8DE3-4A29-A8D5-44DD4876DC6E}"/>
              </a:ext>
            </a:extLst>
          </p:cNvPr>
          <p:cNvSpPr>
            <a:spLocks noGrp="1"/>
          </p:cNvSpPr>
          <p:nvPr/>
        </p:nvSpPr>
        <p:spPr>
          <a:xfrm rot="10800000">
            <a:off x="21190713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1" name="Rounded Rectangle">
            <a:extLst>
              <a:ext uri="{FF2B5EF4-FFF2-40B4-BE49-F238E27FC236}">
                <a16:creationId xmlns:a16="http://schemas.microsoft.com/office/drawing/2014/main" id="{17DCAC3A-E433-47B2-80C5-18E702183D13}"/>
              </a:ext>
            </a:extLst>
          </p:cNvPr>
          <p:cNvSpPr>
            <a:spLocks noGrp="1"/>
          </p:cNvSpPr>
          <p:nvPr/>
        </p:nvSpPr>
        <p:spPr>
          <a:xfrm>
            <a:off x="2787982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2" name="Circle">
            <a:extLst>
              <a:ext uri="{FF2B5EF4-FFF2-40B4-BE49-F238E27FC236}">
                <a16:creationId xmlns:a16="http://schemas.microsoft.com/office/drawing/2014/main" id="{E9C36802-E129-4EA3-8B9C-EA40F12A6601}"/>
              </a:ext>
            </a:extLst>
          </p:cNvPr>
          <p:cNvSpPr>
            <a:spLocks noGrp="1"/>
          </p:cNvSpPr>
          <p:nvPr/>
        </p:nvSpPr>
        <p:spPr>
          <a:xfrm>
            <a:off x="3270194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3" name="Rounded Rectangle">
            <a:extLst>
              <a:ext uri="{FF2B5EF4-FFF2-40B4-BE49-F238E27FC236}">
                <a16:creationId xmlns:a16="http://schemas.microsoft.com/office/drawing/2014/main" id="{8D3DA564-0FC5-4784-B77F-061CB2E29DF7}"/>
              </a:ext>
            </a:extLst>
          </p:cNvPr>
          <p:cNvSpPr>
            <a:spLocks noGrp="1"/>
          </p:cNvSpPr>
          <p:nvPr/>
        </p:nvSpPr>
        <p:spPr>
          <a:xfrm>
            <a:off x="2787982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4" name="Circle">
            <a:extLst>
              <a:ext uri="{FF2B5EF4-FFF2-40B4-BE49-F238E27FC236}">
                <a16:creationId xmlns:a16="http://schemas.microsoft.com/office/drawing/2014/main" id="{F1E0C670-D5D2-40D2-AB77-49B92BBE1AB0}"/>
              </a:ext>
            </a:extLst>
          </p:cNvPr>
          <p:cNvSpPr>
            <a:spLocks noGrp="1"/>
          </p:cNvSpPr>
          <p:nvPr/>
        </p:nvSpPr>
        <p:spPr>
          <a:xfrm>
            <a:off x="2887709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5" name="Circle">
            <a:extLst>
              <a:ext uri="{FF2B5EF4-FFF2-40B4-BE49-F238E27FC236}">
                <a16:creationId xmlns:a16="http://schemas.microsoft.com/office/drawing/2014/main" id="{73CF47A1-2707-425F-B9C1-59E530CC2BB3}"/>
              </a:ext>
            </a:extLst>
          </p:cNvPr>
          <p:cNvSpPr>
            <a:spLocks noGrp="1"/>
          </p:cNvSpPr>
          <p:nvPr/>
        </p:nvSpPr>
        <p:spPr>
          <a:xfrm rot="10800000">
            <a:off x="3652678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6" name="Rounded Rectangle">
            <a:extLst>
              <a:ext uri="{FF2B5EF4-FFF2-40B4-BE49-F238E27FC236}">
                <a16:creationId xmlns:a16="http://schemas.microsoft.com/office/drawing/2014/main" id="{35F6DD1C-64CE-4037-BD69-A7CB9D54AF09}"/>
              </a:ext>
            </a:extLst>
          </p:cNvPr>
          <p:cNvSpPr>
            <a:spLocks noGrp="1"/>
          </p:cNvSpPr>
          <p:nvPr/>
        </p:nvSpPr>
        <p:spPr>
          <a:xfrm>
            <a:off x="2787982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7" name="Circle">
            <a:extLst>
              <a:ext uri="{FF2B5EF4-FFF2-40B4-BE49-F238E27FC236}">
                <a16:creationId xmlns:a16="http://schemas.microsoft.com/office/drawing/2014/main" id="{C5B5933C-7BE9-43F7-9272-F8923E8E3DC9}"/>
              </a:ext>
            </a:extLst>
          </p:cNvPr>
          <p:cNvSpPr>
            <a:spLocks noGrp="1"/>
          </p:cNvSpPr>
          <p:nvPr/>
        </p:nvSpPr>
        <p:spPr>
          <a:xfrm>
            <a:off x="288771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8" name="Circle">
            <a:extLst>
              <a:ext uri="{FF2B5EF4-FFF2-40B4-BE49-F238E27FC236}">
                <a16:creationId xmlns:a16="http://schemas.microsoft.com/office/drawing/2014/main" id="{7B46F918-FF27-40F7-8FEE-5B5EDC6DF7BF}"/>
              </a:ext>
            </a:extLst>
          </p:cNvPr>
          <p:cNvSpPr>
            <a:spLocks noGrp="1"/>
          </p:cNvSpPr>
          <p:nvPr/>
        </p:nvSpPr>
        <p:spPr>
          <a:xfrm rot="10800000">
            <a:off x="3652678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9" name="Circle">
            <a:extLst>
              <a:ext uri="{FF2B5EF4-FFF2-40B4-BE49-F238E27FC236}">
                <a16:creationId xmlns:a16="http://schemas.microsoft.com/office/drawing/2014/main" id="{30421667-FA31-4193-B0C9-978445E4460A}"/>
              </a:ext>
            </a:extLst>
          </p:cNvPr>
          <p:cNvSpPr>
            <a:spLocks noGrp="1"/>
          </p:cNvSpPr>
          <p:nvPr/>
        </p:nvSpPr>
        <p:spPr>
          <a:xfrm rot="10800000">
            <a:off x="3270194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0" name="Rounded Rectangle">
            <a:extLst>
              <a:ext uri="{FF2B5EF4-FFF2-40B4-BE49-F238E27FC236}">
                <a16:creationId xmlns:a16="http://schemas.microsoft.com/office/drawing/2014/main" id="{22AFD3C1-6691-4626-80B4-003433E7FA04}"/>
              </a:ext>
            </a:extLst>
          </p:cNvPr>
          <p:cNvSpPr>
            <a:spLocks noGrp="1"/>
          </p:cNvSpPr>
          <p:nvPr/>
        </p:nvSpPr>
        <p:spPr>
          <a:xfrm>
            <a:off x="2787982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1" name="Circle">
            <a:extLst>
              <a:ext uri="{FF2B5EF4-FFF2-40B4-BE49-F238E27FC236}">
                <a16:creationId xmlns:a16="http://schemas.microsoft.com/office/drawing/2014/main" id="{175826B2-D150-4929-B2D3-F23AAE543E10}"/>
              </a:ext>
            </a:extLst>
          </p:cNvPr>
          <p:cNvSpPr>
            <a:spLocks noGrp="1"/>
          </p:cNvSpPr>
          <p:nvPr/>
        </p:nvSpPr>
        <p:spPr>
          <a:xfrm>
            <a:off x="288771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2" name="Circle">
            <a:extLst>
              <a:ext uri="{FF2B5EF4-FFF2-40B4-BE49-F238E27FC236}">
                <a16:creationId xmlns:a16="http://schemas.microsoft.com/office/drawing/2014/main" id="{D8E5BAB0-FDB3-4B76-9B89-64618B0C46F1}"/>
              </a:ext>
            </a:extLst>
          </p:cNvPr>
          <p:cNvSpPr>
            <a:spLocks noGrp="1"/>
          </p:cNvSpPr>
          <p:nvPr/>
        </p:nvSpPr>
        <p:spPr>
          <a:xfrm rot="10800000">
            <a:off x="3652678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3" name="Circle">
            <a:extLst>
              <a:ext uri="{FF2B5EF4-FFF2-40B4-BE49-F238E27FC236}">
                <a16:creationId xmlns:a16="http://schemas.microsoft.com/office/drawing/2014/main" id="{FC99FEAA-C3BF-40A9-8BFD-833559E252C1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4" name="Circle">
            <a:extLst>
              <a:ext uri="{FF2B5EF4-FFF2-40B4-BE49-F238E27FC236}">
                <a16:creationId xmlns:a16="http://schemas.microsoft.com/office/drawing/2014/main" id="{A21F6C01-1AF3-4B4A-A0E0-9FE7C52F2487}"/>
              </a:ext>
            </a:extLst>
          </p:cNvPr>
          <p:cNvSpPr>
            <a:spLocks noGrp="1"/>
          </p:cNvSpPr>
          <p:nvPr/>
        </p:nvSpPr>
        <p:spPr>
          <a:xfrm flipH="1">
            <a:off x="3652678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5" name="Rounded Rectangle">
            <a:extLst>
              <a:ext uri="{FF2B5EF4-FFF2-40B4-BE49-F238E27FC236}">
                <a16:creationId xmlns:a16="http://schemas.microsoft.com/office/drawing/2014/main" id="{DD75A9D8-5F6E-403A-B6D1-CBB4ABD536C2}"/>
              </a:ext>
            </a:extLst>
          </p:cNvPr>
          <p:cNvSpPr>
            <a:spLocks noGrp="1"/>
          </p:cNvSpPr>
          <p:nvPr/>
        </p:nvSpPr>
        <p:spPr>
          <a:xfrm>
            <a:off x="2787982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Circle">
            <a:extLst>
              <a:ext uri="{FF2B5EF4-FFF2-40B4-BE49-F238E27FC236}">
                <a16:creationId xmlns:a16="http://schemas.microsoft.com/office/drawing/2014/main" id="{334A8138-1EE2-487C-A36D-253D3611A6BA}"/>
              </a:ext>
            </a:extLst>
          </p:cNvPr>
          <p:cNvSpPr>
            <a:spLocks noGrp="1"/>
          </p:cNvSpPr>
          <p:nvPr/>
        </p:nvSpPr>
        <p:spPr>
          <a:xfrm>
            <a:off x="2887710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7" name="Circle">
            <a:extLst>
              <a:ext uri="{FF2B5EF4-FFF2-40B4-BE49-F238E27FC236}">
                <a16:creationId xmlns:a16="http://schemas.microsoft.com/office/drawing/2014/main" id="{6DF3419B-2102-4265-911A-24B7982A04C6}"/>
              </a:ext>
            </a:extLst>
          </p:cNvPr>
          <p:cNvSpPr>
            <a:spLocks noGrp="1"/>
          </p:cNvSpPr>
          <p:nvPr/>
        </p:nvSpPr>
        <p:spPr>
          <a:xfrm rot="10800000">
            <a:off x="3652678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8" name="Circle">
            <a:extLst>
              <a:ext uri="{FF2B5EF4-FFF2-40B4-BE49-F238E27FC236}">
                <a16:creationId xmlns:a16="http://schemas.microsoft.com/office/drawing/2014/main" id="{FB8AF5AF-F0E3-4570-A59A-E06B8CFDCE26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9" name="Circle">
            <a:extLst>
              <a:ext uri="{FF2B5EF4-FFF2-40B4-BE49-F238E27FC236}">
                <a16:creationId xmlns:a16="http://schemas.microsoft.com/office/drawing/2014/main" id="{F7A2BB0E-D7E7-4661-B3AD-B4E7B48F86B2}"/>
              </a:ext>
            </a:extLst>
          </p:cNvPr>
          <p:cNvSpPr>
            <a:spLocks noGrp="1"/>
          </p:cNvSpPr>
          <p:nvPr/>
        </p:nvSpPr>
        <p:spPr>
          <a:xfrm flipH="1">
            <a:off x="3652678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0" name="Circle">
            <a:extLst>
              <a:ext uri="{FF2B5EF4-FFF2-40B4-BE49-F238E27FC236}">
                <a16:creationId xmlns:a16="http://schemas.microsoft.com/office/drawing/2014/main" id="{0486829D-94FA-4DB1-90B2-415296B548B3}"/>
              </a:ext>
            </a:extLst>
          </p:cNvPr>
          <p:cNvSpPr>
            <a:spLocks noGrp="1"/>
          </p:cNvSpPr>
          <p:nvPr/>
        </p:nvSpPr>
        <p:spPr>
          <a:xfrm rot="10800000">
            <a:off x="3270194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Rounded Rectangle">
            <a:extLst>
              <a:ext uri="{FF2B5EF4-FFF2-40B4-BE49-F238E27FC236}">
                <a16:creationId xmlns:a16="http://schemas.microsoft.com/office/drawing/2014/main" id="{C009DF38-938C-4E06-ACF3-3E3F9163D48D}"/>
              </a:ext>
            </a:extLst>
          </p:cNvPr>
          <p:cNvSpPr>
            <a:spLocks noGrp="1"/>
          </p:cNvSpPr>
          <p:nvPr/>
        </p:nvSpPr>
        <p:spPr>
          <a:xfrm>
            <a:off x="2787982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Circle">
            <a:extLst>
              <a:ext uri="{FF2B5EF4-FFF2-40B4-BE49-F238E27FC236}">
                <a16:creationId xmlns:a16="http://schemas.microsoft.com/office/drawing/2014/main" id="{4125DBA8-685C-47BC-864F-F2CDB43F9A72}"/>
              </a:ext>
            </a:extLst>
          </p:cNvPr>
          <p:cNvSpPr>
            <a:spLocks noGrp="1"/>
          </p:cNvSpPr>
          <p:nvPr/>
        </p:nvSpPr>
        <p:spPr>
          <a:xfrm>
            <a:off x="2887710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3" name="Circle">
            <a:extLst>
              <a:ext uri="{FF2B5EF4-FFF2-40B4-BE49-F238E27FC236}">
                <a16:creationId xmlns:a16="http://schemas.microsoft.com/office/drawing/2014/main" id="{9DB29C0E-98B9-4D24-ACD6-2B4D7CA016DF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4" name="Circle">
            <a:extLst>
              <a:ext uri="{FF2B5EF4-FFF2-40B4-BE49-F238E27FC236}">
                <a16:creationId xmlns:a16="http://schemas.microsoft.com/office/drawing/2014/main" id="{5695FEFF-E496-4408-B04F-76ECEC850C8B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Circle">
            <a:extLst>
              <a:ext uri="{FF2B5EF4-FFF2-40B4-BE49-F238E27FC236}">
                <a16:creationId xmlns:a16="http://schemas.microsoft.com/office/drawing/2014/main" id="{B86A88CE-186B-45F4-9E60-A1E37FB57657}"/>
              </a:ext>
            </a:extLst>
          </p:cNvPr>
          <p:cNvSpPr>
            <a:spLocks noGrp="1"/>
          </p:cNvSpPr>
          <p:nvPr/>
        </p:nvSpPr>
        <p:spPr>
          <a:xfrm flipH="1">
            <a:off x="3652678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6" name="Circle">
            <a:extLst>
              <a:ext uri="{FF2B5EF4-FFF2-40B4-BE49-F238E27FC236}">
                <a16:creationId xmlns:a16="http://schemas.microsoft.com/office/drawing/2014/main" id="{88092F2B-58F6-47FE-9307-96536AB92A14}"/>
              </a:ext>
            </a:extLst>
          </p:cNvPr>
          <p:cNvSpPr>
            <a:spLocks noGrp="1"/>
          </p:cNvSpPr>
          <p:nvPr/>
        </p:nvSpPr>
        <p:spPr>
          <a:xfrm rot="10800000">
            <a:off x="2887710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7" name="Circle">
            <a:extLst>
              <a:ext uri="{FF2B5EF4-FFF2-40B4-BE49-F238E27FC236}">
                <a16:creationId xmlns:a16="http://schemas.microsoft.com/office/drawing/2014/main" id="{ED601D6E-1C06-4211-B481-1EE6B2B96822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8" name="Rounded Rectangle">
            <a:extLst>
              <a:ext uri="{FF2B5EF4-FFF2-40B4-BE49-F238E27FC236}">
                <a16:creationId xmlns:a16="http://schemas.microsoft.com/office/drawing/2014/main" id="{A8C50493-3158-45A1-A0FC-00DA3B15746D}"/>
              </a:ext>
            </a:extLst>
          </p:cNvPr>
          <p:cNvSpPr>
            <a:spLocks noGrp="1"/>
          </p:cNvSpPr>
          <p:nvPr/>
        </p:nvSpPr>
        <p:spPr>
          <a:xfrm>
            <a:off x="1366203" y="3231794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9" name="Circle">
            <a:extLst>
              <a:ext uri="{FF2B5EF4-FFF2-40B4-BE49-F238E27FC236}">
                <a16:creationId xmlns:a16="http://schemas.microsoft.com/office/drawing/2014/main" id="{0D3A6ACE-D762-4028-BEA4-CE66034099AE}"/>
              </a:ext>
            </a:extLst>
          </p:cNvPr>
          <p:cNvSpPr>
            <a:spLocks noGrp="1"/>
          </p:cNvSpPr>
          <p:nvPr/>
        </p:nvSpPr>
        <p:spPr>
          <a:xfrm>
            <a:off x="1848415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Rounded Rectangle">
            <a:extLst>
              <a:ext uri="{FF2B5EF4-FFF2-40B4-BE49-F238E27FC236}">
                <a16:creationId xmlns:a16="http://schemas.microsoft.com/office/drawing/2014/main" id="{7BE6547E-3B33-418A-B45E-7DB6060A98C6}"/>
              </a:ext>
            </a:extLst>
          </p:cNvPr>
          <p:cNvSpPr>
            <a:spLocks noGrp="1"/>
          </p:cNvSpPr>
          <p:nvPr/>
        </p:nvSpPr>
        <p:spPr>
          <a:xfrm>
            <a:off x="5158165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Circle">
            <a:extLst>
              <a:ext uri="{FF2B5EF4-FFF2-40B4-BE49-F238E27FC236}">
                <a16:creationId xmlns:a16="http://schemas.microsoft.com/office/drawing/2014/main" id="{0909C13D-94B7-4E4E-939C-740424DEC755}"/>
              </a:ext>
            </a:extLst>
          </p:cNvPr>
          <p:cNvSpPr>
            <a:spLocks noGrp="1"/>
          </p:cNvSpPr>
          <p:nvPr/>
        </p:nvSpPr>
        <p:spPr>
          <a:xfrm>
            <a:off x="525789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2" name="Circle">
            <a:extLst>
              <a:ext uri="{FF2B5EF4-FFF2-40B4-BE49-F238E27FC236}">
                <a16:creationId xmlns:a16="http://schemas.microsoft.com/office/drawing/2014/main" id="{DA286CC1-0487-46B3-942F-6815061AF7F0}"/>
              </a:ext>
            </a:extLst>
          </p:cNvPr>
          <p:cNvSpPr>
            <a:spLocks noGrp="1"/>
          </p:cNvSpPr>
          <p:nvPr/>
        </p:nvSpPr>
        <p:spPr>
          <a:xfrm rot="10800000">
            <a:off x="6022861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3" name="Rounded Rectangle">
            <a:extLst>
              <a:ext uri="{FF2B5EF4-FFF2-40B4-BE49-F238E27FC236}">
                <a16:creationId xmlns:a16="http://schemas.microsoft.com/office/drawing/2014/main" id="{1453DBA1-666D-4AEA-8F29-80CB9D41753E}"/>
              </a:ext>
            </a:extLst>
          </p:cNvPr>
          <p:cNvSpPr>
            <a:spLocks noGrp="1"/>
          </p:cNvSpPr>
          <p:nvPr/>
        </p:nvSpPr>
        <p:spPr>
          <a:xfrm>
            <a:off x="8950128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Circle">
            <a:extLst>
              <a:ext uri="{FF2B5EF4-FFF2-40B4-BE49-F238E27FC236}">
                <a16:creationId xmlns:a16="http://schemas.microsoft.com/office/drawing/2014/main" id="{F6B4ED10-6765-4B67-804F-F82797E7170B}"/>
              </a:ext>
            </a:extLst>
          </p:cNvPr>
          <p:cNvSpPr>
            <a:spLocks noGrp="1"/>
          </p:cNvSpPr>
          <p:nvPr/>
        </p:nvSpPr>
        <p:spPr>
          <a:xfrm>
            <a:off x="9049856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5" name="Circle">
            <a:extLst>
              <a:ext uri="{FF2B5EF4-FFF2-40B4-BE49-F238E27FC236}">
                <a16:creationId xmlns:a16="http://schemas.microsoft.com/office/drawing/2014/main" id="{A182D324-7739-4A84-B111-728769A9C98B}"/>
              </a:ext>
            </a:extLst>
          </p:cNvPr>
          <p:cNvSpPr>
            <a:spLocks noGrp="1"/>
          </p:cNvSpPr>
          <p:nvPr/>
        </p:nvSpPr>
        <p:spPr>
          <a:xfrm rot="10800000">
            <a:off x="9814825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6" name="Circle">
            <a:extLst>
              <a:ext uri="{FF2B5EF4-FFF2-40B4-BE49-F238E27FC236}">
                <a16:creationId xmlns:a16="http://schemas.microsoft.com/office/drawing/2014/main" id="{CDB96817-F5E8-4E4D-A2F1-393720881691}"/>
              </a:ext>
            </a:extLst>
          </p:cNvPr>
          <p:cNvSpPr>
            <a:spLocks noGrp="1"/>
          </p:cNvSpPr>
          <p:nvPr/>
        </p:nvSpPr>
        <p:spPr>
          <a:xfrm rot="10800000">
            <a:off x="9432340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7" name="Rounded Rectangle">
            <a:extLst>
              <a:ext uri="{FF2B5EF4-FFF2-40B4-BE49-F238E27FC236}">
                <a16:creationId xmlns:a16="http://schemas.microsoft.com/office/drawing/2014/main" id="{B1DBA26B-414E-4862-8EB6-19C3697DF54D}"/>
              </a:ext>
            </a:extLst>
          </p:cNvPr>
          <p:cNvSpPr>
            <a:spLocks noGrp="1"/>
          </p:cNvSpPr>
          <p:nvPr/>
        </p:nvSpPr>
        <p:spPr>
          <a:xfrm>
            <a:off x="12742091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8" name="Circle">
            <a:extLst>
              <a:ext uri="{FF2B5EF4-FFF2-40B4-BE49-F238E27FC236}">
                <a16:creationId xmlns:a16="http://schemas.microsoft.com/office/drawing/2014/main" id="{D75D70D0-DBAC-4C84-A1B3-CF8570FE7D40}"/>
              </a:ext>
            </a:extLst>
          </p:cNvPr>
          <p:cNvSpPr>
            <a:spLocks noGrp="1"/>
          </p:cNvSpPr>
          <p:nvPr/>
        </p:nvSpPr>
        <p:spPr>
          <a:xfrm>
            <a:off x="12841819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Circle">
            <a:extLst>
              <a:ext uri="{FF2B5EF4-FFF2-40B4-BE49-F238E27FC236}">
                <a16:creationId xmlns:a16="http://schemas.microsoft.com/office/drawing/2014/main" id="{3BA7B852-6477-4C36-90BF-F04BF09935F1}"/>
              </a:ext>
            </a:extLst>
          </p:cNvPr>
          <p:cNvSpPr>
            <a:spLocks noGrp="1"/>
          </p:cNvSpPr>
          <p:nvPr/>
        </p:nvSpPr>
        <p:spPr>
          <a:xfrm rot="10800000">
            <a:off x="13606789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Circle">
            <a:extLst>
              <a:ext uri="{FF2B5EF4-FFF2-40B4-BE49-F238E27FC236}">
                <a16:creationId xmlns:a16="http://schemas.microsoft.com/office/drawing/2014/main" id="{1E82E93B-5A4E-44CC-8B46-6000CA288B12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1" name="Circle">
            <a:extLst>
              <a:ext uri="{FF2B5EF4-FFF2-40B4-BE49-F238E27FC236}">
                <a16:creationId xmlns:a16="http://schemas.microsoft.com/office/drawing/2014/main" id="{31283E28-BB54-4FCE-A448-9BDE5033A4AC}"/>
              </a:ext>
            </a:extLst>
          </p:cNvPr>
          <p:cNvSpPr>
            <a:spLocks noGrp="1"/>
          </p:cNvSpPr>
          <p:nvPr/>
        </p:nvSpPr>
        <p:spPr>
          <a:xfrm flipH="1">
            <a:off x="13606789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2" name="Rounded Rectangle">
            <a:extLst>
              <a:ext uri="{FF2B5EF4-FFF2-40B4-BE49-F238E27FC236}">
                <a16:creationId xmlns:a16="http://schemas.microsoft.com/office/drawing/2014/main" id="{130652F7-6633-4C8A-8646-1649132F575C}"/>
              </a:ext>
            </a:extLst>
          </p:cNvPr>
          <p:cNvSpPr>
            <a:spLocks noGrp="1"/>
          </p:cNvSpPr>
          <p:nvPr/>
        </p:nvSpPr>
        <p:spPr>
          <a:xfrm>
            <a:off x="16534055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3" name="Circle">
            <a:extLst>
              <a:ext uri="{FF2B5EF4-FFF2-40B4-BE49-F238E27FC236}">
                <a16:creationId xmlns:a16="http://schemas.microsoft.com/office/drawing/2014/main" id="{22803DA6-534F-463F-A7B8-FB227E718671}"/>
              </a:ext>
            </a:extLst>
          </p:cNvPr>
          <p:cNvSpPr>
            <a:spLocks noGrp="1"/>
          </p:cNvSpPr>
          <p:nvPr/>
        </p:nvSpPr>
        <p:spPr>
          <a:xfrm>
            <a:off x="1663378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4" name="Circle">
            <a:extLst>
              <a:ext uri="{FF2B5EF4-FFF2-40B4-BE49-F238E27FC236}">
                <a16:creationId xmlns:a16="http://schemas.microsoft.com/office/drawing/2014/main" id="{B82E63B3-2546-48D4-8A4F-376F6DC00990}"/>
              </a:ext>
            </a:extLst>
          </p:cNvPr>
          <p:cNvSpPr>
            <a:spLocks noGrp="1"/>
          </p:cNvSpPr>
          <p:nvPr/>
        </p:nvSpPr>
        <p:spPr>
          <a:xfrm rot="10800000">
            <a:off x="17398753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5" name="Circle">
            <a:extLst>
              <a:ext uri="{FF2B5EF4-FFF2-40B4-BE49-F238E27FC236}">
                <a16:creationId xmlns:a16="http://schemas.microsoft.com/office/drawing/2014/main" id="{E4B5A16E-942F-46A9-BB52-7942CDC57EFC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6" name="Circle">
            <a:extLst>
              <a:ext uri="{FF2B5EF4-FFF2-40B4-BE49-F238E27FC236}">
                <a16:creationId xmlns:a16="http://schemas.microsoft.com/office/drawing/2014/main" id="{DAFBBBCD-D01C-454F-B347-8313432F0E1B}"/>
              </a:ext>
            </a:extLst>
          </p:cNvPr>
          <p:cNvSpPr>
            <a:spLocks noGrp="1"/>
          </p:cNvSpPr>
          <p:nvPr/>
        </p:nvSpPr>
        <p:spPr>
          <a:xfrm flipH="1">
            <a:off x="17398753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7" name="Circle">
            <a:extLst>
              <a:ext uri="{FF2B5EF4-FFF2-40B4-BE49-F238E27FC236}">
                <a16:creationId xmlns:a16="http://schemas.microsoft.com/office/drawing/2014/main" id="{D25D515D-F1F7-4589-B818-9972F25A1867}"/>
              </a:ext>
            </a:extLst>
          </p:cNvPr>
          <p:cNvSpPr>
            <a:spLocks noGrp="1"/>
          </p:cNvSpPr>
          <p:nvPr/>
        </p:nvSpPr>
        <p:spPr>
          <a:xfrm rot="10800000">
            <a:off x="17016267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8" name="Rounded Rectangle">
            <a:extLst>
              <a:ext uri="{FF2B5EF4-FFF2-40B4-BE49-F238E27FC236}">
                <a16:creationId xmlns:a16="http://schemas.microsoft.com/office/drawing/2014/main" id="{B05EEAC6-9C5D-4C34-A43A-2E2E1E804E76}"/>
              </a:ext>
            </a:extLst>
          </p:cNvPr>
          <p:cNvSpPr>
            <a:spLocks noGrp="1"/>
          </p:cNvSpPr>
          <p:nvPr/>
        </p:nvSpPr>
        <p:spPr>
          <a:xfrm>
            <a:off x="20326017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9" name="Circle">
            <a:extLst>
              <a:ext uri="{FF2B5EF4-FFF2-40B4-BE49-F238E27FC236}">
                <a16:creationId xmlns:a16="http://schemas.microsoft.com/office/drawing/2014/main" id="{92C757FE-C27D-4C16-A840-3CF08D460850}"/>
              </a:ext>
            </a:extLst>
          </p:cNvPr>
          <p:cNvSpPr>
            <a:spLocks noGrp="1"/>
          </p:cNvSpPr>
          <p:nvPr/>
        </p:nvSpPr>
        <p:spPr>
          <a:xfrm>
            <a:off x="20425745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0" name="Circle">
            <a:extLst>
              <a:ext uri="{FF2B5EF4-FFF2-40B4-BE49-F238E27FC236}">
                <a16:creationId xmlns:a16="http://schemas.microsoft.com/office/drawing/2014/main" id="{5D473FAD-1608-4870-94BC-BC773FAB8517}"/>
              </a:ext>
            </a:extLst>
          </p:cNvPr>
          <p:cNvSpPr>
            <a:spLocks noGrp="1"/>
          </p:cNvSpPr>
          <p:nvPr/>
        </p:nvSpPr>
        <p:spPr>
          <a:xfrm rot="10800000">
            <a:off x="21190715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1" name="Circle">
            <a:extLst>
              <a:ext uri="{FF2B5EF4-FFF2-40B4-BE49-F238E27FC236}">
                <a16:creationId xmlns:a16="http://schemas.microsoft.com/office/drawing/2014/main" id="{F23D1681-4E39-4948-BE39-C4F4F4B960C9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2" name="Circle">
            <a:extLst>
              <a:ext uri="{FF2B5EF4-FFF2-40B4-BE49-F238E27FC236}">
                <a16:creationId xmlns:a16="http://schemas.microsoft.com/office/drawing/2014/main" id="{16F4B447-514B-461A-BF57-4D9343A1A368}"/>
              </a:ext>
            </a:extLst>
          </p:cNvPr>
          <p:cNvSpPr>
            <a:spLocks noGrp="1"/>
          </p:cNvSpPr>
          <p:nvPr/>
        </p:nvSpPr>
        <p:spPr>
          <a:xfrm flipH="1">
            <a:off x="21190715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3" name="Circle">
            <a:extLst>
              <a:ext uri="{FF2B5EF4-FFF2-40B4-BE49-F238E27FC236}">
                <a16:creationId xmlns:a16="http://schemas.microsoft.com/office/drawing/2014/main" id="{0A223B97-281A-45CF-8EC3-3C2BB31FA8AF}"/>
              </a:ext>
            </a:extLst>
          </p:cNvPr>
          <p:cNvSpPr>
            <a:spLocks noGrp="1"/>
          </p:cNvSpPr>
          <p:nvPr/>
        </p:nvSpPr>
        <p:spPr>
          <a:xfrm rot="10800000">
            <a:off x="20425745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4" name="Circle">
            <a:extLst>
              <a:ext uri="{FF2B5EF4-FFF2-40B4-BE49-F238E27FC236}">
                <a16:creationId xmlns:a16="http://schemas.microsoft.com/office/drawing/2014/main" id="{0CA997A9-0AD2-40E9-9DA5-7894DBB5D3E3}"/>
              </a:ext>
            </a:extLst>
          </p:cNvPr>
          <p:cNvSpPr>
            <a:spLocks noGrp="1"/>
          </p:cNvSpPr>
          <p:nvPr/>
        </p:nvSpPr>
        <p:spPr>
          <a:xfrm rot="10800000">
            <a:off x="21190715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5" name="Rounded Rectangle">
            <a:extLst>
              <a:ext uri="{FF2B5EF4-FFF2-40B4-BE49-F238E27FC236}">
                <a16:creationId xmlns:a16="http://schemas.microsoft.com/office/drawing/2014/main" id="{4FB37B86-E452-4C4D-ADE6-9248632587F6}"/>
              </a:ext>
            </a:extLst>
          </p:cNvPr>
          <p:cNvSpPr>
            <a:spLocks noGrp="1"/>
          </p:cNvSpPr>
          <p:nvPr/>
        </p:nvSpPr>
        <p:spPr>
          <a:xfrm>
            <a:off x="1366203" y="5225930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6" name="Circle">
            <a:extLst>
              <a:ext uri="{FF2B5EF4-FFF2-40B4-BE49-F238E27FC236}">
                <a16:creationId xmlns:a16="http://schemas.microsoft.com/office/drawing/2014/main" id="{419FEF7B-E22A-4A4F-BC95-0E6ABABE67F8}"/>
              </a:ext>
            </a:extLst>
          </p:cNvPr>
          <p:cNvSpPr>
            <a:spLocks noGrp="1"/>
          </p:cNvSpPr>
          <p:nvPr/>
        </p:nvSpPr>
        <p:spPr>
          <a:xfrm>
            <a:off x="1848415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7" name="Rounded Rectangle">
            <a:extLst>
              <a:ext uri="{FF2B5EF4-FFF2-40B4-BE49-F238E27FC236}">
                <a16:creationId xmlns:a16="http://schemas.microsoft.com/office/drawing/2014/main" id="{152C66B1-39E1-4683-B68C-A1E96C7EF60B}"/>
              </a:ext>
            </a:extLst>
          </p:cNvPr>
          <p:cNvSpPr>
            <a:spLocks noGrp="1"/>
          </p:cNvSpPr>
          <p:nvPr/>
        </p:nvSpPr>
        <p:spPr>
          <a:xfrm>
            <a:off x="5158165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8" name="Circle">
            <a:extLst>
              <a:ext uri="{FF2B5EF4-FFF2-40B4-BE49-F238E27FC236}">
                <a16:creationId xmlns:a16="http://schemas.microsoft.com/office/drawing/2014/main" id="{DAB0CCD5-3369-413A-86EE-7FF06E857F3B}"/>
              </a:ext>
            </a:extLst>
          </p:cNvPr>
          <p:cNvSpPr>
            <a:spLocks noGrp="1"/>
          </p:cNvSpPr>
          <p:nvPr/>
        </p:nvSpPr>
        <p:spPr>
          <a:xfrm>
            <a:off x="525789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9" name="Circle">
            <a:extLst>
              <a:ext uri="{FF2B5EF4-FFF2-40B4-BE49-F238E27FC236}">
                <a16:creationId xmlns:a16="http://schemas.microsoft.com/office/drawing/2014/main" id="{CF696AD9-3D53-4847-962E-D117A4AC25E5}"/>
              </a:ext>
            </a:extLst>
          </p:cNvPr>
          <p:cNvSpPr>
            <a:spLocks noGrp="1"/>
          </p:cNvSpPr>
          <p:nvPr/>
        </p:nvSpPr>
        <p:spPr>
          <a:xfrm rot="10800000">
            <a:off x="602286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0" name="Rounded Rectangle">
            <a:extLst>
              <a:ext uri="{FF2B5EF4-FFF2-40B4-BE49-F238E27FC236}">
                <a16:creationId xmlns:a16="http://schemas.microsoft.com/office/drawing/2014/main" id="{8CC98BF6-05FF-4965-A122-128B867B8B98}"/>
              </a:ext>
            </a:extLst>
          </p:cNvPr>
          <p:cNvSpPr>
            <a:spLocks noGrp="1"/>
          </p:cNvSpPr>
          <p:nvPr/>
        </p:nvSpPr>
        <p:spPr>
          <a:xfrm>
            <a:off x="8950128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1" name="Circle">
            <a:extLst>
              <a:ext uri="{FF2B5EF4-FFF2-40B4-BE49-F238E27FC236}">
                <a16:creationId xmlns:a16="http://schemas.microsoft.com/office/drawing/2014/main" id="{036435F7-2C61-4557-B8E2-BBC5A85E3C59}"/>
              </a:ext>
            </a:extLst>
          </p:cNvPr>
          <p:cNvSpPr>
            <a:spLocks noGrp="1"/>
          </p:cNvSpPr>
          <p:nvPr/>
        </p:nvSpPr>
        <p:spPr>
          <a:xfrm>
            <a:off x="9049856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2" name="Circle">
            <a:extLst>
              <a:ext uri="{FF2B5EF4-FFF2-40B4-BE49-F238E27FC236}">
                <a16:creationId xmlns:a16="http://schemas.microsoft.com/office/drawing/2014/main" id="{D0AB0D24-E293-4D56-8324-B76B9FB92955}"/>
              </a:ext>
            </a:extLst>
          </p:cNvPr>
          <p:cNvSpPr>
            <a:spLocks noGrp="1"/>
          </p:cNvSpPr>
          <p:nvPr/>
        </p:nvSpPr>
        <p:spPr>
          <a:xfrm rot="10800000">
            <a:off x="981482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3" name="Circle">
            <a:extLst>
              <a:ext uri="{FF2B5EF4-FFF2-40B4-BE49-F238E27FC236}">
                <a16:creationId xmlns:a16="http://schemas.microsoft.com/office/drawing/2014/main" id="{BBA047B0-290F-4FB0-AF17-CF96D84D1B24}"/>
              </a:ext>
            </a:extLst>
          </p:cNvPr>
          <p:cNvSpPr>
            <a:spLocks noGrp="1"/>
          </p:cNvSpPr>
          <p:nvPr/>
        </p:nvSpPr>
        <p:spPr>
          <a:xfrm rot="10800000">
            <a:off x="9432340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4" name="Rounded Rectangle">
            <a:extLst>
              <a:ext uri="{FF2B5EF4-FFF2-40B4-BE49-F238E27FC236}">
                <a16:creationId xmlns:a16="http://schemas.microsoft.com/office/drawing/2014/main" id="{9C581B67-CF05-4F2E-A16A-52D2D07CD46A}"/>
              </a:ext>
            </a:extLst>
          </p:cNvPr>
          <p:cNvSpPr>
            <a:spLocks noGrp="1"/>
          </p:cNvSpPr>
          <p:nvPr/>
        </p:nvSpPr>
        <p:spPr>
          <a:xfrm>
            <a:off x="12742091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5" name="Circle">
            <a:extLst>
              <a:ext uri="{FF2B5EF4-FFF2-40B4-BE49-F238E27FC236}">
                <a16:creationId xmlns:a16="http://schemas.microsoft.com/office/drawing/2014/main" id="{85E6F7CA-A5CF-4D01-9311-53172616A0A3}"/>
              </a:ext>
            </a:extLst>
          </p:cNvPr>
          <p:cNvSpPr>
            <a:spLocks noGrp="1"/>
          </p:cNvSpPr>
          <p:nvPr/>
        </p:nvSpPr>
        <p:spPr>
          <a:xfrm>
            <a:off x="12841819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6" name="Circle">
            <a:extLst>
              <a:ext uri="{FF2B5EF4-FFF2-40B4-BE49-F238E27FC236}">
                <a16:creationId xmlns:a16="http://schemas.microsoft.com/office/drawing/2014/main" id="{29485094-C898-49A6-81B3-A5324F4F70D0}"/>
              </a:ext>
            </a:extLst>
          </p:cNvPr>
          <p:cNvSpPr>
            <a:spLocks noGrp="1"/>
          </p:cNvSpPr>
          <p:nvPr/>
        </p:nvSpPr>
        <p:spPr>
          <a:xfrm rot="10800000">
            <a:off x="13606789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7" name="Circle">
            <a:extLst>
              <a:ext uri="{FF2B5EF4-FFF2-40B4-BE49-F238E27FC236}">
                <a16:creationId xmlns:a16="http://schemas.microsoft.com/office/drawing/2014/main" id="{FF9D6628-1A7E-43EA-8658-C30C160001A5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8" name="Circle">
            <a:extLst>
              <a:ext uri="{FF2B5EF4-FFF2-40B4-BE49-F238E27FC236}">
                <a16:creationId xmlns:a16="http://schemas.microsoft.com/office/drawing/2014/main" id="{F969F0A5-CE2A-4690-B335-A547FB923776}"/>
              </a:ext>
            </a:extLst>
          </p:cNvPr>
          <p:cNvSpPr>
            <a:spLocks noGrp="1"/>
          </p:cNvSpPr>
          <p:nvPr/>
        </p:nvSpPr>
        <p:spPr>
          <a:xfrm flipH="1">
            <a:off x="13606789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9" name="Rounded Rectangle">
            <a:extLst>
              <a:ext uri="{FF2B5EF4-FFF2-40B4-BE49-F238E27FC236}">
                <a16:creationId xmlns:a16="http://schemas.microsoft.com/office/drawing/2014/main" id="{B7C4622A-EB49-4A33-AA63-22FA6ED6E664}"/>
              </a:ext>
            </a:extLst>
          </p:cNvPr>
          <p:cNvSpPr>
            <a:spLocks noGrp="1"/>
          </p:cNvSpPr>
          <p:nvPr/>
        </p:nvSpPr>
        <p:spPr>
          <a:xfrm>
            <a:off x="16534055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0" name="Circle">
            <a:extLst>
              <a:ext uri="{FF2B5EF4-FFF2-40B4-BE49-F238E27FC236}">
                <a16:creationId xmlns:a16="http://schemas.microsoft.com/office/drawing/2014/main" id="{CA5E8404-0485-4352-908C-7BC0DC1D2204}"/>
              </a:ext>
            </a:extLst>
          </p:cNvPr>
          <p:cNvSpPr>
            <a:spLocks noGrp="1"/>
          </p:cNvSpPr>
          <p:nvPr/>
        </p:nvSpPr>
        <p:spPr>
          <a:xfrm>
            <a:off x="1663378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1" name="Circle">
            <a:extLst>
              <a:ext uri="{FF2B5EF4-FFF2-40B4-BE49-F238E27FC236}">
                <a16:creationId xmlns:a16="http://schemas.microsoft.com/office/drawing/2014/main" id="{571B72B6-E1FF-4D49-9E70-2DBE63524F1C}"/>
              </a:ext>
            </a:extLst>
          </p:cNvPr>
          <p:cNvSpPr>
            <a:spLocks noGrp="1"/>
          </p:cNvSpPr>
          <p:nvPr/>
        </p:nvSpPr>
        <p:spPr>
          <a:xfrm rot="10800000">
            <a:off x="17398753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2" name="Circle">
            <a:extLst>
              <a:ext uri="{FF2B5EF4-FFF2-40B4-BE49-F238E27FC236}">
                <a16:creationId xmlns:a16="http://schemas.microsoft.com/office/drawing/2014/main" id="{93BC88C1-C9D3-4CCD-A62B-9D3CD9D89EEB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3" name="Circle">
            <a:extLst>
              <a:ext uri="{FF2B5EF4-FFF2-40B4-BE49-F238E27FC236}">
                <a16:creationId xmlns:a16="http://schemas.microsoft.com/office/drawing/2014/main" id="{253FA916-8CF7-4A5B-8834-9490B7862FAB}"/>
              </a:ext>
            </a:extLst>
          </p:cNvPr>
          <p:cNvSpPr>
            <a:spLocks noGrp="1"/>
          </p:cNvSpPr>
          <p:nvPr/>
        </p:nvSpPr>
        <p:spPr>
          <a:xfrm flipH="1">
            <a:off x="17398753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4" name="Circle">
            <a:extLst>
              <a:ext uri="{FF2B5EF4-FFF2-40B4-BE49-F238E27FC236}">
                <a16:creationId xmlns:a16="http://schemas.microsoft.com/office/drawing/2014/main" id="{14E93A3C-2850-4216-9BA3-30F555674B52}"/>
              </a:ext>
            </a:extLst>
          </p:cNvPr>
          <p:cNvSpPr>
            <a:spLocks noGrp="1"/>
          </p:cNvSpPr>
          <p:nvPr/>
        </p:nvSpPr>
        <p:spPr>
          <a:xfrm rot="10800000">
            <a:off x="17016267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5" name="Rounded Rectangle">
            <a:extLst>
              <a:ext uri="{FF2B5EF4-FFF2-40B4-BE49-F238E27FC236}">
                <a16:creationId xmlns:a16="http://schemas.microsoft.com/office/drawing/2014/main" id="{99A48E19-DA45-4A3C-B10B-35937FB43D69}"/>
              </a:ext>
            </a:extLst>
          </p:cNvPr>
          <p:cNvSpPr>
            <a:spLocks noGrp="1"/>
          </p:cNvSpPr>
          <p:nvPr/>
        </p:nvSpPr>
        <p:spPr>
          <a:xfrm>
            <a:off x="20326017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6" name="Circle">
            <a:extLst>
              <a:ext uri="{FF2B5EF4-FFF2-40B4-BE49-F238E27FC236}">
                <a16:creationId xmlns:a16="http://schemas.microsoft.com/office/drawing/2014/main" id="{C66E0FA1-094F-44C4-8531-10C0E0AF95E1}"/>
              </a:ext>
            </a:extLst>
          </p:cNvPr>
          <p:cNvSpPr>
            <a:spLocks noGrp="1"/>
          </p:cNvSpPr>
          <p:nvPr/>
        </p:nvSpPr>
        <p:spPr>
          <a:xfrm>
            <a:off x="20425745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7" name="Circle">
            <a:extLst>
              <a:ext uri="{FF2B5EF4-FFF2-40B4-BE49-F238E27FC236}">
                <a16:creationId xmlns:a16="http://schemas.microsoft.com/office/drawing/2014/main" id="{BF00B0FC-2165-4E40-941F-2E1DEE196EEA}"/>
              </a:ext>
            </a:extLst>
          </p:cNvPr>
          <p:cNvSpPr>
            <a:spLocks noGrp="1"/>
          </p:cNvSpPr>
          <p:nvPr/>
        </p:nvSpPr>
        <p:spPr>
          <a:xfrm rot="10800000">
            <a:off x="2119071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8" name="Circle">
            <a:extLst>
              <a:ext uri="{FF2B5EF4-FFF2-40B4-BE49-F238E27FC236}">
                <a16:creationId xmlns:a16="http://schemas.microsoft.com/office/drawing/2014/main" id="{C3DF738A-CE0A-40C1-894F-B360C9809C4B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9" name="Circle">
            <a:extLst>
              <a:ext uri="{FF2B5EF4-FFF2-40B4-BE49-F238E27FC236}">
                <a16:creationId xmlns:a16="http://schemas.microsoft.com/office/drawing/2014/main" id="{2C4222CD-7F08-43EE-9E7C-BCC73C9AFC90}"/>
              </a:ext>
            </a:extLst>
          </p:cNvPr>
          <p:cNvSpPr>
            <a:spLocks noGrp="1"/>
          </p:cNvSpPr>
          <p:nvPr/>
        </p:nvSpPr>
        <p:spPr>
          <a:xfrm flipH="1">
            <a:off x="21190715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0" name="Circle">
            <a:extLst>
              <a:ext uri="{FF2B5EF4-FFF2-40B4-BE49-F238E27FC236}">
                <a16:creationId xmlns:a16="http://schemas.microsoft.com/office/drawing/2014/main" id="{0BE0E843-1710-4FA6-B6DA-9C98EAF7DEDD}"/>
              </a:ext>
            </a:extLst>
          </p:cNvPr>
          <p:cNvSpPr>
            <a:spLocks noGrp="1"/>
          </p:cNvSpPr>
          <p:nvPr/>
        </p:nvSpPr>
        <p:spPr>
          <a:xfrm rot="10800000">
            <a:off x="20425745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1" name="Circle">
            <a:extLst>
              <a:ext uri="{FF2B5EF4-FFF2-40B4-BE49-F238E27FC236}">
                <a16:creationId xmlns:a16="http://schemas.microsoft.com/office/drawing/2014/main" id="{88F0B528-E68D-4380-A7BC-C283FCE9141D}"/>
              </a:ext>
            </a:extLst>
          </p:cNvPr>
          <p:cNvSpPr>
            <a:spLocks noGrp="1"/>
          </p:cNvSpPr>
          <p:nvPr/>
        </p:nvSpPr>
        <p:spPr>
          <a:xfrm rot="10800000">
            <a:off x="21190715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2" name="Rounded Rectangle">
            <a:extLst>
              <a:ext uri="{FF2B5EF4-FFF2-40B4-BE49-F238E27FC236}">
                <a16:creationId xmlns:a16="http://schemas.microsoft.com/office/drawing/2014/main" id="{8D66556E-17DB-4CE7-B937-74C508A733DE}"/>
              </a:ext>
            </a:extLst>
          </p:cNvPr>
          <p:cNvSpPr>
            <a:spLocks noGrp="1"/>
          </p:cNvSpPr>
          <p:nvPr/>
        </p:nvSpPr>
        <p:spPr>
          <a:xfrm>
            <a:off x="1366203" y="7220069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3" name="Circle">
            <a:extLst>
              <a:ext uri="{FF2B5EF4-FFF2-40B4-BE49-F238E27FC236}">
                <a16:creationId xmlns:a16="http://schemas.microsoft.com/office/drawing/2014/main" id="{0283C258-ACB4-4C8F-921B-7684C3EBB9CF}"/>
              </a:ext>
            </a:extLst>
          </p:cNvPr>
          <p:cNvSpPr>
            <a:spLocks noGrp="1"/>
          </p:cNvSpPr>
          <p:nvPr/>
        </p:nvSpPr>
        <p:spPr>
          <a:xfrm>
            <a:off x="1848415" y="77022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4" name="Rounded Rectangle">
            <a:extLst>
              <a:ext uri="{FF2B5EF4-FFF2-40B4-BE49-F238E27FC236}">
                <a16:creationId xmlns:a16="http://schemas.microsoft.com/office/drawing/2014/main" id="{11F2B22C-BEDC-4FD2-8736-9282F15F81DB}"/>
              </a:ext>
            </a:extLst>
          </p:cNvPr>
          <p:cNvSpPr>
            <a:spLocks noGrp="1"/>
          </p:cNvSpPr>
          <p:nvPr/>
        </p:nvSpPr>
        <p:spPr>
          <a:xfrm>
            <a:off x="5158165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5" name="Circle">
            <a:extLst>
              <a:ext uri="{FF2B5EF4-FFF2-40B4-BE49-F238E27FC236}">
                <a16:creationId xmlns:a16="http://schemas.microsoft.com/office/drawing/2014/main" id="{35768574-3B78-4A3B-953A-2607A9BFEDA6}"/>
              </a:ext>
            </a:extLst>
          </p:cNvPr>
          <p:cNvSpPr>
            <a:spLocks noGrp="1"/>
          </p:cNvSpPr>
          <p:nvPr/>
        </p:nvSpPr>
        <p:spPr>
          <a:xfrm>
            <a:off x="5257892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6" name="Circle">
            <a:extLst>
              <a:ext uri="{FF2B5EF4-FFF2-40B4-BE49-F238E27FC236}">
                <a16:creationId xmlns:a16="http://schemas.microsoft.com/office/drawing/2014/main" id="{6BC14511-01E7-4311-81FB-CDEB6F9A2616}"/>
              </a:ext>
            </a:extLst>
          </p:cNvPr>
          <p:cNvSpPr>
            <a:spLocks noGrp="1"/>
          </p:cNvSpPr>
          <p:nvPr/>
        </p:nvSpPr>
        <p:spPr>
          <a:xfrm rot="10800000">
            <a:off x="602286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7" name="Rounded Rectangle">
            <a:extLst>
              <a:ext uri="{FF2B5EF4-FFF2-40B4-BE49-F238E27FC236}">
                <a16:creationId xmlns:a16="http://schemas.microsoft.com/office/drawing/2014/main" id="{CADC7AC0-4AF6-4515-A16E-755D211292A2}"/>
              </a:ext>
            </a:extLst>
          </p:cNvPr>
          <p:cNvSpPr>
            <a:spLocks noGrp="1"/>
          </p:cNvSpPr>
          <p:nvPr/>
        </p:nvSpPr>
        <p:spPr>
          <a:xfrm>
            <a:off x="8950128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8" name="Circle">
            <a:extLst>
              <a:ext uri="{FF2B5EF4-FFF2-40B4-BE49-F238E27FC236}">
                <a16:creationId xmlns:a16="http://schemas.microsoft.com/office/drawing/2014/main" id="{4F406DA9-C87D-4A7C-B84C-206E3CA60B83}"/>
              </a:ext>
            </a:extLst>
          </p:cNvPr>
          <p:cNvSpPr>
            <a:spLocks noGrp="1"/>
          </p:cNvSpPr>
          <p:nvPr/>
        </p:nvSpPr>
        <p:spPr>
          <a:xfrm>
            <a:off x="9049856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9" name="Circle">
            <a:extLst>
              <a:ext uri="{FF2B5EF4-FFF2-40B4-BE49-F238E27FC236}">
                <a16:creationId xmlns:a16="http://schemas.microsoft.com/office/drawing/2014/main" id="{CB0D2CAA-6A06-442C-8A26-E0B7D19CE70A}"/>
              </a:ext>
            </a:extLst>
          </p:cNvPr>
          <p:cNvSpPr>
            <a:spLocks noGrp="1"/>
          </p:cNvSpPr>
          <p:nvPr/>
        </p:nvSpPr>
        <p:spPr>
          <a:xfrm rot="10800000">
            <a:off x="981482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0" name="Circle">
            <a:extLst>
              <a:ext uri="{FF2B5EF4-FFF2-40B4-BE49-F238E27FC236}">
                <a16:creationId xmlns:a16="http://schemas.microsoft.com/office/drawing/2014/main" id="{6A59C5C9-EF73-43B9-87F6-E4DD4226FAA1}"/>
              </a:ext>
            </a:extLst>
          </p:cNvPr>
          <p:cNvSpPr>
            <a:spLocks noGrp="1"/>
          </p:cNvSpPr>
          <p:nvPr/>
        </p:nvSpPr>
        <p:spPr>
          <a:xfrm rot="10800000">
            <a:off x="9432340" y="77022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1" name="Rounded Rectangle">
            <a:extLst>
              <a:ext uri="{FF2B5EF4-FFF2-40B4-BE49-F238E27FC236}">
                <a16:creationId xmlns:a16="http://schemas.microsoft.com/office/drawing/2014/main" id="{DBC76406-A473-489B-B7B5-29D1C88CB463}"/>
              </a:ext>
            </a:extLst>
          </p:cNvPr>
          <p:cNvSpPr>
            <a:spLocks noGrp="1"/>
          </p:cNvSpPr>
          <p:nvPr/>
        </p:nvSpPr>
        <p:spPr>
          <a:xfrm>
            <a:off x="12742091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2" name="Circle">
            <a:extLst>
              <a:ext uri="{FF2B5EF4-FFF2-40B4-BE49-F238E27FC236}">
                <a16:creationId xmlns:a16="http://schemas.microsoft.com/office/drawing/2014/main" id="{731292FF-434C-42DB-BB03-65588BED063F}"/>
              </a:ext>
            </a:extLst>
          </p:cNvPr>
          <p:cNvSpPr>
            <a:spLocks noGrp="1"/>
          </p:cNvSpPr>
          <p:nvPr/>
        </p:nvSpPr>
        <p:spPr>
          <a:xfrm>
            <a:off x="12841819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3" name="Circle">
            <a:extLst>
              <a:ext uri="{FF2B5EF4-FFF2-40B4-BE49-F238E27FC236}">
                <a16:creationId xmlns:a16="http://schemas.microsoft.com/office/drawing/2014/main" id="{ED36B06E-E314-4971-B9FF-BF07193DDB3D}"/>
              </a:ext>
            </a:extLst>
          </p:cNvPr>
          <p:cNvSpPr>
            <a:spLocks noGrp="1"/>
          </p:cNvSpPr>
          <p:nvPr/>
        </p:nvSpPr>
        <p:spPr>
          <a:xfrm rot="10800000">
            <a:off x="13606789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4" name="Circle">
            <a:extLst>
              <a:ext uri="{FF2B5EF4-FFF2-40B4-BE49-F238E27FC236}">
                <a16:creationId xmlns:a16="http://schemas.microsoft.com/office/drawing/2014/main" id="{8AFD6396-4F4C-4723-AB44-859B66862975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5" name="Circle">
            <a:extLst>
              <a:ext uri="{FF2B5EF4-FFF2-40B4-BE49-F238E27FC236}">
                <a16:creationId xmlns:a16="http://schemas.microsoft.com/office/drawing/2014/main" id="{14CF4D09-6870-47A7-97A7-75F87B9B74B4}"/>
              </a:ext>
            </a:extLst>
          </p:cNvPr>
          <p:cNvSpPr>
            <a:spLocks noGrp="1"/>
          </p:cNvSpPr>
          <p:nvPr/>
        </p:nvSpPr>
        <p:spPr>
          <a:xfrm flipH="1">
            <a:off x="13606789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6" name="Rounded Rectangle">
            <a:extLst>
              <a:ext uri="{FF2B5EF4-FFF2-40B4-BE49-F238E27FC236}">
                <a16:creationId xmlns:a16="http://schemas.microsoft.com/office/drawing/2014/main" id="{1DF6F530-04A8-4B6D-9D2D-060EF3011756}"/>
              </a:ext>
            </a:extLst>
          </p:cNvPr>
          <p:cNvSpPr>
            <a:spLocks noGrp="1"/>
          </p:cNvSpPr>
          <p:nvPr/>
        </p:nvSpPr>
        <p:spPr>
          <a:xfrm>
            <a:off x="16534055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7" name="Circle">
            <a:extLst>
              <a:ext uri="{FF2B5EF4-FFF2-40B4-BE49-F238E27FC236}">
                <a16:creationId xmlns:a16="http://schemas.microsoft.com/office/drawing/2014/main" id="{00E26AE3-D9C5-48B8-8871-71D0B0D09103}"/>
              </a:ext>
            </a:extLst>
          </p:cNvPr>
          <p:cNvSpPr>
            <a:spLocks noGrp="1"/>
          </p:cNvSpPr>
          <p:nvPr/>
        </p:nvSpPr>
        <p:spPr>
          <a:xfrm>
            <a:off x="1663378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8" name="Circle">
            <a:extLst>
              <a:ext uri="{FF2B5EF4-FFF2-40B4-BE49-F238E27FC236}">
                <a16:creationId xmlns:a16="http://schemas.microsoft.com/office/drawing/2014/main" id="{90D4616A-E499-4DC9-B3B7-27CCBE4A9104}"/>
              </a:ext>
            </a:extLst>
          </p:cNvPr>
          <p:cNvSpPr>
            <a:spLocks noGrp="1"/>
          </p:cNvSpPr>
          <p:nvPr/>
        </p:nvSpPr>
        <p:spPr>
          <a:xfrm rot="10800000">
            <a:off x="17398753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9" name="Circle">
            <a:extLst>
              <a:ext uri="{FF2B5EF4-FFF2-40B4-BE49-F238E27FC236}">
                <a16:creationId xmlns:a16="http://schemas.microsoft.com/office/drawing/2014/main" id="{BE6C7BDE-3672-48C3-9673-E0DE550AAAEE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0" name="Circle">
            <a:extLst>
              <a:ext uri="{FF2B5EF4-FFF2-40B4-BE49-F238E27FC236}">
                <a16:creationId xmlns:a16="http://schemas.microsoft.com/office/drawing/2014/main" id="{9E59A17D-1D57-438C-9E35-1B803EB62DC9}"/>
              </a:ext>
            </a:extLst>
          </p:cNvPr>
          <p:cNvSpPr>
            <a:spLocks noGrp="1"/>
          </p:cNvSpPr>
          <p:nvPr/>
        </p:nvSpPr>
        <p:spPr>
          <a:xfrm flipH="1">
            <a:off x="17398753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1" name="Circle">
            <a:extLst>
              <a:ext uri="{FF2B5EF4-FFF2-40B4-BE49-F238E27FC236}">
                <a16:creationId xmlns:a16="http://schemas.microsoft.com/office/drawing/2014/main" id="{EFA8146D-FE29-44E7-AF3C-D0483951D026}"/>
              </a:ext>
            </a:extLst>
          </p:cNvPr>
          <p:cNvSpPr>
            <a:spLocks noGrp="1"/>
          </p:cNvSpPr>
          <p:nvPr/>
        </p:nvSpPr>
        <p:spPr>
          <a:xfrm rot="10800000">
            <a:off x="17016267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2" name="Rounded Rectangle">
            <a:extLst>
              <a:ext uri="{FF2B5EF4-FFF2-40B4-BE49-F238E27FC236}">
                <a16:creationId xmlns:a16="http://schemas.microsoft.com/office/drawing/2014/main" id="{361CB627-80A1-483E-89AF-F197266F12E7}"/>
              </a:ext>
            </a:extLst>
          </p:cNvPr>
          <p:cNvSpPr>
            <a:spLocks noGrp="1"/>
          </p:cNvSpPr>
          <p:nvPr/>
        </p:nvSpPr>
        <p:spPr>
          <a:xfrm>
            <a:off x="20326017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3" name="Circle">
            <a:extLst>
              <a:ext uri="{FF2B5EF4-FFF2-40B4-BE49-F238E27FC236}">
                <a16:creationId xmlns:a16="http://schemas.microsoft.com/office/drawing/2014/main" id="{2E8F1B3B-447D-4E7D-9BA1-134D17C92827}"/>
              </a:ext>
            </a:extLst>
          </p:cNvPr>
          <p:cNvSpPr>
            <a:spLocks noGrp="1"/>
          </p:cNvSpPr>
          <p:nvPr/>
        </p:nvSpPr>
        <p:spPr>
          <a:xfrm>
            <a:off x="20425745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4" name="Circle">
            <a:extLst>
              <a:ext uri="{FF2B5EF4-FFF2-40B4-BE49-F238E27FC236}">
                <a16:creationId xmlns:a16="http://schemas.microsoft.com/office/drawing/2014/main" id="{0DA5CA4F-295C-4736-8F27-B2BD5B1707AA}"/>
              </a:ext>
            </a:extLst>
          </p:cNvPr>
          <p:cNvSpPr>
            <a:spLocks noGrp="1"/>
          </p:cNvSpPr>
          <p:nvPr/>
        </p:nvSpPr>
        <p:spPr>
          <a:xfrm rot="10800000">
            <a:off x="2119071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5" name="Circle">
            <a:extLst>
              <a:ext uri="{FF2B5EF4-FFF2-40B4-BE49-F238E27FC236}">
                <a16:creationId xmlns:a16="http://schemas.microsoft.com/office/drawing/2014/main" id="{2971EAA3-9D00-42E9-B043-948395C3A411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6" name="Circle">
            <a:extLst>
              <a:ext uri="{FF2B5EF4-FFF2-40B4-BE49-F238E27FC236}">
                <a16:creationId xmlns:a16="http://schemas.microsoft.com/office/drawing/2014/main" id="{B80BF2F2-42A0-4808-91FF-3637199CB5FB}"/>
              </a:ext>
            </a:extLst>
          </p:cNvPr>
          <p:cNvSpPr>
            <a:spLocks noGrp="1"/>
          </p:cNvSpPr>
          <p:nvPr/>
        </p:nvSpPr>
        <p:spPr>
          <a:xfrm flipH="1">
            <a:off x="21190715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7" name="Circle">
            <a:extLst>
              <a:ext uri="{FF2B5EF4-FFF2-40B4-BE49-F238E27FC236}">
                <a16:creationId xmlns:a16="http://schemas.microsoft.com/office/drawing/2014/main" id="{C4FE2DE8-BCAC-4F68-9C14-EF8CB0BA5CD6}"/>
              </a:ext>
            </a:extLst>
          </p:cNvPr>
          <p:cNvSpPr>
            <a:spLocks noGrp="1"/>
          </p:cNvSpPr>
          <p:nvPr/>
        </p:nvSpPr>
        <p:spPr>
          <a:xfrm rot="10800000">
            <a:off x="20425745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8" name="Circle">
            <a:extLst>
              <a:ext uri="{FF2B5EF4-FFF2-40B4-BE49-F238E27FC236}">
                <a16:creationId xmlns:a16="http://schemas.microsoft.com/office/drawing/2014/main" id="{15718C84-0F9A-406A-84D6-FE130A485321}"/>
              </a:ext>
            </a:extLst>
          </p:cNvPr>
          <p:cNvSpPr>
            <a:spLocks noGrp="1"/>
          </p:cNvSpPr>
          <p:nvPr/>
        </p:nvSpPr>
        <p:spPr>
          <a:xfrm rot="10800000">
            <a:off x="21190715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9" name="Rounded Rectangle">
            <a:extLst>
              <a:ext uri="{FF2B5EF4-FFF2-40B4-BE49-F238E27FC236}">
                <a16:creationId xmlns:a16="http://schemas.microsoft.com/office/drawing/2014/main" id="{E61FF5C3-72E8-4323-B9BD-991E6736FDB0}"/>
              </a:ext>
            </a:extLst>
          </p:cNvPr>
          <p:cNvSpPr>
            <a:spLocks noGrp="1"/>
          </p:cNvSpPr>
          <p:nvPr/>
        </p:nvSpPr>
        <p:spPr>
          <a:xfrm>
            <a:off x="1366203" y="9214204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0" name="Circle">
            <a:extLst>
              <a:ext uri="{FF2B5EF4-FFF2-40B4-BE49-F238E27FC236}">
                <a16:creationId xmlns:a16="http://schemas.microsoft.com/office/drawing/2014/main" id="{872D6A80-148E-4CAD-A1EC-1678680CD238}"/>
              </a:ext>
            </a:extLst>
          </p:cNvPr>
          <p:cNvSpPr>
            <a:spLocks noGrp="1"/>
          </p:cNvSpPr>
          <p:nvPr/>
        </p:nvSpPr>
        <p:spPr>
          <a:xfrm>
            <a:off x="1848415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1" name="Rounded Rectangle">
            <a:extLst>
              <a:ext uri="{FF2B5EF4-FFF2-40B4-BE49-F238E27FC236}">
                <a16:creationId xmlns:a16="http://schemas.microsoft.com/office/drawing/2014/main" id="{DB556A25-9802-4E61-8D16-8AAE2143FA28}"/>
              </a:ext>
            </a:extLst>
          </p:cNvPr>
          <p:cNvSpPr>
            <a:spLocks noGrp="1"/>
          </p:cNvSpPr>
          <p:nvPr/>
        </p:nvSpPr>
        <p:spPr>
          <a:xfrm>
            <a:off x="5158165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2" name="Circle">
            <a:extLst>
              <a:ext uri="{FF2B5EF4-FFF2-40B4-BE49-F238E27FC236}">
                <a16:creationId xmlns:a16="http://schemas.microsoft.com/office/drawing/2014/main" id="{FCEF48A9-7ADE-4A2E-B683-C55D0A817387}"/>
              </a:ext>
            </a:extLst>
          </p:cNvPr>
          <p:cNvSpPr>
            <a:spLocks noGrp="1"/>
          </p:cNvSpPr>
          <p:nvPr/>
        </p:nvSpPr>
        <p:spPr>
          <a:xfrm>
            <a:off x="525789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3" name="Circle">
            <a:extLst>
              <a:ext uri="{FF2B5EF4-FFF2-40B4-BE49-F238E27FC236}">
                <a16:creationId xmlns:a16="http://schemas.microsoft.com/office/drawing/2014/main" id="{FE561226-B767-4BE5-8323-84534CA4D3DF}"/>
              </a:ext>
            </a:extLst>
          </p:cNvPr>
          <p:cNvSpPr>
            <a:spLocks noGrp="1"/>
          </p:cNvSpPr>
          <p:nvPr/>
        </p:nvSpPr>
        <p:spPr>
          <a:xfrm rot="10800000">
            <a:off x="6022861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4" name="Rounded Rectangle">
            <a:extLst>
              <a:ext uri="{FF2B5EF4-FFF2-40B4-BE49-F238E27FC236}">
                <a16:creationId xmlns:a16="http://schemas.microsoft.com/office/drawing/2014/main" id="{C63E2F83-ABF5-45D7-91FE-FE508BCE32CB}"/>
              </a:ext>
            </a:extLst>
          </p:cNvPr>
          <p:cNvSpPr>
            <a:spLocks noGrp="1"/>
          </p:cNvSpPr>
          <p:nvPr/>
        </p:nvSpPr>
        <p:spPr>
          <a:xfrm>
            <a:off x="8950128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5" name="Circle">
            <a:extLst>
              <a:ext uri="{FF2B5EF4-FFF2-40B4-BE49-F238E27FC236}">
                <a16:creationId xmlns:a16="http://schemas.microsoft.com/office/drawing/2014/main" id="{C5EF5638-A063-4977-A1AA-E4C6FC344823}"/>
              </a:ext>
            </a:extLst>
          </p:cNvPr>
          <p:cNvSpPr>
            <a:spLocks noGrp="1"/>
          </p:cNvSpPr>
          <p:nvPr/>
        </p:nvSpPr>
        <p:spPr>
          <a:xfrm>
            <a:off x="9049856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6" name="Circle">
            <a:extLst>
              <a:ext uri="{FF2B5EF4-FFF2-40B4-BE49-F238E27FC236}">
                <a16:creationId xmlns:a16="http://schemas.microsoft.com/office/drawing/2014/main" id="{4E830D1E-E596-465A-A27E-ADBB900C3CFE}"/>
              </a:ext>
            </a:extLst>
          </p:cNvPr>
          <p:cNvSpPr>
            <a:spLocks noGrp="1"/>
          </p:cNvSpPr>
          <p:nvPr/>
        </p:nvSpPr>
        <p:spPr>
          <a:xfrm rot="10800000">
            <a:off x="9814825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7" name="Circle">
            <a:extLst>
              <a:ext uri="{FF2B5EF4-FFF2-40B4-BE49-F238E27FC236}">
                <a16:creationId xmlns:a16="http://schemas.microsoft.com/office/drawing/2014/main" id="{E551F9CF-076F-4895-9C7F-35FD891F5B19}"/>
              </a:ext>
            </a:extLst>
          </p:cNvPr>
          <p:cNvSpPr>
            <a:spLocks noGrp="1"/>
          </p:cNvSpPr>
          <p:nvPr/>
        </p:nvSpPr>
        <p:spPr>
          <a:xfrm rot="10800000">
            <a:off x="9432340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8" name="Rounded Rectangle">
            <a:extLst>
              <a:ext uri="{FF2B5EF4-FFF2-40B4-BE49-F238E27FC236}">
                <a16:creationId xmlns:a16="http://schemas.microsoft.com/office/drawing/2014/main" id="{49D4F336-91E0-4304-AA24-7BD5BA5A4F45}"/>
              </a:ext>
            </a:extLst>
          </p:cNvPr>
          <p:cNvSpPr>
            <a:spLocks noGrp="1"/>
          </p:cNvSpPr>
          <p:nvPr/>
        </p:nvSpPr>
        <p:spPr>
          <a:xfrm>
            <a:off x="12742091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9" name="Circle">
            <a:extLst>
              <a:ext uri="{FF2B5EF4-FFF2-40B4-BE49-F238E27FC236}">
                <a16:creationId xmlns:a16="http://schemas.microsoft.com/office/drawing/2014/main" id="{0DC084C0-51B6-43C4-8200-442C63567C2F}"/>
              </a:ext>
            </a:extLst>
          </p:cNvPr>
          <p:cNvSpPr>
            <a:spLocks noGrp="1"/>
          </p:cNvSpPr>
          <p:nvPr/>
        </p:nvSpPr>
        <p:spPr>
          <a:xfrm>
            <a:off x="12841819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0" name="Circle">
            <a:extLst>
              <a:ext uri="{FF2B5EF4-FFF2-40B4-BE49-F238E27FC236}">
                <a16:creationId xmlns:a16="http://schemas.microsoft.com/office/drawing/2014/main" id="{A5811457-3CA8-40B1-A0AE-130C3B39B3E0}"/>
              </a:ext>
            </a:extLst>
          </p:cNvPr>
          <p:cNvSpPr>
            <a:spLocks noGrp="1"/>
          </p:cNvSpPr>
          <p:nvPr/>
        </p:nvSpPr>
        <p:spPr>
          <a:xfrm rot="10800000">
            <a:off x="13606789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1" name="Circle">
            <a:extLst>
              <a:ext uri="{FF2B5EF4-FFF2-40B4-BE49-F238E27FC236}">
                <a16:creationId xmlns:a16="http://schemas.microsoft.com/office/drawing/2014/main" id="{65B280A3-B71A-4044-BCA0-EA82588CD78D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2" name="Circle">
            <a:extLst>
              <a:ext uri="{FF2B5EF4-FFF2-40B4-BE49-F238E27FC236}">
                <a16:creationId xmlns:a16="http://schemas.microsoft.com/office/drawing/2014/main" id="{A8D14DE0-AA27-4611-A4B5-FCF76061D5E1}"/>
              </a:ext>
            </a:extLst>
          </p:cNvPr>
          <p:cNvSpPr>
            <a:spLocks noGrp="1"/>
          </p:cNvSpPr>
          <p:nvPr/>
        </p:nvSpPr>
        <p:spPr>
          <a:xfrm flipH="1">
            <a:off x="13606789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3" name="Rounded Rectangle">
            <a:extLst>
              <a:ext uri="{FF2B5EF4-FFF2-40B4-BE49-F238E27FC236}">
                <a16:creationId xmlns:a16="http://schemas.microsoft.com/office/drawing/2014/main" id="{97ECA1E4-0ED0-49C7-BE99-FEF1C4102846}"/>
              </a:ext>
            </a:extLst>
          </p:cNvPr>
          <p:cNvSpPr>
            <a:spLocks noGrp="1"/>
          </p:cNvSpPr>
          <p:nvPr/>
        </p:nvSpPr>
        <p:spPr>
          <a:xfrm>
            <a:off x="16534055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4" name="Circle">
            <a:extLst>
              <a:ext uri="{FF2B5EF4-FFF2-40B4-BE49-F238E27FC236}">
                <a16:creationId xmlns:a16="http://schemas.microsoft.com/office/drawing/2014/main" id="{45AB0FD7-139B-4200-879F-16D0DBA1226C}"/>
              </a:ext>
            </a:extLst>
          </p:cNvPr>
          <p:cNvSpPr>
            <a:spLocks noGrp="1"/>
          </p:cNvSpPr>
          <p:nvPr/>
        </p:nvSpPr>
        <p:spPr>
          <a:xfrm>
            <a:off x="1663378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5" name="Circle">
            <a:extLst>
              <a:ext uri="{FF2B5EF4-FFF2-40B4-BE49-F238E27FC236}">
                <a16:creationId xmlns:a16="http://schemas.microsoft.com/office/drawing/2014/main" id="{7AB222F5-1F3C-43D2-B228-CF34AB195B00}"/>
              </a:ext>
            </a:extLst>
          </p:cNvPr>
          <p:cNvSpPr>
            <a:spLocks noGrp="1"/>
          </p:cNvSpPr>
          <p:nvPr/>
        </p:nvSpPr>
        <p:spPr>
          <a:xfrm rot="10800000">
            <a:off x="17398753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6" name="Circle">
            <a:extLst>
              <a:ext uri="{FF2B5EF4-FFF2-40B4-BE49-F238E27FC236}">
                <a16:creationId xmlns:a16="http://schemas.microsoft.com/office/drawing/2014/main" id="{89BF33DF-A237-489F-BC25-D5F88F532E89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7" name="Circle">
            <a:extLst>
              <a:ext uri="{FF2B5EF4-FFF2-40B4-BE49-F238E27FC236}">
                <a16:creationId xmlns:a16="http://schemas.microsoft.com/office/drawing/2014/main" id="{23392B88-BCCC-440E-971B-8443422704CA}"/>
              </a:ext>
            </a:extLst>
          </p:cNvPr>
          <p:cNvSpPr>
            <a:spLocks noGrp="1"/>
          </p:cNvSpPr>
          <p:nvPr/>
        </p:nvSpPr>
        <p:spPr>
          <a:xfrm flipH="1">
            <a:off x="17398753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8" name="Circle">
            <a:extLst>
              <a:ext uri="{FF2B5EF4-FFF2-40B4-BE49-F238E27FC236}">
                <a16:creationId xmlns:a16="http://schemas.microsoft.com/office/drawing/2014/main" id="{7348F61B-E584-4A5E-876D-5F2B08D3970E}"/>
              </a:ext>
            </a:extLst>
          </p:cNvPr>
          <p:cNvSpPr>
            <a:spLocks noGrp="1"/>
          </p:cNvSpPr>
          <p:nvPr/>
        </p:nvSpPr>
        <p:spPr>
          <a:xfrm rot="10800000">
            <a:off x="17016267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9" name="Rounded Rectangle">
            <a:extLst>
              <a:ext uri="{FF2B5EF4-FFF2-40B4-BE49-F238E27FC236}">
                <a16:creationId xmlns:a16="http://schemas.microsoft.com/office/drawing/2014/main" id="{7F6B3C24-72F4-4692-A78A-A60A6CC4DD0F}"/>
              </a:ext>
            </a:extLst>
          </p:cNvPr>
          <p:cNvSpPr>
            <a:spLocks noGrp="1"/>
          </p:cNvSpPr>
          <p:nvPr/>
        </p:nvSpPr>
        <p:spPr>
          <a:xfrm>
            <a:off x="20326017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0" name="Circle">
            <a:extLst>
              <a:ext uri="{FF2B5EF4-FFF2-40B4-BE49-F238E27FC236}">
                <a16:creationId xmlns:a16="http://schemas.microsoft.com/office/drawing/2014/main" id="{1B5B9DE9-387C-4566-AC0E-DF6691660064}"/>
              </a:ext>
            </a:extLst>
          </p:cNvPr>
          <p:cNvSpPr>
            <a:spLocks noGrp="1"/>
          </p:cNvSpPr>
          <p:nvPr/>
        </p:nvSpPr>
        <p:spPr>
          <a:xfrm>
            <a:off x="20425745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1" name="Circle">
            <a:extLst>
              <a:ext uri="{FF2B5EF4-FFF2-40B4-BE49-F238E27FC236}">
                <a16:creationId xmlns:a16="http://schemas.microsoft.com/office/drawing/2014/main" id="{0543B1F2-7BA9-4311-94E9-B12FA6443AF8}"/>
              </a:ext>
            </a:extLst>
          </p:cNvPr>
          <p:cNvSpPr>
            <a:spLocks noGrp="1"/>
          </p:cNvSpPr>
          <p:nvPr/>
        </p:nvSpPr>
        <p:spPr>
          <a:xfrm rot="10800000">
            <a:off x="21190715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2" name="Circle">
            <a:extLst>
              <a:ext uri="{FF2B5EF4-FFF2-40B4-BE49-F238E27FC236}">
                <a16:creationId xmlns:a16="http://schemas.microsoft.com/office/drawing/2014/main" id="{007B8A02-A9E0-4A8B-86A5-C0130D6A072D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3" name="Circle">
            <a:extLst>
              <a:ext uri="{FF2B5EF4-FFF2-40B4-BE49-F238E27FC236}">
                <a16:creationId xmlns:a16="http://schemas.microsoft.com/office/drawing/2014/main" id="{B97E4506-B885-45ED-A777-10313FCBE18D}"/>
              </a:ext>
            </a:extLst>
          </p:cNvPr>
          <p:cNvSpPr>
            <a:spLocks noGrp="1"/>
          </p:cNvSpPr>
          <p:nvPr/>
        </p:nvSpPr>
        <p:spPr>
          <a:xfrm flipH="1">
            <a:off x="21190715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4" name="Circle">
            <a:extLst>
              <a:ext uri="{FF2B5EF4-FFF2-40B4-BE49-F238E27FC236}">
                <a16:creationId xmlns:a16="http://schemas.microsoft.com/office/drawing/2014/main" id="{5EC38C06-0E35-4AA7-959B-09C0A3EBD97E}"/>
              </a:ext>
            </a:extLst>
          </p:cNvPr>
          <p:cNvSpPr>
            <a:spLocks noGrp="1"/>
          </p:cNvSpPr>
          <p:nvPr/>
        </p:nvSpPr>
        <p:spPr>
          <a:xfrm rot="10800000">
            <a:off x="20425745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5" name="Circle">
            <a:extLst>
              <a:ext uri="{FF2B5EF4-FFF2-40B4-BE49-F238E27FC236}">
                <a16:creationId xmlns:a16="http://schemas.microsoft.com/office/drawing/2014/main" id="{FB8B052C-5338-46B3-A99E-FC7D3BBFC9F1}"/>
              </a:ext>
            </a:extLst>
          </p:cNvPr>
          <p:cNvSpPr>
            <a:spLocks noGrp="1"/>
          </p:cNvSpPr>
          <p:nvPr/>
        </p:nvSpPr>
        <p:spPr>
          <a:xfrm rot="10800000">
            <a:off x="21190715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6" name="Rounded Rectangle">
            <a:extLst>
              <a:ext uri="{FF2B5EF4-FFF2-40B4-BE49-F238E27FC236}">
                <a16:creationId xmlns:a16="http://schemas.microsoft.com/office/drawing/2014/main" id="{2F7C7CE5-175E-41F2-BE32-7D5161BFFFEC}"/>
              </a:ext>
            </a:extLst>
          </p:cNvPr>
          <p:cNvSpPr>
            <a:spLocks noGrp="1"/>
          </p:cNvSpPr>
          <p:nvPr/>
        </p:nvSpPr>
        <p:spPr>
          <a:xfrm>
            <a:off x="1366203" y="11208341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7" name="Circle">
            <a:extLst>
              <a:ext uri="{FF2B5EF4-FFF2-40B4-BE49-F238E27FC236}">
                <a16:creationId xmlns:a16="http://schemas.microsoft.com/office/drawing/2014/main" id="{CC93082B-D096-4E06-A1B3-7B0910719982}"/>
              </a:ext>
            </a:extLst>
          </p:cNvPr>
          <p:cNvSpPr>
            <a:spLocks noGrp="1"/>
          </p:cNvSpPr>
          <p:nvPr/>
        </p:nvSpPr>
        <p:spPr>
          <a:xfrm>
            <a:off x="1848415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8" name="Rounded Rectangle">
            <a:extLst>
              <a:ext uri="{FF2B5EF4-FFF2-40B4-BE49-F238E27FC236}">
                <a16:creationId xmlns:a16="http://schemas.microsoft.com/office/drawing/2014/main" id="{039516DD-911A-4014-8C46-774AB1597A37}"/>
              </a:ext>
            </a:extLst>
          </p:cNvPr>
          <p:cNvSpPr>
            <a:spLocks noGrp="1"/>
          </p:cNvSpPr>
          <p:nvPr/>
        </p:nvSpPr>
        <p:spPr>
          <a:xfrm>
            <a:off x="5158165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9" name="Circle">
            <a:extLst>
              <a:ext uri="{FF2B5EF4-FFF2-40B4-BE49-F238E27FC236}">
                <a16:creationId xmlns:a16="http://schemas.microsoft.com/office/drawing/2014/main" id="{1AB13C80-438A-4B96-9966-9F8A52F7A358}"/>
              </a:ext>
            </a:extLst>
          </p:cNvPr>
          <p:cNvSpPr>
            <a:spLocks noGrp="1"/>
          </p:cNvSpPr>
          <p:nvPr/>
        </p:nvSpPr>
        <p:spPr>
          <a:xfrm>
            <a:off x="5257892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0" name="Circle">
            <a:extLst>
              <a:ext uri="{FF2B5EF4-FFF2-40B4-BE49-F238E27FC236}">
                <a16:creationId xmlns:a16="http://schemas.microsoft.com/office/drawing/2014/main" id="{61325C20-4D2E-4ED6-963F-53B5C2CBAFA1}"/>
              </a:ext>
            </a:extLst>
          </p:cNvPr>
          <p:cNvSpPr>
            <a:spLocks noGrp="1"/>
          </p:cNvSpPr>
          <p:nvPr/>
        </p:nvSpPr>
        <p:spPr>
          <a:xfrm rot="10800000">
            <a:off x="602286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1" name="Rounded Rectangle">
            <a:extLst>
              <a:ext uri="{FF2B5EF4-FFF2-40B4-BE49-F238E27FC236}">
                <a16:creationId xmlns:a16="http://schemas.microsoft.com/office/drawing/2014/main" id="{D9704323-6715-4293-A130-472FE9BD0B55}"/>
              </a:ext>
            </a:extLst>
          </p:cNvPr>
          <p:cNvSpPr>
            <a:spLocks noGrp="1"/>
          </p:cNvSpPr>
          <p:nvPr/>
        </p:nvSpPr>
        <p:spPr>
          <a:xfrm>
            <a:off x="895012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2" name="Circle">
            <a:extLst>
              <a:ext uri="{FF2B5EF4-FFF2-40B4-BE49-F238E27FC236}">
                <a16:creationId xmlns:a16="http://schemas.microsoft.com/office/drawing/2014/main" id="{3A9C228C-FC75-410A-9DFF-B446D073A0C0}"/>
              </a:ext>
            </a:extLst>
          </p:cNvPr>
          <p:cNvSpPr>
            <a:spLocks noGrp="1"/>
          </p:cNvSpPr>
          <p:nvPr/>
        </p:nvSpPr>
        <p:spPr>
          <a:xfrm>
            <a:off x="9049856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3" name="Circle">
            <a:extLst>
              <a:ext uri="{FF2B5EF4-FFF2-40B4-BE49-F238E27FC236}">
                <a16:creationId xmlns:a16="http://schemas.microsoft.com/office/drawing/2014/main" id="{938F0DEC-C716-41BF-BFFF-FF38F3952A1A}"/>
              </a:ext>
            </a:extLst>
          </p:cNvPr>
          <p:cNvSpPr>
            <a:spLocks noGrp="1"/>
          </p:cNvSpPr>
          <p:nvPr/>
        </p:nvSpPr>
        <p:spPr>
          <a:xfrm rot="10800000">
            <a:off x="981482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4" name="Circle">
            <a:extLst>
              <a:ext uri="{FF2B5EF4-FFF2-40B4-BE49-F238E27FC236}">
                <a16:creationId xmlns:a16="http://schemas.microsoft.com/office/drawing/2014/main" id="{C1001F61-4B1F-42B7-B474-CD3A12711F56}"/>
              </a:ext>
            </a:extLst>
          </p:cNvPr>
          <p:cNvSpPr>
            <a:spLocks noGrp="1"/>
          </p:cNvSpPr>
          <p:nvPr/>
        </p:nvSpPr>
        <p:spPr>
          <a:xfrm rot="10800000">
            <a:off x="9432340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5" name="Rounded Rectangle">
            <a:extLst>
              <a:ext uri="{FF2B5EF4-FFF2-40B4-BE49-F238E27FC236}">
                <a16:creationId xmlns:a16="http://schemas.microsoft.com/office/drawing/2014/main" id="{9015704A-CA77-4FDE-BE45-06ADA37CAF74}"/>
              </a:ext>
            </a:extLst>
          </p:cNvPr>
          <p:cNvSpPr>
            <a:spLocks noGrp="1"/>
          </p:cNvSpPr>
          <p:nvPr/>
        </p:nvSpPr>
        <p:spPr>
          <a:xfrm>
            <a:off x="12742091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6" name="Circle">
            <a:extLst>
              <a:ext uri="{FF2B5EF4-FFF2-40B4-BE49-F238E27FC236}">
                <a16:creationId xmlns:a16="http://schemas.microsoft.com/office/drawing/2014/main" id="{5A678350-9150-4D0E-9CFA-B86F9A9398A3}"/>
              </a:ext>
            </a:extLst>
          </p:cNvPr>
          <p:cNvSpPr>
            <a:spLocks noGrp="1"/>
          </p:cNvSpPr>
          <p:nvPr/>
        </p:nvSpPr>
        <p:spPr>
          <a:xfrm>
            <a:off x="12841819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7" name="Circle">
            <a:extLst>
              <a:ext uri="{FF2B5EF4-FFF2-40B4-BE49-F238E27FC236}">
                <a16:creationId xmlns:a16="http://schemas.microsoft.com/office/drawing/2014/main" id="{C2462983-FABE-46F3-9DA3-4C2925B98DBF}"/>
              </a:ext>
            </a:extLst>
          </p:cNvPr>
          <p:cNvSpPr>
            <a:spLocks noGrp="1"/>
          </p:cNvSpPr>
          <p:nvPr/>
        </p:nvSpPr>
        <p:spPr>
          <a:xfrm rot="10800000">
            <a:off x="13606789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8" name="Circle">
            <a:extLst>
              <a:ext uri="{FF2B5EF4-FFF2-40B4-BE49-F238E27FC236}">
                <a16:creationId xmlns:a16="http://schemas.microsoft.com/office/drawing/2014/main" id="{11E5D5AF-8E1B-4400-8E14-F666A172CDBF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9" name="Circle">
            <a:extLst>
              <a:ext uri="{FF2B5EF4-FFF2-40B4-BE49-F238E27FC236}">
                <a16:creationId xmlns:a16="http://schemas.microsoft.com/office/drawing/2014/main" id="{6E7C8FB3-E1EF-4A99-A592-1E401ECA0A99}"/>
              </a:ext>
            </a:extLst>
          </p:cNvPr>
          <p:cNvSpPr>
            <a:spLocks noGrp="1"/>
          </p:cNvSpPr>
          <p:nvPr/>
        </p:nvSpPr>
        <p:spPr>
          <a:xfrm flipH="1">
            <a:off x="13606789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0" name="Rounded Rectangle">
            <a:extLst>
              <a:ext uri="{FF2B5EF4-FFF2-40B4-BE49-F238E27FC236}">
                <a16:creationId xmlns:a16="http://schemas.microsoft.com/office/drawing/2014/main" id="{19B7611F-378A-470A-B56D-DF0FD18088B7}"/>
              </a:ext>
            </a:extLst>
          </p:cNvPr>
          <p:cNvSpPr>
            <a:spLocks noGrp="1"/>
          </p:cNvSpPr>
          <p:nvPr/>
        </p:nvSpPr>
        <p:spPr>
          <a:xfrm>
            <a:off x="16534055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1" name="Circle">
            <a:extLst>
              <a:ext uri="{FF2B5EF4-FFF2-40B4-BE49-F238E27FC236}">
                <a16:creationId xmlns:a16="http://schemas.microsoft.com/office/drawing/2014/main" id="{F578AF0A-622D-4905-990B-A34FCDC8FF7E}"/>
              </a:ext>
            </a:extLst>
          </p:cNvPr>
          <p:cNvSpPr>
            <a:spLocks noGrp="1"/>
          </p:cNvSpPr>
          <p:nvPr/>
        </p:nvSpPr>
        <p:spPr>
          <a:xfrm>
            <a:off x="16633782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2" name="Circle">
            <a:extLst>
              <a:ext uri="{FF2B5EF4-FFF2-40B4-BE49-F238E27FC236}">
                <a16:creationId xmlns:a16="http://schemas.microsoft.com/office/drawing/2014/main" id="{2C3293F7-15F4-499A-9EEC-6A3ABCB2F1E3}"/>
              </a:ext>
            </a:extLst>
          </p:cNvPr>
          <p:cNvSpPr>
            <a:spLocks noGrp="1"/>
          </p:cNvSpPr>
          <p:nvPr/>
        </p:nvSpPr>
        <p:spPr>
          <a:xfrm rot="10800000">
            <a:off x="17398753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3" name="Circle">
            <a:extLst>
              <a:ext uri="{FF2B5EF4-FFF2-40B4-BE49-F238E27FC236}">
                <a16:creationId xmlns:a16="http://schemas.microsoft.com/office/drawing/2014/main" id="{1F862000-1D50-46C0-B760-6D186BA5DCFA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4" name="Circle">
            <a:extLst>
              <a:ext uri="{FF2B5EF4-FFF2-40B4-BE49-F238E27FC236}">
                <a16:creationId xmlns:a16="http://schemas.microsoft.com/office/drawing/2014/main" id="{F5D5D317-A54F-4797-8A26-27F226D2F397}"/>
              </a:ext>
            </a:extLst>
          </p:cNvPr>
          <p:cNvSpPr>
            <a:spLocks noGrp="1"/>
          </p:cNvSpPr>
          <p:nvPr/>
        </p:nvSpPr>
        <p:spPr>
          <a:xfrm flipH="1">
            <a:off x="17398753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5" name="Circle">
            <a:extLst>
              <a:ext uri="{FF2B5EF4-FFF2-40B4-BE49-F238E27FC236}">
                <a16:creationId xmlns:a16="http://schemas.microsoft.com/office/drawing/2014/main" id="{9CFE0EDD-620A-4FFF-8700-3C91F379399E}"/>
              </a:ext>
            </a:extLst>
          </p:cNvPr>
          <p:cNvSpPr>
            <a:spLocks noGrp="1"/>
          </p:cNvSpPr>
          <p:nvPr/>
        </p:nvSpPr>
        <p:spPr>
          <a:xfrm rot="10800000">
            <a:off x="17016267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6" name="Rounded Rectangle">
            <a:extLst>
              <a:ext uri="{FF2B5EF4-FFF2-40B4-BE49-F238E27FC236}">
                <a16:creationId xmlns:a16="http://schemas.microsoft.com/office/drawing/2014/main" id="{8AD744DD-8AFB-46EC-BA18-B1C251EDC2E2}"/>
              </a:ext>
            </a:extLst>
          </p:cNvPr>
          <p:cNvSpPr>
            <a:spLocks noGrp="1"/>
          </p:cNvSpPr>
          <p:nvPr/>
        </p:nvSpPr>
        <p:spPr>
          <a:xfrm>
            <a:off x="20326017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7" name="Circle">
            <a:extLst>
              <a:ext uri="{FF2B5EF4-FFF2-40B4-BE49-F238E27FC236}">
                <a16:creationId xmlns:a16="http://schemas.microsoft.com/office/drawing/2014/main" id="{B5B8E372-D4A3-4372-959F-1F1E6D1AA484}"/>
              </a:ext>
            </a:extLst>
          </p:cNvPr>
          <p:cNvSpPr>
            <a:spLocks noGrp="1"/>
          </p:cNvSpPr>
          <p:nvPr/>
        </p:nvSpPr>
        <p:spPr>
          <a:xfrm>
            <a:off x="20425745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8" name="Circle">
            <a:extLst>
              <a:ext uri="{FF2B5EF4-FFF2-40B4-BE49-F238E27FC236}">
                <a16:creationId xmlns:a16="http://schemas.microsoft.com/office/drawing/2014/main" id="{51A276D7-81B9-405A-8019-D10D69D767D7}"/>
              </a:ext>
            </a:extLst>
          </p:cNvPr>
          <p:cNvSpPr>
            <a:spLocks noGrp="1"/>
          </p:cNvSpPr>
          <p:nvPr/>
        </p:nvSpPr>
        <p:spPr>
          <a:xfrm rot="10800000">
            <a:off x="2119071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9" name="Circle">
            <a:extLst>
              <a:ext uri="{FF2B5EF4-FFF2-40B4-BE49-F238E27FC236}">
                <a16:creationId xmlns:a16="http://schemas.microsoft.com/office/drawing/2014/main" id="{04C2004D-FD39-414F-850C-C58EE1DE6339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0" name="Circle">
            <a:extLst>
              <a:ext uri="{FF2B5EF4-FFF2-40B4-BE49-F238E27FC236}">
                <a16:creationId xmlns:a16="http://schemas.microsoft.com/office/drawing/2014/main" id="{D1C4788D-744B-45BE-A843-62FD1A466BF9}"/>
              </a:ext>
            </a:extLst>
          </p:cNvPr>
          <p:cNvSpPr>
            <a:spLocks noGrp="1"/>
          </p:cNvSpPr>
          <p:nvPr/>
        </p:nvSpPr>
        <p:spPr>
          <a:xfrm flipH="1">
            <a:off x="21190715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1" name="Circle">
            <a:extLst>
              <a:ext uri="{FF2B5EF4-FFF2-40B4-BE49-F238E27FC236}">
                <a16:creationId xmlns:a16="http://schemas.microsoft.com/office/drawing/2014/main" id="{92EF6CBD-EC01-4079-819B-6F275C4F7D67}"/>
              </a:ext>
            </a:extLst>
          </p:cNvPr>
          <p:cNvSpPr>
            <a:spLocks noGrp="1"/>
          </p:cNvSpPr>
          <p:nvPr/>
        </p:nvSpPr>
        <p:spPr>
          <a:xfrm rot="10800000">
            <a:off x="20425745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2" name="Circle">
            <a:extLst>
              <a:ext uri="{FF2B5EF4-FFF2-40B4-BE49-F238E27FC236}">
                <a16:creationId xmlns:a16="http://schemas.microsoft.com/office/drawing/2014/main" id="{23AFA2CA-47C1-4982-984C-3B61D6113265}"/>
              </a:ext>
            </a:extLst>
          </p:cNvPr>
          <p:cNvSpPr>
            <a:spLocks noGrp="1"/>
          </p:cNvSpPr>
          <p:nvPr/>
        </p:nvSpPr>
        <p:spPr>
          <a:xfrm rot="10800000">
            <a:off x="21190715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3" name="Rounded Rectangle">
            <a:extLst>
              <a:ext uri="{FF2B5EF4-FFF2-40B4-BE49-F238E27FC236}">
                <a16:creationId xmlns:a16="http://schemas.microsoft.com/office/drawing/2014/main" id="{AEF5491F-F653-4AB8-BC46-9DA62804326E}"/>
              </a:ext>
            </a:extLst>
          </p:cNvPr>
          <p:cNvSpPr>
            <a:spLocks noGrp="1"/>
          </p:cNvSpPr>
          <p:nvPr/>
        </p:nvSpPr>
        <p:spPr>
          <a:xfrm>
            <a:off x="657994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4" name="Circle">
            <a:extLst>
              <a:ext uri="{FF2B5EF4-FFF2-40B4-BE49-F238E27FC236}">
                <a16:creationId xmlns:a16="http://schemas.microsoft.com/office/drawing/2014/main" id="{CDC984BF-C9FD-45C6-9301-625831802DE1}"/>
              </a:ext>
            </a:extLst>
          </p:cNvPr>
          <p:cNvSpPr>
            <a:spLocks noGrp="1"/>
          </p:cNvSpPr>
          <p:nvPr/>
        </p:nvSpPr>
        <p:spPr>
          <a:xfrm>
            <a:off x="7062156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5" name="Rounded Rectangle">
            <a:extLst>
              <a:ext uri="{FF2B5EF4-FFF2-40B4-BE49-F238E27FC236}">
                <a16:creationId xmlns:a16="http://schemas.microsoft.com/office/drawing/2014/main" id="{F52C7381-8FCB-4AC8-A361-947CE6AC6461}"/>
              </a:ext>
            </a:extLst>
          </p:cNvPr>
          <p:cNvSpPr>
            <a:spLocks noGrp="1"/>
          </p:cNvSpPr>
          <p:nvPr/>
        </p:nvSpPr>
        <p:spPr>
          <a:xfrm>
            <a:off x="10371907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6" name="Circle">
            <a:extLst>
              <a:ext uri="{FF2B5EF4-FFF2-40B4-BE49-F238E27FC236}">
                <a16:creationId xmlns:a16="http://schemas.microsoft.com/office/drawing/2014/main" id="{21456DFC-0A5C-4E06-BBC3-DF8C31745ECC}"/>
              </a:ext>
            </a:extLst>
          </p:cNvPr>
          <p:cNvSpPr>
            <a:spLocks noGrp="1"/>
          </p:cNvSpPr>
          <p:nvPr/>
        </p:nvSpPr>
        <p:spPr>
          <a:xfrm>
            <a:off x="10854119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7" name="Rounded Rectangle">
            <a:extLst>
              <a:ext uri="{FF2B5EF4-FFF2-40B4-BE49-F238E27FC236}">
                <a16:creationId xmlns:a16="http://schemas.microsoft.com/office/drawing/2014/main" id="{E265621D-0966-4980-8788-C875D8AA56A2}"/>
              </a:ext>
            </a:extLst>
          </p:cNvPr>
          <p:cNvSpPr>
            <a:spLocks noGrp="1"/>
          </p:cNvSpPr>
          <p:nvPr/>
        </p:nvSpPr>
        <p:spPr>
          <a:xfrm>
            <a:off x="14163869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8" name="Circle">
            <a:extLst>
              <a:ext uri="{FF2B5EF4-FFF2-40B4-BE49-F238E27FC236}">
                <a16:creationId xmlns:a16="http://schemas.microsoft.com/office/drawing/2014/main" id="{DEE62A67-ED3F-498B-886F-60F1A35CE62D}"/>
              </a:ext>
            </a:extLst>
          </p:cNvPr>
          <p:cNvSpPr>
            <a:spLocks noGrp="1"/>
          </p:cNvSpPr>
          <p:nvPr/>
        </p:nvSpPr>
        <p:spPr>
          <a:xfrm>
            <a:off x="14646082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9" name="Rounded Rectangle">
            <a:extLst>
              <a:ext uri="{FF2B5EF4-FFF2-40B4-BE49-F238E27FC236}">
                <a16:creationId xmlns:a16="http://schemas.microsoft.com/office/drawing/2014/main" id="{F70BFE45-4FFA-4C0A-85CA-68A9EF7E0A1E}"/>
              </a:ext>
            </a:extLst>
          </p:cNvPr>
          <p:cNvSpPr>
            <a:spLocks noGrp="1"/>
          </p:cNvSpPr>
          <p:nvPr/>
        </p:nvSpPr>
        <p:spPr>
          <a:xfrm>
            <a:off x="17955833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0" name="Circle">
            <a:extLst>
              <a:ext uri="{FF2B5EF4-FFF2-40B4-BE49-F238E27FC236}">
                <a16:creationId xmlns:a16="http://schemas.microsoft.com/office/drawing/2014/main" id="{06B31C15-824C-4377-9FC6-B2EA13148857}"/>
              </a:ext>
            </a:extLst>
          </p:cNvPr>
          <p:cNvSpPr>
            <a:spLocks noGrp="1"/>
          </p:cNvSpPr>
          <p:nvPr/>
        </p:nvSpPr>
        <p:spPr>
          <a:xfrm>
            <a:off x="18438046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1" name="Rounded Rectangle">
            <a:extLst>
              <a:ext uri="{FF2B5EF4-FFF2-40B4-BE49-F238E27FC236}">
                <a16:creationId xmlns:a16="http://schemas.microsoft.com/office/drawing/2014/main" id="{A16153A5-B5F5-40ED-B9CA-7CC6ACCCDC1F}"/>
              </a:ext>
            </a:extLst>
          </p:cNvPr>
          <p:cNvSpPr>
            <a:spLocks noGrp="1"/>
          </p:cNvSpPr>
          <p:nvPr/>
        </p:nvSpPr>
        <p:spPr>
          <a:xfrm>
            <a:off x="21747796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2" name="Circle">
            <a:extLst>
              <a:ext uri="{FF2B5EF4-FFF2-40B4-BE49-F238E27FC236}">
                <a16:creationId xmlns:a16="http://schemas.microsoft.com/office/drawing/2014/main" id="{A0419838-0BCC-469A-A5CC-C8F3DEEEE2DF}"/>
              </a:ext>
            </a:extLst>
          </p:cNvPr>
          <p:cNvSpPr>
            <a:spLocks noGrp="1"/>
          </p:cNvSpPr>
          <p:nvPr/>
        </p:nvSpPr>
        <p:spPr>
          <a:xfrm>
            <a:off x="22230008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3" name="Rounded Rectangle">
            <a:extLst>
              <a:ext uri="{FF2B5EF4-FFF2-40B4-BE49-F238E27FC236}">
                <a16:creationId xmlns:a16="http://schemas.microsoft.com/office/drawing/2014/main" id="{25ED2315-36AD-492E-BB97-78581F5713E7}"/>
              </a:ext>
            </a:extLst>
          </p:cNvPr>
          <p:cNvSpPr>
            <a:spLocks noGrp="1"/>
          </p:cNvSpPr>
          <p:nvPr/>
        </p:nvSpPr>
        <p:spPr>
          <a:xfrm>
            <a:off x="6579944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4" name="Circle">
            <a:extLst>
              <a:ext uri="{FF2B5EF4-FFF2-40B4-BE49-F238E27FC236}">
                <a16:creationId xmlns:a16="http://schemas.microsoft.com/office/drawing/2014/main" id="{C698C31D-49F9-4FDA-B9CE-CC049B567716}"/>
              </a:ext>
            </a:extLst>
          </p:cNvPr>
          <p:cNvSpPr>
            <a:spLocks noGrp="1"/>
          </p:cNvSpPr>
          <p:nvPr/>
        </p:nvSpPr>
        <p:spPr>
          <a:xfrm>
            <a:off x="6679671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5" name="Circle">
            <a:extLst>
              <a:ext uri="{FF2B5EF4-FFF2-40B4-BE49-F238E27FC236}">
                <a16:creationId xmlns:a16="http://schemas.microsoft.com/office/drawing/2014/main" id="{4E7DB7B7-8053-4887-9DD5-8B628BF129D5}"/>
              </a:ext>
            </a:extLst>
          </p:cNvPr>
          <p:cNvSpPr>
            <a:spLocks noGrp="1"/>
          </p:cNvSpPr>
          <p:nvPr/>
        </p:nvSpPr>
        <p:spPr>
          <a:xfrm rot="10800000">
            <a:off x="7444641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6" name="Rounded Rectangle">
            <a:extLst>
              <a:ext uri="{FF2B5EF4-FFF2-40B4-BE49-F238E27FC236}">
                <a16:creationId xmlns:a16="http://schemas.microsoft.com/office/drawing/2014/main" id="{E3A891F1-BC6A-4973-96BC-4B3CEA3686C8}"/>
              </a:ext>
            </a:extLst>
          </p:cNvPr>
          <p:cNvSpPr>
            <a:spLocks noGrp="1"/>
          </p:cNvSpPr>
          <p:nvPr/>
        </p:nvSpPr>
        <p:spPr>
          <a:xfrm>
            <a:off x="6579944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7" name="Circle">
            <a:extLst>
              <a:ext uri="{FF2B5EF4-FFF2-40B4-BE49-F238E27FC236}">
                <a16:creationId xmlns:a16="http://schemas.microsoft.com/office/drawing/2014/main" id="{D884860F-9E59-45D3-A59A-FEE04AD34278}"/>
              </a:ext>
            </a:extLst>
          </p:cNvPr>
          <p:cNvSpPr>
            <a:spLocks noGrp="1"/>
          </p:cNvSpPr>
          <p:nvPr/>
        </p:nvSpPr>
        <p:spPr>
          <a:xfrm>
            <a:off x="667967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8" name="Circle">
            <a:extLst>
              <a:ext uri="{FF2B5EF4-FFF2-40B4-BE49-F238E27FC236}">
                <a16:creationId xmlns:a16="http://schemas.microsoft.com/office/drawing/2014/main" id="{2483F5FB-AC33-4389-AEED-C7A84B81B585}"/>
              </a:ext>
            </a:extLst>
          </p:cNvPr>
          <p:cNvSpPr>
            <a:spLocks noGrp="1"/>
          </p:cNvSpPr>
          <p:nvPr/>
        </p:nvSpPr>
        <p:spPr>
          <a:xfrm rot="10800000">
            <a:off x="744464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9" name="Circle">
            <a:extLst>
              <a:ext uri="{FF2B5EF4-FFF2-40B4-BE49-F238E27FC236}">
                <a16:creationId xmlns:a16="http://schemas.microsoft.com/office/drawing/2014/main" id="{362185FE-BCE1-421E-A68A-2DC541583ED1}"/>
              </a:ext>
            </a:extLst>
          </p:cNvPr>
          <p:cNvSpPr>
            <a:spLocks noGrp="1"/>
          </p:cNvSpPr>
          <p:nvPr/>
        </p:nvSpPr>
        <p:spPr>
          <a:xfrm rot="10800000">
            <a:off x="7062156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0" name="Rounded Rectangle">
            <a:extLst>
              <a:ext uri="{FF2B5EF4-FFF2-40B4-BE49-F238E27FC236}">
                <a16:creationId xmlns:a16="http://schemas.microsoft.com/office/drawing/2014/main" id="{EDD45B86-57A0-4027-8099-F85824FB13C0}"/>
              </a:ext>
            </a:extLst>
          </p:cNvPr>
          <p:cNvSpPr>
            <a:spLocks noGrp="1"/>
          </p:cNvSpPr>
          <p:nvPr/>
        </p:nvSpPr>
        <p:spPr>
          <a:xfrm>
            <a:off x="6579944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1" name="Circle">
            <a:extLst>
              <a:ext uri="{FF2B5EF4-FFF2-40B4-BE49-F238E27FC236}">
                <a16:creationId xmlns:a16="http://schemas.microsoft.com/office/drawing/2014/main" id="{A6C718D6-2EBC-4610-9164-C59871649D9E}"/>
              </a:ext>
            </a:extLst>
          </p:cNvPr>
          <p:cNvSpPr>
            <a:spLocks noGrp="1"/>
          </p:cNvSpPr>
          <p:nvPr/>
        </p:nvSpPr>
        <p:spPr>
          <a:xfrm>
            <a:off x="667967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2" name="Circle">
            <a:extLst>
              <a:ext uri="{FF2B5EF4-FFF2-40B4-BE49-F238E27FC236}">
                <a16:creationId xmlns:a16="http://schemas.microsoft.com/office/drawing/2014/main" id="{F1ECAE62-4BE4-49F2-A0EC-ABC6FFDA79C5}"/>
              </a:ext>
            </a:extLst>
          </p:cNvPr>
          <p:cNvSpPr>
            <a:spLocks noGrp="1"/>
          </p:cNvSpPr>
          <p:nvPr/>
        </p:nvSpPr>
        <p:spPr>
          <a:xfrm rot="10800000">
            <a:off x="744464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3" name="Circle">
            <a:extLst>
              <a:ext uri="{FF2B5EF4-FFF2-40B4-BE49-F238E27FC236}">
                <a16:creationId xmlns:a16="http://schemas.microsoft.com/office/drawing/2014/main" id="{DBD932CF-03F5-4FD8-BAA1-F3E3F2B3D0DD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4" name="Circle">
            <a:extLst>
              <a:ext uri="{FF2B5EF4-FFF2-40B4-BE49-F238E27FC236}">
                <a16:creationId xmlns:a16="http://schemas.microsoft.com/office/drawing/2014/main" id="{37021621-AA67-4532-AED3-4D9D015E3B39}"/>
              </a:ext>
            </a:extLst>
          </p:cNvPr>
          <p:cNvSpPr>
            <a:spLocks noGrp="1"/>
          </p:cNvSpPr>
          <p:nvPr/>
        </p:nvSpPr>
        <p:spPr>
          <a:xfrm flipH="1">
            <a:off x="7444641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5" name="Rounded Rectangle">
            <a:extLst>
              <a:ext uri="{FF2B5EF4-FFF2-40B4-BE49-F238E27FC236}">
                <a16:creationId xmlns:a16="http://schemas.microsoft.com/office/drawing/2014/main" id="{C298A8D5-1000-4095-8A85-54FFEE02EAD2}"/>
              </a:ext>
            </a:extLst>
          </p:cNvPr>
          <p:cNvSpPr>
            <a:spLocks noGrp="1"/>
          </p:cNvSpPr>
          <p:nvPr/>
        </p:nvSpPr>
        <p:spPr>
          <a:xfrm>
            <a:off x="6579944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6" name="Circle">
            <a:extLst>
              <a:ext uri="{FF2B5EF4-FFF2-40B4-BE49-F238E27FC236}">
                <a16:creationId xmlns:a16="http://schemas.microsoft.com/office/drawing/2014/main" id="{B4AEAC28-42A5-4623-A565-F30502674BF9}"/>
              </a:ext>
            </a:extLst>
          </p:cNvPr>
          <p:cNvSpPr>
            <a:spLocks noGrp="1"/>
          </p:cNvSpPr>
          <p:nvPr/>
        </p:nvSpPr>
        <p:spPr>
          <a:xfrm>
            <a:off x="667967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7" name="Circle">
            <a:extLst>
              <a:ext uri="{FF2B5EF4-FFF2-40B4-BE49-F238E27FC236}">
                <a16:creationId xmlns:a16="http://schemas.microsoft.com/office/drawing/2014/main" id="{A09FA646-5C5C-43EA-A546-72A0B9F6DABD}"/>
              </a:ext>
            </a:extLst>
          </p:cNvPr>
          <p:cNvSpPr>
            <a:spLocks noGrp="1"/>
          </p:cNvSpPr>
          <p:nvPr/>
        </p:nvSpPr>
        <p:spPr>
          <a:xfrm rot="10800000">
            <a:off x="7444641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8" name="Circle">
            <a:extLst>
              <a:ext uri="{FF2B5EF4-FFF2-40B4-BE49-F238E27FC236}">
                <a16:creationId xmlns:a16="http://schemas.microsoft.com/office/drawing/2014/main" id="{79933BD5-2E58-4411-B906-6D64ABA0499E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9" name="Circle">
            <a:extLst>
              <a:ext uri="{FF2B5EF4-FFF2-40B4-BE49-F238E27FC236}">
                <a16:creationId xmlns:a16="http://schemas.microsoft.com/office/drawing/2014/main" id="{B8AFB5B5-CBAE-4AC0-9418-2795F362B0D4}"/>
              </a:ext>
            </a:extLst>
          </p:cNvPr>
          <p:cNvSpPr>
            <a:spLocks noGrp="1"/>
          </p:cNvSpPr>
          <p:nvPr/>
        </p:nvSpPr>
        <p:spPr>
          <a:xfrm flipH="1">
            <a:off x="7444641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0" name="Circle">
            <a:extLst>
              <a:ext uri="{FF2B5EF4-FFF2-40B4-BE49-F238E27FC236}">
                <a16:creationId xmlns:a16="http://schemas.microsoft.com/office/drawing/2014/main" id="{9F266FA6-4812-4059-BF0F-5E7653728D76}"/>
              </a:ext>
            </a:extLst>
          </p:cNvPr>
          <p:cNvSpPr>
            <a:spLocks noGrp="1"/>
          </p:cNvSpPr>
          <p:nvPr/>
        </p:nvSpPr>
        <p:spPr>
          <a:xfrm rot="10800000">
            <a:off x="7062156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1" name="Rounded Rectangle">
            <a:extLst>
              <a:ext uri="{FF2B5EF4-FFF2-40B4-BE49-F238E27FC236}">
                <a16:creationId xmlns:a16="http://schemas.microsoft.com/office/drawing/2014/main" id="{5CBE88E2-BE40-4771-9A3C-5CCD5EBAB5AD}"/>
              </a:ext>
            </a:extLst>
          </p:cNvPr>
          <p:cNvSpPr>
            <a:spLocks noGrp="1"/>
          </p:cNvSpPr>
          <p:nvPr/>
        </p:nvSpPr>
        <p:spPr>
          <a:xfrm>
            <a:off x="6579944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2" name="Circle">
            <a:extLst>
              <a:ext uri="{FF2B5EF4-FFF2-40B4-BE49-F238E27FC236}">
                <a16:creationId xmlns:a16="http://schemas.microsoft.com/office/drawing/2014/main" id="{C1060A52-4227-40FF-BF40-DFCFE7B2D9C8}"/>
              </a:ext>
            </a:extLst>
          </p:cNvPr>
          <p:cNvSpPr>
            <a:spLocks noGrp="1"/>
          </p:cNvSpPr>
          <p:nvPr/>
        </p:nvSpPr>
        <p:spPr>
          <a:xfrm>
            <a:off x="6679672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3" name="Circle">
            <a:extLst>
              <a:ext uri="{FF2B5EF4-FFF2-40B4-BE49-F238E27FC236}">
                <a16:creationId xmlns:a16="http://schemas.microsoft.com/office/drawing/2014/main" id="{E2526F96-000C-44CF-A64D-4FE19A8575AC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4" name="Circle">
            <a:extLst>
              <a:ext uri="{FF2B5EF4-FFF2-40B4-BE49-F238E27FC236}">
                <a16:creationId xmlns:a16="http://schemas.microsoft.com/office/drawing/2014/main" id="{AEEDA321-A846-414C-B584-83A765B13851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5" name="Circle">
            <a:extLst>
              <a:ext uri="{FF2B5EF4-FFF2-40B4-BE49-F238E27FC236}">
                <a16:creationId xmlns:a16="http://schemas.microsoft.com/office/drawing/2014/main" id="{5EFBEF65-82E3-4F66-A68A-AFD2FDEB5C6A}"/>
              </a:ext>
            </a:extLst>
          </p:cNvPr>
          <p:cNvSpPr>
            <a:spLocks noGrp="1"/>
          </p:cNvSpPr>
          <p:nvPr/>
        </p:nvSpPr>
        <p:spPr>
          <a:xfrm flipH="1">
            <a:off x="7444641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6" name="Circle">
            <a:extLst>
              <a:ext uri="{FF2B5EF4-FFF2-40B4-BE49-F238E27FC236}">
                <a16:creationId xmlns:a16="http://schemas.microsoft.com/office/drawing/2014/main" id="{242E0B40-042C-43CD-82EF-4D1623C63B8F}"/>
              </a:ext>
            </a:extLst>
          </p:cNvPr>
          <p:cNvSpPr>
            <a:spLocks noGrp="1"/>
          </p:cNvSpPr>
          <p:nvPr/>
        </p:nvSpPr>
        <p:spPr>
          <a:xfrm rot="10800000">
            <a:off x="667967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7" name="Circle">
            <a:extLst>
              <a:ext uri="{FF2B5EF4-FFF2-40B4-BE49-F238E27FC236}">
                <a16:creationId xmlns:a16="http://schemas.microsoft.com/office/drawing/2014/main" id="{0E09688E-C032-4063-B510-C99DB26EACC2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8" name="Rounded Rectangle">
            <a:extLst>
              <a:ext uri="{FF2B5EF4-FFF2-40B4-BE49-F238E27FC236}">
                <a16:creationId xmlns:a16="http://schemas.microsoft.com/office/drawing/2014/main" id="{2F8F0D81-B7B4-4951-BC1D-63A976B19D7D}"/>
              </a:ext>
            </a:extLst>
          </p:cNvPr>
          <p:cNvSpPr>
            <a:spLocks noGrp="1"/>
          </p:cNvSpPr>
          <p:nvPr/>
        </p:nvSpPr>
        <p:spPr>
          <a:xfrm>
            <a:off x="10371907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9" name="Circle">
            <a:extLst>
              <a:ext uri="{FF2B5EF4-FFF2-40B4-BE49-F238E27FC236}">
                <a16:creationId xmlns:a16="http://schemas.microsoft.com/office/drawing/2014/main" id="{8CE421AA-0C81-430C-A32A-1AFE39A5173A}"/>
              </a:ext>
            </a:extLst>
          </p:cNvPr>
          <p:cNvSpPr>
            <a:spLocks noGrp="1"/>
          </p:cNvSpPr>
          <p:nvPr/>
        </p:nvSpPr>
        <p:spPr>
          <a:xfrm>
            <a:off x="10471634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0" name="Circle">
            <a:extLst>
              <a:ext uri="{FF2B5EF4-FFF2-40B4-BE49-F238E27FC236}">
                <a16:creationId xmlns:a16="http://schemas.microsoft.com/office/drawing/2014/main" id="{102328FF-3563-474F-A7BE-2252C57AC21C}"/>
              </a:ext>
            </a:extLst>
          </p:cNvPr>
          <p:cNvSpPr>
            <a:spLocks noGrp="1"/>
          </p:cNvSpPr>
          <p:nvPr/>
        </p:nvSpPr>
        <p:spPr>
          <a:xfrm rot="10800000">
            <a:off x="11236604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1" name="Rounded Rectangle">
            <a:extLst>
              <a:ext uri="{FF2B5EF4-FFF2-40B4-BE49-F238E27FC236}">
                <a16:creationId xmlns:a16="http://schemas.microsoft.com/office/drawing/2014/main" id="{F78F877D-5DD4-4438-A408-8B4A89C8F3D3}"/>
              </a:ext>
            </a:extLst>
          </p:cNvPr>
          <p:cNvSpPr>
            <a:spLocks noGrp="1"/>
          </p:cNvSpPr>
          <p:nvPr/>
        </p:nvSpPr>
        <p:spPr>
          <a:xfrm>
            <a:off x="10371907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2" name="Circle">
            <a:extLst>
              <a:ext uri="{FF2B5EF4-FFF2-40B4-BE49-F238E27FC236}">
                <a16:creationId xmlns:a16="http://schemas.microsoft.com/office/drawing/2014/main" id="{045D80E4-A981-4DE0-A901-E0099C858073}"/>
              </a:ext>
            </a:extLst>
          </p:cNvPr>
          <p:cNvSpPr>
            <a:spLocks noGrp="1"/>
          </p:cNvSpPr>
          <p:nvPr/>
        </p:nvSpPr>
        <p:spPr>
          <a:xfrm>
            <a:off x="10471635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3" name="Circle">
            <a:extLst>
              <a:ext uri="{FF2B5EF4-FFF2-40B4-BE49-F238E27FC236}">
                <a16:creationId xmlns:a16="http://schemas.microsoft.com/office/drawing/2014/main" id="{A6CC6E1F-5C6A-4EC5-A550-13B549C5BFD9}"/>
              </a:ext>
            </a:extLst>
          </p:cNvPr>
          <p:cNvSpPr>
            <a:spLocks noGrp="1"/>
          </p:cNvSpPr>
          <p:nvPr/>
        </p:nvSpPr>
        <p:spPr>
          <a:xfrm rot="10800000">
            <a:off x="11236604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4" name="Circle">
            <a:extLst>
              <a:ext uri="{FF2B5EF4-FFF2-40B4-BE49-F238E27FC236}">
                <a16:creationId xmlns:a16="http://schemas.microsoft.com/office/drawing/2014/main" id="{8FB06C7C-B5DA-4545-ADDA-99833D547D1E}"/>
              </a:ext>
            </a:extLst>
          </p:cNvPr>
          <p:cNvSpPr>
            <a:spLocks noGrp="1"/>
          </p:cNvSpPr>
          <p:nvPr/>
        </p:nvSpPr>
        <p:spPr>
          <a:xfrm rot="10800000">
            <a:off x="10854119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5" name="Rounded Rectangle">
            <a:extLst>
              <a:ext uri="{FF2B5EF4-FFF2-40B4-BE49-F238E27FC236}">
                <a16:creationId xmlns:a16="http://schemas.microsoft.com/office/drawing/2014/main" id="{712B20AC-8554-46F5-8A11-4609236A3774}"/>
              </a:ext>
            </a:extLst>
          </p:cNvPr>
          <p:cNvSpPr>
            <a:spLocks noGrp="1"/>
          </p:cNvSpPr>
          <p:nvPr/>
        </p:nvSpPr>
        <p:spPr>
          <a:xfrm>
            <a:off x="10371907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6" name="Circle">
            <a:extLst>
              <a:ext uri="{FF2B5EF4-FFF2-40B4-BE49-F238E27FC236}">
                <a16:creationId xmlns:a16="http://schemas.microsoft.com/office/drawing/2014/main" id="{5191AFD5-2DBF-44CB-8793-5B3DE991F4D2}"/>
              </a:ext>
            </a:extLst>
          </p:cNvPr>
          <p:cNvSpPr>
            <a:spLocks noGrp="1"/>
          </p:cNvSpPr>
          <p:nvPr/>
        </p:nvSpPr>
        <p:spPr>
          <a:xfrm>
            <a:off x="10471635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7" name="Circle">
            <a:extLst>
              <a:ext uri="{FF2B5EF4-FFF2-40B4-BE49-F238E27FC236}">
                <a16:creationId xmlns:a16="http://schemas.microsoft.com/office/drawing/2014/main" id="{11B44C9C-4138-4174-A757-6E52090D4F61}"/>
              </a:ext>
            </a:extLst>
          </p:cNvPr>
          <p:cNvSpPr>
            <a:spLocks noGrp="1"/>
          </p:cNvSpPr>
          <p:nvPr/>
        </p:nvSpPr>
        <p:spPr>
          <a:xfrm rot="10800000">
            <a:off x="11236604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8" name="Circle">
            <a:extLst>
              <a:ext uri="{FF2B5EF4-FFF2-40B4-BE49-F238E27FC236}">
                <a16:creationId xmlns:a16="http://schemas.microsoft.com/office/drawing/2014/main" id="{FFE68FB1-5639-4F8D-8B15-721251BACF75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5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9" name="Circle">
            <a:extLst>
              <a:ext uri="{FF2B5EF4-FFF2-40B4-BE49-F238E27FC236}">
                <a16:creationId xmlns:a16="http://schemas.microsoft.com/office/drawing/2014/main" id="{B6B35DBE-AA5A-4822-983B-2BB3CA2FCEF1}"/>
              </a:ext>
            </a:extLst>
          </p:cNvPr>
          <p:cNvSpPr>
            <a:spLocks noGrp="1"/>
          </p:cNvSpPr>
          <p:nvPr/>
        </p:nvSpPr>
        <p:spPr>
          <a:xfrm flipH="1">
            <a:off x="11236604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0" name="Rounded Rectangle">
            <a:extLst>
              <a:ext uri="{FF2B5EF4-FFF2-40B4-BE49-F238E27FC236}">
                <a16:creationId xmlns:a16="http://schemas.microsoft.com/office/drawing/2014/main" id="{E0003010-9FCB-4E8F-96E3-36E3802C1286}"/>
              </a:ext>
            </a:extLst>
          </p:cNvPr>
          <p:cNvSpPr>
            <a:spLocks noGrp="1"/>
          </p:cNvSpPr>
          <p:nvPr/>
        </p:nvSpPr>
        <p:spPr>
          <a:xfrm>
            <a:off x="10371907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1" name="Circle">
            <a:extLst>
              <a:ext uri="{FF2B5EF4-FFF2-40B4-BE49-F238E27FC236}">
                <a16:creationId xmlns:a16="http://schemas.microsoft.com/office/drawing/2014/main" id="{7B432B4E-6079-4690-8898-5A6025DEBEB9}"/>
              </a:ext>
            </a:extLst>
          </p:cNvPr>
          <p:cNvSpPr>
            <a:spLocks noGrp="1"/>
          </p:cNvSpPr>
          <p:nvPr/>
        </p:nvSpPr>
        <p:spPr>
          <a:xfrm>
            <a:off x="10471635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2" name="Circle">
            <a:extLst>
              <a:ext uri="{FF2B5EF4-FFF2-40B4-BE49-F238E27FC236}">
                <a16:creationId xmlns:a16="http://schemas.microsoft.com/office/drawing/2014/main" id="{6D021A86-BDB8-458A-8E5E-98760B347663}"/>
              </a:ext>
            </a:extLst>
          </p:cNvPr>
          <p:cNvSpPr>
            <a:spLocks noGrp="1"/>
          </p:cNvSpPr>
          <p:nvPr/>
        </p:nvSpPr>
        <p:spPr>
          <a:xfrm rot="10800000">
            <a:off x="11236604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3" name="Circle">
            <a:extLst>
              <a:ext uri="{FF2B5EF4-FFF2-40B4-BE49-F238E27FC236}">
                <a16:creationId xmlns:a16="http://schemas.microsoft.com/office/drawing/2014/main" id="{2E4D5477-B52E-4035-8B67-44F38B8246C4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5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4" name="Circle">
            <a:extLst>
              <a:ext uri="{FF2B5EF4-FFF2-40B4-BE49-F238E27FC236}">
                <a16:creationId xmlns:a16="http://schemas.microsoft.com/office/drawing/2014/main" id="{3542BD6A-1591-4F39-885A-B2E4D93C9324}"/>
              </a:ext>
            </a:extLst>
          </p:cNvPr>
          <p:cNvSpPr>
            <a:spLocks noGrp="1"/>
          </p:cNvSpPr>
          <p:nvPr/>
        </p:nvSpPr>
        <p:spPr>
          <a:xfrm flipH="1">
            <a:off x="11236604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5" name="Circle">
            <a:extLst>
              <a:ext uri="{FF2B5EF4-FFF2-40B4-BE49-F238E27FC236}">
                <a16:creationId xmlns:a16="http://schemas.microsoft.com/office/drawing/2014/main" id="{C2C26512-5BF6-4DB3-A343-66A96BC2D2A1}"/>
              </a:ext>
            </a:extLst>
          </p:cNvPr>
          <p:cNvSpPr>
            <a:spLocks noGrp="1"/>
          </p:cNvSpPr>
          <p:nvPr/>
        </p:nvSpPr>
        <p:spPr>
          <a:xfrm rot="10800000">
            <a:off x="10854119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6" name="Rounded Rectangle">
            <a:extLst>
              <a:ext uri="{FF2B5EF4-FFF2-40B4-BE49-F238E27FC236}">
                <a16:creationId xmlns:a16="http://schemas.microsoft.com/office/drawing/2014/main" id="{1A2C3C52-79D4-4FA7-AA6F-420A8DFAF2A1}"/>
              </a:ext>
            </a:extLst>
          </p:cNvPr>
          <p:cNvSpPr>
            <a:spLocks noGrp="1"/>
          </p:cNvSpPr>
          <p:nvPr/>
        </p:nvSpPr>
        <p:spPr>
          <a:xfrm>
            <a:off x="10371907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7" name="Circle">
            <a:extLst>
              <a:ext uri="{FF2B5EF4-FFF2-40B4-BE49-F238E27FC236}">
                <a16:creationId xmlns:a16="http://schemas.microsoft.com/office/drawing/2014/main" id="{01AD10FA-21F7-4A9E-8DFE-9C235974E3A2}"/>
              </a:ext>
            </a:extLst>
          </p:cNvPr>
          <p:cNvSpPr>
            <a:spLocks noGrp="1"/>
          </p:cNvSpPr>
          <p:nvPr/>
        </p:nvSpPr>
        <p:spPr>
          <a:xfrm>
            <a:off x="10471635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8" name="Circle">
            <a:extLst>
              <a:ext uri="{FF2B5EF4-FFF2-40B4-BE49-F238E27FC236}">
                <a16:creationId xmlns:a16="http://schemas.microsoft.com/office/drawing/2014/main" id="{D5584F26-E7F8-4414-A642-02D03B6DE9D1}"/>
              </a:ext>
            </a:extLst>
          </p:cNvPr>
          <p:cNvSpPr>
            <a:spLocks noGrp="1"/>
          </p:cNvSpPr>
          <p:nvPr/>
        </p:nvSpPr>
        <p:spPr>
          <a:xfrm rot="10800000">
            <a:off x="11236604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9" name="Circle">
            <a:extLst>
              <a:ext uri="{FF2B5EF4-FFF2-40B4-BE49-F238E27FC236}">
                <a16:creationId xmlns:a16="http://schemas.microsoft.com/office/drawing/2014/main" id="{FC567FD9-A501-4D1D-AB02-BA6B76839E00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0" name="Circle">
            <a:extLst>
              <a:ext uri="{FF2B5EF4-FFF2-40B4-BE49-F238E27FC236}">
                <a16:creationId xmlns:a16="http://schemas.microsoft.com/office/drawing/2014/main" id="{CC9071C2-7BAC-4811-819D-35EA451ECFA5}"/>
              </a:ext>
            </a:extLst>
          </p:cNvPr>
          <p:cNvSpPr>
            <a:spLocks noGrp="1"/>
          </p:cNvSpPr>
          <p:nvPr/>
        </p:nvSpPr>
        <p:spPr>
          <a:xfrm flipH="1">
            <a:off x="11236604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1" name="Circle">
            <a:extLst>
              <a:ext uri="{FF2B5EF4-FFF2-40B4-BE49-F238E27FC236}">
                <a16:creationId xmlns:a16="http://schemas.microsoft.com/office/drawing/2014/main" id="{5AD058F6-95D7-4ECE-A9BA-C00D4EC39999}"/>
              </a:ext>
            </a:extLst>
          </p:cNvPr>
          <p:cNvSpPr>
            <a:spLocks noGrp="1"/>
          </p:cNvSpPr>
          <p:nvPr/>
        </p:nvSpPr>
        <p:spPr>
          <a:xfrm rot="10800000">
            <a:off x="10471635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2" name="Circle">
            <a:extLst>
              <a:ext uri="{FF2B5EF4-FFF2-40B4-BE49-F238E27FC236}">
                <a16:creationId xmlns:a16="http://schemas.microsoft.com/office/drawing/2014/main" id="{7DC9D746-3C0F-43AF-80A8-B9BDD92A7FDA}"/>
              </a:ext>
            </a:extLst>
          </p:cNvPr>
          <p:cNvSpPr>
            <a:spLocks noGrp="1"/>
          </p:cNvSpPr>
          <p:nvPr/>
        </p:nvSpPr>
        <p:spPr>
          <a:xfrm rot="10800000">
            <a:off x="11236604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3" name="Rounded Rectangle">
            <a:extLst>
              <a:ext uri="{FF2B5EF4-FFF2-40B4-BE49-F238E27FC236}">
                <a16:creationId xmlns:a16="http://schemas.microsoft.com/office/drawing/2014/main" id="{E5F28DE3-9B11-4603-916B-1835891077A6}"/>
              </a:ext>
            </a:extLst>
          </p:cNvPr>
          <p:cNvSpPr>
            <a:spLocks noGrp="1"/>
          </p:cNvSpPr>
          <p:nvPr/>
        </p:nvSpPr>
        <p:spPr>
          <a:xfrm>
            <a:off x="14163869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4" name="Circle">
            <a:extLst>
              <a:ext uri="{FF2B5EF4-FFF2-40B4-BE49-F238E27FC236}">
                <a16:creationId xmlns:a16="http://schemas.microsoft.com/office/drawing/2014/main" id="{94F4DBEB-343E-4F25-8395-5F9817B24A95}"/>
              </a:ext>
            </a:extLst>
          </p:cNvPr>
          <p:cNvSpPr>
            <a:spLocks noGrp="1"/>
          </p:cNvSpPr>
          <p:nvPr/>
        </p:nvSpPr>
        <p:spPr>
          <a:xfrm>
            <a:off x="14263597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5" name="Circle">
            <a:extLst>
              <a:ext uri="{FF2B5EF4-FFF2-40B4-BE49-F238E27FC236}">
                <a16:creationId xmlns:a16="http://schemas.microsoft.com/office/drawing/2014/main" id="{F89C4800-24C1-47A9-BEAE-8AE988C3BCDE}"/>
              </a:ext>
            </a:extLst>
          </p:cNvPr>
          <p:cNvSpPr>
            <a:spLocks noGrp="1"/>
          </p:cNvSpPr>
          <p:nvPr/>
        </p:nvSpPr>
        <p:spPr>
          <a:xfrm rot="10800000">
            <a:off x="15028565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6" name="Rounded Rectangle">
            <a:extLst>
              <a:ext uri="{FF2B5EF4-FFF2-40B4-BE49-F238E27FC236}">
                <a16:creationId xmlns:a16="http://schemas.microsoft.com/office/drawing/2014/main" id="{D35410CD-BBF9-43D7-8C81-8EFB4C4D30D6}"/>
              </a:ext>
            </a:extLst>
          </p:cNvPr>
          <p:cNvSpPr>
            <a:spLocks noGrp="1"/>
          </p:cNvSpPr>
          <p:nvPr/>
        </p:nvSpPr>
        <p:spPr>
          <a:xfrm>
            <a:off x="14163869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7" name="Circle">
            <a:extLst>
              <a:ext uri="{FF2B5EF4-FFF2-40B4-BE49-F238E27FC236}">
                <a16:creationId xmlns:a16="http://schemas.microsoft.com/office/drawing/2014/main" id="{12E74990-E792-4545-B297-B7935F7F73C5}"/>
              </a:ext>
            </a:extLst>
          </p:cNvPr>
          <p:cNvSpPr>
            <a:spLocks noGrp="1"/>
          </p:cNvSpPr>
          <p:nvPr/>
        </p:nvSpPr>
        <p:spPr>
          <a:xfrm>
            <a:off x="14263597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8" name="Circle">
            <a:extLst>
              <a:ext uri="{FF2B5EF4-FFF2-40B4-BE49-F238E27FC236}">
                <a16:creationId xmlns:a16="http://schemas.microsoft.com/office/drawing/2014/main" id="{029193CC-5F66-4FC5-831F-527660A367C3}"/>
              </a:ext>
            </a:extLst>
          </p:cNvPr>
          <p:cNvSpPr>
            <a:spLocks noGrp="1"/>
          </p:cNvSpPr>
          <p:nvPr/>
        </p:nvSpPr>
        <p:spPr>
          <a:xfrm rot="10800000">
            <a:off x="15028567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9" name="Circle">
            <a:extLst>
              <a:ext uri="{FF2B5EF4-FFF2-40B4-BE49-F238E27FC236}">
                <a16:creationId xmlns:a16="http://schemas.microsoft.com/office/drawing/2014/main" id="{1156B5FF-AE3D-4161-AC08-11B5A66B8A55}"/>
              </a:ext>
            </a:extLst>
          </p:cNvPr>
          <p:cNvSpPr>
            <a:spLocks noGrp="1"/>
          </p:cNvSpPr>
          <p:nvPr/>
        </p:nvSpPr>
        <p:spPr>
          <a:xfrm rot="10800000">
            <a:off x="14646082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0" name="Rounded Rectangle">
            <a:extLst>
              <a:ext uri="{FF2B5EF4-FFF2-40B4-BE49-F238E27FC236}">
                <a16:creationId xmlns:a16="http://schemas.microsoft.com/office/drawing/2014/main" id="{FA6DB25E-5359-4C71-8B52-12FDCB5989BF}"/>
              </a:ext>
            </a:extLst>
          </p:cNvPr>
          <p:cNvSpPr>
            <a:spLocks noGrp="1"/>
          </p:cNvSpPr>
          <p:nvPr/>
        </p:nvSpPr>
        <p:spPr>
          <a:xfrm>
            <a:off x="14163869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1" name="Circle">
            <a:extLst>
              <a:ext uri="{FF2B5EF4-FFF2-40B4-BE49-F238E27FC236}">
                <a16:creationId xmlns:a16="http://schemas.microsoft.com/office/drawing/2014/main" id="{6B756E4D-3B3E-4848-82F6-F06C8EFB5AB9}"/>
              </a:ext>
            </a:extLst>
          </p:cNvPr>
          <p:cNvSpPr>
            <a:spLocks noGrp="1"/>
          </p:cNvSpPr>
          <p:nvPr/>
        </p:nvSpPr>
        <p:spPr>
          <a:xfrm>
            <a:off x="14263597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2" name="Circle">
            <a:extLst>
              <a:ext uri="{FF2B5EF4-FFF2-40B4-BE49-F238E27FC236}">
                <a16:creationId xmlns:a16="http://schemas.microsoft.com/office/drawing/2014/main" id="{8541E203-3AF7-41FA-9E0C-38A32B46A633}"/>
              </a:ext>
            </a:extLst>
          </p:cNvPr>
          <p:cNvSpPr>
            <a:spLocks noGrp="1"/>
          </p:cNvSpPr>
          <p:nvPr/>
        </p:nvSpPr>
        <p:spPr>
          <a:xfrm rot="10800000">
            <a:off x="15028567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3" name="Circle">
            <a:extLst>
              <a:ext uri="{FF2B5EF4-FFF2-40B4-BE49-F238E27FC236}">
                <a16:creationId xmlns:a16="http://schemas.microsoft.com/office/drawing/2014/main" id="{3CE1ACF1-E79F-4943-9DE7-51221F5C9E88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7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4" name="Circle">
            <a:extLst>
              <a:ext uri="{FF2B5EF4-FFF2-40B4-BE49-F238E27FC236}">
                <a16:creationId xmlns:a16="http://schemas.microsoft.com/office/drawing/2014/main" id="{0C5ACBCD-A098-4E28-878B-B712A6D37D47}"/>
              </a:ext>
            </a:extLst>
          </p:cNvPr>
          <p:cNvSpPr>
            <a:spLocks noGrp="1"/>
          </p:cNvSpPr>
          <p:nvPr/>
        </p:nvSpPr>
        <p:spPr>
          <a:xfrm flipH="1">
            <a:off x="15028567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5" name="Rounded Rectangle">
            <a:extLst>
              <a:ext uri="{FF2B5EF4-FFF2-40B4-BE49-F238E27FC236}">
                <a16:creationId xmlns:a16="http://schemas.microsoft.com/office/drawing/2014/main" id="{DD08131F-10C8-42D7-8942-0697AB1B3B85}"/>
              </a:ext>
            </a:extLst>
          </p:cNvPr>
          <p:cNvSpPr>
            <a:spLocks noGrp="1"/>
          </p:cNvSpPr>
          <p:nvPr/>
        </p:nvSpPr>
        <p:spPr>
          <a:xfrm>
            <a:off x="14163869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6" name="Circle">
            <a:extLst>
              <a:ext uri="{FF2B5EF4-FFF2-40B4-BE49-F238E27FC236}">
                <a16:creationId xmlns:a16="http://schemas.microsoft.com/office/drawing/2014/main" id="{08F6D935-2AEA-4379-8242-3BF5EB79003C}"/>
              </a:ext>
            </a:extLst>
          </p:cNvPr>
          <p:cNvSpPr>
            <a:spLocks noGrp="1"/>
          </p:cNvSpPr>
          <p:nvPr/>
        </p:nvSpPr>
        <p:spPr>
          <a:xfrm>
            <a:off x="14263597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7" name="Circle">
            <a:extLst>
              <a:ext uri="{FF2B5EF4-FFF2-40B4-BE49-F238E27FC236}">
                <a16:creationId xmlns:a16="http://schemas.microsoft.com/office/drawing/2014/main" id="{B80F23A9-2023-4E88-9A55-15B1F93EBF35}"/>
              </a:ext>
            </a:extLst>
          </p:cNvPr>
          <p:cNvSpPr>
            <a:spLocks noGrp="1"/>
          </p:cNvSpPr>
          <p:nvPr/>
        </p:nvSpPr>
        <p:spPr>
          <a:xfrm rot="10800000">
            <a:off x="15028567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8" name="Circle">
            <a:extLst>
              <a:ext uri="{FF2B5EF4-FFF2-40B4-BE49-F238E27FC236}">
                <a16:creationId xmlns:a16="http://schemas.microsoft.com/office/drawing/2014/main" id="{0BEBE47C-9399-40EB-AD08-18D4AC9C49CD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7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9" name="Circle">
            <a:extLst>
              <a:ext uri="{FF2B5EF4-FFF2-40B4-BE49-F238E27FC236}">
                <a16:creationId xmlns:a16="http://schemas.microsoft.com/office/drawing/2014/main" id="{19E38772-6B05-426C-B133-F3F370B37C8B}"/>
              </a:ext>
            </a:extLst>
          </p:cNvPr>
          <p:cNvSpPr>
            <a:spLocks noGrp="1"/>
          </p:cNvSpPr>
          <p:nvPr/>
        </p:nvSpPr>
        <p:spPr>
          <a:xfrm flipH="1">
            <a:off x="15028567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00" name="Circle">
            <a:extLst>
              <a:ext uri="{FF2B5EF4-FFF2-40B4-BE49-F238E27FC236}">
                <a16:creationId xmlns:a16="http://schemas.microsoft.com/office/drawing/2014/main" id="{E88818BB-441F-48B3-A3A7-A9A13396C997}"/>
              </a:ext>
            </a:extLst>
          </p:cNvPr>
          <p:cNvSpPr>
            <a:spLocks noGrp="1"/>
          </p:cNvSpPr>
          <p:nvPr/>
        </p:nvSpPr>
        <p:spPr>
          <a:xfrm rot="10800000">
            <a:off x="14646082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01" name="Rounded Rectangle">
            <a:extLst>
              <a:ext uri="{FF2B5EF4-FFF2-40B4-BE49-F238E27FC236}">
                <a16:creationId xmlns:a16="http://schemas.microsoft.com/office/drawing/2014/main" id="{30D1E822-E383-42E2-8C68-7BD47F97216A}"/>
              </a:ext>
            </a:extLst>
          </p:cNvPr>
          <p:cNvSpPr>
            <a:spLocks noGrp="1"/>
          </p:cNvSpPr>
          <p:nvPr/>
        </p:nvSpPr>
        <p:spPr>
          <a:xfrm>
            <a:off x="14163869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02" name="Circle">
            <a:extLst>
              <a:ext uri="{FF2B5EF4-FFF2-40B4-BE49-F238E27FC236}">
                <a16:creationId xmlns:a16="http://schemas.microsoft.com/office/drawing/2014/main" id="{C4654C1B-3A14-4624-B70F-93B3C7F50F00}"/>
              </a:ext>
            </a:extLst>
          </p:cNvPr>
          <p:cNvSpPr>
            <a:spLocks noGrp="1"/>
          </p:cNvSpPr>
          <p:nvPr/>
        </p:nvSpPr>
        <p:spPr>
          <a:xfrm>
            <a:off x="14263597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03" name="Circle">
            <a:extLst>
              <a:ext uri="{FF2B5EF4-FFF2-40B4-BE49-F238E27FC236}">
                <a16:creationId xmlns:a16="http://schemas.microsoft.com/office/drawing/2014/main" id="{47C90C94-F869-452A-A8C0-C4F9B755EC0B}"/>
              </a:ext>
            </a:extLst>
          </p:cNvPr>
          <p:cNvSpPr>
            <a:spLocks noGrp="1"/>
          </p:cNvSpPr>
          <p:nvPr/>
        </p:nvSpPr>
        <p:spPr>
          <a:xfrm rot="10800000">
            <a:off x="15028567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04" name="Circle">
            <a:extLst>
              <a:ext uri="{FF2B5EF4-FFF2-40B4-BE49-F238E27FC236}">
                <a16:creationId xmlns:a16="http://schemas.microsoft.com/office/drawing/2014/main" id="{32351765-F065-4603-8D7D-50CEDF5F5873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7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05" name="Circle">
            <a:extLst>
              <a:ext uri="{FF2B5EF4-FFF2-40B4-BE49-F238E27FC236}">
                <a16:creationId xmlns:a16="http://schemas.microsoft.com/office/drawing/2014/main" id="{9DA3C56A-EBCE-4F81-84A5-CB57FF06F0B6}"/>
              </a:ext>
            </a:extLst>
          </p:cNvPr>
          <p:cNvSpPr>
            <a:spLocks noGrp="1"/>
          </p:cNvSpPr>
          <p:nvPr/>
        </p:nvSpPr>
        <p:spPr>
          <a:xfrm flipH="1">
            <a:off x="15028567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06" name="Circle">
            <a:extLst>
              <a:ext uri="{FF2B5EF4-FFF2-40B4-BE49-F238E27FC236}">
                <a16:creationId xmlns:a16="http://schemas.microsoft.com/office/drawing/2014/main" id="{15225F89-3224-4B1D-8BC3-4426D2C1F6A4}"/>
              </a:ext>
            </a:extLst>
          </p:cNvPr>
          <p:cNvSpPr>
            <a:spLocks noGrp="1"/>
          </p:cNvSpPr>
          <p:nvPr/>
        </p:nvSpPr>
        <p:spPr>
          <a:xfrm rot="10800000">
            <a:off x="14263597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07" name="Circle">
            <a:extLst>
              <a:ext uri="{FF2B5EF4-FFF2-40B4-BE49-F238E27FC236}">
                <a16:creationId xmlns:a16="http://schemas.microsoft.com/office/drawing/2014/main" id="{FAFECD95-5C10-41EF-AF35-0DF93755F07E}"/>
              </a:ext>
            </a:extLst>
          </p:cNvPr>
          <p:cNvSpPr>
            <a:spLocks noGrp="1"/>
          </p:cNvSpPr>
          <p:nvPr/>
        </p:nvSpPr>
        <p:spPr>
          <a:xfrm rot="10800000">
            <a:off x="15028567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08" name="Rounded Rectangle">
            <a:extLst>
              <a:ext uri="{FF2B5EF4-FFF2-40B4-BE49-F238E27FC236}">
                <a16:creationId xmlns:a16="http://schemas.microsoft.com/office/drawing/2014/main" id="{9DEE517F-E419-434F-B6FD-2975F26683A0}"/>
              </a:ext>
            </a:extLst>
          </p:cNvPr>
          <p:cNvSpPr>
            <a:spLocks noGrp="1"/>
          </p:cNvSpPr>
          <p:nvPr/>
        </p:nvSpPr>
        <p:spPr>
          <a:xfrm>
            <a:off x="17955833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09" name="Circle">
            <a:extLst>
              <a:ext uri="{FF2B5EF4-FFF2-40B4-BE49-F238E27FC236}">
                <a16:creationId xmlns:a16="http://schemas.microsoft.com/office/drawing/2014/main" id="{09093BB2-B451-42BF-B22F-EB9A827E65C2}"/>
              </a:ext>
            </a:extLst>
          </p:cNvPr>
          <p:cNvSpPr>
            <a:spLocks noGrp="1"/>
          </p:cNvSpPr>
          <p:nvPr/>
        </p:nvSpPr>
        <p:spPr>
          <a:xfrm>
            <a:off x="18055561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0" name="Circle">
            <a:extLst>
              <a:ext uri="{FF2B5EF4-FFF2-40B4-BE49-F238E27FC236}">
                <a16:creationId xmlns:a16="http://schemas.microsoft.com/office/drawing/2014/main" id="{64997237-9D8E-4C7A-BB2C-3D17E6EB7569}"/>
              </a:ext>
            </a:extLst>
          </p:cNvPr>
          <p:cNvSpPr>
            <a:spLocks noGrp="1"/>
          </p:cNvSpPr>
          <p:nvPr/>
        </p:nvSpPr>
        <p:spPr>
          <a:xfrm rot="10800000">
            <a:off x="18820529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1" name="Rounded Rectangle">
            <a:extLst>
              <a:ext uri="{FF2B5EF4-FFF2-40B4-BE49-F238E27FC236}">
                <a16:creationId xmlns:a16="http://schemas.microsoft.com/office/drawing/2014/main" id="{A8CDEAA3-8778-4CFE-B504-83756955D51F}"/>
              </a:ext>
            </a:extLst>
          </p:cNvPr>
          <p:cNvSpPr>
            <a:spLocks noGrp="1"/>
          </p:cNvSpPr>
          <p:nvPr/>
        </p:nvSpPr>
        <p:spPr>
          <a:xfrm>
            <a:off x="17955833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2" name="Circle">
            <a:extLst>
              <a:ext uri="{FF2B5EF4-FFF2-40B4-BE49-F238E27FC236}">
                <a16:creationId xmlns:a16="http://schemas.microsoft.com/office/drawing/2014/main" id="{93651556-2EDE-43ED-823F-1BFD77C6C8AF}"/>
              </a:ext>
            </a:extLst>
          </p:cNvPr>
          <p:cNvSpPr>
            <a:spLocks noGrp="1"/>
          </p:cNvSpPr>
          <p:nvPr/>
        </p:nvSpPr>
        <p:spPr>
          <a:xfrm>
            <a:off x="18055561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3" name="Circle">
            <a:extLst>
              <a:ext uri="{FF2B5EF4-FFF2-40B4-BE49-F238E27FC236}">
                <a16:creationId xmlns:a16="http://schemas.microsoft.com/office/drawing/2014/main" id="{318B5984-B15C-4A49-9B6D-6145016A6245}"/>
              </a:ext>
            </a:extLst>
          </p:cNvPr>
          <p:cNvSpPr>
            <a:spLocks noGrp="1"/>
          </p:cNvSpPr>
          <p:nvPr/>
        </p:nvSpPr>
        <p:spPr>
          <a:xfrm rot="10800000">
            <a:off x="1882053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4" name="Circle">
            <a:extLst>
              <a:ext uri="{FF2B5EF4-FFF2-40B4-BE49-F238E27FC236}">
                <a16:creationId xmlns:a16="http://schemas.microsoft.com/office/drawing/2014/main" id="{8595718E-6B80-4547-9A33-15C897436AD3}"/>
              </a:ext>
            </a:extLst>
          </p:cNvPr>
          <p:cNvSpPr>
            <a:spLocks noGrp="1"/>
          </p:cNvSpPr>
          <p:nvPr/>
        </p:nvSpPr>
        <p:spPr>
          <a:xfrm rot="10800000">
            <a:off x="18438046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5" name="Rounded Rectangle">
            <a:extLst>
              <a:ext uri="{FF2B5EF4-FFF2-40B4-BE49-F238E27FC236}">
                <a16:creationId xmlns:a16="http://schemas.microsoft.com/office/drawing/2014/main" id="{E75C3347-691A-49B3-AC4F-D9540EFB241F}"/>
              </a:ext>
            </a:extLst>
          </p:cNvPr>
          <p:cNvSpPr>
            <a:spLocks noGrp="1"/>
          </p:cNvSpPr>
          <p:nvPr/>
        </p:nvSpPr>
        <p:spPr>
          <a:xfrm>
            <a:off x="17955833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6" name="Circle">
            <a:extLst>
              <a:ext uri="{FF2B5EF4-FFF2-40B4-BE49-F238E27FC236}">
                <a16:creationId xmlns:a16="http://schemas.microsoft.com/office/drawing/2014/main" id="{2EBE6F19-8D68-4F87-B2C1-9D1391BAFD31}"/>
              </a:ext>
            </a:extLst>
          </p:cNvPr>
          <p:cNvSpPr>
            <a:spLocks noGrp="1"/>
          </p:cNvSpPr>
          <p:nvPr/>
        </p:nvSpPr>
        <p:spPr>
          <a:xfrm>
            <a:off x="18055561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7" name="Circle">
            <a:extLst>
              <a:ext uri="{FF2B5EF4-FFF2-40B4-BE49-F238E27FC236}">
                <a16:creationId xmlns:a16="http://schemas.microsoft.com/office/drawing/2014/main" id="{E004C673-FC6A-403D-A723-1312D055B582}"/>
              </a:ext>
            </a:extLst>
          </p:cNvPr>
          <p:cNvSpPr>
            <a:spLocks noGrp="1"/>
          </p:cNvSpPr>
          <p:nvPr/>
        </p:nvSpPr>
        <p:spPr>
          <a:xfrm rot="10800000">
            <a:off x="1882053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8" name="Circle">
            <a:extLst>
              <a:ext uri="{FF2B5EF4-FFF2-40B4-BE49-F238E27FC236}">
                <a16:creationId xmlns:a16="http://schemas.microsoft.com/office/drawing/2014/main" id="{A15A2535-E695-46FF-BF5B-16DF4B19E1EA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1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9" name="Circle">
            <a:extLst>
              <a:ext uri="{FF2B5EF4-FFF2-40B4-BE49-F238E27FC236}">
                <a16:creationId xmlns:a16="http://schemas.microsoft.com/office/drawing/2014/main" id="{DCED0580-D6A9-4F38-9491-048021D8DB25}"/>
              </a:ext>
            </a:extLst>
          </p:cNvPr>
          <p:cNvSpPr>
            <a:spLocks noGrp="1"/>
          </p:cNvSpPr>
          <p:nvPr/>
        </p:nvSpPr>
        <p:spPr>
          <a:xfrm flipH="1">
            <a:off x="18820531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0" name="Rounded Rectangle">
            <a:extLst>
              <a:ext uri="{FF2B5EF4-FFF2-40B4-BE49-F238E27FC236}">
                <a16:creationId xmlns:a16="http://schemas.microsoft.com/office/drawing/2014/main" id="{4641B3E9-A93F-4FA7-9E1F-6D0C9B527CE1}"/>
              </a:ext>
            </a:extLst>
          </p:cNvPr>
          <p:cNvSpPr>
            <a:spLocks noGrp="1"/>
          </p:cNvSpPr>
          <p:nvPr/>
        </p:nvSpPr>
        <p:spPr>
          <a:xfrm>
            <a:off x="17955833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1" name="Circle">
            <a:extLst>
              <a:ext uri="{FF2B5EF4-FFF2-40B4-BE49-F238E27FC236}">
                <a16:creationId xmlns:a16="http://schemas.microsoft.com/office/drawing/2014/main" id="{483B1929-5EB6-4F04-91DF-4612F02CB4E7}"/>
              </a:ext>
            </a:extLst>
          </p:cNvPr>
          <p:cNvSpPr>
            <a:spLocks noGrp="1"/>
          </p:cNvSpPr>
          <p:nvPr/>
        </p:nvSpPr>
        <p:spPr>
          <a:xfrm>
            <a:off x="18055561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2" name="Circle">
            <a:extLst>
              <a:ext uri="{FF2B5EF4-FFF2-40B4-BE49-F238E27FC236}">
                <a16:creationId xmlns:a16="http://schemas.microsoft.com/office/drawing/2014/main" id="{45C827AE-875F-4D01-B158-85843B8C5A8A}"/>
              </a:ext>
            </a:extLst>
          </p:cNvPr>
          <p:cNvSpPr>
            <a:spLocks noGrp="1"/>
          </p:cNvSpPr>
          <p:nvPr/>
        </p:nvSpPr>
        <p:spPr>
          <a:xfrm rot="10800000">
            <a:off x="18820531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3" name="Circle">
            <a:extLst>
              <a:ext uri="{FF2B5EF4-FFF2-40B4-BE49-F238E27FC236}">
                <a16:creationId xmlns:a16="http://schemas.microsoft.com/office/drawing/2014/main" id="{52E2AA95-41FE-4431-81BE-0964DC62970B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1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4" name="Circle">
            <a:extLst>
              <a:ext uri="{FF2B5EF4-FFF2-40B4-BE49-F238E27FC236}">
                <a16:creationId xmlns:a16="http://schemas.microsoft.com/office/drawing/2014/main" id="{1192423E-060F-480A-9BBB-9BB5B202322E}"/>
              </a:ext>
            </a:extLst>
          </p:cNvPr>
          <p:cNvSpPr>
            <a:spLocks noGrp="1"/>
          </p:cNvSpPr>
          <p:nvPr/>
        </p:nvSpPr>
        <p:spPr>
          <a:xfrm flipH="1">
            <a:off x="18820531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5" name="Circle">
            <a:extLst>
              <a:ext uri="{FF2B5EF4-FFF2-40B4-BE49-F238E27FC236}">
                <a16:creationId xmlns:a16="http://schemas.microsoft.com/office/drawing/2014/main" id="{1F6092FC-338B-4284-B61D-6A8DB59A6DA9}"/>
              </a:ext>
            </a:extLst>
          </p:cNvPr>
          <p:cNvSpPr>
            <a:spLocks noGrp="1"/>
          </p:cNvSpPr>
          <p:nvPr/>
        </p:nvSpPr>
        <p:spPr>
          <a:xfrm rot="10800000">
            <a:off x="18438046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6" name="Rounded Rectangle">
            <a:extLst>
              <a:ext uri="{FF2B5EF4-FFF2-40B4-BE49-F238E27FC236}">
                <a16:creationId xmlns:a16="http://schemas.microsoft.com/office/drawing/2014/main" id="{70FB5F64-A4A6-40ED-B653-68BEBCCA45C0}"/>
              </a:ext>
            </a:extLst>
          </p:cNvPr>
          <p:cNvSpPr>
            <a:spLocks noGrp="1"/>
          </p:cNvSpPr>
          <p:nvPr/>
        </p:nvSpPr>
        <p:spPr>
          <a:xfrm>
            <a:off x="17955833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7" name="Circle">
            <a:extLst>
              <a:ext uri="{FF2B5EF4-FFF2-40B4-BE49-F238E27FC236}">
                <a16:creationId xmlns:a16="http://schemas.microsoft.com/office/drawing/2014/main" id="{3EA908EF-1301-4631-B302-FB84DC354A06}"/>
              </a:ext>
            </a:extLst>
          </p:cNvPr>
          <p:cNvSpPr>
            <a:spLocks noGrp="1"/>
          </p:cNvSpPr>
          <p:nvPr/>
        </p:nvSpPr>
        <p:spPr>
          <a:xfrm>
            <a:off x="18055561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8" name="Circle">
            <a:extLst>
              <a:ext uri="{FF2B5EF4-FFF2-40B4-BE49-F238E27FC236}">
                <a16:creationId xmlns:a16="http://schemas.microsoft.com/office/drawing/2014/main" id="{7F07BEA7-9EDC-417F-A90C-BA7381A96924}"/>
              </a:ext>
            </a:extLst>
          </p:cNvPr>
          <p:cNvSpPr>
            <a:spLocks noGrp="1"/>
          </p:cNvSpPr>
          <p:nvPr/>
        </p:nvSpPr>
        <p:spPr>
          <a:xfrm rot="10800000">
            <a:off x="1882053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9" name="Circle">
            <a:extLst>
              <a:ext uri="{FF2B5EF4-FFF2-40B4-BE49-F238E27FC236}">
                <a16:creationId xmlns:a16="http://schemas.microsoft.com/office/drawing/2014/main" id="{39E3FAB4-E1F7-4B59-B269-DD0FD98BF0D2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30" name="Circle">
            <a:extLst>
              <a:ext uri="{FF2B5EF4-FFF2-40B4-BE49-F238E27FC236}">
                <a16:creationId xmlns:a16="http://schemas.microsoft.com/office/drawing/2014/main" id="{A94A4BD3-AB5F-48A5-9ABE-378EE4A95660}"/>
              </a:ext>
            </a:extLst>
          </p:cNvPr>
          <p:cNvSpPr>
            <a:spLocks noGrp="1"/>
          </p:cNvSpPr>
          <p:nvPr/>
        </p:nvSpPr>
        <p:spPr>
          <a:xfrm flipH="1">
            <a:off x="18820531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31" name="Circle">
            <a:extLst>
              <a:ext uri="{FF2B5EF4-FFF2-40B4-BE49-F238E27FC236}">
                <a16:creationId xmlns:a16="http://schemas.microsoft.com/office/drawing/2014/main" id="{50413687-68D7-4B46-A928-B7B450F828A9}"/>
              </a:ext>
            </a:extLst>
          </p:cNvPr>
          <p:cNvSpPr>
            <a:spLocks noGrp="1"/>
          </p:cNvSpPr>
          <p:nvPr/>
        </p:nvSpPr>
        <p:spPr>
          <a:xfrm rot="10800000">
            <a:off x="18055561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32" name="Circle">
            <a:extLst>
              <a:ext uri="{FF2B5EF4-FFF2-40B4-BE49-F238E27FC236}">
                <a16:creationId xmlns:a16="http://schemas.microsoft.com/office/drawing/2014/main" id="{181B73D4-6B3E-45E7-9905-5B45A19FE003}"/>
              </a:ext>
            </a:extLst>
          </p:cNvPr>
          <p:cNvSpPr>
            <a:spLocks noGrp="1"/>
          </p:cNvSpPr>
          <p:nvPr/>
        </p:nvSpPr>
        <p:spPr>
          <a:xfrm rot="10800000">
            <a:off x="18820531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33" name="Rounded Rectangle">
            <a:extLst>
              <a:ext uri="{FF2B5EF4-FFF2-40B4-BE49-F238E27FC236}">
                <a16:creationId xmlns:a16="http://schemas.microsoft.com/office/drawing/2014/main" id="{4D13E537-D581-4E53-8933-2409124B1F16}"/>
              </a:ext>
            </a:extLst>
          </p:cNvPr>
          <p:cNvSpPr>
            <a:spLocks noGrp="1"/>
          </p:cNvSpPr>
          <p:nvPr/>
        </p:nvSpPr>
        <p:spPr>
          <a:xfrm>
            <a:off x="21747796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34" name="Circle">
            <a:extLst>
              <a:ext uri="{FF2B5EF4-FFF2-40B4-BE49-F238E27FC236}">
                <a16:creationId xmlns:a16="http://schemas.microsoft.com/office/drawing/2014/main" id="{95B7934F-5D95-4004-AB18-FC01560A0678}"/>
              </a:ext>
            </a:extLst>
          </p:cNvPr>
          <p:cNvSpPr>
            <a:spLocks noGrp="1"/>
          </p:cNvSpPr>
          <p:nvPr/>
        </p:nvSpPr>
        <p:spPr>
          <a:xfrm>
            <a:off x="21847523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35" name="Circle">
            <a:extLst>
              <a:ext uri="{FF2B5EF4-FFF2-40B4-BE49-F238E27FC236}">
                <a16:creationId xmlns:a16="http://schemas.microsoft.com/office/drawing/2014/main" id="{02F9AB16-5DC8-4406-8F6C-E30170CD9A9A}"/>
              </a:ext>
            </a:extLst>
          </p:cNvPr>
          <p:cNvSpPr>
            <a:spLocks noGrp="1"/>
          </p:cNvSpPr>
          <p:nvPr/>
        </p:nvSpPr>
        <p:spPr>
          <a:xfrm rot="10800000">
            <a:off x="22612492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36" name="Rounded Rectangle">
            <a:extLst>
              <a:ext uri="{FF2B5EF4-FFF2-40B4-BE49-F238E27FC236}">
                <a16:creationId xmlns:a16="http://schemas.microsoft.com/office/drawing/2014/main" id="{AECAE8EC-9111-4470-9DF6-12F86FA9144F}"/>
              </a:ext>
            </a:extLst>
          </p:cNvPr>
          <p:cNvSpPr>
            <a:spLocks noGrp="1"/>
          </p:cNvSpPr>
          <p:nvPr/>
        </p:nvSpPr>
        <p:spPr>
          <a:xfrm>
            <a:off x="21747796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37" name="Circle">
            <a:extLst>
              <a:ext uri="{FF2B5EF4-FFF2-40B4-BE49-F238E27FC236}">
                <a16:creationId xmlns:a16="http://schemas.microsoft.com/office/drawing/2014/main" id="{1ACB80FA-FC7F-437B-80A9-BE3EA6465D00}"/>
              </a:ext>
            </a:extLst>
          </p:cNvPr>
          <p:cNvSpPr>
            <a:spLocks noGrp="1"/>
          </p:cNvSpPr>
          <p:nvPr/>
        </p:nvSpPr>
        <p:spPr>
          <a:xfrm>
            <a:off x="21847523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38" name="Circle">
            <a:extLst>
              <a:ext uri="{FF2B5EF4-FFF2-40B4-BE49-F238E27FC236}">
                <a16:creationId xmlns:a16="http://schemas.microsoft.com/office/drawing/2014/main" id="{AAF039B4-D436-44AC-B3FE-9BB2AC276F09}"/>
              </a:ext>
            </a:extLst>
          </p:cNvPr>
          <p:cNvSpPr>
            <a:spLocks noGrp="1"/>
          </p:cNvSpPr>
          <p:nvPr/>
        </p:nvSpPr>
        <p:spPr>
          <a:xfrm rot="10800000">
            <a:off x="22612493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39" name="Circle">
            <a:extLst>
              <a:ext uri="{FF2B5EF4-FFF2-40B4-BE49-F238E27FC236}">
                <a16:creationId xmlns:a16="http://schemas.microsoft.com/office/drawing/2014/main" id="{AE6C89FE-4991-4C31-84A9-317754610A66}"/>
              </a:ext>
            </a:extLst>
          </p:cNvPr>
          <p:cNvSpPr>
            <a:spLocks noGrp="1"/>
          </p:cNvSpPr>
          <p:nvPr/>
        </p:nvSpPr>
        <p:spPr>
          <a:xfrm rot="10800000">
            <a:off x="22230008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0" name="Rounded Rectangle">
            <a:extLst>
              <a:ext uri="{FF2B5EF4-FFF2-40B4-BE49-F238E27FC236}">
                <a16:creationId xmlns:a16="http://schemas.microsoft.com/office/drawing/2014/main" id="{DA7E87C3-3C5B-44EA-9E8B-20D0E1649609}"/>
              </a:ext>
            </a:extLst>
          </p:cNvPr>
          <p:cNvSpPr>
            <a:spLocks noGrp="1"/>
          </p:cNvSpPr>
          <p:nvPr/>
        </p:nvSpPr>
        <p:spPr>
          <a:xfrm>
            <a:off x="21747796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1" name="Circle">
            <a:extLst>
              <a:ext uri="{FF2B5EF4-FFF2-40B4-BE49-F238E27FC236}">
                <a16:creationId xmlns:a16="http://schemas.microsoft.com/office/drawing/2014/main" id="{09AD4522-46A2-4704-AA25-559219F16A85}"/>
              </a:ext>
            </a:extLst>
          </p:cNvPr>
          <p:cNvSpPr>
            <a:spLocks noGrp="1"/>
          </p:cNvSpPr>
          <p:nvPr/>
        </p:nvSpPr>
        <p:spPr>
          <a:xfrm>
            <a:off x="21847523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2" name="Circle">
            <a:extLst>
              <a:ext uri="{FF2B5EF4-FFF2-40B4-BE49-F238E27FC236}">
                <a16:creationId xmlns:a16="http://schemas.microsoft.com/office/drawing/2014/main" id="{52089B11-58F4-4FF7-801D-F3C3D69ECB59}"/>
              </a:ext>
            </a:extLst>
          </p:cNvPr>
          <p:cNvSpPr>
            <a:spLocks noGrp="1"/>
          </p:cNvSpPr>
          <p:nvPr/>
        </p:nvSpPr>
        <p:spPr>
          <a:xfrm rot="10800000">
            <a:off x="22612493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3" name="Circle">
            <a:extLst>
              <a:ext uri="{FF2B5EF4-FFF2-40B4-BE49-F238E27FC236}">
                <a16:creationId xmlns:a16="http://schemas.microsoft.com/office/drawing/2014/main" id="{8577EDDC-B703-4B90-B802-F311F5626726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4" name="Circle">
            <a:extLst>
              <a:ext uri="{FF2B5EF4-FFF2-40B4-BE49-F238E27FC236}">
                <a16:creationId xmlns:a16="http://schemas.microsoft.com/office/drawing/2014/main" id="{E663FBC9-19C8-4DDE-8D57-D1322BF4019B}"/>
              </a:ext>
            </a:extLst>
          </p:cNvPr>
          <p:cNvSpPr>
            <a:spLocks noGrp="1"/>
          </p:cNvSpPr>
          <p:nvPr/>
        </p:nvSpPr>
        <p:spPr>
          <a:xfrm flipH="1">
            <a:off x="22612493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5" name="Rounded Rectangle">
            <a:extLst>
              <a:ext uri="{FF2B5EF4-FFF2-40B4-BE49-F238E27FC236}">
                <a16:creationId xmlns:a16="http://schemas.microsoft.com/office/drawing/2014/main" id="{19FF4D77-53A1-426C-9F91-95D76D842D52}"/>
              </a:ext>
            </a:extLst>
          </p:cNvPr>
          <p:cNvSpPr>
            <a:spLocks noGrp="1"/>
          </p:cNvSpPr>
          <p:nvPr/>
        </p:nvSpPr>
        <p:spPr>
          <a:xfrm>
            <a:off x="21747796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6" name="Circle">
            <a:extLst>
              <a:ext uri="{FF2B5EF4-FFF2-40B4-BE49-F238E27FC236}">
                <a16:creationId xmlns:a16="http://schemas.microsoft.com/office/drawing/2014/main" id="{AA9D21B0-1190-4486-A457-C321F0643C80}"/>
              </a:ext>
            </a:extLst>
          </p:cNvPr>
          <p:cNvSpPr>
            <a:spLocks noGrp="1"/>
          </p:cNvSpPr>
          <p:nvPr/>
        </p:nvSpPr>
        <p:spPr>
          <a:xfrm>
            <a:off x="21847523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7" name="Circle">
            <a:extLst>
              <a:ext uri="{FF2B5EF4-FFF2-40B4-BE49-F238E27FC236}">
                <a16:creationId xmlns:a16="http://schemas.microsoft.com/office/drawing/2014/main" id="{016F0D18-0D3D-4CDA-B3C2-35CC470034D6}"/>
              </a:ext>
            </a:extLst>
          </p:cNvPr>
          <p:cNvSpPr>
            <a:spLocks noGrp="1"/>
          </p:cNvSpPr>
          <p:nvPr/>
        </p:nvSpPr>
        <p:spPr>
          <a:xfrm rot="10800000">
            <a:off x="22612493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8" name="Circle">
            <a:extLst>
              <a:ext uri="{FF2B5EF4-FFF2-40B4-BE49-F238E27FC236}">
                <a16:creationId xmlns:a16="http://schemas.microsoft.com/office/drawing/2014/main" id="{D3098FE7-278F-4CF2-84DA-59D11654A43D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9" name="Circle">
            <a:extLst>
              <a:ext uri="{FF2B5EF4-FFF2-40B4-BE49-F238E27FC236}">
                <a16:creationId xmlns:a16="http://schemas.microsoft.com/office/drawing/2014/main" id="{72D3602B-60B5-49C3-B30F-BAEF973858A9}"/>
              </a:ext>
            </a:extLst>
          </p:cNvPr>
          <p:cNvSpPr>
            <a:spLocks noGrp="1"/>
          </p:cNvSpPr>
          <p:nvPr/>
        </p:nvSpPr>
        <p:spPr>
          <a:xfrm flipH="1">
            <a:off x="22612493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0" name="Circle">
            <a:extLst>
              <a:ext uri="{FF2B5EF4-FFF2-40B4-BE49-F238E27FC236}">
                <a16:creationId xmlns:a16="http://schemas.microsoft.com/office/drawing/2014/main" id="{E8481CEA-3578-4EF5-A257-68B88BDA4161}"/>
              </a:ext>
            </a:extLst>
          </p:cNvPr>
          <p:cNvSpPr>
            <a:spLocks noGrp="1"/>
          </p:cNvSpPr>
          <p:nvPr/>
        </p:nvSpPr>
        <p:spPr>
          <a:xfrm rot="10800000">
            <a:off x="22230008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1" name="Rounded Rectangle">
            <a:extLst>
              <a:ext uri="{FF2B5EF4-FFF2-40B4-BE49-F238E27FC236}">
                <a16:creationId xmlns:a16="http://schemas.microsoft.com/office/drawing/2014/main" id="{D323F15E-7A06-42C4-8223-EB6D0F8A4EF3}"/>
              </a:ext>
            </a:extLst>
          </p:cNvPr>
          <p:cNvSpPr>
            <a:spLocks noGrp="1"/>
          </p:cNvSpPr>
          <p:nvPr/>
        </p:nvSpPr>
        <p:spPr>
          <a:xfrm>
            <a:off x="21747796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2" name="Circle">
            <a:extLst>
              <a:ext uri="{FF2B5EF4-FFF2-40B4-BE49-F238E27FC236}">
                <a16:creationId xmlns:a16="http://schemas.microsoft.com/office/drawing/2014/main" id="{AA14C9FA-116B-4170-9194-87280AC4AB95}"/>
              </a:ext>
            </a:extLst>
          </p:cNvPr>
          <p:cNvSpPr>
            <a:spLocks noGrp="1"/>
          </p:cNvSpPr>
          <p:nvPr/>
        </p:nvSpPr>
        <p:spPr>
          <a:xfrm>
            <a:off x="21847523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3" name="Circle">
            <a:extLst>
              <a:ext uri="{FF2B5EF4-FFF2-40B4-BE49-F238E27FC236}">
                <a16:creationId xmlns:a16="http://schemas.microsoft.com/office/drawing/2014/main" id="{2D8E4A87-CB1A-4014-AFAE-233A69580084}"/>
              </a:ext>
            </a:extLst>
          </p:cNvPr>
          <p:cNvSpPr>
            <a:spLocks noGrp="1"/>
          </p:cNvSpPr>
          <p:nvPr/>
        </p:nvSpPr>
        <p:spPr>
          <a:xfrm rot="10800000">
            <a:off x="22612493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4" name="Circle">
            <a:extLst>
              <a:ext uri="{FF2B5EF4-FFF2-40B4-BE49-F238E27FC236}">
                <a16:creationId xmlns:a16="http://schemas.microsoft.com/office/drawing/2014/main" id="{3BC919DE-1F35-461D-9A8C-79CC2E9B056A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5" name="Circle">
            <a:extLst>
              <a:ext uri="{FF2B5EF4-FFF2-40B4-BE49-F238E27FC236}">
                <a16:creationId xmlns:a16="http://schemas.microsoft.com/office/drawing/2014/main" id="{11CB2C68-D552-457D-86CA-8E4D0851E233}"/>
              </a:ext>
            </a:extLst>
          </p:cNvPr>
          <p:cNvSpPr>
            <a:spLocks noGrp="1"/>
          </p:cNvSpPr>
          <p:nvPr/>
        </p:nvSpPr>
        <p:spPr>
          <a:xfrm flipH="1">
            <a:off x="22612493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6" name="Circle">
            <a:extLst>
              <a:ext uri="{FF2B5EF4-FFF2-40B4-BE49-F238E27FC236}">
                <a16:creationId xmlns:a16="http://schemas.microsoft.com/office/drawing/2014/main" id="{BC07FAD8-DE0D-4F05-AF35-ACAD0EA53120}"/>
              </a:ext>
            </a:extLst>
          </p:cNvPr>
          <p:cNvSpPr>
            <a:spLocks noGrp="1"/>
          </p:cNvSpPr>
          <p:nvPr/>
        </p:nvSpPr>
        <p:spPr>
          <a:xfrm rot="10800000">
            <a:off x="21847523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7" name="Circle">
            <a:extLst>
              <a:ext uri="{FF2B5EF4-FFF2-40B4-BE49-F238E27FC236}">
                <a16:creationId xmlns:a16="http://schemas.microsoft.com/office/drawing/2014/main" id="{2CD3AC1A-478A-48BB-B77D-04A9BE174971}"/>
              </a:ext>
            </a:extLst>
          </p:cNvPr>
          <p:cNvSpPr>
            <a:spLocks noGrp="1"/>
          </p:cNvSpPr>
          <p:nvPr/>
        </p:nvSpPr>
        <p:spPr>
          <a:xfrm rot="10800000">
            <a:off x="22612493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9" name="2">
            <a:extLst>
              <a:ext uri="{FF2B5EF4-FFF2-40B4-BE49-F238E27FC236}">
                <a16:creationId xmlns:a16="http://schemas.microsoft.com/office/drawing/2014/main" id="{37D909ED-020C-4594-BF96-86618E5E2DD8}"/>
              </a:ext>
            </a:extLst>
          </p:cNvPr>
          <p:cNvSpPr>
            <a:spLocks noGrp="1"/>
          </p:cNvSpPr>
          <p:nvPr/>
        </p:nvSpPr>
        <p:spPr>
          <a:xfrm>
            <a:off x="2138878" y="718130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960" name="3">
            <a:extLst>
              <a:ext uri="{FF2B5EF4-FFF2-40B4-BE49-F238E27FC236}">
                <a16:creationId xmlns:a16="http://schemas.microsoft.com/office/drawing/2014/main" id="{C97157C8-CC24-4E99-BD87-8AACB76D8473}"/>
              </a:ext>
            </a:extLst>
          </p:cNvPr>
          <p:cNvSpPr>
            <a:spLocks noGrp="1"/>
          </p:cNvSpPr>
          <p:nvPr/>
        </p:nvSpPr>
        <p:spPr>
          <a:xfrm>
            <a:off x="2138878" y="2749195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961" name="4">
            <a:extLst>
              <a:ext uri="{FF2B5EF4-FFF2-40B4-BE49-F238E27FC236}">
                <a16:creationId xmlns:a16="http://schemas.microsoft.com/office/drawing/2014/main" id="{151265A0-952C-44E5-8689-4AF4AEDCE59C}"/>
              </a:ext>
            </a:extLst>
          </p:cNvPr>
          <p:cNvSpPr>
            <a:spLocks noGrp="1"/>
          </p:cNvSpPr>
          <p:nvPr/>
        </p:nvSpPr>
        <p:spPr>
          <a:xfrm>
            <a:off x="2138878" y="4717812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962" name="5">
            <a:extLst>
              <a:ext uri="{FF2B5EF4-FFF2-40B4-BE49-F238E27FC236}">
                <a16:creationId xmlns:a16="http://schemas.microsoft.com/office/drawing/2014/main" id="{A73FFB36-8F26-4D10-A255-6C578AB8DCDD}"/>
              </a:ext>
            </a:extLst>
          </p:cNvPr>
          <p:cNvSpPr>
            <a:spLocks noGrp="1"/>
          </p:cNvSpPr>
          <p:nvPr/>
        </p:nvSpPr>
        <p:spPr>
          <a:xfrm>
            <a:off x="2138878" y="6759341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963" name="6">
            <a:extLst>
              <a:ext uri="{FF2B5EF4-FFF2-40B4-BE49-F238E27FC236}">
                <a16:creationId xmlns:a16="http://schemas.microsoft.com/office/drawing/2014/main" id="{5B42557F-0709-46BB-A9A3-BE96189C09B5}"/>
              </a:ext>
            </a:extLst>
          </p:cNvPr>
          <p:cNvSpPr>
            <a:spLocks noGrp="1"/>
          </p:cNvSpPr>
          <p:nvPr/>
        </p:nvSpPr>
        <p:spPr>
          <a:xfrm>
            <a:off x="2138878" y="8717494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964" name="7">
            <a:extLst>
              <a:ext uri="{FF2B5EF4-FFF2-40B4-BE49-F238E27FC236}">
                <a16:creationId xmlns:a16="http://schemas.microsoft.com/office/drawing/2014/main" id="{D2524C2E-B305-4B9E-973D-ED6586189DD6}"/>
              </a:ext>
            </a:extLst>
          </p:cNvPr>
          <p:cNvSpPr>
            <a:spLocks noGrp="1"/>
          </p:cNvSpPr>
          <p:nvPr/>
        </p:nvSpPr>
        <p:spPr>
          <a:xfrm>
            <a:off x="2138878" y="10769488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965" name="3">
            <a:extLst>
              <a:ext uri="{FF2B5EF4-FFF2-40B4-BE49-F238E27FC236}">
                <a16:creationId xmlns:a16="http://schemas.microsoft.com/office/drawing/2014/main" id="{658A1206-47A4-4467-94F7-15BA172FE2C1}"/>
              </a:ext>
            </a:extLst>
          </p:cNvPr>
          <p:cNvSpPr>
            <a:spLocks noGrp="1"/>
          </p:cNvSpPr>
          <p:nvPr/>
        </p:nvSpPr>
        <p:spPr>
          <a:xfrm>
            <a:off x="5966745" y="707666"/>
            <a:ext cx="110313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966" name="4">
            <a:extLst>
              <a:ext uri="{FF2B5EF4-FFF2-40B4-BE49-F238E27FC236}">
                <a16:creationId xmlns:a16="http://schemas.microsoft.com/office/drawing/2014/main" id="{5871A05C-8C39-444C-A98B-E9DF93BD275F}"/>
              </a:ext>
            </a:extLst>
          </p:cNvPr>
          <p:cNvSpPr>
            <a:spLocks noGrp="1"/>
          </p:cNvSpPr>
          <p:nvPr/>
        </p:nvSpPr>
        <p:spPr>
          <a:xfrm>
            <a:off x="5966745" y="2676283"/>
            <a:ext cx="110313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967" name="5">
            <a:extLst>
              <a:ext uri="{FF2B5EF4-FFF2-40B4-BE49-F238E27FC236}">
                <a16:creationId xmlns:a16="http://schemas.microsoft.com/office/drawing/2014/main" id="{F011FC36-DB3F-415B-8269-22A49C95832B}"/>
              </a:ext>
            </a:extLst>
          </p:cNvPr>
          <p:cNvSpPr>
            <a:spLocks noGrp="1"/>
          </p:cNvSpPr>
          <p:nvPr/>
        </p:nvSpPr>
        <p:spPr>
          <a:xfrm>
            <a:off x="5966745" y="4717812"/>
            <a:ext cx="110313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968" name="6">
            <a:extLst>
              <a:ext uri="{FF2B5EF4-FFF2-40B4-BE49-F238E27FC236}">
                <a16:creationId xmlns:a16="http://schemas.microsoft.com/office/drawing/2014/main" id="{29E5CC31-2ADE-42E5-A281-115708DDE041}"/>
              </a:ext>
            </a:extLst>
          </p:cNvPr>
          <p:cNvSpPr>
            <a:spLocks noGrp="1"/>
          </p:cNvSpPr>
          <p:nvPr/>
        </p:nvSpPr>
        <p:spPr>
          <a:xfrm>
            <a:off x="5966745" y="6675965"/>
            <a:ext cx="110313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969" name="7">
            <a:extLst>
              <a:ext uri="{FF2B5EF4-FFF2-40B4-BE49-F238E27FC236}">
                <a16:creationId xmlns:a16="http://schemas.microsoft.com/office/drawing/2014/main" id="{A917C72C-C2BE-48C2-9266-30A53F25E3A1}"/>
              </a:ext>
            </a:extLst>
          </p:cNvPr>
          <p:cNvSpPr>
            <a:spLocks noGrp="1"/>
          </p:cNvSpPr>
          <p:nvPr/>
        </p:nvSpPr>
        <p:spPr>
          <a:xfrm>
            <a:off x="5966745" y="8727959"/>
            <a:ext cx="110313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970" name="8">
            <a:extLst>
              <a:ext uri="{FF2B5EF4-FFF2-40B4-BE49-F238E27FC236}">
                <a16:creationId xmlns:a16="http://schemas.microsoft.com/office/drawing/2014/main" id="{BB1A4891-EEBA-4D2E-A8FE-702027195E5D}"/>
              </a:ext>
            </a:extLst>
          </p:cNvPr>
          <p:cNvSpPr>
            <a:spLocks noGrp="1"/>
          </p:cNvSpPr>
          <p:nvPr/>
        </p:nvSpPr>
        <p:spPr>
          <a:xfrm>
            <a:off x="5966745" y="10675646"/>
            <a:ext cx="110313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971" name="4">
            <a:extLst>
              <a:ext uri="{FF2B5EF4-FFF2-40B4-BE49-F238E27FC236}">
                <a16:creationId xmlns:a16="http://schemas.microsoft.com/office/drawing/2014/main" id="{1754C9C7-FF21-442B-9F0D-01B709415680}"/>
              </a:ext>
            </a:extLst>
          </p:cNvPr>
          <p:cNvSpPr>
            <a:spLocks noGrp="1"/>
          </p:cNvSpPr>
          <p:nvPr/>
        </p:nvSpPr>
        <p:spPr>
          <a:xfrm>
            <a:off x="9790167" y="718130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972" name="5">
            <a:extLst>
              <a:ext uri="{FF2B5EF4-FFF2-40B4-BE49-F238E27FC236}">
                <a16:creationId xmlns:a16="http://schemas.microsoft.com/office/drawing/2014/main" id="{160C5ABC-239B-4C11-A30B-5A5AFCBFC60E}"/>
              </a:ext>
            </a:extLst>
          </p:cNvPr>
          <p:cNvSpPr>
            <a:spLocks noGrp="1"/>
          </p:cNvSpPr>
          <p:nvPr/>
        </p:nvSpPr>
        <p:spPr>
          <a:xfrm>
            <a:off x="9790167" y="2759659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973" name="6">
            <a:extLst>
              <a:ext uri="{FF2B5EF4-FFF2-40B4-BE49-F238E27FC236}">
                <a16:creationId xmlns:a16="http://schemas.microsoft.com/office/drawing/2014/main" id="{07B5A9BF-5760-4B44-BD58-51080D97F14F}"/>
              </a:ext>
            </a:extLst>
          </p:cNvPr>
          <p:cNvSpPr>
            <a:spLocks noGrp="1"/>
          </p:cNvSpPr>
          <p:nvPr/>
        </p:nvSpPr>
        <p:spPr>
          <a:xfrm>
            <a:off x="9790167" y="4717812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974" name="7">
            <a:extLst>
              <a:ext uri="{FF2B5EF4-FFF2-40B4-BE49-F238E27FC236}">
                <a16:creationId xmlns:a16="http://schemas.microsoft.com/office/drawing/2014/main" id="{14756B1B-6840-45F2-A95B-24700F4E423E}"/>
              </a:ext>
            </a:extLst>
          </p:cNvPr>
          <p:cNvSpPr>
            <a:spLocks noGrp="1"/>
          </p:cNvSpPr>
          <p:nvPr/>
        </p:nvSpPr>
        <p:spPr>
          <a:xfrm>
            <a:off x="9790167" y="6769806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975" name="8">
            <a:extLst>
              <a:ext uri="{FF2B5EF4-FFF2-40B4-BE49-F238E27FC236}">
                <a16:creationId xmlns:a16="http://schemas.microsoft.com/office/drawing/2014/main" id="{61FE2AC1-7BFF-4428-AE2C-2F31EE1F0F36}"/>
              </a:ext>
            </a:extLst>
          </p:cNvPr>
          <p:cNvSpPr>
            <a:spLocks noGrp="1"/>
          </p:cNvSpPr>
          <p:nvPr/>
        </p:nvSpPr>
        <p:spPr>
          <a:xfrm>
            <a:off x="9790167" y="8717494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976" name="9">
            <a:extLst>
              <a:ext uri="{FF2B5EF4-FFF2-40B4-BE49-F238E27FC236}">
                <a16:creationId xmlns:a16="http://schemas.microsoft.com/office/drawing/2014/main" id="{B83A4869-1F10-44A2-BCF0-96E22905145C}"/>
              </a:ext>
            </a:extLst>
          </p:cNvPr>
          <p:cNvSpPr>
            <a:spLocks noGrp="1"/>
          </p:cNvSpPr>
          <p:nvPr/>
        </p:nvSpPr>
        <p:spPr>
          <a:xfrm>
            <a:off x="9761718" y="10675646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977" name="5">
            <a:extLst>
              <a:ext uri="{FF2B5EF4-FFF2-40B4-BE49-F238E27FC236}">
                <a16:creationId xmlns:a16="http://schemas.microsoft.com/office/drawing/2014/main" id="{719E9803-0328-4C56-A66D-A70F867B6C54}"/>
              </a:ext>
            </a:extLst>
          </p:cNvPr>
          <p:cNvSpPr>
            <a:spLocks noGrp="1"/>
          </p:cNvSpPr>
          <p:nvPr/>
        </p:nvSpPr>
        <p:spPr>
          <a:xfrm>
            <a:off x="13613589" y="759819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978" name="6">
            <a:extLst>
              <a:ext uri="{FF2B5EF4-FFF2-40B4-BE49-F238E27FC236}">
                <a16:creationId xmlns:a16="http://schemas.microsoft.com/office/drawing/2014/main" id="{E359AFAF-571A-4326-9727-BCC3E93BAFD1}"/>
              </a:ext>
            </a:extLst>
          </p:cNvPr>
          <p:cNvSpPr>
            <a:spLocks noGrp="1"/>
          </p:cNvSpPr>
          <p:nvPr/>
        </p:nvSpPr>
        <p:spPr>
          <a:xfrm>
            <a:off x="13613589" y="2717972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979" name="7">
            <a:extLst>
              <a:ext uri="{FF2B5EF4-FFF2-40B4-BE49-F238E27FC236}">
                <a16:creationId xmlns:a16="http://schemas.microsoft.com/office/drawing/2014/main" id="{BBA5B0BB-A02D-4A83-AAA8-9FC20352220C}"/>
              </a:ext>
            </a:extLst>
          </p:cNvPr>
          <p:cNvSpPr>
            <a:spLocks noGrp="1"/>
          </p:cNvSpPr>
          <p:nvPr/>
        </p:nvSpPr>
        <p:spPr>
          <a:xfrm>
            <a:off x="13613589" y="4769966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980" name="8">
            <a:extLst>
              <a:ext uri="{FF2B5EF4-FFF2-40B4-BE49-F238E27FC236}">
                <a16:creationId xmlns:a16="http://schemas.microsoft.com/office/drawing/2014/main" id="{47FF89E7-E47F-47F2-A735-D233D35F9F3B}"/>
              </a:ext>
            </a:extLst>
          </p:cNvPr>
          <p:cNvSpPr>
            <a:spLocks noGrp="1"/>
          </p:cNvSpPr>
          <p:nvPr/>
        </p:nvSpPr>
        <p:spPr>
          <a:xfrm>
            <a:off x="13613589" y="6717653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981" name="9">
            <a:extLst>
              <a:ext uri="{FF2B5EF4-FFF2-40B4-BE49-F238E27FC236}">
                <a16:creationId xmlns:a16="http://schemas.microsoft.com/office/drawing/2014/main" id="{956C5EFF-C9CD-462F-BB91-A1A4E2E95296}"/>
              </a:ext>
            </a:extLst>
          </p:cNvPr>
          <p:cNvSpPr>
            <a:spLocks noGrp="1"/>
          </p:cNvSpPr>
          <p:nvPr/>
        </p:nvSpPr>
        <p:spPr>
          <a:xfrm>
            <a:off x="13585141" y="8675806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982" name="10">
            <a:extLst>
              <a:ext uri="{FF2B5EF4-FFF2-40B4-BE49-F238E27FC236}">
                <a16:creationId xmlns:a16="http://schemas.microsoft.com/office/drawing/2014/main" id="{05FC4727-037A-49E8-9C02-BD5AB76CD94F}"/>
              </a:ext>
            </a:extLst>
          </p:cNvPr>
          <p:cNvSpPr>
            <a:spLocks noGrp="1"/>
          </p:cNvSpPr>
          <p:nvPr/>
        </p:nvSpPr>
        <p:spPr>
          <a:xfrm>
            <a:off x="13090721" y="10675646"/>
            <a:ext cx="209197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983" name="6">
            <a:extLst>
              <a:ext uri="{FF2B5EF4-FFF2-40B4-BE49-F238E27FC236}">
                <a16:creationId xmlns:a16="http://schemas.microsoft.com/office/drawing/2014/main" id="{1434C31A-341B-4E97-BA45-01267A37623C}"/>
              </a:ext>
            </a:extLst>
          </p:cNvPr>
          <p:cNvSpPr>
            <a:spLocks noGrp="1"/>
          </p:cNvSpPr>
          <p:nvPr/>
        </p:nvSpPr>
        <p:spPr>
          <a:xfrm>
            <a:off x="17368544" y="791128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984" name="7">
            <a:extLst>
              <a:ext uri="{FF2B5EF4-FFF2-40B4-BE49-F238E27FC236}">
                <a16:creationId xmlns:a16="http://schemas.microsoft.com/office/drawing/2014/main" id="{664E87A6-89A7-4659-B25E-01917882932B}"/>
              </a:ext>
            </a:extLst>
          </p:cNvPr>
          <p:cNvSpPr>
            <a:spLocks noGrp="1"/>
          </p:cNvSpPr>
          <p:nvPr/>
        </p:nvSpPr>
        <p:spPr>
          <a:xfrm>
            <a:off x="17368544" y="2843122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985" name="8">
            <a:extLst>
              <a:ext uri="{FF2B5EF4-FFF2-40B4-BE49-F238E27FC236}">
                <a16:creationId xmlns:a16="http://schemas.microsoft.com/office/drawing/2014/main" id="{CC5001D4-0AE6-4E13-8DA3-38326299C881}"/>
              </a:ext>
            </a:extLst>
          </p:cNvPr>
          <p:cNvSpPr>
            <a:spLocks noGrp="1"/>
          </p:cNvSpPr>
          <p:nvPr/>
        </p:nvSpPr>
        <p:spPr>
          <a:xfrm>
            <a:off x="17368544" y="4790810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986" name="9">
            <a:extLst>
              <a:ext uri="{FF2B5EF4-FFF2-40B4-BE49-F238E27FC236}">
                <a16:creationId xmlns:a16="http://schemas.microsoft.com/office/drawing/2014/main" id="{C8699411-B9B9-492A-A02D-10843C9A01C6}"/>
              </a:ext>
            </a:extLst>
          </p:cNvPr>
          <p:cNvSpPr>
            <a:spLocks noGrp="1"/>
          </p:cNvSpPr>
          <p:nvPr/>
        </p:nvSpPr>
        <p:spPr>
          <a:xfrm>
            <a:off x="17340096" y="6748963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987" name="10">
            <a:extLst>
              <a:ext uri="{FF2B5EF4-FFF2-40B4-BE49-F238E27FC236}">
                <a16:creationId xmlns:a16="http://schemas.microsoft.com/office/drawing/2014/main" id="{8830A85D-38FD-41BB-8DCB-45C2A1163C5A}"/>
              </a:ext>
            </a:extLst>
          </p:cNvPr>
          <p:cNvSpPr>
            <a:spLocks noGrp="1"/>
          </p:cNvSpPr>
          <p:nvPr/>
        </p:nvSpPr>
        <p:spPr>
          <a:xfrm>
            <a:off x="16845677" y="8748803"/>
            <a:ext cx="2091978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988" name="11">
            <a:extLst>
              <a:ext uri="{FF2B5EF4-FFF2-40B4-BE49-F238E27FC236}">
                <a16:creationId xmlns:a16="http://schemas.microsoft.com/office/drawing/2014/main" id="{D05DCA18-5272-4B05-A815-F371466DEADD}"/>
              </a:ext>
            </a:extLst>
          </p:cNvPr>
          <p:cNvSpPr>
            <a:spLocks noGrp="1"/>
          </p:cNvSpPr>
          <p:nvPr/>
        </p:nvSpPr>
        <p:spPr>
          <a:xfrm>
            <a:off x="16894294" y="10654803"/>
            <a:ext cx="1994744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989" name="7">
            <a:extLst>
              <a:ext uri="{FF2B5EF4-FFF2-40B4-BE49-F238E27FC236}">
                <a16:creationId xmlns:a16="http://schemas.microsoft.com/office/drawing/2014/main" id="{EEF6370B-48F6-486E-9D64-B9364C31833D}"/>
              </a:ext>
            </a:extLst>
          </p:cNvPr>
          <p:cNvSpPr>
            <a:spLocks noGrp="1"/>
          </p:cNvSpPr>
          <p:nvPr/>
        </p:nvSpPr>
        <p:spPr>
          <a:xfrm>
            <a:off x="21123499" y="808562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990" name="8">
            <a:extLst>
              <a:ext uri="{FF2B5EF4-FFF2-40B4-BE49-F238E27FC236}">
                <a16:creationId xmlns:a16="http://schemas.microsoft.com/office/drawing/2014/main" id="{760DA82B-0C03-44B5-9A09-7E2D22DE83AC}"/>
              </a:ext>
            </a:extLst>
          </p:cNvPr>
          <p:cNvSpPr>
            <a:spLocks noGrp="1"/>
          </p:cNvSpPr>
          <p:nvPr/>
        </p:nvSpPr>
        <p:spPr>
          <a:xfrm>
            <a:off x="21123499" y="2860557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991" name="9">
            <a:extLst>
              <a:ext uri="{FF2B5EF4-FFF2-40B4-BE49-F238E27FC236}">
                <a16:creationId xmlns:a16="http://schemas.microsoft.com/office/drawing/2014/main" id="{E2C14CA6-291C-414A-A3A0-A0D80486FC61}"/>
              </a:ext>
            </a:extLst>
          </p:cNvPr>
          <p:cNvSpPr>
            <a:spLocks noGrp="1"/>
          </p:cNvSpPr>
          <p:nvPr/>
        </p:nvSpPr>
        <p:spPr>
          <a:xfrm>
            <a:off x="21123499" y="4808244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992" name="10">
            <a:extLst>
              <a:ext uri="{FF2B5EF4-FFF2-40B4-BE49-F238E27FC236}">
                <a16:creationId xmlns:a16="http://schemas.microsoft.com/office/drawing/2014/main" id="{E66AF466-1F72-46CA-9ADB-A0C8E11A57A5}"/>
              </a:ext>
            </a:extLst>
          </p:cNvPr>
          <p:cNvSpPr>
            <a:spLocks noGrp="1"/>
          </p:cNvSpPr>
          <p:nvPr/>
        </p:nvSpPr>
        <p:spPr>
          <a:xfrm>
            <a:off x="20600632" y="6766397"/>
            <a:ext cx="209197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993" name="11">
            <a:extLst>
              <a:ext uri="{FF2B5EF4-FFF2-40B4-BE49-F238E27FC236}">
                <a16:creationId xmlns:a16="http://schemas.microsoft.com/office/drawing/2014/main" id="{C1B4020C-DDCF-4A96-9E7E-2BCB295E3602}"/>
              </a:ext>
            </a:extLst>
          </p:cNvPr>
          <p:cNvSpPr>
            <a:spLocks noGrp="1"/>
          </p:cNvSpPr>
          <p:nvPr/>
        </p:nvSpPr>
        <p:spPr>
          <a:xfrm>
            <a:off x="20649249" y="8766237"/>
            <a:ext cx="1994745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994" name="12">
            <a:extLst>
              <a:ext uri="{FF2B5EF4-FFF2-40B4-BE49-F238E27FC236}">
                <a16:creationId xmlns:a16="http://schemas.microsoft.com/office/drawing/2014/main" id="{13A3CBE4-097C-49A1-AE89-076CC9AA0558}"/>
              </a:ext>
            </a:extLst>
          </p:cNvPr>
          <p:cNvSpPr>
            <a:spLocks noGrp="1"/>
          </p:cNvSpPr>
          <p:nvPr/>
        </p:nvSpPr>
        <p:spPr>
          <a:xfrm>
            <a:off x="20600632" y="10672236"/>
            <a:ext cx="209197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15551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Rounded Rectangle">
            <a:extLst>
              <a:ext uri="{FF2B5EF4-FFF2-40B4-BE49-F238E27FC236}">
                <a16:creationId xmlns:a16="http://schemas.microsoft.com/office/drawing/2014/main" id="{A3575210-28E9-42E6-864C-0559362C63B5}"/>
              </a:ext>
            </a:extLst>
          </p:cNvPr>
          <p:cNvSpPr>
            <a:spLocks noGrp="1"/>
          </p:cNvSpPr>
          <p:nvPr/>
        </p:nvSpPr>
        <p:spPr>
          <a:xfrm>
            <a:off x="1366203" y="1237658"/>
            <a:ext cx="1270000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97" name="Circle">
            <a:extLst>
              <a:ext uri="{FF2B5EF4-FFF2-40B4-BE49-F238E27FC236}">
                <a16:creationId xmlns:a16="http://schemas.microsoft.com/office/drawing/2014/main" id="{D253C58D-14C6-4635-BE6D-E91F35C50E6C}"/>
              </a:ext>
            </a:extLst>
          </p:cNvPr>
          <p:cNvSpPr>
            <a:spLocks noGrp="1"/>
          </p:cNvSpPr>
          <p:nvPr/>
        </p:nvSpPr>
        <p:spPr>
          <a:xfrm>
            <a:off x="1848415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98" name="Rounded Rectangle">
            <a:extLst>
              <a:ext uri="{FF2B5EF4-FFF2-40B4-BE49-F238E27FC236}">
                <a16:creationId xmlns:a16="http://schemas.microsoft.com/office/drawing/2014/main" id="{BBE37929-28E3-45E5-B530-AAB590497DA7}"/>
              </a:ext>
            </a:extLst>
          </p:cNvPr>
          <p:cNvSpPr>
            <a:spLocks noGrp="1"/>
          </p:cNvSpPr>
          <p:nvPr/>
        </p:nvSpPr>
        <p:spPr>
          <a:xfrm>
            <a:off x="5158165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99" name="Circle">
            <a:extLst>
              <a:ext uri="{FF2B5EF4-FFF2-40B4-BE49-F238E27FC236}">
                <a16:creationId xmlns:a16="http://schemas.microsoft.com/office/drawing/2014/main" id="{05D6B59B-2863-444D-A7B7-3DEB55CE6AAC}"/>
              </a:ext>
            </a:extLst>
          </p:cNvPr>
          <p:cNvSpPr>
            <a:spLocks noGrp="1"/>
          </p:cNvSpPr>
          <p:nvPr/>
        </p:nvSpPr>
        <p:spPr>
          <a:xfrm>
            <a:off x="5257893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00" name="Circle">
            <a:extLst>
              <a:ext uri="{FF2B5EF4-FFF2-40B4-BE49-F238E27FC236}">
                <a16:creationId xmlns:a16="http://schemas.microsoft.com/office/drawing/2014/main" id="{E52399A1-BFFB-4A4A-87A0-1EAB0D94E8B3}"/>
              </a:ext>
            </a:extLst>
          </p:cNvPr>
          <p:cNvSpPr>
            <a:spLocks noGrp="1"/>
          </p:cNvSpPr>
          <p:nvPr/>
        </p:nvSpPr>
        <p:spPr>
          <a:xfrm rot="10800000">
            <a:off x="6022862" y="134349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01" name="Rounded Rectangle">
            <a:extLst>
              <a:ext uri="{FF2B5EF4-FFF2-40B4-BE49-F238E27FC236}">
                <a16:creationId xmlns:a16="http://schemas.microsoft.com/office/drawing/2014/main" id="{4CAC4AE6-42D1-4ED7-8949-E37024B84997}"/>
              </a:ext>
            </a:extLst>
          </p:cNvPr>
          <p:cNvSpPr>
            <a:spLocks noGrp="1"/>
          </p:cNvSpPr>
          <p:nvPr/>
        </p:nvSpPr>
        <p:spPr>
          <a:xfrm>
            <a:off x="8950128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02" name="Circle">
            <a:extLst>
              <a:ext uri="{FF2B5EF4-FFF2-40B4-BE49-F238E27FC236}">
                <a16:creationId xmlns:a16="http://schemas.microsoft.com/office/drawing/2014/main" id="{1F4D37C8-9D0F-40DC-AD35-E2D0AFAF0EAB}"/>
              </a:ext>
            </a:extLst>
          </p:cNvPr>
          <p:cNvSpPr>
            <a:spLocks noGrp="1"/>
          </p:cNvSpPr>
          <p:nvPr/>
        </p:nvSpPr>
        <p:spPr>
          <a:xfrm>
            <a:off x="9049856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03" name="Circle">
            <a:extLst>
              <a:ext uri="{FF2B5EF4-FFF2-40B4-BE49-F238E27FC236}">
                <a16:creationId xmlns:a16="http://schemas.microsoft.com/office/drawing/2014/main" id="{87CDF863-919E-4CA7-A983-3F2F17B188F3}"/>
              </a:ext>
            </a:extLst>
          </p:cNvPr>
          <p:cNvSpPr>
            <a:spLocks noGrp="1"/>
          </p:cNvSpPr>
          <p:nvPr/>
        </p:nvSpPr>
        <p:spPr>
          <a:xfrm rot="10800000">
            <a:off x="9814825" y="134349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04" name="Circle">
            <a:extLst>
              <a:ext uri="{FF2B5EF4-FFF2-40B4-BE49-F238E27FC236}">
                <a16:creationId xmlns:a16="http://schemas.microsoft.com/office/drawing/2014/main" id="{BA069584-AEC3-45D8-AC31-01ECF970C6EF}"/>
              </a:ext>
            </a:extLst>
          </p:cNvPr>
          <p:cNvSpPr>
            <a:spLocks noGrp="1"/>
          </p:cNvSpPr>
          <p:nvPr/>
        </p:nvSpPr>
        <p:spPr>
          <a:xfrm rot="10800000">
            <a:off x="9432340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05" name="Rounded Rectangle">
            <a:extLst>
              <a:ext uri="{FF2B5EF4-FFF2-40B4-BE49-F238E27FC236}">
                <a16:creationId xmlns:a16="http://schemas.microsoft.com/office/drawing/2014/main" id="{E4F6C8DB-5C53-4548-84B4-AA1387668948}"/>
              </a:ext>
            </a:extLst>
          </p:cNvPr>
          <p:cNvSpPr>
            <a:spLocks noGrp="1"/>
          </p:cNvSpPr>
          <p:nvPr/>
        </p:nvSpPr>
        <p:spPr>
          <a:xfrm>
            <a:off x="12742091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06" name="Circle">
            <a:extLst>
              <a:ext uri="{FF2B5EF4-FFF2-40B4-BE49-F238E27FC236}">
                <a16:creationId xmlns:a16="http://schemas.microsoft.com/office/drawing/2014/main" id="{AC492522-9A75-4770-ABA5-B0749F6E39A6}"/>
              </a:ext>
            </a:extLst>
          </p:cNvPr>
          <p:cNvSpPr>
            <a:spLocks noGrp="1"/>
          </p:cNvSpPr>
          <p:nvPr/>
        </p:nvSpPr>
        <p:spPr>
          <a:xfrm>
            <a:off x="12841819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07" name="Circle">
            <a:extLst>
              <a:ext uri="{FF2B5EF4-FFF2-40B4-BE49-F238E27FC236}">
                <a16:creationId xmlns:a16="http://schemas.microsoft.com/office/drawing/2014/main" id="{A82E9DE9-000F-4B99-9AA4-993214CE4253}"/>
              </a:ext>
            </a:extLst>
          </p:cNvPr>
          <p:cNvSpPr>
            <a:spLocks noGrp="1"/>
          </p:cNvSpPr>
          <p:nvPr/>
        </p:nvSpPr>
        <p:spPr>
          <a:xfrm rot="10800000">
            <a:off x="13606789" y="134349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08" name="Circle">
            <a:extLst>
              <a:ext uri="{FF2B5EF4-FFF2-40B4-BE49-F238E27FC236}">
                <a16:creationId xmlns:a16="http://schemas.microsoft.com/office/drawing/2014/main" id="{67AE8BE5-949B-4C6B-BE7F-E7B73A77E743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134349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09" name="Circle">
            <a:extLst>
              <a:ext uri="{FF2B5EF4-FFF2-40B4-BE49-F238E27FC236}">
                <a16:creationId xmlns:a16="http://schemas.microsoft.com/office/drawing/2014/main" id="{4BC6F65C-5317-4303-840B-B4EE63793A7B}"/>
              </a:ext>
            </a:extLst>
          </p:cNvPr>
          <p:cNvSpPr>
            <a:spLocks noGrp="1"/>
          </p:cNvSpPr>
          <p:nvPr/>
        </p:nvSpPr>
        <p:spPr>
          <a:xfrm flipH="1">
            <a:off x="13606789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10" name="Rounded Rectangle">
            <a:extLst>
              <a:ext uri="{FF2B5EF4-FFF2-40B4-BE49-F238E27FC236}">
                <a16:creationId xmlns:a16="http://schemas.microsoft.com/office/drawing/2014/main" id="{104582BE-72A4-476C-ACF4-DB9305FA85E8}"/>
              </a:ext>
            </a:extLst>
          </p:cNvPr>
          <p:cNvSpPr>
            <a:spLocks noGrp="1"/>
          </p:cNvSpPr>
          <p:nvPr/>
        </p:nvSpPr>
        <p:spPr>
          <a:xfrm>
            <a:off x="16534053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11" name="Circle">
            <a:extLst>
              <a:ext uri="{FF2B5EF4-FFF2-40B4-BE49-F238E27FC236}">
                <a16:creationId xmlns:a16="http://schemas.microsoft.com/office/drawing/2014/main" id="{2A122D2F-393F-4073-B90A-7658F4E1CFD1}"/>
              </a:ext>
            </a:extLst>
          </p:cNvPr>
          <p:cNvSpPr>
            <a:spLocks noGrp="1"/>
          </p:cNvSpPr>
          <p:nvPr/>
        </p:nvSpPr>
        <p:spPr>
          <a:xfrm>
            <a:off x="16633781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12" name="Circle">
            <a:extLst>
              <a:ext uri="{FF2B5EF4-FFF2-40B4-BE49-F238E27FC236}">
                <a16:creationId xmlns:a16="http://schemas.microsoft.com/office/drawing/2014/main" id="{0E8E4171-2948-4371-83ED-8526E5DBF5A0}"/>
              </a:ext>
            </a:extLst>
          </p:cNvPr>
          <p:cNvSpPr>
            <a:spLocks noGrp="1"/>
          </p:cNvSpPr>
          <p:nvPr/>
        </p:nvSpPr>
        <p:spPr>
          <a:xfrm rot="10800000">
            <a:off x="17398751" y="134349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13" name="Circle">
            <a:extLst>
              <a:ext uri="{FF2B5EF4-FFF2-40B4-BE49-F238E27FC236}">
                <a16:creationId xmlns:a16="http://schemas.microsoft.com/office/drawing/2014/main" id="{DB61BED1-C229-482C-9869-FB530DB541B3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1" y="134349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14" name="Circle">
            <a:extLst>
              <a:ext uri="{FF2B5EF4-FFF2-40B4-BE49-F238E27FC236}">
                <a16:creationId xmlns:a16="http://schemas.microsoft.com/office/drawing/2014/main" id="{AE5AA513-9386-439C-A936-0FBFC439C382}"/>
              </a:ext>
            </a:extLst>
          </p:cNvPr>
          <p:cNvSpPr>
            <a:spLocks noGrp="1"/>
          </p:cNvSpPr>
          <p:nvPr/>
        </p:nvSpPr>
        <p:spPr>
          <a:xfrm flipH="1">
            <a:off x="17398751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15" name="Circle">
            <a:extLst>
              <a:ext uri="{FF2B5EF4-FFF2-40B4-BE49-F238E27FC236}">
                <a16:creationId xmlns:a16="http://schemas.microsoft.com/office/drawing/2014/main" id="{470724AA-BE76-4B13-B9B5-15FCEA388B16}"/>
              </a:ext>
            </a:extLst>
          </p:cNvPr>
          <p:cNvSpPr>
            <a:spLocks noGrp="1"/>
          </p:cNvSpPr>
          <p:nvPr/>
        </p:nvSpPr>
        <p:spPr>
          <a:xfrm rot="10800000">
            <a:off x="17016266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16" name="Rounded Rectangle">
            <a:extLst>
              <a:ext uri="{FF2B5EF4-FFF2-40B4-BE49-F238E27FC236}">
                <a16:creationId xmlns:a16="http://schemas.microsoft.com/office/drawing/2014/main" id="{20DEA820-6131-424E-ADD8-55F17E0F79EE}"/>
              </a:ext>
            </a:extLst>
          </p:cNvPr>
          <p:cNvSpPr>
            <a:spLocks noGrp="1"/>
          </p:cNvSpPr>
          <p:nvPr/>
        </p:nvSpPr>
        <p:spPr>
          <a:xfrm>
            <a:off x="20326016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17" name="Circle">
            <a:extLst>
              <a:ext uri="{FF2B5EF4-FFF2-40B4-BE49-F238E27FC236}">
                <a16:creationId xmlns:a16="http://schemas.microsoft.com/office/drawing/2014/main" id="{6D17B421-9FBA-4F65-AFB9-8BC595818448}"/>
              </a:ext>
            </a:extLst>
          </p:cNvPr>
          <p:cNvSpPr>
            <a:spLocks noGrp="1"/>
          </p:cNvSpPr>
          <p:nvPr/>
        </p:nvSpPr>
        <p:spPr>
          <a:xfrm>
            <a:off x="20425743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18" name="Circle">
            <a:extLst>
              <a:ext uri="{FF2B5EF4-FFF2-40B4-BE49-F238E27FC236}">
                <a16:creationId xmlns:a16="http://schemas.microsoft.com/office/drawing/2014/main" id="{3FD545E2-5FEF-4C13-B5E4-B19FC04FD068}"/>
              </a:ext>
            </a:extLst>
          </p:cNvPr>
          <p:cNvSpPr>
            <a:spLocks noGrp="1"/>
          </p:cNvSpPr>
          <p:nvPr/>
        </p:nvSpPr>
        <p:spPr>
          <a:xfrm rot="10800000">
            <a:off x="21190713" y="134349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19" name="Circle">
            <a:extLst>
              <a:ext uri="{FF2B5EF4-FFF2-40B4-BE49-F238E27FC236}">
                <a16:creationId xmlns:a16="http://schemas.microsoft.com/office/drawing/2014/main" id="{5C6EB51E-FC87-4543-B504-2505C2748AE1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3" y="134349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0" name="Circle">
            <a:extLst>
              <a:ext uri="{FF2B5EF4-FFF2-40B4-BE49-F238E27FC236}">
                <a16:creationId xmlns:a16="http://schemas.microsoft.com/office/drawing/2014/main" id="{3E4E7082-2A12-4F6F-8569-2269166009CC}"/>
              </a:ext>
            </a:extLst>
          </p:cNvPr>
          <p:cNvSpPr>
            <a:spLocks noGrp="1"/>
          </p:cNvSpPr>
          <p:nvPr/>
        </p:nvSpPr>
        <p:spPr>
          <a:xfrm flipH="1">
            <a:off x="21190713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1" name="Circle">
            <a:extLst>
              <a:ext uri="{FF2B5EF4-FFF2-40B4-BE49-F238E27FC236}">
                <a16:creationId xmlns:a16="http://schemas.microsoft.com/office/drawing/2014/main" id="{846FC22C-E558-4027-B7E3-F512DB16901D}"/>
              </a:ext>
            </a:extLst>
          </p:cNvPr>
          <p:cNvSpPr>
            <a:spLocks noGrp="1"/>
          </p:cNvSpPr>
          <p:nvPr/>
        </p:nvSpPr>
        <p:spPr>
          <a:xfrm rot="10800000">
            <a:off x="20425743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2" name="Circle">
            <a:extLst>
              <a:ext uri="{FF2B5EF4-FFF2-40B4-BE49-F238E27FC236}">
                <a16:creationId xmlns:a16="http://schemas.microsoft.com/office/drawing/2014/main" id="{1D29FAF8-863E-4351-BA8D-853305089537}"/>
              </a:ext>
            </a:extLst>
          </p:cNvPr>
          <p:cNvSpPr>
            <a:spLocks noGrp="1"/>
          </p:cNvSpPr>
          <p:nvPr/>
        </p:nvSpPr>
        <p:spPr>
          <a:xfrm rot="10800000">
            <a:off x="21190713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3" name="Rounded Rectangle">
            <a:extLst>
              <a:ext uri="{FF2B5EF4-FFF2-40B4-BE49-F238E27FC236}">
                <a16:creationId xmlns:a16="http://schemas.microsoft.com/office/drawing/2014/main" id="{05ED2B73-E7F0-4FF3-B56D-7B8777E471A4}"/>
              </a:ext>
            </a:extLst>
          </p:cNvPr>
          <p:cNvSpPr>
            <a:spLocks noGrp="1"/>
          </p:cNvSpPr>
          <p:nvPr/>
        </p:nvSpPr>
        <p:spPr>
          <a:xfrm>
            <a:off x="2787982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4" name="Circle">
            <a:extLst>
              <a:ext uri="{FF2B5EF4-FFF2-40B4-BE49-F238E27FC236}">
                <a16:creationId xmlns:a16="http://schemas.microsoft.com/office/drawing/2014/main" id="{F2246709-647B-4A52-8B97-EA5BE6A91765}"/>
              </a:ext>
            </a:extLst>
          </p:cNvPr>
          <p:cNvSpPr>
            <a:spLocks noGrp="1"/>
          </p:cNvSpPr>
          <p:nvPr/>
        </p:nvSpPr>
        <p:spPr>
          <a:xfrm>
            <a:off x="3270194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5" name="Rounded Rectangle">
            <a:extLst>
              <a:ext uri="{FF2B5EF4-FFF2-40B4-BE49-F238E27FC236}">
                <a16:creationId xmlns:a16="http://schemas.microsoft.com/office/drawing/2014/main" id="{0445174B-8975-486A-BA07-6FB10EACD6A1}"/>
              </a:ext>
            </a:extLst>
          </p:cNvPr>
          <p:cNvSpPr>
            <a:spLocks noGrp="1"/>
          </p:cNvSpPr>
          <p:nvPr/>
        </p:nvSpPr>
        <p:spPr>
          <a:xfrm>
            <a:off x="2787982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6" name="Circle">
            <a:extLst>
              <a:ext uri="{FF2B5EF4-FFF2-40B4-BE49-F238E27FC236}">
                <a16:creationId xmlns:a16="http://schemas.microsoft.com/office/drawing/2014/main" id="{223B9145-FCFE-4453-9D4B-A9B08E99127C}"/>
              </a:ext>
            </a:extLst>
          </p:cNvPr>
          <p:cNvSpPr>
            <a:spLocks noGrp="1"/>
          </p:cNvSpPr>
          <p:nvPr/>
        </p:nvSpPr>
        <p:spPr>
          <a:xfrm>
            <a:off x="2887709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7" name="Circle">
            <a:extLst>
              <a:ext uri="{FF2B5EF4-FFF2-40B4-BE49-F238E27FC236}">
                <a16:creationId xmlns:a16="http://schemas.microsoft.com/office/drawing/2014/main" id="{52120832-4366-4B81-B4A3-351AA24A29CB}"/>
              </a:ext>
            </a:extLst>
          </p:cNvPr>
          <p:cNvSpPr>
            <a:spLocks noGrp="1"/>
          </p:cNvSpPr>
          <p:nvPr/>
        </p:nvSpPr>
        <p:spPr>
          <a:xfrm rot="10800000">
            <a:off x="3652678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8" name="Rounded Rectangle">
            <a:extLst>
              <a:ext uri="{FF2B5EF4-FFF2-40B4-BE49-F238E27FC236}">
                <a16:creationId xmlns:a16="http://schemas.microsoft.com/office/drawing/2014/main" id="{A9E669DE-5109-4595-BDB9-28EF1086D6F8}"/>
              </a:ext>
            </a:extLst>
          </p:cNvPr>
          <p:cNvSpPr>
            <a:spLocks noGrp="1"/>
          </p:cNvSpPr>
          <p:nvPr/>
        </p:nvSpPr>
        <p:spPr>
          <a:xfrm>
            <a:off x="2787982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9" name="Circle">
            <a:extLst>
              <a:ext uri="{FF2B5EF4-FFF2-40B4-BE49-F238E27FC236}">
                <a16:creationId xmlns:a16="http://schemas.microsoft.com/office/drawing/2014/main" id="{4F884AE9-4CE3-4D7E-8080-80297C377253}"/>
              </a:ext>
            </a:extLst>
          </p:cNvPr>
          <p:cNvSpPr>
            <a:spLocks noGrp="1"/>
          </p:cNvSpPr>
          <p:nvPr/>
        </p:nvSpPr>
        <p:spPr>
          <a:xfrm>
            <a:off x="288771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0" name="Circle">
            <a:extLst>
              <a:ext uri="{FF2B5EF4-FFF2-40B4-BE49-F238E27FC236}">
                <a16:creationId xmlns:a16="http://schemas.microsoft.com/office/drawing/2014/main" id="{BEBDB8E8-7BB6-4329-8B49-769F63D8BEE3}"/>
              </a:ext>
            </a:extLst>
          </p:cNvPr>
          <p:cNvSpPr>
            <a:spLocks noGrp="1"/>
          </p:cNvSpPr>
          <p:nvPr/>
        </p:nvSpPr>
        <p:spPr>
          <a:xfrm rot="10800000">
            <a:off x="3652678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1" name="Circle">
            <a:extLst>
              <a:ext uri="{FF2B5EF4-FFF2-40B4-BE49-F238E27FC236}">
                <a16:creationId xmlns:a16="http://schemas.microsoft.com/office/drawing/2014/main" id="{42CA6FD7-584F-4131-B8F1-32509AE07137}"/>
              </a:ext>
            </a:extLst>
          </p:cNvPr>
          <p:cNvSpPr>
            <a:spLocks noGrp="1"/>
          </p:cNvSpPr>
          <p:nvPr/>
        </p:nvSpPr>
        <p:spPr>
          <a:xfrm rot="10800000">
            <a:off x="3270194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2" name="Rounded Rectangle">
            <a:extLst>
              <a:ext uri="{FF2B5EF4-FFF2-40B4-BE49-F238E27FC236}">
                <a16:creationId xmlns:a16="http://schemas.microsoft.com/office/drawing/2014/main" id="{16BCDB35-017F-4B38-8045-0CC2DCE7B273}"/>
              </a:ext>
            </a:extLst>
          </p:cNvPr>
          <p:cNvSpPr>
            <a:spLocks noGrp="1"/>
          </p:cNvSpPr>
          <p:nvPr/>
        </p:nvSpPr>
        <p:spPr>
          <a:xfrm>
            <a:off x="2787982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3" name="Circle">
            <a:extLst>
              <a:ext uri="{FF2B5EF4-FFF2-40B4-BE49-F238E27FC236}">
                <a16:creationId xmlns:a16="http://schemas.microsoft.com/office/drawing/2014/main" id="{5D5A919B-7580-4FEF-AC4E-BB601AB51982}"/>
              </a:ext>
            </a:extLst>
          </p:cNvPr>
          <p:cNvSpPr>
            <a:spLocks noGrp="1"/>
          </p:cNvSpPr>
          <p:nvPr/>
        </p:nvSpPr>
        <p:spPr>
          <a:xfrm>
            <a:off x="288771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4" name="Circle">
            <a:extLst>
              <a:ext uri="{FF2B5EF4-FFF2-40B4-BE49-F238E27FC236}">
                <a16:creationId xmlns:a16="http://schemas.microsoft.com/office/drawing/2014/main" id="{AABDB319-8B66-4D2C-95B5-54D3D5AD19CC}"/>
              </a:ext>
            </a:extLst>
          </p:cNvPr>
          <p:cNvSpPr>
            <a:spLocks noGrp="1"/>
          </p:cNvSpPr>
          <p:nvPr/>
        </p:nvSpPr>
        <p:spPr>
          <a:xfrm rot="10800000">
            <a:off x="3652678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5" name="Circle">
            <a:extLst>
              <a:ext uri="{FF2B5EF4-FFF2-40B4-BE49-F238E27FC236}">
                <a16:creationId xmlns:a16="http://schemas.microsoft.com/office/drawing/2014/main" id="{2AE28AE5-1717-41E3-A2E7-AB7DFF58ACD1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6" name="Circle">
            <a:extLst>
              <a:ext uri="{FF2B5EF4-FFF2-40B4-BE49-F238E27FC236}">
                <a16:creationId xmlns:a16="http://schemas.microsoft.com/office/drawing/2014/main" id="{54E4DA32-7F75-4856-9773-749B4DA3CC22}"/>
              </a:ext>
            </a:extLst>
          </p:cNvPr>
          <p:cNvSpPr>
            <a:spLocks noGrp="1"/>
          </p:cNvSpPr>
          <p:nvPr/>
        </p:nvSpPr>
        <p:spPr>
          <a:xfrm flipH="1">
            <a:off x="3652678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7" name="Rounded Rectangle">
            <a:extLst>
              <a:ext uri="{FF2B5EF4-FFF2-40B4-BE49-F238E27FC236}">
                <a16:creationId xmlns:a16="http://schemas.microsoft.com/office/drawing/2014/main" id="{3337343B-6C27-4AB5-B730-26BE34757498}"/>
              </a:ext>
            </a:extLst>
          </p:cNvPr>
          <p:cNvSpPr>
            <a:spLocks noGrp="1"/>
          </p:cNvSpPr>
          <p:nvPr/>
        </p:nvSpPr>
        <p:spPr>
          <a:xfrm>
            <a:off x="2787982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8" name="Circle">
            <a:extLst>
              <a:ext uri="{FF2B5EF4-FFF2-40B4-BE49-F238E27FC236}">
                <a16:creationId xmlns:a16="http://schemas.microsoft.com/office/drawing/2014/main" id="{17E140CE-F55E-4AA3-8D3F-1F7E046626CB}"/>
              </a:ext>
            </a:extLst>
          </p:cNvPr>
          <p:cNvSpPr>
            <a:spLocks noGrp="1"/>
          </p:cNvSpPr>
          <p:nvPr/>
        </p:nvSpPr>
        <p:spPr>
          <a:xfrm>
            <a:off x="2887710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9" name="Circle">
            <a:extLst>
              <a:ext uri="{FF2B5EF4-FFF2-40B4-BE49-F238E27FC236}">
                <a16:creationId xmlns:a16="http://schemas.microsoft.com/office/drawing/2014/main" id="{4F7B2E48-B6EC-456C-A406-2E914F1CF568}"/>
              </a:ext>
            </a:extLst>
          </p:cNvPr>
          <p:cNvSpPr>
            <a:spLocks noGrp="1"/>
          </p:cNvSpPr>
          <p:nvPr/>
        </p:nvSpPr>
        <p:spPr>
          <a:xfrm rot="10800000">
            <a:off x="3652678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0" name="Circle">
            <a:extLst>
              <a:ext uri="{FF2B5EF4-FFF2-40B4-BE49-F238E27FC236}">
                <a16:creationId xmlns:a16="http://schemas.microsoft.com/office/drawing/2014/main" id="{C7EF922D-029F-4EB0-B356-4A7165C72249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1" name="Circle">
            <a:extLst>
              <a:ext uri="{FF2B5EF4-FFF2-40B4-BE49-F238E27FC236}">
                <a16:creationId xmlns:a16="http://schemas.microsoft.com/office/drawing/2014/main" id="{1D7C789B-A430-42E8-8ECE-8254C6D85F80}"/>
              </a:ext>
            </a:extLst>
          </p:cNvPr>
          <p:cNvSpPr>
            <a:spLocks noGrp="1"/>
          </p:cNvSpPr>
          <p:nvPr/>
        </p:nvSpPr>
        <p:spPr>
          <a:xfrm flipH="1">
            <a:off x="3652678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2" name="Circle">
            <a:extLst>
              <a:ext uri="{FF2B5EF4-FFF2-40B4-BE49-F238E27FC236}">
                <a16:creationId xmlns:a16="http://schemas.microsoft.com/office/drawing/2014/main" id="{F163AE66-CC0B-4286-936D-C77D45E45CC3}"/>
              </a:ext>
            </a:extLst>
          </p:cNvPr>
          <p:cNvSpPr>
            <a:spLocks noGrp="1"/>
          </p:cNvSpPr>
          <p:nvPr/>
        </p:nvSpPr>
        <p:spPr>
          <a:xfrm rot="10800000">
            <a:off x="3270194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3" name="Rounded Rectangle">
            <a:extLst>
              <a:ext uri="{FF2B5EF4-FFF2-40B4-BE49-F238E27FC236}">
                <a16:creationId xmlns:a16="http://schemas.microsoft.com/office/drawing/2014/main" id="{7966AAAD-5C8F-4A9A-AA4F-9F34F1E33177}"/>
              </a:ext>
            </a:extLst>
          </p:cNvPr>
          <p:cNvSpPr>
            <a:spLocks noGrp="1"/>
          </p:cNvSpPr>
          <p:nvPr/>
        </p:nvSpPr>
        <p:spPr>
          <a:xfrm>
            <a:off x="2787982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4" name="Circle">
            <a:extLst>
              <a:ext uri="{FF2B5EF4-FFF2-40B4-BE49-F238E27FC236}">
                <a16:creationId xmlns:a16="http://schemas.microsoft.com/office/drawing/2014/main" id="{09E492F7-61E3-4F6A-BA59-1536716D502E}"/>
              </a:ext>
            </a:extLst>
          </p:cNvPr>
          <p:cNvSpPr>
            <a:spLocks noGrp="1"/>
          </p:cNvSpPr>
          <p:nvPr/>
        </p:nvSpPr>
        <p:spPr>
          <a:xfrm>
            <a:off x="2887710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5" name="Circle">
            <a:extLst>
              <a:ext uri="{FF2B5EF4-FFF2-40B4-BE49-F238E27FC236}">
                <a16:creationId xmlns:a16="http://schemas.microsoft.com/office/drawing/2014/main" id="{BD2ADFA7-784F-47FC-9DE2-429054FBCC76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6" name="Circle">
            <a:extLst>
              <a:ext uri="{FF2B5EF4-FFF2-40B4-BE49-F238E27FC236}">
                <a16:creationId xmlns:a16="http://schemas.microsoft.com/office/drawing/2014/main" id="{E3D56CC0-D97E-4EE6-BCCF-8CA8C62D0DB5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7" name="Circle">
            <a:extLst>
              <a:ext uri="{FF2B5EF4-FFF2-40B4-BE49-F238E27FC236}">
                <a16:creationId xmlns:a16="http://schemas.microsoft.com/office/drawing/2014/main" id="{E54B1888-FBDA-4F8A-8E12-E46DCEC8557F}"/>
              </a:ext>
            </a:extLst>
          </p:cNvPr>
          <p:cNvSpPr>
            <a:spLocks noGrp="1"/>
          </p:cNvSpPr>
          <p:nvPr/>
        </p:nvSpPr>
        <p:spPr>
          <a:xfrm flipH="1">
            <a:off x="3652678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8" name="Circle">
            <a:extLst>
              <a:ext uri="{FF2B5EF4-FFF2-40B4-BE49-F238E27FC236}">
                <a16:creationId xmlns:a16="http://schemas.microsoft.com/office/drawing/2014/main" id="{DF33909C-2DD9-4C1E-A23A-F8E50ED422E4}"/>
              </a:ext>
            </a:extLst>
          </p:cNvPr>
          <p:cNvSpPr>
            <a:spLocks noGrp="1"/>
          </p:cNvSpPr>
          <p:nvPr/>
        </p:nvSpPr>
        <p:spPr>
          <a:xfrm rot="10800000">
            <a:off x="2887710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9" name="Circle">
            <a:extLst>
              <a:ext uri="{FF2B5EF4-FFF2-40B4-BE49-F238E27FC236}">
                <a16:creationId xmlns:a16="http://schemas.microsoft.com/office/drawing/2014/main" id="{227E47DC-0DC8-4E2A-904D-63658A5BF2B4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0" name="Rounded Rectangle">
            <a:extLst>
              <a:ext uri="{FF2B5EF4-FFF2-40B4-BE49-F238E27FC236}">
                <a16:creationId xmlns:a16="http://schemas.microsoft.com/office/drawing/2014/main" id="{CA7D2326-955C-4BD4-9810-D5D327751A31}"/>
              </a:ext>
            </a:extLst>
          </p:cNvPr>
          <p:cNvSpPr>
            <a:spLocks noGrp="1"/>
          </p:cNvSpPr>
          <p:nvPr/>
        </p:nvSpPr>
        <p:spPr>
          <a:xfrm>
            <a:off x="1366203" y="3231794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1" name="Circle">
            <a:extLst>
              <a:ext uri="{FF2B5EF4-FFF2-40B4-BE49-F238E27FC236}">
                <a16:creationId xmlns:a16="http://schemas.microsoft.com/office/drawing/2014/main" id="{44FFE219-D359-4133-854A-649CF74CCC9F}"/>
              </a:ext>
            </a:extLst>
          </p:cNvPr>
          <p:cNvSpPr>
            <a:spLocks noGrp="1"/>
          </p:cNvSpPr>
          <p:nvPr/>
        </p:nvSpPr>
        <p:spPr>
          <a:xfrm>
            <a:off x="1848415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2" name="Rounded Rectangle">
            <a:extLst>
              <a:ext uri="{FF2B5EF4-FFF2-40B4-BE49-F238E27FC236}">
                <a16:creationId xmlns:a16="http://schemas.microsoft.com/office/drawing/2014/main" id="{369C5181-EC32-48D3-B3CC-A680D1C52A1A}"/>
              </a:ext>
            </a:extLst>
          </p:cNvPr>
          <p:cNvSpPr>
            <a:spLocks noGrp="1"/>
          </p:cNvSpPr>
          <p:nvPr/>
        </p:nvSpPr>
        <p:spPr>
          <a:xfrm>
            <a:off x="5158165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3" name="Circle">
            <a:extLst>
              <a:ext uri="{FF2B5EF4-FFF2-40B4-BE49-F238E27FC236}">
                <a16:creationId xmlns:a16="http://schemas.microsoft.com/office/drawing/2014/main" id="{8C1D7C8A-38F9-4C06-B533-F426280BF4B8}"/>
              </a:ext>
            </a:extLst>
          </p:cNvPr>
          <p:cNvSpPr>
            <a:spLocks noGrp="1"/>
          </p:cNvSpPr>
          <p:nvPr/>
        </p:nvSpPr>
        <p:spPr>
          <a:xfrm>
            <a:off x="525789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4" name="Circle">
            <a:extLst>
              <a:ext uri="{FF2B5EF4-FFF2-40B4-BE49-F238E27FC236}">
                <a16:creationId xmlns:a16="http://schemas.microsoft.com/office/drawing/2014/main" id="{A2237461-3DB6-4BC6-BAE1-39C5D6AD3CB4}"/>
              </a:ext>
            </a:extLst>
          </p:cNvPr>
          <p:cNvSpPr>
            <a:spLocks noGrp="1"/>
          </p:cNvSpPr>
          <p:nvPr/>
        </p:nvSpPr>
        <p:spPr>
          <a:xfrm rot="10800000">
            <a:off x="6022861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5" name="Rounded Rectangle">
            <a:extLst>
              <a:ext uri="{FF2B5EF4-FFF2-40B4-BE49-F238E27FC236}">
                <a16:creationId xmlns:a16="http://schemas.microsoft.com/office/drawing/2014/main" id="{A5D5036F-6E8D-4E78-A5FF-8C8D0C1CC3A3}"/>
              </a:ext>
            </a:extLst>
          </p:cNvPr>
          <p:cNvSpPr>
            <a:spLocks noGrp="1"/>
          </p:cNvSpPr>
          <p:nvPr/>
        </p:nvSpPr>
        <p:spPr>
          <a:xfrm>
            <a:off x="8950128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6" name="Circle">
            <a:extLst>
              <a:ext uri="{FF2B5EF4-FFF2-40B4-BE49-F238E27FC236}">
                <a16:creationId xmlns:a16="http://schemas.microsoft.com/office/drawing/2014/main" id="{49774043-9E82-44A3-B7B8-CD0B724713BF}"/>
              </a:ext>
            </a:extLst>
          </p:cNvPr>
          <p:cNvSpPr>
            <a:spLocks noGrp="1"/>
          </p:cNvSpPr>
          <p:nvPr/>
        </p:nvSpPr>
        <p:spPr>
          <a:xfrm>
            <a:off x="9049856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7" name="Circle">
            <a:extLst>
              <a:ext uri="{FF2B5EF4-FFF2-40B4-BE49-F238E27FC236}">
                <a16:creationId xmlns:a16="http://schemas.microsoft.com/office/drawing/2014/main" id="{DC63C6A5-4459-4EAC-9637-BC92B1D9A2BB}"/>
              </a:ext>
            </a:extLst>
          </p:cNvPr>
          <p:cNvSpPr>
            <a:spLocks noGrp="1"/>
          </p:cNvSpPr>
          <p:nvPr/>
        </p:nvSpPr>
        <p:spPr>
          <a:xfrm rot="10800000">
            <a:off x="9814825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8" name="Circle">
            <a:extLst>
              <a:ext uri="{FF2B5EF4-FFF2-40B4-BE49-F238E27FC236}">
                <a16:creationId xmlns:a16="http://schemas.microsoft.com/office/drawing/2014/main" id="{D6A52785-46A6-48F9-9D4A-22D9488A0312}"/>
              </a:ext>
            </a:extLst>
          </p:cNvPr>
          <p:cNvSpPr>
            <a:spLocks noGrp="1"/>
          </p:cNvSpPr>
          <p:nvPr/>
        </p:nvSpPr>
        <p:spPr>
          <a:xfrm rot="10800000">
            <a:off x="9432340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9" name="Rounded Rectangle">
            <a:extLst>
              <a:ext uri="{FF2B5EF4-FFF2-40B4-BE49-F238E27FC236}">
                <a16:creationId xmlns:a16="http://schemas.microsoft.com/office/drawing/2014/main" id="{618C3D5A-4584-47BA-9602-7CFADC6FB9B6}"/>
              </a:ext>
            </a:extLst>
          </p:cNvPr>
          <p:cNvSpPr>
            <a:spLocks noGrp="1"/>
          </p:cNvSpPr>
          <p:nvPr/>
        </p:nvSpPr>
        <p:spPr>
          <a:xfrm>
            <a:off x="12742091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0" name="Circle">
            <a:extLst>
              <a:ext uri="{FF2B5EF4-FFF2-40B4-BE49-F238E27FC236}">
                <a16:creationId xmlns:a16="http://schemas.microsoft.com/office/drawing/2014/main" id="{9C836EEE-379D-4B10-92EE-28797B747100}"/>
              </a:ext>
            </a:extLst>
          </p:cNvPr>
          <p:cNvSpPr>
            <a:spLocks noGrp="1"/>
          </p:cNvSpPr>
          <p:nvPr/>
        </p:nvSpPr>
        <p:spPr>
          <a:xfrm>
            <a:off x="12841819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1" name="Circle">
            <a:extLst>
              <a:ext uri="{FF2B5EF4-FFF2-40B4-BE49-F238E27FC236}">
                <a16:creationId xmlns:a16="http://schemas.microsoft.com/office/drawing/2014/main" id="{9F7DCBE0-37C2-4CE8-B1F9-6ED691AD05D6}"/>
              </a:ext>
            </a:extLst>
          </p:cNvPr>
          <p:cNvSpPr>
            <a:spLocks noGrp="1"/>
          </p:cNvSpPr>
          <p:nvPr/>
        </p:nvSpPr>
        <p:spPr>
          <a:xfrm rot="10800000">
            <a:off x="13606789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2" name="Circle">
            <a:extLst>
              <a:ext uri="{FF2B5EF4-FFF2-40B4-BE49-F238E27FC236}">
                <a16:creationId xmlns:a16="http://schemas.microsoft.com/office/drawing/2014/main" id="{47354B27-E33E-4C82-83BE-2F503EDCC7F4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3" name="Circle">
            <a:extLst>
              <a:ext uri="{FF2B5EF4-FFF2-40B4-BE49-F238E27FC236}">
                <a16:creationId xmlns:a16="http://schemas.microsoft.com/office/drawing/2014/main" id="{1519DFF7-9DAC-4C24-BD68-1CFE716023B2}"/>
              </a:ext>
            </a:extLst>
          </p:cNvPr>
          <p:cNvSpPr>
            <a:spLocks noGrp="1"/>
          </p:cNvSpPr>
          <p:nvPr/>
        </p:nvSpPr>
        <p:spPr>
          <a:xfrm flipH="1">
            <a:off x="13606789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4" name="Rounded Rectangle">
            <a:extLst>
              <a:ext uri="{FF2B5EF4-FFF2-40B4-BE49-F238E27FC236}">
                <a16:creationId xmlns:a16="http://schemas.microsoft.com/office/drawing/2014/main" id="{16CC563A-813A-4755-8B82-642D101E5104}"/>
              </a:ext>
            </a:extLst>
          </p:cNvPr>
          <p:cNvSpPr>
            <a:spLocks noGrp="1"/>
          </p:cNvSpPr>
          <p:nvPr/>
        </p:nvSpPr>
        <p:spPr>
          <a:xfrm>
            <a:off x="16534055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5" name="Circle">
            <a:extLst>
              <a:ext uri="{FF2B5EF4-FFF2-40B4-BE49-F238E27FC236}">
                <a16:creationId xmlns:a16="http://schemas.microsoft.com/office/drawing/2014/main" id="{F7818C7B-79B6-424B-BBC5-3AE771974D54}"/>
              </a:ext>
            </a:extLst>
          </p:cNvPr>
          <p:cNvSpPr>
            <a:spLocks noGrp="1"/>
          </p:cNvSpPr>
          <p:nvPr/>
        </p:nvSpPr>
        <p:spPr>
          <a:xfrm>
            <a:off x="1663378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6" name="Circle">
            <a:extLst>
              <a:ext uri="{FF2B5EF4-FFF2-40B4-BE49-F238E27FC236}">
                <a16:creationId xmlns:a16="http://schemas.microsoft.com/office/drawing/2014/main" id="{BB13CBE9-D5B2-410D-B4EB-0C839C649C04}"/>
              </a:ext>
            </a:extLst>
          </p:cNvPr>
          <p:cNvSpPr>
            <a:spLocks noGrp="1"/>
          </p:cNvSpPr>
          <p:nvPr/>
        </p:nvSpPr>
        <p:spPr>
          <a:xfrm rot="10800000">
            <a:off x="17398753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7" name="Circle">
            <a:extLst>
              <a:ext uri="{FF2B5EF4-FFF2-40B4-BE49-F238E27FC236}">
                <a16:creationId xmlns:a16="http://schemas.microsoft.com/office/drawing/2014/main" id="{76EFF2D0-EB42-4F1A-9065-9BEF72FFE5EE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8" name="Circle">
            <a:extLst>
              <a:ext uri="{FF2B5EF4-FFF2-40B4-BE49-F238E27FC236}">
                <a16:creationId xmlns:a16="http://schemas.microsoft.com/office/drawing/2014/main" id="{EFDCE543-C9B9-4277-B693-8147684395C2}"/>
              </a:ext>
            </a:extLst>
          </p:cNvPr>
          <p:cNvSpPr>
            <a:spLocks noGrp="1"/>
          </p:cNvSpPr>
          <p:nvPr/>
        </p:nvSpPr>
        <p:spPr>
          <a:xfrm flipH="1">
            <a:off x="17398753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9" name="Circle">
            <a:extLst>
              <a:ext uri="{FF2B5EF4-FFF2-40B4-BE49-F238E27FC236}">
                <a16:creationId xmlns:a16="http://schemas.microsoft.com/office/drawing/2014/main" id="{D441EF73-4B0F-4BB6-AF9F-939CAD29F298}"/>
              </a:ext>
            </a:extLst>
          </p:cNvPr>
          <p:cNvSpPr>
            <a:spLocks noGrp="1"/>
          </p:cNvSpPr>
          <p:nvPr/>
        </p:nvSpPr>
        <p:spPr>
          <a:xfrm rot="10800000">
            <a:off x="17016267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0" name="Rounded Rectangle">
            <a:extLst>
              <a:ext uri="{FF2B5EF4-FFF2-40B4-BE49-F238E27FC236}">
                <a16:creationId xmlns:a16="http://schemas.microsoft.com/office/drawing/2014/main" id="{EA3EA122-1683-4127-B81C-91F0ED814C92}"/>
              </a:ext>
            </a:extLst>
          </p:cNvPr>
          <p:cNvSpPr>
            <a:spLocks noGrp="1"/>
          </p:cNvSpPr>
          <p:nvPr/>
        </p:nvSpPr>
        <p:spPr>
          <a:xfrm>
            <a:off x="20326017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1" name="Circle">
            <a:extLst>
              <a:ext uri="{FF2B5EF4-FFF2-40B4-BE49-F238E27FC236}">
                <a16:creationId xmlns:a16="http://schemas.microsoft.com/office/drawing/2014/main" id="{138CD62A-21BB-4E8C-ADAE-2F6A90E20BFC}"/>
              </a:ext>
            </a:extLst>
          </p:cNvPr>
          <p:cNvSpPr>
            <a:spLocks noGrp="1"/>
          </p:cNvSpPr>
          <p:nvPr/>
        </p:nvSpPr>
        <p:spPr>
          <a:xfrm>
            <a:off x="20425745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2" name="Circle">
            <a:extLst>
              <a:ext uri="{FF2B5EF4-FFF2-40B4-BE49-F238E27FC236}">
                <a16:creationId xmlns:a16="http://schemas.microsoft.com/office/drawing/2014/main" id="{BCAEF742-412F-4B6A-A8C1-97F68662A810}"/>
              </a:ext>
            </a:extLst>
          </p:cNvPr>
          <p:cNvSpPr>
            <a:spLocks noGrp="1"/>
          </p:cNvSpPr>
          <p:nvPr/>
        </p:nvSpPr>
        <p:spPr>
          <a:xfrm rot="10800000">
            <a:off x="21190715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3" name="Circle">
            <a:extLst>
              <a:ext uri="{FF2B5EF4-FFF2-40B4-BE49-F238E27FC236}">
                <a16:creationId xmlns:a16="http://schemas.microsoft.com/office/drawing/2014/main" id="{AC161A9D-75AC-40B9-A93C-C21160558D47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4" name="Circle">
            <a:extLst>
              <a:ext uri="{FF2B5EF4-FFF2-40B4-BE49-F238E27FC236}">
                <a16:creationId xmlns:a16="http://schemas.microsoft.com/office/drawing/2014/main" id="{D0DFBA5B-0052-4BD3-8346-21D2EF51D3C6}"/>
              </a:ext>
            </a:extLst>
          </p:cNvPr>
          <p:cNvSpPr>
            <a:spLocks noGrp="1"/>
          </p:cNvSpPr>
          <p:nvPr/>
        </p:nvSpPr>
        <p:spPr>
          <a:xfrm flipH="1">
            <a:off x="21190715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5" name="Circle">
            <a:extLst>
              <a:ext uri="{FF2B5EF4-FFF2-40B4-BE49-F238E27FC236}">
                <a16:creationId xmlns:a16="http://schemas.microsoft.com/office/drawing/2014/main" id="{09A6B800-1E80-4B31-AC3A-95742C5E3B4E}"/>
              </a:ext>
            </a:extLst>
          </p:cNvPr>
          <p:cNvSpPr>
            <a:spLocks noGrp="1"/>
          </p:cNvSpPr>
          <p:nvPr/>
        </p:nvSpPr>
        <p:spPr>
          <a:xfrm rot="10800000">
            <a:off x="20425745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6" name="Circle">
            <a:extLst>
              <a:ext uri="{FF2B5EF4-FFF2-40B4-BE49-F238E27FC236}">
                <a16:creationId xmlns:a16="http://schemas.microsoft.com/office/drawing/2014/main" id="{92F84EA2-E076-4014-BB03-22F2A74CE637}"/>
              </a:ext>
            </a:extLst>
          </p:cNvPr>
          <p:cNvSpPr>
            <a:spLocks noGrp="1"/>
          </p:cNvSpPr>
          <p:nvPr/>
        </p:nvSpPr>
        <p:spPr>
          <a:xfrm rot="10800000">
            <a:off x="21190715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7" name="Rounded Rectangle">
            <a:extLst>
              <a:ext uri="{FF2B5EF4-FFF2-40B4-BE49-F238E27FC236}">
                <a16:creationId xmlns:a16="http://schemas.microsoft.com/office/drawing/2014/main" id="{14FC3CD9-F646-4C04-BBB7-B464E5E6711B}"/>
              </a:ext>
            </a:extLst>
          </p:cNvPr>
          <p:cNvSpPr>
            <a:spLocks noGrp="1"/>
          </p:cNvSpPr>
          <p:nvPr/>
        </p:nvSpPr>
        <p:spPr>
          <a:xfrm>
            <a:off x="1366203" y="5225930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8" name="Circle">
            <a:extLst>
              <a:ext uri="{FF2B5EF4-FFF2-40B4-BE49-F238E27FC236}">
                <a16:creationId xmlns:a16="http://schemas.microsoft.com/office/drawing/2014/main" id="{8EA471D8-865A-4C3B-B104-17EC64D583D2}"/>
              </a:ext>
            </a:extLst>
          </p:cNvPr>
          <p:cNvSpPr>
            <a:spLocks noGrp="1"/>
          </p:cNvSpPr>
          <p:nvPr/>
        </p:nvSpPr>
        <p:spPr>
          <a:xfrm>
            <a:off x="1848415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9" name="Rounded Rectangle">
            <a:extLst>
              <a:ext uri="{FF2B5EF4-FFF2-40B4-BE49-F238E27FC236}">
                <a16:creationId xmlns:a16="http://schemas.microsoft.com/office/drawing/2014/main" id="{A4EB0201-BECA-428C-9DB3-6813663128F3}"/>
              </a:ext>
            </a:extLst>
          </p:cNvPr>
          <p:cNvSpPr>
            <a:spLocks noGrp="1"/>
          </p:cNvSpPr>
          <p:nvPr/>
        </p:nvSpPr>
        <p:spPr>
          <a:xfrm>
            <a:off x="5158165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0" name="Circle">
            <a:extLst>
              <a:ext uri="{FF2B5EF4-FFF2-40B4-BE49-F238E27FC236}">
                <a16:creationId xmlns:a16="http://schemas.microsoft.com/office/drawing/2014/main" id="{138CC8EA-B0D7-4FB4-94EF-180FA5D116A4}"/>
              </a:ext>
            </a:extLst>
          </p:cNvPr>
          <p:cNvSpPr>
            <a:spLocks noGrp="1"/>
          </p:cNvSpPr>
          <p:nvPr/>
        </p:nvSpPr>
        <p:spPr>
          <a:xfrm>
            <a:off x="525789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1" name="Circle">
            <a:extLst>
              <a:ext uri="{FF2B5EF4-FFF2-40B4-BE49-F238E27FC236}">
                <a16:creationId xmlns:a16="http://schemas.microsoft.com/office/drawing/2014/main" id="{55266D96-1283-41FE-94FF-6DA5C3348802}"/>
              </a:ext>
            </a:extLst>
          </p:cNvPr>
          <p:cNvSpPr>
            <a:spLocks noGrp="1"/>
          </p:cNvSpPr>
          <p:nvPr/>
        </p:nvSpPr>
        <p:spPr>
          <a:xfrm rot="10800000">
            <a:off x="602286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2" name="Rounded Rectangle">
            <a:extLst>
              <a:ext uri="{FF2B5EF4-FFF2-40B4-BE49-F238E27FC236}">
                <a16:creationId xmlns:a16="http://schemas.microsoft.com/office/drawing/2014/main" id="{D7FCD9BA-AF54-4365-A688-763CB783A81C}"/>
              </a:ext>
            </a:extLst>
          </p:cNvPr>
          <p:cNvSpPr>
            <a:spLocks noGrp="1"/>
          </p:cNvSpPr>
          <p:nvPr/>
        </p:nvSpPr>
        <p:spPr>
          <a:xfrm>
            <a:off x="8950128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3" name="Circle">
            <a:extLst>
              <a:ext uri="{FF2B5EF4-FFF2-40B4-BE49-F238E27FC236}">
                <a16:creationId xmlns:a16="http://schemas.microsoft.com/office/drawing/2014/main" id="{FBBDBFCB-06EC-426B-99B1-D6403D9EE75E}"/>
              </a:ext>
            </a:extLst>
          </p:cNvPr>
          <p:cNvSpPr>
            <a:spLocks noGrp="1"/>
          </p:cNvSpPr>
          <p:nvPr/>
        </p:nvSpPr>
        <p:spPr>
          <a:xfrm>
            <a:off x="9049856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4" name="Circle">
            <a:extLst>
              <a:ext uri="{FF2B5EF4-FFF2-40B4-BE49-F238E27FC236}">
                <a16:creationId xmlns:a16="http://schemas.microsoft.com/office/drawing/2014/main" id="{4B443918-3AF7-4976-8914-AAE593EAD967}"/>
              </a:ext>
            </a:extLst>
          </p:cNvPr>
          <p:cNvSpPr>
            <a:spLocks noGrp="1"/>
          </p:cNvSpPr>
          <p:nvPr/>
        </p:nvSpPr>
        <p:spPr>
          <a:xfrm rot="10800000">
            <a:off x="981482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5" name="Circle">
            <a:extLst>
              <a:ext uri="{FF2B5EF4-FFF2-40B4-BE49-F238E27FC236}">
                <a16:creationId xmlns:a16="http://schemas.microsoft.com/office/drawing/2014/main" id="{0DDA23F7-782A-4D2D-8C5D-32A5AE68FE6C}"/>
              </a:ext>
            </a:extLst>
          </p:cNvPr>
          <p:cNvSpPr>
            <a:spLocks noGrp="1"/>
          </p:cNvSpPr>
          <p:nvPr/>
        </p:nvSpPr>
        <p:spPr>
          <a:xfrm rot="10800000">
            <a:off x="9432340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6" name="Rounded Rectangle">
            <a:extLst>
              <a:ext uri="{FF2B5EF4-FFF2-40B4-BE49-F238E27FC236}">
                <a16:creationId xmlns:a16="http://schemas.microsoft.com/office/drawing/2014/main" id="{F1FB2B4F-018E-44A7-B486-AD50450F6AA2}"/>
              </a:ext>
            </a:extLst>
          </p:cNvPr>
          <p:cNvSpPr>
            <a:spLocks noGrp="1"/>
          </p:cNvSpPr>
          <p:nvPr/>
        </p:nvSpPr>
        <p:spPr>
          <a:xfrm>
            <a:off x="12742091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7" name="Circle">
            <a:extLst>
              <a:ext uri="{FF2B5EF4-FFF2-40B4-BE49-F238E27FC236}">
                <a16:creationId xmlns:a16="http://schemas.microsoft.com/office/drawing/2014/main" id="{961EE4C1-6044-4902-B1D2-4FB9ED769C71}"/>
              </a:ext>
            </a:extLst>
          </p:cNvPr>
          <p:cNvSpPr>
            <a:spLocks noGrp="1"/>
          </p:cNvSpPr>
          <p:nvPr/>
        </p:nvSpPr>
        <p:spPr>
          <a:xfrm>
            <a:off x="12841819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8" name="Circle">
            <a:extLst>
              <a:ext uri="{FF2B5EF4-FFF2-40B4-BE49-F238E27FC236}">
                <a16:creationId xmlns:a16="http://schemas.microsoft.com/office/drawing/2014/main" id="{C26710B5-88E1-4239-9AA5-7CF7663CDFDC}"/>
              </a:ext>
            </a:extLst>
          </p:cNvPr>
          <p:cNvSpPr>
            <a:spLocks noGrp="1"/>
          </p:cNvSpPr>
          <p:nvPr/>
        </p:nvSpPr>
        <p:spPr>
          <a:xfrm rot="10800000">
            <a:off x="13606789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9" name="Circle">
            <a:extLst>
              <a:ext uri="{FF2B5EF4-FFF2-40B4-BE49-F238E27FC236}">
                <a16:creationId xmlns:a16="http://schemas.microsoft.com/office/drawing/2014/main" id="{35A07A48-90DF-4826-85E3-40C681DDF03F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0" name="Circle">
            <a:extLst>
              <a:ext uri="{FF2B5EF4-FFF2-40B4-BE49-F238E27FC236}">
                <a16:creationId xmlns:a16="http://schemas.microsoft.com/office/drawing/2014/main" id="{A0BDF384-7004-428E-A6BA-A54E88F181CA}"/>
              </a:ext>
            </a:extLst>
          </p:cNvPr>
          <p:cNvSpPr>
            <a:spLocks noGrp="1"/>
          </p:cNvSpPr>
          <p:nvPr/>
        </p:nvSpPr>
        <p:spPr>
          <a:xfrm flipH="1">
            <a:off x="13606789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1" name="Rounded Rectangle">
            <a:extLst>
              <a:ext uri="{FF2B5EF4-FFF2-40B4-BE49-F238E27FC236}">
                <a16:creationId xmlns:a16="http://schemas.microsoft.com/office/drawing/2014/main" id="{9178199F-E25A-4644-AD1D-8341B3949440}"/>
              </a:ext>
            </a:extLst>
          </p:cNvPr>
          <p:cNvSpPr>
            <a:spLocks noGrp="1"/>
          </p:cNvSpPr>
          <p:nvPr/>
        </p:nvSpPr>
        <p:spPr>
          <a:xfrm>
            <a:off x="16534055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2" name="Circle">
            <a:extLst>
              <a:ext uri="{FF2B5EF4-FFF2-40B4-BE49-F238E27FC236}">
                <a16:creationId xmlns:a16="http://schemas.microsoft.com/office/drawing/2014/main" id="{80610D8E-5CC3-4451-BAA5-5081F70675BB}"/>
              </a:ext>
            </a:extLst>
          </p:cNvPr>
          <p:cNvSpPr>
            <a:spLocks noGrp="1"/>
          </p:cNvSpPr>
          <p:nvPr/>
        </p:nvSpPr>
        <p:spPr>
          <a:xfrm>
            <a:off x="1663378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3" name="Circle">
            <a:extLst>
              <a:ext uri="{FF2B5EF4-FFF2-40B4-BE49-F238E27FC236}">
                <a16:creationId xmlns:a16="http://schemas.microsoft.com/office/drawing/2014/main" id="{4A41ED4C-CF01-49FC-9B63-34943B9A0504}"/>
              </a:ext>
            </a:extLst>
          </p:cNvPr>
          <p:cNvSpPr>
            <a:spLocks noGrp="1"/>
          </p:cNvSpPr>
          <p:nvPr/>
        </p:nvSpPr>
        <p:spPr>
          <a:xfrm rot="10800000">
            <a:off x="17398753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4" name="Circle">
            <a:extLst>
              <a:ext uri="{FF2B5EF4-FFF2-40B4-BE49-F238E27FC236}">
                <a16:creationId xmlns:a16="http://schemas.microsoft.com/office/drawing/2014/main" id="{EA8EB6CE-5486-4675-A9F6-DD7DBEBA0127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5" name="Circle">
            <a:extLst>
              <a:ext uri="{FF2B5EF4-FFF2-40B4-BE49-F238E27FC236}">
                <a16:creationId xmlns:a16="http://schemas.microsoft.com/office/drawing/2014/main" id="{B04CF575-00CF-4A19-AD6D-A75A1178964A}"/>
              </a:ext>
            </a:extLst>
          </p:cNvPr>
          <p:cNvSpPr>
            <a:spLocks noGrp="1"/>
          </p:cNvSpPr>
          <p:nvPr/>
        </p:nvSpPr>
        <p:spPr>
          <a:xfrm flipH="1">
            <a:off x="17398753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6" name="Circle">
            <a:extLst>
              <a:ext uri="{FF2B5EF4-FFF2-40B4-BE49-F238E27FC236}">
                <a16:creationId xmlns:a16="http://schemas.microsoft.com/office/drawing/2014/main" id="{87605E27-9139-4BE1-AA8D-967C5512883E}"/>
              </a:ext>
            </a:extLst>
          </p:cNvPr>
          <p:cNvSpPr>
            <a:spLocks noGrp="1"/>
          </p:cNvSpPr>
          <p:nvPr/>
        </p:nvSpPr>
        <p:spPr>
          <a:xfrm rot="10800000">
            <a:off x="17016267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7" name="Rounded Rectangle">
            <a:extLst>
              <a:ext uri="{FF2B5EF4-FFF2-40B4-BE49-F238E27FC236}">
                <a16:creationId xmlns:a16="http://schemas.microsoft.com/office/drawing/2014/main" id="{2FAF5E01-D95A-46F1-8B06-1F1D2B164414}"/>
              </a:ext>
            </a:extLst>
          </p:cNvPr>
          <p:cNvSpPr>
            <a:spLocks noGrp="1"/>
          </p:cNvSpPr>
          <p:nvPr/>
        </p:nvSpPr>
        <p:spPr>
          <a:xfrm>
            <a:off x="20326017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8" name="Circle">
            <a:extLst>
              <a:ext uri="{FF2B5EF4-FFF2-40B4-BE49-F238E27FC236}">
                <a16:creationId xmlns:a16="http://schemas.microsoft.com/office/drawing/2014/main" id="{B7A5E74D-C550-4E76-A698-B739B002E926}"/>
              </a:ext>
            </a:extLst>
          </p:cNvPr>
          <p:cNvSpPr>
            <a:spLocks noGrp="1"/>
          </p:cNvSpPr>
          <p:nvPr/>
        </p:nvSpPr>
        <p:spPr>
          <a:xfrm>
            <a:off x="20425745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9" name="Circle">
            <a:extLst>
              <a:ext uri="{FF2B5EF4-FFF2-40B4-BE49-F238E27FC236}">
                <a16:creationId xmlns:a16="http://schemas.microsoft.com/office/drawing/2014/main" id="{2B69DE79-D59C-4EBE-BDEA-A9704D76A814}"/>
              </a:ext>
            </a:extLst>
          </p:cNvPr>
          <p:cNvSpPr>
            <a:spLocks noGrp="1"/>
          </p:cNvSpPr>
          <p:nvPr/>
        </p:nvSpPr>
        <p:spPr>
          <a:xfrm rot="10800000">
            <a:off x="2119071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00" name="Circle">
            <a:extLst>
              <a:ext uri="{FF2B5EF4-FFF2-40B4-BE49-F238E27FC236}">
                <a16:creationId xmlns:a16="http://schemas.microsoft.com/office/drawing/2014/main" id="{4560D165-5416-4AA5-97E7-8EF971F90E71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01" name="Circle">
            <a:extLst>
              <a:ext uri="{FF2B5EF4-FFF2-40B4-BE49-F238E27FC236}">
                <a16:creationId xmlns:a16="http://schemas.microsoft.com/office/drawing/2014/main" id="{B8AD5716-1E1F-4263-A4AC-9C7F83E802A0}"/>
              </a:ext>
            </a:extLst>
          </p:cNvPr>
          <p:cNvSpPr>
            <a:spLocks noGrp="1"/>
          </p:cNvSpPr>
          <p:nvPr/>
        </p:nvSpPr>
        <p:spPr>
          <a:xfrm flipH="1">
            <a:off x="21190715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02" name="Circle">
            <a:extLst>
              <a:ext uri="{FF2B5EF4-FFF2-40B4-BE49-F238E27FC236}">
                <a16:creationId xmlns:a16="http://schemas.microsoft.com/office/drawing/2014/main" id="{C12F19BF-0AC9-4939-9925-5ACBA109EE79}"/>
              </a:ext>
            </a:extLst>
          </p:cNvPr>
          <p:cNvSpPr>
            <a:spLocks noGrp="1"/>
          </p:cNvSpPr>
          <p:nvPr/>
        </p:nvSpPr>
        <p:spPr>
          <a:xfrm rot="10800000">
            <a:off x="20425745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03" name="Circle">
            <a:extLst>
              <a:ext uri="{FF2B5EF4-FFF2-40B4-BE49-F238E27FC236}">
                <a16:creationId xmlns:a16="http://schemas.microsoft.com/office/drawing/2014/main" id="{D86D27D4-E16A-4B88-9F65-A2F0FCFEFFBC}"/>
              </a:ext>
            </a:extLst>
          </p:cNvPr>
          <p:cNvSpPr>
            <a:spLocks noGrp="1"/>
          </p:cNvSpPr>
          <p:nvPr/>
        </p:nvSpPr>
        <p:spPr>
          <a:xfrm rot="10800000">
            <a:off x="21190715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04" name="Rounded Rectangle">
            <a:extLst>
              <a:ext uri="{FF2B5EF4-FFF2-40B4-BE49-F238E27FC236}">
                <a16:creationId xmlns:a16="http://schemas.microsoft.com/office/drawing/2014/main" id="{3762258C-F2C0-4137-AB81-CD460A8E484C}"/>
              </a:ext>
            </a:extLst>
          </p:cNvPr>
          <p:cNvSpPr>
            <a:spLocks noGrp="1"/>
          </p:cNvSpPr>
          <p:nvPr/>
        </p:nvSpPr>
        <p:spPr>
          <a:xfrm>
            <a:off x="1366203" y="7220069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05" name="Circle">
            <a:extLst>
              <a:ext uri="{FF2B5EF4-FFF2-40B4-BE49-F238E27FC236}">
                <a16:creationId xmlns:a16="http://schemas.microsoft.com/office/drawing/2014/main" id="{9BBFC5F5-856F-44DF-BB5D-76DEBFEEFBF0}"/>
              </a:ext>
            </a:extLst>
          </p:cNvPr>
          <p:cNvSpPr>
            <a:spLocks noGrp="1"/>
          </p:cNvSpPr>
          <p:nvPr/>
        </p:nvSpPr>
        <p:spPr>
          <a:xfrm>
            <a:off x="1848415" y="77022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06" name="Rounded Rectangle">
            <a:extLst>
              <a:ext uri="{FF2B5EF4-FFF2-40B4-BE49-F238E27FC236}">
                <a16:creationId xmlns:a16="http://schemas.microsoft.com/office/drawing/2014/main" id="{5AA7E142-E196-491C-8424-56E74F615364}"/>
              </a:ext>
            </a:extLst>
          </p:cNvPr>
          <p:cNvSpPr>
            <a:spLocks noGrp="1"/>
          </p:cNvSpPr>
          <p:nvPr/>
        </p:nvSpPr>
        <p:spPr>
          <a:xfrm>
            <a:off x="5158165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07" name="Circle">
            <a:extLst>
              <a:ext uri="{FF2B5EF4-FFF2-40B4-BE49-F238E27FC236}">
                <a16:creationId xmlns:a16="http://schemas.microsoft.com/office/drawing/2014/main" id="{5A364F11-45B1-46CB-96E3-F529AD0F7236}"/>
              </a:ext>
            </a:extLst>
          </p:cNvPr>
          <p:cNvSpPr>
            <a:spLocks noGrp="1"/>
          </p:cNvSpPr>
          <p:nvPr/>
        </p:nvSpPr>
        <p:spPr>
          <a:xfrm>
            <a:off x="5257892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08" name="Circle">
            <a:extLst>
              <a:ext uri="{FF2B5EF4-FFF2-40B4-BE49-F238E27FC236}">
                <a16:creationId xmlns:a16="http://schemas.microsoft.com/office/drawing/2014/main" id="{962039BB-5741-4F27-9F9F-CF47839DDF6E}"/>
              </a:ext>
            </a:extLst>
          </p:cNvPr>
          <p:cNvSpPr>
            <a:spLocks noGrp="1"/>
          </p:cNvSpPr>
          <p:nvPr/>
        </p:nvSpPr>
        <p:spPr>
          <a:xfrm rot="10800000">
            <a:off x="602286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09" name="Rounded Rectangle">
            <a:extLst>
              <a:ext uri="{FF2B5EF4-FFF2-40B4-BE49-F238E27FC236}">
                <a16:creationId xmlns:a16="http://schemas.microsoft.com/office/drawing/2014/main" id="{B6CF0BD9-EEA2-4FFE-AD42-599C8DA4D57A}"/>
              </a:ext>
            </a:extLst>
          </p:cNvPr>
          <p:cNvSpPr>
            <a:spLocks noGrp="1"/>
          </p:cNvSpPr>
          <p:nvPr/>
        </p:nvSpPr>
        <p:spPr>
          <a:xfrm>
            <a:off x="8950128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0" name="Circle">
            <a:extLst>
              <a:ext uri="{FF2B5EF4-FFF2-40B4-BE49-F238E27FC236}">
                <a16:creationId xmlns:a16="http://schemas.microsoft.com/office/drawing/2014/main" id="{84691090-DEF2-45EE-A588-A9B71FC34FAB}"/>
              </a:ext>
            </a:extLst>
          </p:cNvPr>
          <p:cNvSpPr>
            <a:spLocks noGrp="1"/>
          </p:cNvSpPr>
          <p:nvPr/>
        </p:nvSpPr>
        <p:spPr>
          <a:xfrm>
            <a:off x="9049856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1" name="Circle">
            <a:extLst>
              <a:ext uri="{FF2B5EF4-FFF2-40B4-BE49-F238E27FC236}">
                <a16:creationId xmlns:a16="http://schemas.microsoft.com/office/drawing/2014/main" id="{82321234-033D-4217-BB9A-48C862E1724F}"/>
              </a:ext>
            </a:extLst>
          </p:cNvPr>
          <p:cNvSpPr>
            <a:spLocks noGrp="1"/>
          </p:cNvSpPr>
          <p:nvPr/>
        </p:nvSpPr>
        <p:spPr>
          <a:xfrm rot="10800000">
            <a:off x="981482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2" name="Circle">
            <a:extLst>
              <a:ext uri="{FF2B5EF4-FFF2-40B4-BE49-F238E27FC236}">
                <a16:creationId xmlns:a16="http://schemas.microsoft.com/office/drawing/2014/main" id="{0A12B114-C032-4D34-85EE-F785BF3396DE}"/>
              </a:ext>
            </a:extLst>
          </p:cNvPr>
          <p:cNvSpPr>
            <a:spLocks noGrp="1"/>
          </p:cNvSpPr>
          <p:nvPr/>
        </p:nvSpPr>
        <p:spPr>
          <a:xfrm rot="10800000">
            <a:off x="9432340" y="77022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3" name="Rounded Rectangle">
            <a:extLst>
              <a:ext uri="{FF2B5EF4-FFF2-40B4-BE49-F238E27FC236}">
                <a16:creationId xmlns:a16="http://schemas.microsoft.com/office/drawing/2014/main" id="{383CC155-BF54-4D18-A84C-CC149592EE0E}"/>
              </a:ext>
            </a:extLst>
          </p:cNvPr>
          <p:cNvSpPr>
            <a:spLocks noGrp="1"/>
          </p:cNvSpPr>
          <p:nvPr/>
        </p:nvSpPr>
        <p:spPr>
          <a:xfrm>
            <a:off x="12742091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4" name="Circle">
            <a:extLst>
              <a:ext uri="{FF2B5EF4-FFF2-40B4-BE49-F238E27FC236}">
                <a16:creationId xmlns:a16="http://schemas.microsoft.com/office/drawing/2014/main" id="{16DE96C3-8663-47A4-B03E-4201C22AF5D9}"/>
              </a:ext>
            </a:extLst>
          </p:cNvPr>
          <p:cNvSpPr>
            <a:spLocks noGrp="1"/>
          </p:cNvSpPr>
          <p:nvPr/>
        </p:nvSpPr>
        <p:spPr>
          <a:xfrm>
            <a:off x="12841819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5" name="Circle">
            <a:extLst>
              <a:ext uri="{FF2B5EF4-FFF2-40B4-BE49-F238E27FC236}">
                <a16:creationId xmlns:a16="http://schemas.microsoft.com/office/drawing/2014/main" id="{864A16DF-4ABB-4567-A31A-0BFD9A6B84CD}"/>
              </a:ext>
            </a:extLst>
          </p:cNvPr>
          <p:cNvSpPr>
            <a:spLocks noGrp="1"/>
          </p:cNvSpPr>
          <p:nvPr/>
        </p:nvSpPr>
        <p:spPr>
          <a:xfrm rot="10800000">
            <a:off x="13606789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6" name="Circle">
            <a:extLst>
              <a:ext uri="{FF2B5EF4-FFF2-40B4-BE49-F238E27FC236}">
                <a16:creationId xmlns:a16="http://schemas.microsoft.com/office/drawing/2014/main" id="{AE3FFD65-8D59-425D-B8D0-DB4036E2B6FA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7" name="Circle">
            <a:extLst>
              <a:ext uri="{FF2B5EF4-FFF2-40B4-BE49-F238E27FC236}">
                <a16:creationId xmlns:a16="http://schemas.microsoft.com/office/drawing/2014/main" id="{B45ACDAD-CD90-433F-A087-5EF0F6F3B2F1}"/>
              </a:ext>
            </a:extLst>
          </p:cNvPr>
          <p:cNvSpPr>
            <a:spLocks noGrp="1"/>
          </p:cNvSpPr>
          <p:nvPr/>
        </p:nvSpPr>
        <p:spPr>
          <a:xfrm flipH="1">
            <a:off x="13606789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8" name="Rounded Rectangle">
            <a:extLst>
              <a:ext uri="{FF2B5EF4-FFF2-40B4-BE49-F238E27FC236}">
                <a16:creationId xmlns:a16="http://schemas.microsoft.com/office/drawing/2014/main" id="{3BBB7273-AC5F-478E-8FD7-A336B0774883}"/>
              </a:ext>
            </a:extLst>
          </p:cNvPr>
          <p:cNvSpPr>
            <a:spLocks noGrp="1"/>
          </p:cNvSpPr>
          <p:nvPr/>
        </p:nvSpPr>
        <p:spPr>
          <a:xfrm>
            <a:off x="16534055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9" name="Circle">
            <a:extLst>
              <a:ext uri="{FF2B5EF4-FFF2-40B4-BE49-F238E27FC236}">
                <a16:creationId xmlns:a16="http://schemas.microsoft.com/office/drawing/2014/main" id="{7B7BA941-DE76-4881-AD6A-F9C10F9F85FA}"/>
              </a:ext>
            </a:extLst>
          </p:cNvPr>
          <p:cNvSpPr>
            <a:spLocks noGrp="1"/>
          </p:cNvSpPr>
          <p:nvPr/>
        </p:nvSpPr>
        <p:spPr>
          <a:xfrm>
            <a:off x="1663378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0" name="Circle">
            <a:extLst>
              <a:ext uri="{FF2B5EF4-FFF2-40B4-BE49-F238E27FC236}">
                <a16:creationId xmlns:a16="http://schemas.microsoft.com/office/drawing/2014/main" id="{66516DA2-ECEB-472F-8C72-4DC3094045C8}"/>
              </a:ext>
            </a:extLst>
          </p:cNvPr>
          <p:cNvSpPr>
            <a:spLocks noGrp="1"/>
          </p:cNvSpPr>
          <p:nvPr/>
        </p:nvSpPr>
        <p:spPr>
          <a:xfrm rot="10800000">
            <a:off x="17398753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1" name="Circle">
            <a:extLst>
              <a:ext uri="{FF2B5EF4-FFF2-40B4-BE49-F238E27FC236}">
                <a16:creationId xmlns:a16="http://schemas.microsoft.com/office/drawing/2014/main" id="{C9DBE7A3-BB64-4C0D-A7AF-E332074569DA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2" name="Circle">
            <a:extLst>
              <a:ext uri="{FF2B5EF4-FFF2-40B4-BE49-F238E27FC236}">
                <a16:creationId xmlns:a16="http://schemas.microsoft.com/office/drawing/2014/main" id="{71A89195-A490-473C-AB88-BE1930C3B040}"/>
              </a:ext>
            </a:extLst>
          </p:cNvPr>
          <p:cNvSpPr>
            <a:spLocks noGrp="1"/>
          </p:cNvSpPr>
          <p:nvPr/>
        </p:nvSpPr>
        <p:spPr>
          <a:xfrm flipH="1">
            <a:off x="17398753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3" name="Circle">
            <a:extLst>
              <a:ext uri="{FF2B5EF4-FFF2-40B4-BE49-F238E27FC236}">
                <a16:creationId xmlns:a16="http://schemas.microsoft.com/office/drawing/2014/main" id="{C7BA4FA6-57B3-4203-84AE-E6597BDA7238}"/>
              </a:ext>
            </a:extLst>
          </p:cNvPr>
          <p:cNvSpPr>
            <a:spLocks noGrp="1"/>
          </p:cNvSpPr>
          <p:nvPr/>
        </p:nvSpPr>
        <p:spPr>
          <a:xfrm rot="10800000">
            <a:off x="17016267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4" name="Rounded Rectangle">
            <a:extLst>
              <a:ext uri="{FF2B5EF4-FFF2-40B4-BE49-F238E27FC236}">
                <a16:creationId xmlns:a16="http://schemas.microsoft.com/office/drawing/2014/main" id="{F478C773-D860-4A5D-8ED8-FF2DD5798C8A}"/>
              </a:ext>
            </a:extLst>
          </p:cNvPr>
          <p:cNvSpPr>
            <a:spLocks noGrp="1"/>
          </p:cNvSpPr>
          <p:nvPr/>
        </p:nvSpPr>
        <p:spPr>
          <a:xfrm>
            <a:off x="20326017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5" name="Circle">
            <a:extLst>
              <a:ext uri="{FF2B5EF4-FFF2-40B4-BE49-F238E27FC236}">
                <a16:creationId xmlns:a16="http://schemas.microsoft.com/office/drawing/2014/main" id="{510EF81E-F938-4BA6-BC02-326752C44627}"/>
              </a:ext>
            </a:extLst>
          </p:cNvPr>
          <p:cNvSpPr>
            <a:spLocks noGrp="1"/>
          </p:cNvSpPr>
          <p:nvPr/>
        </p:nvSpPr>
        <p:spPr>
          <a:xfrm>
            <a:off x="20425745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6" name="Circle">
            <a:extLst>
              <a:ext uri="{FF2B5EF4-FFF2-40B4-BE49-F238E27FC236}">
                <a16:creationId xmlns:a16="http://schemas.microsoft.com/office/drawing/2014/main" id="{09F3369D-93A3-4A2B-90DE-DAAF6FC8288C}"/>
              </a:ext>
            </a:extLst>
          </p:cNvPr>
          <p:cNvSpPr>
            <a:spLocks noGrp="1"/>
          </p:cNvSpPr>
          <p:nvPr/>
        </p:nvSpPr>
        <p:spPr>
          <a:xfrm rot="10800000">
            <a:off x="2119071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7" name="Circle">
            <a:extLst>
              <a:ext uri="{FF2B5EF4-FFF2-40B4-BE49-F238E27FC236}">
                <a16:creationId xmlns:a16="http://schemas.microsoft.com/office/drawing/2014/main" id="{C219E7CD-54F3-4EA8-9FC3-8EB45ECFD0D0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8" name="Circle">
            <a:extLst>
              <a:ext uri="{FF2B5EF4-FFF2-40B4-BE49-F238E27FC236}">
                <a16:creationId xmlns:a16="http://schemas.microsoft.com/office/drawing/2014/main" id="{B435F411-5A0B-4F95-95DD-8C94A42D3F95}"/>
              </a:ext>
            </a:extLst>
          </p:cNvPr>
          <p:cNvSpPr>
            <a:spLocks noGrp="1"/>
          </p:cNvSpPr>
          <p:nvPr/>
        </p:nvSpPr>
        <p:spPr>
          <a:xfrm flipH="1">
            <a:off x="21190715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9" name="Circle">
            <a:extLst>
              <a:ext uri="{FF2B5EF4-FFF2-40B4-BE49-F238E27FC236}">
                <a16:creationId xmlns:a16="http://schemas.microsoft.com/office/drawing/2014/main" id="{9C7FE1E7-9749-4177-A6CB-B1A9D0D8B313}"/>
              </a:ext>
            </a:extLst>
          </p:cNvPr>
          <p:cNvSpPr>
            <a:spLocks noGrp="1"/>
          </p:cNvSpPr>
          <p:nvPr/>
        </p:nvSpPr>
        <p:spPr>
          <a:xfrm rot="10800000">
            <a:off x="20425745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0" name="Circle">
            <a:extLst>
              <a:ext uri="{FF2B5EF4-FFF2-40B4-BE49-F238E27FC236}">
                <a16:creationId xmlns:a16="http://schemas.microsoft.com/office/drawing/2014/main" id="{D34BB14F-1623-4972-952B-564D33C1B0D6}"/>
              </a:ext>
            </a:extLst>
          </p:cNvPr>
          <p:cNvSpPr>
            <a:spLocks noGrp="1"/>
          </p:cNvSpPr>
          <p:nvPr/>
        </p:nvSpPr>
        <p:spPr>
          <a:xfrm rot="10800000">
            <a:off x="21190715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1" name="Rounded Rectangle">
            <a:extLst>
              <a:ext uri="{FF2B5EF4-FFF2-40B4-BE49-F238E27FC236}">
                <a16:creationId xmlns:a16="http://schemas.microsoft.com/office/drawing/2014/main" id="{1A5AF259-48BE-4763-A6AB-063FDBEB9728}"/>
              </a:ext>
            </a:extLst>
          </p:cNvPr>
          <p:cNvSpPr>
            <a:spLocks noGrp="1"/>
          </p:cNvSpPr>
          <p:nvPr/>
        </p:nvSpPr>
        <p:spPr>
          <a:xfrm>
            <a:off x="1366203" y="9214204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2" name="Circle">
            <a:extLst>
              <a:ext uri="{FF2B5EF4-FFF2-40B4-BE49-F238E27FC236}">
                <a16:creationId xmlns:a16="http://schemas.microsoft.com/office/drawing/2014/main" id="{AEF823CF-1F44-472B-A133-5F3EA376E804}"/>
              </a:ext>
            </a:extLst>
          </p:cNvPr>
          <p:cNvSpPr>
            <a:spLocks noGrp="1"/>
          </p:cNvSpPr>
          <p:nvPr/>
        </p:nvSpPr>
        <p:spPr>
          <a:xfrm>
            <a:off x="1848415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3" name="Rounded Rectangle">
            <a:extLst>
              <a:ext uri="{FF2B5EF4-FFF2-40B4-BE49-F238E27FC236}">
                <a16:creationId xmlns:a16="http://schemas.microsoft.com/office/drawing/2014/main" id="{FD175888-292C-43EC-B9E9-3E0FA8C2D316}"/>
              </a:ext>
            </a:extLst>
          </p:cNvPr>
          <p:cNvSpPr>
            <a:spLocks noGrp="1"/>
          </p:cNvSpPr>
          <p:nvPr/>
        </p:nvSpPr>
        <p:spPr>
          <a:xfrm>
            <a:off x="5158165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4" name="Circle">
            <a:extLst>
              <a:ext uri="{FF2B5EF4-FFF2-40B4-BE49-F238E27FC236}">
                <a16:creationId xmlns:a16="http://schemas.microsoft.com/office/drawing/2014/main" id="{C58FD561-BD55-4DDB-A5F1-A8424F180C75}"/>
              </a:ext>
            </a:extLst>
          </p:cNvPr>
          <p:cNvSpPr>
            <a:spLocks noGrp="1"/>
          </p:cNvSpPr>
          <p:nvPr/>
        </p:nvSpPr>
        <p:spPr>
          <a:xfrm>
            <a:off x="525789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5" name="Circle">
            <a:extLst>
              <a:ext uri="{FF2B5EF4-FFF2-40B4-BE49-F238E27FC236}">
                <a16:creationId xmlns:a16="http://schemas.microsoft.com/office/drawing/2014/main" id="{4F882882-3104-4CD6-B19E-CB52B0ED6C1C}"/>
              </a:ext>
            </a:extLst>
          </p:cNvPr>
          <p:cNvSpPr>
            <a:spLocks noGrp="1"/>
          </p:cNvSpPr>
          <p:nvPr/>
        </p:nvSpPr>
        <p:spPr>
          <a:xfrm rot="10800000">
            <a:off x="6022861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6" name="Rounded Rectangle">
            <a:extLst>
              <a:ext uri="{FF2B5EF4-FFF2-40B4-BE49-F238E27FC236}">
                <a16:creationId xmlns:a16="http://schemas.microsoft.com/office/drawing/2014/main" id="{8EC350E6-0971-4FB9-A4C9-0AF9EA638AA4}"/>
              </a:ext>
            </a:extLst>
          </p:cNvPr>
          <p:cNvSpPr>
            <a:spLocks noGrp="1"/>
          </p:cNvSpPr>
          <p:nvPr/>
        </p:nvSpPr>
        <p:spPr>
          <a:xfrm>
            <a:off x="8950128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7" name="Circle">
            <a:extLst>
              <a:ext uri="{FF2B5EF4-FFF2-40B4-BE49-F238E27FC236}">
                <a16:creationId xmlns:a16="http://schemas.microsoft.com/office/drawing/2014/main" id="{3F72B6EB-3016-409A-8E05-1E257D3E9665}"/>
              </a:ext>
            </a:extLst>
          </p:cNvPr>
          <p:cNvSpPr>
            <a:spLocks noGrp="1"/>
          </p:cNvSpPr>
          <p:nvPr/>
        </p:nvSpPr>
        <p:spPr>
          <a:xfrm>
            <a:off x="9049856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8" name="Circle">
            <a:extLst>
              <a:ext uri="{FF2B5EF4-FFF2-40B4-BE49-F238E27FC236}">
                <a16:creationId xmlns:a16="http://schemas.microsoft.com/office/drawing/2014/main" id="{9BFE3E0D-92BE-449F-8B21-9DADC13BA2EF}"/>
              </a:ext>
            </a:extLst>
          </p:cNvPr>
          <p:cNvSpPr>
            <a:spLocks noGrp="1"/>
          </p:cNvSpPr>
          <p:nvPr/>
        </p:nvSpPr>
        <p:spPr>
          <a:xfrm rot="10800000">
            <a:off x="9814825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9" name="Circle">
            <a:extLst>
              <a:ext uri="{FF2B5EF4-FFF2-40B4-BE49-F238E27FC236}">
                <a16:creationId xmlns:a16="http://schemas.microsoft.com/office/drawing/2014/main" id="{9E627037-5AE8-4FFE-9374-24631F18EFBE}"/>
              </a:ext>
            </a:extLst>
          </p:cNvPr>
          <p:cNvSpPr>
            <a:spLocks noGrp="1"/>
          </p:cNvSpPr>
          <p:nvPr/>
        </p:nvSpPr>
        <p:spPr>
          <a:xfrm rot="10800000">
            <a:off x="9432340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0" name="Rounded Rectangle">
            <a:extLst>
              <a:ext uri="{FF2B5EF4-FFF2-40B4-BE49-F238E27FC236}">
                <a16:creationId xmlns:a16="http://schemas.microsoft.com/office/drawing/2014/main" id="{0B56C99F-8E6C-4F3A-ADF4-EB97DD41633C}"/>
              </a:ext>
            </a:extLst>
          </p:cNvPr>
          <p:cNvSpPr>
            <a:spLocks noGrp="1"/>
          </p:cNvSpPr>
          <p:nvPr/>
        </p:nvSpPr>
        <p:spPr>
          <a:xfrm>
            <a:off x="12742091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1" name="Circle">
            <a:extLst>
              <a:ext uri="{FF2B5EF4-FFF2-40B4-BE49-F238E27FC236}">
                <a16:creationId xmlns:a16="http://schemas.microsoft.com/office/drawing/2014/main" id="{B0D2F5B2-EBD2-467A-966D-3F621109D1DA}"/>
              </a:ext>
            </a:extLst>
          </p:cNvPr>
          <p:cNvSpPr>
            <a:spLocks noGrp="1"/>
          </p:cNvSpPr>
          <p:nvPr/>
        </p:nvSpPr>
        <p:spPr>
          <a:xfrm>
            <a:off x="12841819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2" name="Circle">
            <a:extLst>
              <a:ext uri="{FF2B5EF4-FFF2-40B4-BE49-F238E27FC236}">
                <a16:creationId xmlns:a16="http://schemas.microsoft.com/office/drawing/2014/main" id="{444FB79C-D82E-4083-A174-46B5DA4522D9}"/>
              </a:ext>
            </a:extLst>
          </p:cNvPr>
          <p:cNvSpPr>
            <a:spLocks noGrp="1"/>
          </p:cNvSpPr>
          <p:nvPr/>
        </p:nvSpPr>
        <p:spPr>
          <a:xfrm rot="10800000">
            <a:off x="13606789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3" name="Circle">
            <a:extLst>
              <a:ext uri="{FF2B5EF4-FFF2-40B4-BE49-F238E27FC236}">
                <a16:creationId xmlns:a16="http://schemas.microsoft.com/office/drawing/2014/main" id="{5B500C9A-5AFF-4BAA-880A-E0CCC42AE352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4" name="Circle">
            <a:extLst>
              <a:ext uri="{FF2B5EF4-FFF2-40B4-BE49-F238E27FC236}">
                <a16:creationId xmlns:a16="http://schemas.microsoft.com/office/drawing/2014/main" id="{04D5CD9F-9E71-4C7B-BA94-C15C58DAFDE4}"/>
              </a:ext>
            </a:extLst>
          </p:cNvPr>
          <p:cNvSpPr>
            <a:spLocks noGrp="1"/>
          </p:cNvSpPr>
          <p:nvPr/>
        </p:nvSpPr>
        <p:spPr>
          <a:xfrm flipH="1">
            <a:off x="13606789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5" name="Rounded Rectangle">
            <a:extLst>
              <a:ext uri="{FF2B5EF4-FFF2-40B4-BE49-F238E27FC236}">
                <a16:creationId xmlns:a16="http://schemas.microsoft.com/office/drawing/2014/main" id="{CB3848F2-DE2B-4627-9514-A4456F8FCD8B}"/>
              </a:ext>
            </a:extLst>
          </p:cNvPr>
          <p:cNvSpPr>
            <a:spLocks noGrp="1"/>
          </p:cNvSpPr>
          <p:nvPr/>
        </p:nvSpPr>
        <p:spPr>
          <a:xfrm>
            <a:off x="16534055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6" name="Circle">
            <a:extLst>
              <a:ext uri="{FF2B5EF4-FFF2-40B4-BE49-F238E27FC236}">
                <a16:creationId xmlns:a16="http://schemas.microsoft.com/office/drawing/2014/main" id="{FA290350-45C9-4FCE-9F51-C2C7AC059034}"/>
              </a:ext>
            </a:extLst>
          </p:cNvPr>
          <p:cNvSpPr>
            <a:spLocks noGrp="1"/>
          </p:cNvSpPr>
          <p:nvPr/>
        </p:nvSpPr>
        <p:spPr>
          <a:xfrm>
            <a:off x="1663378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7" name="Circle">
            <a:extLst>
              <a:ext uri="{FF2B5EF4-FFF2-40B4-BE49-F238E27FC236}">
                <a16:creationId xmlns:a16="http://schemas.microsoft.com/office/drawing/2014/main" id="{8E0D278B-C3B9-482E-A20E-570E7130EE40}"/>
              </a:ext>
            </a:extLst>
          </p:cNvPr>
          <p:cNvSpPr>
            <a:spLocks noGrp="1"/>
          </p:cNvSpPr>
          <p:nvPr/>
        </p:nvSpPr>
        <p:spPr>
          <a:xfrm rot="10800000">
            <a:off x="17398753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8" name="Circle">
            <a:extLst>
              <a:ext uri="{FF2B5EF4-FFF2-40B4-BE49-F238E27FC236}">
                <a16:creationId xmlns:a16="http://schemas.microsoft.com/office/drawing/2014/main" id="{6FEE0418-5995-4E38-B068-1EDBC441A1D3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9" name="Circle">
            <a:extLst>
              <a:ext uri="{FF2B5EF4-FFF2-40B4-BE49-F238E27FC236}">
                <a16:creationId xmlns:a16="http://schemas.microsoft.com/office/drawing/2014/main" id="{DBA3A40A-5B8E-459A-A43E-79E7FF014185}"/>
              </a:ext>
            </a:extLst>
          </p:cNvPr>
          <p:cNvSpPr>
            <a:spLocks noGrp="1"/>
          </p:cNvSpPr>
          <p:nvPr/>
        </p:nvSpPr>
        <p:spPr>
          <a:xfrm flipH="1">
            <a:off x="17398753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0" name="Circle">
            <a:extLst>
              <a:ext uri="{FF2B5EF4-FFF2-40B4-BE49-F238E27FC236}">
                <a16:creationId xmlns:a16="http://schemas.microsoft.com/office/drawing/2014/main" id="{0CD7277C-23B0-496B-82E5-6311B4C36F4C}"/>
              </a:ext>
            </a:extLst>
          </p:cNvPr>
          <p:cNvSpPr>
            <a:spLocks noGrp="1"/>
          </p:cNvSpPr>
          <p:nvPr/>
        </p:nvSpPr>
        <p:spPr>
          <a:xfrm rot="10800000">
            <a:off x="17016267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1" name="Rounded Rectangle">
            <a:extLst>
              <a:ext uri="{FF2B5EF4-FFF2-40B4-BE49-F238E27FC236}">
                <a16:creationId xmlns:a16="http://schemas.microsoft.com/office/drawing/2014/main" id="{39EC9947-668D-4F44-AEF4-D7F449CECD31}"/>
              </a:ext>
            </a:extLst>
          </p:cNvPr>
          <p:cNvSpPr>
            <a:spLocks noGrp="1"/>
          </p:cNvSpPr>
          <p:nvPr/>
        </p:nvSpPr>
        <p:spPr>
          <a:xfrm>
            <a:off x="20326017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2" name="Circle">
            <a:extLst>
              <a:ext uri="{FF2B5EF4-FFF2-40B4-BE49-F238E27FC236}">
                <a16:creationId xmlns:a16="http://schemas.microsoft.com/office/drawing/2014/main" id="{4F79A4E1-2F17-4742-87D1-A1F6E35BC96B}"/>
              </a:ext>
            </a:extLst>
          </p:cNvPr>
          <p:cNvSpPr>
            <a:spLocks noGrp="1"/>
          </p:cNvSpPr>
          <p:nvPr/>
        </p:nvSpPr>
        <p:spPr>
          <a:xfrm>
            <a:off x="20425745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3" name="Circle">
            <a:extLst>
              <a:ext uri="{FF2B5EF4-FFF2-40B4-BE49-F238E27FC236}">
                <a16:creationId xmlns:a16="http://schemas.microsoft.com/office/drawing/2014/main" id="{EB2CB5AC-8105-4CDA-B29E-D33148FEE477}"/>
              </a:ext>
            </a:extLst>
          </p:cNvPr>
          <p:cNvSpPr>
            <a:spLocks noGrp="1"/>
          </p:cNvSpPr>
          <p:nvPr/>
        </p:nvSpPr>
        <p:spPr>
          <a:xfrm rot="10800000">
            <a:off x="21190715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4" name="Circle">
            <a:extLst>
              <a:ext uri="{FF2B5EF4-FFF2-40B4-BE49-F238E27FC236}">
                <a16:creationId xmlns:a16="http://schemas.microsoft.com/office/drawing/2014/main" id="{1154BDD8-9A0E-4CEB-ABB8-FE8AC365158F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5" name="Circle">
            <a:extLst>
              <a:ext uri="{FF2B5EF4-FFF2-40B4-BE49-F238E27FC236}">
                <a16:creationId xmlns:a16="http://schemas.microsoft.com/office/drawing/2014/main" id="{4E933AE6-29BA-45F8-80F5-B3A400A307DF}"/>
              </a:ext>
            </a:extLst>
          </p:cNvPr>
          <p:cNvSpPr>
            <a:spLocks noGrp="1"/>
          </p:cNvSpPr>
          <p:nvPr/>
        </p:nvSpPr>
        <p:spPr>
          <a:xfrm flipH="1">
            <a:off x="21190715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6" name="Circle">
            <a:extLst>
              <a:ext uri="{FF2B5EF4-FFF2-40B4-BE49-F238E27FC236}">
                <a16:creationId xmlns:a16="http://schemas.microsoft.com/office/drawing/2014/main" id="{4A5261A3-4AF3-4402-A780-55C5B9AA9FE2}"/>
              </a:ext>
            </a:extLst>
          </p:cNvPr>
          <p:cNvSpPr>
            <a:spLocks noGrp="1"/>
          </p:cNvSpPr>
          <p:nvPr/>
        </p:nvSpPr>
        <p:spPr>
          <a:xfrm rot="10800000">
            <a:off x="20425745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7" name="Circle">
            <a:extLst>
              <a:ext uri="{FF2B5EF4-FFF2-40B4-BE49-F238E27FC236}">
                <a16:creationId xmlns:a16="http://schemas.microsoft.com/office/drawing/2014/main" id="{A8F3AE40-989C-40DC-9678-19B5A10FAA03}"/>
              </a:ext>
            </a:extLst>
          </p:cNvPr>
          <p:cNvSpPr>
            <a:spLocks noGrp="1"/>
          </p:cNvSpPr>
          <p:nvPr/>
        </p:nvSpPr>
        <p:spPr>
          <a:xfrm rot="10800000">
            <a:off x="21190715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8" name="Rounded Rectangle">
            <a:extLst>
              <a:ext uri="{FF2B5EF4-FFF2-40B4-BE49-F238E27FC236}">
                <a16:creationId xmlns:a16="http://schemas.microsoft.com/office/drawing/2014/main" id="{0EB913D0-E04B-4F86-8D8D-E575591FA556}"/>
              </a:ext>
            </a:extLst>
          </p:cNvPr>
          <p:cNvSpPr>
            <a:spLocks noGrp="1"/>
          </p:cNvSpPr>
          <p:nvPr/>
        </p:nvSpPr>
        <p:spPr>
          <a:xfrm>
            <a:off x="1366203" y="11208341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9" name="Circle">
            <a:extLst>
              <a:ext uri="{FF2B5EF4-FFF2-40B4-BE49-F238E27FC236}">
                <a16:creationId xmlns:a16="http://schemas.microsoft.com/office/drawing/2014/main" id="{4D302358-AC0D-45FE-9FA3-C7D2C04AF25B}"/>
              </a:ext>
            </a:extLst>
          </p:cNvPr>
          <p:cNvSpPr>
            <a:spLocks noGrp="1"/>
          </p:cNvSpPr>
          <p:nvPr/>
        </p:nvSpPr>
        <p:spPr>
          <a:xfrm>
            <a:off x="1848415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0" name="Rounded Rectangle">
            <a:extLst>
              <a:ext uri="{FF2B5EF4-FFF2-40B4-BE49-F238E27FC236}">
                <a16:creationId xmlns:a16="http://schemas.microsoft.com/office/drawing/2014/main" id="{C6FF99B6-6103-4C9F-B0E1-1590FC703E23}"/>
              </a:ext>
            </a:extLst>
          </p:cNvPr>
          <p:cNvSpPr>
            <a:spLocks noGrp="1"/>
          </p:cNvSpPr>
          <p:nvPr/>
        </p:nvSpPr>
        <p:spPr>
          <a:xfrm>
            <a:off x="5158165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1" name="Circle">
            <a:extLst>
              <a:ext uri="{FF2B5EF4-FFF2-40B4-BE49-F238E27FC236}">
                <a16:creationId xmlns:a16="http://schemas.microsoft.com/office/drawing/2014/main" id="{478859C3-1107-4004-BAB9-B6F2FDA27F31}"/>
              </a:ext>
            </a:extLst>
          </p:cNvPr>
          <p:cNvSpPr>
            <a:spLocks noGrp="1"/>
          </p:cNvSpPr>
          <p:nvPr/>
        </p:nvSpPr>
        <p:spPr>
          <a:xfrm>
            <a:off x="5257892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2" name="Circle">
            <a:extLst>
              <a:ext uri="{FF2B5EF4-FFF2-40B4-BE49-F238E27FC236}">
                <a16:creationId xmlns:a16="http://schemas.microsoft.com/office/drawing/2014/main" id="{B872E6B4-75F2-4057-BB96-7A0109229EF2}"/>
              </a:ext>
            </a:extLst>
          </p:cNvPr>
          <p:cNvSpPr>
            <a:spLocks noGrp="1"/>
          </p:cNvSpPr>
          <p:nvPr/>
        </p:nvSpPr>
        <p:spPr>
          <a:xfrm rot="10800000">
            <a:off x="602286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3" name="Rounded Rectangle">
            <a:extLst>
              <a:ext uri="{FF2B5EF4-FFF2-40B4-BE49-F238E27FC236}">
                <a16:creationId xmlns:a16="http://schemas.microsoft.com/office/drawing/2014/main" id="{3D8E5619-8318-4474-96BD-3353826CBE31}"/>
              </a:ext>
            </a:extLst>
          </p:cNvPr>
          <p:cNvSpPr>
            <a:spLocks noGrp="1"/>
          </p:cNvSpPr>
          <p:nvPr/>
        </p:nvSpPr>
        <p:spPr>
          <a:xfrm>
            <a:off x="895012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4" name="Circle">
            <a:extLst>
              <a:ext uri="{FF2B5EF4-FFF2-40B4-BE49-F238E27FC236}">
                <a16:creationId xmlns:a16="http://schemas.microsoft.com/office/drawing/2014/main" id="{B6E9F591-0C03-44D0-B8FC-AEB70F44EE26}"/>
              </a:ext>
            </a:extLst>
          </p:cNvPr>
          <p:cNvSpPr>
            <a:spLocks noGrp="1"/>
          </p:cNvSpPr>
          <p:nvPr/>
        </p:nvSpPr>
        <p:spPr>
          <a:xfrm>
            <a:off x="9049856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5" name="Circle">
            <a:extLst>
              <a:ext uri="{FF2B5EF4-FFF2-40B4-BE49-F238E27FC236}">
                <a16:creationId xmlns:a16="http://schemas.microsoft.com/office/drawing/2014/main" id="{E09D0EB5-0F85-4D39-B63A-06D14F2F5392}"/>
              </a:ext>
            </a:extLst>
          </p:cNvPr>
          <p:cNvSpPr>
            <a:spLocks noGrp="1"/>
          </p:cNvSpPr>
          <p:nvPr/>
        </p:nvSpPr>
        <p:spPr>
          <a:xfrm rot="10800000">
            <a:off x="981482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6" name="Circle">
            <a:extLst>
              <a:ext uri="{FF2B5EF4-FFF2-40B4-BE49-F238E27FC236}">
                <a16:creationId xmlns:a16="http://schemas.microsoft.com/office/drawing/2014/main" id="{417D18A7-8AB2-4777-A5C3-4FDA9563ABCA}"/>
              </a:ext>
            </a:extLst>
          </p:cNvPr>
          <p:cNvSpPr>
            <a:spLocks noGrp="1"/>
          </p:cNvSpPr>
          <p:nvPr/>
        </p:nvSpPr>
        <p:spPr>
          <a:xfrm rot="10800000">
            <a:off x="9432340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7" name="Rounded Rectangle">
            <a:extLst>
              <a:ext uri="{FF2B5EF4-FFF2-40B4-BE49-F238E27FC236}">
                <a16:creationId xmlns:a16="http://schemas.microsoft.com/office/drawing/2014/main" id="{8CED71E1-0997-4884-B548-79DEDF0A4136}"/>
              </a:ext>
            </a:extLst>
          </p:cNvPr>
          <p:cNvSpPr>
            <a:spLocks noGrp="1"/>
          </p:cNvSpPr>
          <p:nvPr/>
        </p:nvSpPr>
        <p:spPr>
          <a:xfrm>
            <a:off x="12742091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8" name="Circle">
            <a:extLst>
              <a:ext uri="{FF2B5EF4-FFF2-40B4-BE49-F238E27FC236}">
                <a16:creationId xmlns:a16="http://schemas.microsoft.com/office/drawing/2014/main" id="{D1E87C1C-83B8-471A-9BB4-C470295020DB}"/>
              </a:ext>
            </a:extLst>
          </p:cNvPr>
          <p:cNvSpPr>
            <a:spLocks noGrp="1"/>
          </p:cNvSpPr>
          <p:nvPr/>
        </p:nvSpPr>
        <p:spPr>
          <a:xfrm>
            <a:off x="12841819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9" name="Circle">
            <a:extLst>
              <a:ext uri="{FF2B5EF4-FFF2-40B4-BE49-F238E27FC236}">
                <a16:creationId xmlns:a16="http://schemas.microsoft.com/office/drawing/2014/main" id="{FED0C457-DB75-4796-9860-55DB474B9A37}"/>
              </a:ext>
            </a:extLst>
          </p:cNvPr>
          <p:cNvSpPr>
            <a:spLocks noGrp="1"/>
          </p:cNvSpPr>
          <p:nvPr/>
        </p:nvSpPr>
        <p:spPr>
          <a:xfrm rot="10800000">
            <a:off x="13606789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0" name="Circle">
            <a:extLst>
              <a:ext uri="{FF2B5EF4-FFF2-40B4-BE49-F238E27FC236}">
                <a16:creationId xmlns:a16="http://schemas.microsoft.com/office/drawing/2014/main" id="{9477DA76-FF85-41B5-AEEE-CC2A89906493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1" name="Circle">
            <a:extLst>
              <a:ext uri="{FF2B5EF4-FFF2-40B4-BE49-F238E27FC236}">
                <a16:creationId xmlns:a16="http://schemas.microsoft.com/office/drawing/2014/main" id="{FBF3897E-35E4-4307-A5DB-9D5B95BB3086}"/>
              </a:ext>
            </a:extLst>
          </p:cNvPr>
          <p:cNvSpPr>
            <a:spLocks noGrp="1"/>
          </p:cNvSpPr>
          <p:nvPr/>
        </p:nvSpPr>
        <p:spPr>
          <a:xfrm flipH="1">
            <a:off x="13606789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2" name="Rounded Rectangle">
            <a:extLst>
              <a:ext uri="{FF2B5EF4-FFF2-40B4-BE49-F238E27FC236}">
                <a16:creationId xmlns:a16="http://schemas.microsoft.com/office/drawing/2014/main" id="{604D24DA-9089-4A04-84C1-01C33BD4EAE2}"/>
              </a:ext>
            </a:extLst>
          </p:cNvPr>
          <p:cNvSpPr>
            <a:spLocks noGrp="1"/>
          </p:cNvSpPr>
          <p:nvPr/>
        </p:nvSpPr>
        <p:spPr>
          <a:xfrm>
            <a:off x="16534055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3" name="Circle">
            <a:extLst>
              <a:ext uri="{FF2B5EF4-FFF2-40B4-BE49-F238E27FC236}">
                <a16:creationId xmlns:a16="http://schemas.microsoft.com/office/drawing/2014/main" id="{4EB686C5-B699-4EEA-A69B-36C3B446A441}"/>
              </a:ext>
            </a:extLst>
          </p:cNvPr>
          <p:cNvSpPr>
            <a:spLocks noGrp="1"/>
          </p:cNvSpPr>
          <p:nvPr/>
        </p:nvSpPr>
        <p:spPr>
          <a:xfrm>
            <a:off x="16633782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4" name="Circle">
            <a:extLst>
              <a:ext uri="{FF2B5EF4-FFF2-40B4-BE49-F238E27FC236}">
                <a16:creationId xmlns:a16="http://schemas.microsoft.com/office/drawing/2014/main" id="{256B8732-D528-470F-A9F4-68C83305BA0F}"/>
              </a:ext>
            </a:extLst>
          </p:cNvPr>
          <p:cNvSpPr>
            <a:spLocks noGrp="1"/>
          </p:cNvSpPr>
          <p:nvPr/>
        </p:nvSpPr>
        <p:spPr>
          <a:xfrm rot="10800000">
            <a:off x="17398753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5" name="Circle">
            <a:extLst>
              <a:ext uri="{FF2B5EF4-FFF2-40B4-BE49-F238E27FC236}">
                <a16:creationId xmlns:a16="http://schemas.microsoft.com/office/drawing/2014/main" id="{D23AB902-B218-45A2-A191-9746AA28506D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6" name="Circle">
            <a:extLst>
              <a:ext uri="{FF2B5EF4-FFF2-40B4-BE49-F238E27FC236}">
                <a16:creationId xmlns:a16="http://schemas.microsoft.com/office/drawing/2014/main" id="{433723CE-52C1-4360-98F3-437E04CB99C0}"/>
              </a:ext>
            </a:extLst>
          </p:cNvPr>
          <p:cNvSpPr>
            <a:spLocks noGrp="1"/>
          </p:cNvSpPr>
          <p:nvPr/>
        </p:nvSpPr>
        <p:spPr>
          <a:xfrm flipH="1">
            <a:off x="17398753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7" name="Circle">
            <a:extLst>
              <a:ext uri="{FF2B5EF4-FFF2-40B4-BE49-F238E27FC236}">
                <a16:creationId xmlns:a16="http://schemas.microsoft.com/office/drawing/2014/main" id="{4D9A7985-FD98-4E40-AF3F-1DF4FB2A6C88}"/>
              </a:ext>
            </a:extLst>
          </p:cNvPr>
          <p:cNvSpPr>
            <a:spLocks noGrp="1"/>
          </p:cNvSpPr>
          <p:nvPr/>
        </p:nvSpPr>
        <p:spPr>
          <a:xfrm rot="10800000">
            <a:off x="17016267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8" name="Rounded Rectangle">
            <a:extLst>
              <a:ext uri="{FF2B5EF4-FFF2-40B4-BE49-F238E27FC236}">
                <a16:creationId xmlns:a16="http://schemas.microsoft.com/office/drawing/2014/main" id="{B0AFB46E-6396-4982-AD6E-112425F5E298}"/>
              </a:ext>
            </a:extLst>
          </p:cNvPr>
          <p:cNvSpPr>
            <a:spLocks noGrp="1"/>
          </p:cNvSpPr>
          <p:nvPr/>
        </p:nvSpPr>
        <p:spPr>
          <a:xfrm>
            <a:off x="20326017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9" name="Circle">
            <a:extLst>
              <a:ext uri="{FF2B5EF4-FFF2-40B4-BE49-F238E27FC236}">
                <a16:creationId xmlns:a16="http://schemas.microsoft.com/office/drawing/2014/main" id="{91161DCC-2B7C-4091-98F2-24ABAF7B1DEC}"/>
              </a:ext>
            </a:extLst>
          </p:cNvPr>
          <p:cNvSpPr>
            <a:spLocks noGrp="1"/>
          </p:cNvSpPr>
          <p:nvPr/>
        </p:nvSpPr>
        <p:spPr>
          <a:xfrm>
            <a:off x="20425745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0" name="Circle">
            <a:extLst>
              <a:ext uri="{FF2B5EF4-FFF2-40B4-BE49-F238E27FC236}">
                <a16:creationId xmlns:a16="http://schemas.microsoft.com/office/drawing/2014/main" id="{E210687C-CF8C-41B8-B972-3C1E1A875C61}"/>
              </a:ext>
            </a:extLst>
          </p:cNvPr>
          <p:cNvSpPr>
            <a:spLocks noGrp="1"/>
          </p:cNvSpPr>
          <p:nvPr/>
        </p:nvSpPr>
        <p:spPr>
          <a:xfrm rot="10800000">
            <a:off x="2119071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1" name="Circle">
            <a:extLst>
              <a:ext uri="{FF2B5EF4-FFF2-40B4-BE49-F238E27FC236}">
                <a16:creationId xmlns:a16="http://schemas.microsoft.com/office/drawing/2014/main" id="{F93DA271-2AFB-45BB-9E9B-3F3D9DE7B742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2" name="Circle">
            <a:extLst>
              <a:ext uri="{FF2B5EF4-FFF2-40B4-BE49-F238E27FC236}">
                <a16:creationId xmlns:a16="http://schemas.microsoft.com/office/drawing/2014/main" id="{CAD2E60F-378A-4AE3-9941-1120FD078145}"/>
              </a:ext>
            </a:extLst>
          </p:cNvPr>
          <p:cNvSpPr>
            <a:spLocks noGrp="1"/>
          </p:cNvSpPr>
          <p:nvPr/>
        </p:nvSpPr>
        <p:spPr>
          <a:xfrm flipH="1">
            <a:off x="21190715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3" name="Circle">
            <a:extLst>
              <a:ext uri="{FF2B5EF4-FFF2-40B4-BE49-F238E27FC236}">
                <a16:creationId xmlns:a16="http://schemas.microsoft.com/office/drawing/2014/main" id="{8F93EA89-D60E-4883-8138-3505B17FF6A4}"/>
              </a:ext>
            </a:extLst>
          </p:cNvPr>
          <p:cNvSpPr>
            <a:spLocks noGrp="1"/>
          </p:cNvSpPr>
          <p:nvPr/>
        </p:nvSpPr>
        <p:spPr>
          <a:xfrm rot="10800000">
            <a:off x="20425745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4" name="Circle">
            <a:extLst>
              <a:ext uri="{FF2B5EF4-FFF2-40B4-BE49-F238E27FC236}">
                <a16:creationId xmlns:a16="http://schemas.microsoft.com/office/drawing/2014/main" id="{684B0AAC-CF1C-486D-A9E4-57BF9493D23B}"/>
              </a:ext>
            </a:extLst>
          </p:cNvPr>
          <p:cNvSpPr>
            <a:spLocks noGrp="1"/>
          </p:cNvSpPr>
          <p:nvPr/>
        </p:nvSpPr>
        <p:spPr>
          <a:xfrm rot="10800000">
            <a:off x="21190715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5" name="Rounded Rectangle">
            <a:extLst>
              <a:ext uri="{FF2B5EF4-FFF2-40B4-BE49-F238E27FC236}">
                <a16:creationId xmlns:a16="http://schemas.microsoft.com/office/drawing/2014/main" id="{0EE17755-8662-43E3-B850-4348DB8AB798}"/>
              </a:ext>
            </a:extLst>
          </p:cNvPr>
          <p:cNvSpPr>
            <a:spLocks noGrp="1"/>
          </p:cNvSpPr>
          <p:nvPr/>
        </p:nvSpPr>
        <p:spPr>
          <a:xfrm>
            <a:off x="657994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6" name="Circle">
            <a:extLst>
              <a:ext uri="{FF2B5EF4-FFF2-40B4-BE49-F238E27FC236}">
                <a16:creationId xmlns:a16="http://schemas.microsoft.com/office/drawing/2014/main" id="{AD4657DF-CD25-4994-9715-0C55784B0E87}"/>
              </a:ext>
            </a:extLst>
          </p:cNvPr>
          <p:cNvSpPr>
            <a:spLocks noGrp="1"/>
          </p:cNvSpPr>
          <p:nvPr/>
        </p:nvSpPr>
        <p:spPr>
          <a:xfrm>
            <a:off x="7062156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7" name="Rounded Rectangle">
            <a:extLst>
              <a:ext uri="{FF2B5EF4-FFF2-40B4-BE49-F238E27FC236}">
                <a16:creationId xmlns:a16="http://schemas.microsoft.com/office/drawing/2014/main" id="{510B1622-78AB-460E-B960-109A57FD4E60}"/>
              </a:ext>
            </a:extLst>
          </p:cNvPr>
          <p:cNvSpPr>
            <a:spLocks noGrp="1"/>
          </p:cNvSpPr>
          <p:nvPr/>
        </p:nvSpPr>
        <p:spPr>
          <a:xfrm>
            <a:off x="10371907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8" name="Circle">
            <a:extLst>
              <a:ext uri="{FF2B5EF4-FFF2-40B4-BE49-F238E27FC236}">
                <a16:creationId xmlns:a16="http://schemas.microsoft.com/office/drawing/2014/main" id="{E7905682-1427-4C58-BEBC-969DDB87E3DA}"/>
              </a:ext>
            </a:extLst>
          </p:cNvPr>
          <p:cNvSpPr>
            <a:spLocks noGrp="1"/>
          </p:cNvSpPr>
          <p:nvPr/>
        </p:nvSpPr>
        <p:spPr>
          <a:xfrm>
            <a:off x="10854119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9" name="Rounded Rectangle">
            <a:extLst>
              <a:ext uri="{FF2B5EF4-FFF2-40B4-BE49-F238E27FC236}">
                <a16:creationId xmlns:a16="http://schemas.microsoft.com/office/drawing/2014/main" id="{DD52A956-D263-4545-B669-4C61C0978865}"/>
              </a:ext>
            </a:extLst>
          </p:cNvPr>
          <p:cNvSpPr>
            <a:spLocks noGrp="1"/>
          </p:cNvSpPr>
          <p:nvPr/>
        </p:nvSpPr>
        <p:spPr>
          <a:xfrm>
            <a:off x="14163869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0" name="Circle">
            <a:extLst>
              <a:ext uri="{FF2B5EF4-FFF2-40B4-BE49-F238E27FC236}">
                <a16:creationId xmlns:a16="http://schemas.microsoft.com/office/drawing/2014/main" id="{0AD14E08-DB5E-476E-806A-AB4055057C07}"/>
              </a:ext>
            </a:extLst>
          </p:cNvPr>
          <p:cNvSpPr>
            <a:spLocks noGrp="1"/>
          </p:cNvSpPr>
          <p:nvPr/>
        </p:nvSpPr>
        <p:spPr>
          <a:xfrm>
            <a:off x="14646082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1" name="Rounded Rectangle">
            <a:extLst>
              <a:ext uri="{FF2B5EF4-FFF2-40B4-BE49-F238E27FC236}">
                <a16:creationId xmlns:a16="http://schemas.microsoft.com/office/drawing/2014/main" id="{82F41AD8-BC2E-4FA1-AA82-0F98DA272016}"/>
              </a:ext>
            </a:extLst>
          </p:cNvPr>
          <p:cNvSpPr>
            <a:spLocks noGrp="1"/>
          </p:cNvSpPr>
          <p:nvPr/>
        </p:nvSpPr>
        <p:spPr>
          <a:xfrm>
            <a:off x="17955833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2" name="Circle">
            <a:extLst>
              <a:ext uri="{FF2B5EF4-FFF2-40B4-BE49-F238E27FC236}">
                <a16:creationId xmlns:a16="http://schemas.microsoft.com/office/drawing/2014/main" id="{330D6200-33CF-4DD7-B9B6-E865C22727ED}"/>
              </a:ext>
            </a:extLst>
          </p:cNvPr>
          <p:cNvSpPr>
            <a:spLocks noGrp="1"/>
          </p:cNvSpPr>
          <p:nvPr/>
        </p:nvSpPr>
        <p:spPr>
          <a:xfrm>
            <a:off x="18438046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3" name="Rounded Rectangle">
            <a:extLst>
              <a:ext uri="{FF2B5EF4-FFF2-40B4-BE49-F238E27FC236}">
                <a16:creationId xmlns:a16="http://schemas.microsoft.com/office/drawing/2014/main" id="{E2319AB8-F125-485B-9822-3C4DEAD96A34}"/>
              </a:ext>
            </a:extLst>
          </p:cNvPr>
          <p:cNvSpPr>
            <a:spLocks noGrp="1"/>
          </p:cNvSpPr>
          <p:nvPr/>
        </p:nvSpPr>
        <p:spPr>
          <a:xfrm>
            <a:off x="21747796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4" name="Circle">
            <a:extLst>
              <a:ext uri="{FF2B5EF4-FFF2-40B4-BE49-F238E27FC236}">
                <a16:creationId xmlns:a16="http://schemas.microsoft.com/office/drawing/2014/main" id="{E62432FD-6371-4820-9F71-C0EE696D8781}"/>
              </a:ext>
            </a:extLst>
          </p:cNvPr>
          <p:cNvSpPr>
            <a:spLocks noGrp="1"/>
          </p:cNvSpPr>
          <p:nvPr/>
        </p:nvSpPr>
        <p:spPr>
          <a:xfrm>
            <a:off x="22230008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5" name="Rounded Rectangle">
            <a:extLst>
              <a:ext uri="{FF2B5EF4-FFF2-40B4-BE49-F238E27FC236}">
                <a16:creationId xmlns:a16="http://schemas.microsoft.com/office/drawing/2014/main" id="{373B0F6E-DFF8-478C-9AC0-3B7080314582}"/>
              </a:ext>
            </a:extLst>
          </p:cNvPr>
          <p:cNvSpPr>
            <a:spLocks noGrp="1"/>
          </p:cNvSpPr>
          <p:nvPr/>
        </p:nvSpPr>
        <p:spPr>
          <a:xfrm>
            <a:off x="6579944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6" name="Circle">
            <a:extLst>
              <a:ext uri="{FF2B5EF4-FFF2-40B4-BE49-F238E27FC236}">
                <a16:creationId xmlns:a16="http://schemas.microsoft.com/office/drawing/2014/main" id="{F1383D4C-1C4A-4215-AC40-5EE9FC2AAC41}"/>
              </a:ext>
            </a:extLst>
          </p:cNvPr>
          <p:cNvSpPr>
            <a:spLocks noGrp="1"/>
          </p:cNvSpPr>
          <p:nvPr/>
        </p:nvSpPr>
        <p:spPr>
          <a:xfrm>
            <a:off x="6679671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7" name="Circle">
            <a:extLst>
              <a:ext uri="{FF2B5EF4-FFF2-40B4-BE49-F238E27FC236}">
                <a16:creationId xmlns:a16="http://schemas.microsoft.com/office/drawing/2014/main" id="{0E452A1C-1B5C-4914-A70C-7A547C34C8C6}"/>
              </a:ext>
            </a:extLst>
          </p:cNvPr>
          <p:cNvSpPr>
            <a:spLocks noGrp="1"/>
          </p:cNvSpPr>
          <p:nvPr/>
        </p:nvSpPr>
        <p:spPr>
          <a:xfrm rot="10800000">
            <a:off x="7444641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8" name="Rounded Rectangle">
            <a:extLst>
              <a:ext uri="{FF2B5EF4-FFF2-40B4-BE49-F238E27FC236}">
                <a16:creationId xmlns:a16="http://schemas.microsoft.com/office/drawing/2014/main" id="{649A8205-7182-4AD5-83F0-363692055CED}"/>
              </a:ext>
            </a:extLst>
          </p:cNvPr>
          <p:cNvSpPr>
            <a:spLocks noGrp="1"/>
          </p:cNvSpPr>
          <p:nvPr/>
        </p:nvSpPr>
        <p:spPr>
          <a:xfrm>
            <a:off x="6579944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9" name="Circle">
            <a:extLst>
              <a:ext uri="{FF2B5EF4-FFF2-40B4-BE49-F238E27FC236}">
                <a16:creationId xmlns:a16="http://schemas.microsoft.com/office/drawing/2014/main" id="{A42CAF9D-85E9-434D-B941-660336AAF6E2}"/>
              </a:ext>
            </a:extLst>
          </p:cNvPr>
          <p:cNvSpPr>
            <a:spLocks noGrp="1"/>
          </p:cNvSpPr>
          <p:nvPr/>
        </p:nvSpPr>
        <p:spPr>
          <a:xfrm>
            <a:off x="667967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0" name="Circle">
            <a:extLst>
              <a:ext uri="{FF2B5EF4-FFF2-40B4-BE49-F238E27FC236}">
                <a16:creationId xmlns:a16="http://schemas.microsoft.com/office/drawing/2014/main" id="{D3C858C5-3EF3-4C7C-B5F3-CB04E96F5AA0}"/>
              </a:ext>
            </a:extLst>
          </p:cNvPr>
          <p:cNvSpPr>
            <a:spLocks noGrp="1"/>
          </p:cNvSpPr>
          <p:nvPr/>
        </p:nvSpPr>
        <p:spPr>
          <a:xfrm rot="10800000">
            <a:off x="744464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1" name="Circle">
            <a:extLst>
              <a:ext uri="{FF2B5EF4-FFF2-40B4-BE49-F238E27FC236}">
                <a16:creationId xmlns:a16="http://schemas.microsoft.com/office/drawing/2014/main" id="{3829CAB1-45C7-40B6-9731-BFCD2F35A5AE}"/>
              </a:ext>
            </a:extLst>
          </p:cNvPr>
          <p:cNvSpPr>
            <a:spLocks noGrp="1"/>
          </p:cNvSpPr>
          <p:nvPr/>
        </p:nvSpPr>
        <p:spPr>
          <a:xfrm rot="10800000">
            <a:off x="7062156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2" name="Rounded Rectangle">
            <a:extLst>
              <a:ext uri="{FF2B5EF4-FFF2-40B4-BE49-F238E27FC236}">
                <a16:creationId xmlns:a16="http://schemas.microsoft.com/office/drawing/2014/main" id="{6E8EEAB6-5A6D-4066-A56B-4250D0F4ABB3}"/>
              </a:ext>
            </a:extLst>
          </p:cNvPr>
          <p:cNvSpPr>
            <a:spLocks noGrp="1"/>
          </p:cNvSpPr>
          <p:nvPr/>
        </p:nvSpPr>
        <p:spPr>
          <a:xfrm>
            <a:off x="6579944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3" name="Circle">
            <a:extLst>
              <a:ext uri="{FF2B5EF4-FFF2-40B4-BE49-F238E27FC236}">
                <a16:creationId xmlns:a16="http://schemas.microsoft.com/office/drawing/2014/main" id="{2F9218BE-508D-4869-A259-C8153DB50110}"/>
              </a:ext>
            </a:extLst>
          </p:cNvPr>
          <p:cNvSpPr>
            <a:spLocks noGrp="1"/>
          </p:cNvSpPr>
          <p:nvPr/>
        </p:nvSpPr>
        <p:spPr>
          <a:xfrm>
            <a:off x="667967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4" name="Circle">
            <a:extLst>
              <a:ext uri="{FF2B5EF4-FFF2-40B4-BE49-F238E27FC236}">
                <a16:creationId xmlns:a16="http://schemas.microsoft.com/office/drawing/2014/main" id="{41D408A4-71E3-48A8-9703-01BC4532E4A7}"/>
              </a:ext>
            </a:extLst>
          </p:cNvPr>
          <p:cNvSpPr>
            <a:spLocks noGrp="1"/>
          </p:cNvSpPr>
          <p:nvPr/>
        </p:nvSpPr>
        <p:spPr>
          <a:xfrm rot="10800000">
            <a:off x="744464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5" name="Circle">
            <a:extLst>
              <a:ext uri="{FF2B5EF4-FFF2-40B4-BE49-F238E27FC236}">
                <a16:creationId xmlns:a16="http://schemas.microsoft.com/office/drawing/2014/main" id="{FF47586D-CF9E-4F62-B427-F6D744D8265B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6" name="Circle">
            <a:extLst>
              <a:ext uri="{FF2B5EF4-FFF2-40B4-BE49-F238E27FC236}">
                <a16:creationId xmlns:a16="http://schemas.microsoft.com/office/drawing/2014/main" id="{DBCEEBE2-7516-47DD-A4A9-06A6DF7B218C}"/>
              </a:ext>
            </a:extLst>
          </p:cNvPr>
          <p:cNvSpPr>
            <a:spLocks noGrp="1"/>
          </p:cNvSpPr>
          <p:nvPr/>
        </p:nvSpPr>
        <p:spPr>
          <a:xfrm flipH="1">
            <a:off x="7444641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7" name="Rounded Rectangle">
            <a:extLst>
              <a:ext uri="{FF2B5EF4-FFF2-40B4-BE49-F238E27FC236}">
                <a16:creationId xmlns:a16="http://schemas.microsoft.com/office/drawing/2014/main" id="{400DE70D-8372-4F79-AD27-46040F88D2F6}"/>
              </a:ext>
            </a:extLst>
          </p:cNvPr>
          <p:cNvSpPr>
            <a:spLocks noGrp="1"/>
          </p:cNvSpPr>
          <p:nvPr/>
        </p:nvSpPr>
        <p:spPr>
          <a:xfrm>
            <a:off x="6579944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8" name="Circle">
            <a:extLst>
              <a:ext uri="{FF2B5EF4-FFF2-40B4-BE49-F238E27FC236}">
                <a16:creationId xmlns:a16="http://schemas.microsoft.com/office/drawing/2014/main" id="{C0CCF547-D4CC-448C-B000-2F027896ACCC}"/>
              </a:ext>
            </a:extLst>
          </p:cNvPr>
          <p:cNvSpPr>
            <a:spLocks noGrp="1"/>
          </p:cNvSpPr>
          <p:nvPr/>
        </p:nvSpPr>
        <p:spPr>
          <a:xfrm>
            <a:off x="667967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9" name="Circle">
            <a:extLst>
              <a:ext uri="{FF2B5EF4-FFF2-40B4-BE49-F238E27FC236}">
                <a16:creationId xmlns:a16="http://schemas.microsoft.com/office/drawing/2014/main" id="{50A35F36-163B-44D7-B236-F22865F235E9}"/>
              </a:ext>
            </a:extLst>
          </p:cNvPr>
          <p:cNvSpPr>
            <a:spLocks noGrp="1"/>
          </p:cNvSpPr>
          <p:nvPr/>
        </p:nvSpPr>
        <p:spPr>
          <a:xfrm rot="10800000">
            <a:off x="7444641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0" name="Circle">
            <a:extLst>
              <a:ext uri="{FF2B5EF4-FFF2-40B4-BE49-F238E27FC236}">
                <a16:creationId xmlns:a16="http://schemas.microsoft.com/office/drawing/2014/main" id="{C394201E-B646-4619-9AFA-5117233F54D1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1" name="Circle">
            <a:extLst>
              <a:ext uri="{FF2B5EF4-FFF2-40B4-BE49-F238E27FC236}">
                <a16:creationId xmlns:a16="http://schemas.microsoft.com/office/drawing/2014/main" id="{947985B7-89BB-49D7-B882-9B9727258225}"/>
              </a:ext>
            </a:extLst>
          </p:cNvPr>
          <p:cNvSpPr>
            <a:spLocks noGrp="1"/>
          </p:cNvSpPr>
          <p:nvPr/>
        </p:nvSpPr>
        <p:spPr>
          <a:xfrm flipH="1">
            <a:off x="7444641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2" name="Circle">
            <a:extLst>
              <a:ext uri="{FF2B5EF4-FFF2-40B4-BE49-F238E27FC236}">
                <a16:creationId xmlns:a16="http://schemas.microsoft.com/office/drawing/2014/main" id="{E94A36F0-BF40-4FE0-B740-983C6AC88D6E}"/>
              </a:ext>
            </a:extLst>
          </p:cNvPr>
          <p:cNvSpPr>
            <a:spLocks noGrp="1"/>
          </p:cNvSpPr>
          <p:nvPr/>
        </p:nvSpPr>
        <p:spPr>
          <a:xfrm rot="10800000">
            <a:off x="7062156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3" name="Rounded Rectangle">
            <a:extLst>
              <a:ext uri="{FF2B5EF4-FFF2-40B4-BE49-F238E27FC236}">
                <a16:creationId xmlns:a16="http://schemas.microsoft.com/office/drawing/2014/main" id="{0701DF6D-25F3-4B56-9841-B1911903E8EF}"/>
              </a:ext>
            </a:extLst>
          </p:cNvPr>
          <p:cNvSpPr>
            <a:spLocks noGrp="1"/>
          </p:cNvSpPr>
          <p:nvPr/>
        </p:nvSpPr>
        <p:spPr>
          <a:xfrm>
            <a:off x="6579944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4" name="Circle">
            <a:extLst>
              <a:ext uri="{FF2B5EF4-FFF2-40B4-BE49-F238E27FC236}">
                <a16:creationId xmlns:a16="http://schemas.microsoft.com/office/drawing/2014/main" id="{0387CF40-614F-47E4-B40B-87B30DA99A2D}"/>
              </a:ext>
            </a:extLst>
          </p:cNvPr>
          <p:cNvSpPr>
            <a:spLocks noGrp="1"/>
          </p:cNvSpPr>
          <p:nvPr/>
        </p:nvSpPr>
        <p:spPr>
          <a:xfrm>
            <a:off x="6679672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5" name="Circle">
            <a:extLst>
              <a:ext uri="{FF2B5EF4-FFF2-40B4-BE49-F238E27FC236}">
                <a16:creationId xmlns:a16="http://schemas.microsoft.com/office/drawing/2014/main" id="{461C305E-8397-49F9-A0E3-D7614DECB092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6" name="Circle">
            <a:extLst>
              <a:ext uri="{FF2B5EF4-FFF2-40B4-BE49-F238E27FC236}">
                <a16:creationId xmlns:a16="http://schemas.microsoft.com/office/drawing/2014/main" id="{8478E531-5459-4BDE-96EE-B38BA72548C9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7" name="Circle">
            <a:extLst>
              <a:ext uri="{FF2B5EF4-FFF2-40B4-BE49-F238E27FC236}">
                <a16:creationId xmlns:a16="http://schemas.microsoft.com/office/drawing/2014/main" id="{E8B65640-4E03-4F65-9550-3B1AFE4F669A}"/>
              </a:ext>
            </a:extLst>
          </p:cNvPr>
          <p:cNvSpPr>
            <a:spLocks noGrp="1"/>
          </p:cNvSpPr>
          <p:nvPr/>
        </p:nvSpPr>
        <p:spPr>
          <a:xfrm flipH="1">
            <a:off x="7444641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8" name="Circle">
            <a:extLst>
              <a:ext uri="{FF2B5EF4-FFF2-40B4-BE49-F238E27FC236}">
                <a16:creationId xmlns:a16="http://schemas.microsoft.com/office/drawing/2014/main" id="{997526C3-725C-4731-8EE0-BA64BAFC27FB}"/>
              </a:ext>
            </a:extLst>
          </p:cNvPr>
          <p:cNvSpPr>
            <a:spLocks noGrp="1"/>
          </p:cNvSpPr>
          <p:nvPr/>
        </p:nvSpPr>
        <p:spPr>
          <a:xfrm rot="10800000">
            <a:off x="667967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9" name="Circle">
            <a:extLst>
              <a:ext uri="{FF2B5EF4-FFF2-40B4-BE49-F238E27FC236}">
                <a16:creationId xmlns:a16="http://schemas.microsoft.com/office/drawing/2014/main" id="{E40C69E7-3B87-444D-B7DA-61AAE7F5D105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0" name="Rounded Rectangle">
            <a:extLst>
              <a:ext uri="{FF2B5EF4-FFF2-40B4-BE49-F238E27FC236}">
                <a16:creationId xmlns:a16="http://schemas.microsoft.com/office/drawing/2014/main" id="{D0EBA4EE-4F0B-4856-A1B8-9B3475AF0E3A}"/>
              </a:ext>
            </a:extLst>
          </p:cNvPr>
          <p:cNvSpPr>
            <a:spLocks noGrp="1"/>
          </p:cNvSpPr>
          <p:nvPr/>
        </p:nvSpPr>
        <p:spPr>
          <a:xfrm>
            <a:off x="10371907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1" name="Circle">
            <a:extLst>
              <a:ext uri="{FF2B5EF4-FFF2-40B4-BE49-F238E27FC236}">
                <a16:creationId xmlns:a16="http://schemas.microsoft.com/office/drawing/2014/main" id="{7EAD38D7-0626-4B58-9431-CB2884E35FDB}"/>
              </a:ext>
            </a:extLst>
          </p:cNvPr>
          <p:cNvSpPr>
            <a:spLocks noGrp="1"/>
          </p:cNvSpPr>
          <p:nvPr/>
        </p:nvSpPr>
        <p:spPr>
          <a:xfrm>
            <a:off x="10471634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2" name="Circle">
            <a:extLst>
              <a:ext uri="{FF2B5EF4-FFF2-40B4-BE49-F238E27FC236}">
                <a16:creationId xmlns:a16="http://schemas.microsoft.com/office/drawing/2014/main" id="{225E2D50-4605-43C6-B504-4020B59DF511}"/>
              </a:ext>
            </a:extLst>
          </p:cNvPr>
          <p:cNvSpPr>
            <a:spLocks noGrp="1"/>
          </p:cNvSpPr>
          <p:nvPr/>
        </p:nvSpPr>
        <p:spPr>
          <a:xfrm rot="10800000">
            <a:off x="11236604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3" name="Rounded Rectangle">
            <a:extLst>
              <a:ext uri="{FF2B5EF4-FFF2-40B4-BE49-F238E27FC236}">
                <a16:creationId xmlns:a16="http://schemas.microsoft.com/office/drawing/2014/main" id="{43EBD6CC-E5C5-4B72-B746-ECE3F363C792}"/>
              </a:ext>
            </a:extLst>
          </p:cNvPr>
          <p:cNvSpPr>
            <a:spLocks noGrp="1"/>
          </p:cNvSpPr>
          <p:nvPr/>
        </p:nvSpPr>
        <p:spPr>
          <a:xfrm>
            <a:off x="10371907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4" name="Circle">
            <a:extLst>
              <a:ext uri="{FF2B5EF4-FFF2-40B4-BE49-F238E27FC236}">
                <a16:creationId xmlns:a16="http://schemas.microsoft.com/office/drawing/2014/main" id="{812D3528-FFFE-4C56-8345-8E48A4FD7966}"/>
              </a:ext>
            </a:extLst>
          </p:cNvPr>
          <p:cNvSpPr>
            <a:spLocks noGrp="1"/>
          </p:cNvSpPr>
          <p:nvPr/>
        </p:nvSpPr>
        <p:spPr>
          <a:xfrm>
            <a:off x="10471635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5" name="Circle">
            <a:extLst>
              <a:ext uri="{FF2B5EF4-FFF2-40B4-BE49-F238E27FC236}">
                <a16:creationId xmlns:a16="http://schemas.microsoft.com/office/drawing/2014/main" id="{88FBACA4-470E-4D0A-A61A-B8B25533024D}"/>
              </a:ext>
            </a:extLst>
          </p:cNvPr>
          <p:cNvSpPr>
            <a:spLocks noGrp="1"/>
          </p:cNvSpPr>
          <p:nvPr/>
        </p:nvSpPr>
        <p:spPr>
          <a:xfrm rot="10800000">
            <a:off x="11236604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6" name="Circle">
            <a:extLst>
              <a:ext uri="{FF2B5EF4-FFF2-40B4-BE49-F238E27FC236}">
                <a16:creationId xmlns:a16="http://schemas.microsoft.com/office/drawing/2014/main" id="{F68C4C7B-46AB-446C-8B87-52B407549D48}"/>
              </a:ext>
            </a:extLst>
          </p:cNvPr>
          <p:cNvSpPr>
            <a:spLocks noGrp="1"/>
          </p:cNvSpPr>
          <p:nvPr/>
        </p:nvSpPr>
        <p:spPr>
          <a:xfrm rot="10800000">
            <a:off x="10854119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7" name="Rounded Rectangle">
            <a:extLst>
              <a:ext uri="{FF2B5EF4-FFF2-40B4-BE49-F238E27FC236}">
                <a16:creationId xmlns:a16="http://schemas.microsoft.com/office/drawing/2014/main" id="{D68DC5B5-43B7-44BD-872C-CDB4985C5B33}"/>
              </a:ext>
            </a:extLst>
          </p:cNvPr>
          <p:cNvSpPr>
            <a:spLocks noGrp="1"/>
          </p:cNvSpPr>
          <p:nvPr/>
        </p:nvSpPr>
        <p:spPr>
          <a:xfrm>
            <a:off x="10371907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8" name="Circle">
            <a:extLst>
              <a:ext uri="{FF2B5EF4-FFF2-40B4-BE49-F238E27FC236}">
                <a16:creationId xmlns:a16="http://schemas.microsoft.com/office/drawing/2014/main" id="{942EFE3E-1454-4E46-B05D-347438D581BA}"/>
              </a:ext>
            </a:extLst>
          </p:cNvPr>
          <p:cNvSpPr>
            <a:spLocks noGrp="1"/>
          </p:cNvSpPr>
          <p:nvPr/>
        </p:nvSpPr>
        <p:spPr>
          <a:xfrm>
            <a:off x="10471635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9" name="Circle">
            <a:extLst>
              <a:ext uri="{FF2B5EF4-FFF2-40B4-BE49-F238E27FC236}">
                <a16:creationId xmlns:a16="http://schemas.microsoft.com/office/drawing/2014/main" id="{B9A7B659-9708-45A4-90E2-065D4E645BE2}"/>
              </a:ext>
            </a:extLst>
          </p:cNvPr>
          <p:cNvSpPr>
            <a:spLocks noGrp="1"/>
          </p:cNvSpPr>
          <p:nvPr/>
        </p:nvSpPr>
        <p:spPr>
          <a:xfrm rot="10800000">
            <a:off x="11236604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30" name="Circle">
            <a:extLst>
              <a:ext uri="{FF2B5EF4-FFF2-40B4-BE49-F238E27FC236}">
                <a16:creationId xmlns:a16="http://schemas.microsoft.com/office/drawing/2014/main" id="{EEB0A748-74B5-4CFE-8B46-B60CB5E6F1EB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5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31" name="Circle">
            <a:extLst>
              <a:ext uri="{FF2B5EF4-FFF2-40B4-BE49-F238E27FC236}">
                <a16:creationId xmlns:a16="http://schemas.microsoft.com/office/drawing/2014/main" id="{9B8CD12F-777A-4632-9E30-96A179C3AA67}"/>
              </a:ext>
            </a:extLst>
          </p:cNvPr>
          <p:cNvSpPr>
            <a:spLocks noGrp="1"/>
          </p:cNvSpPr>
          <p:nvPr/>
        </p:nvSpPr>
        <p:spPr>
          <a:xfrm flipH="1">
            <a:off x="11236604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32" name="Rounded Rectangle">
            <a:extLst>
              <a:ext uri="{FF2B5EF4-FFF2-40B4-BE49-F238E27FC236}">
                <a16:creationId xmlns:a16="http://schemas.microsoft.com/office/drawing/2014/main" id="{24C4C65D-ECAD-4B34-A3FF-42E398D98614}"/>
              </a:ext>
            </a:extLst>
          </p:cNvPr>
          <p:cNvSpPr>
            <a:spLocks noGrp="1"/>
          </p:cNvSpPr>
          <p:nvPr/>
        </p:nvSpPr>
        <p:spPr>
          <a:xfrm>
            <a:off x="10371907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33" name="Circle">
            <a:extLst>
              <a:ext uri="{FF2B5EF4-FFF2-40B4-BE49-F238E27FC236}">
                <a16:creationId xmlns:a16="http://schemas.microsoft.com/office/drawing/2014/main" id="{4FE4CE0A-9A93-431D-8B82-F60BC1E3A0F1}"/>
              </a:ext>
            </a:extLst>
          </p:cNvPr>
          <p:cNvSpPr>
            <a:spLocks noGrp="1"/>
          </p:cNvSpPr>
          <p:nvPr/>
        </p:nvSpPr>
        <p:spPr>
          <a:xfrm>
            <a:off x="10471635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34" name="Circle">
            <a:extLst>
              <a:ext uri="{FF2B5EF4-FFF2-40B4-BE49-F238E27FC236}">
                <a16:creationId xmlns:a16="http://schemas.microsoft.com/office/drawing/2014/main" id="{5BDC7682-B6BF-4786-951F-95FA7E69F472}"/>
              </a:ext>
            </a:extLst>
          </p:cNvPr>
          <p:cNvSpPr>
            <a:spLocks noGrp="1"/>
          </p:cNvSpPr>
          <p:nvPr/>
        </p:nvSpPr>
        <p:spPr>
          <a:xfrm rot="10800000">
            <a:off x="11236604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35" name="Circle">
            <a:extLst>
              <a:ext uri="{FF2B5EF4-FFF2-40B4-BE49-F238E27FC236}">
                <a16:creationId xmlns:a16="http://schemas.microsoft.com/office/drawing/2014/main" id="{3B4914CE-5F8F-4DA6-BE3D-719E6A4CE05E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5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36" name="Circle">
            <a:extLst>
              <a:ext uri="{FF2B5EF4-FFF2-40B4-BE49-F238E27FC236}">
                <a16:creationId xmlns:a16="http://schemas.microsoft.com/office/drawing/2014/main" id="{2B2184E8-AA76-4204-A483-2B02E15A351E}"/>
              </a:ext>
            </a:extLst>
          </p:cNvPr>
          <p:cNvSpPr>
            <a:spLocks noGrp="1"/>
          </p:cNvSpPr>
          <p:nvPr/>
        </p:nvSpPr>
        <p:spPr>
          <a:xfrm flipH="1">
            <a:off x="11236604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37" name="Circle">
            <a:extLst>
              <a:ext uri="{FF2B5EF4-FFF2-40B4-BE49-F238E27FC236}">
                <a16:creationId xmlns:a16="http://schemas.microsoft.com/office/drawing/2014/main" id="{AAD761F1-553C-4E13-A476-40F5A837F451}"/>
              </a:ext>
            </a:extLst>
          </p:cNvPr>
          <p:cNvSpPr>
            <a:spLocks noGrp="1"/>
          </p:cNvSpPr>
          <p:nvPr/>
        </p:nvSpPr>
        <p:spPr>
          <a:xfrm rot="10800000">
            <a:off x="10854119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38" name="Rounded Rectangle">
            <a:extLst>
              <a:ext uri="{FF2B5EF4-FFF2-40B4-BE49-F238E27FC236}">
                <a16:creationId xmlns:a16="http://schemas.microsoft.com/office/drawing/2014/main" id="{C85B0236-4A29-47E3-A955-552C23680F01}"/>
              </a:ext>
            </a:extLst>
          </p:cNvPr>
          <p:cNvSpPr>
            <a:spLocks noGrp="1"/>
          </p:cNvSpPr>
          <p:nvPr/>
        </p:nvSpPr>
        <p:spPr>
          <a:xfrm>
            <a:off x="10371907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39" name="Circle">
            <a:extLst>
              <a:ext uri="{FF2B5EF4-FFF2-40B4-BE49-F238E27FC236}">
                <a16:creationId xmlns:a16="http://schemas.microsoft.com/office/drawing/2014/main" id="{FF479DE5-2BEB-42ED-9C06-F52AD5AF3187}"/>
              </a:ext>
            </a:extLst>
          </p:cNvPr>
          <p:cNvSpPr>
            <a:spLocks noGrp="1"/>
          </p:cNvSpPr>
          <p:nvPr/>
        </p:nvSpPr>
        <p:spPr>
          <a:xfrm>
            <a:off x="10471635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40" name="Circle">
            <a:extLst>
              <a:ext uri="{FF2B5EF4-FFF2-40B4-BE49-F238E27FC236}">
                <a16:creationId xmlns:a16="http://schemas.microsoft.com/office/drawing/2014/main" id="{B0340F5E-D164-46AB-BD7B-5F7656D8DBDD}"/>
              </a:ext>
            </a:extLst>
          </p:cNvPr>
          <p:cNvSpPr>
            <a:spLocks noGrp="1"/>
          </p:cNvSpPr>
          <p:nvPr/>
        </p:nvSpPr>
        <p:spPr>
          <a:xfrm rot="10800000">
            <a:off x="11236604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41" name="Circle">
            <a:extLst>
              <a:ext uri="{FF2B5EF4-FFF2-40B4-BE49-F238E27FC236}">
                <a16:creationId xmlns:a16="http://schemas.microsoft.com/office/drawing/2014/main" id="{2353C2C2-15B0-45CE-B97D-0A75BFCDE5EA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42" name="Circle">
            <a:extLst>
              <a:ext uri="{FF2B5EF4-FFF2-40B4-BE49-F238E27FC236}">
                <a16:creationId xmlns:a16="http://schemas.microsoft.com/office/drawing/2014/main" id="{81DC5B14-4CEC-4881-BB33-9FE852B20B90}"/>
              </a:ext>
            </a:extLst>
          </p:cNvPr>
          <p:cNvSpPr>
            <a:spLocks noGrp="1"/>
          </p:cNvSpPr>
          <p:nvPr/>
        </p:nvSpPr>
        <p:spPr>
          <a:xfrm flipH="1">
            <a:off x="11236604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43" name="Circle">
            <a:extLst>
              <a:ext uri="{FF2B5EF4-FFF2-40B4-BE49-F238E27FC236}">
                <a16:creationId xmlns:a16="http://schemas.microsoft.com/office/drawing/2014/main" id="{8D545994-E1C6-46B7-A8D1-1970C1EC37C8}"/>
              </a:ext>
            </a:extLst>
          </p:cNvPr>
          <p:cNvSpPr>
            <a:spLocks noGrp="1"/>
          </p:cNvSpPr>
          <p:nvPr/>
        </p:nvSpPr>
        <p:spPr>
          <a:xfrm rot="10800000">
            <a:off x="10471635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44" name="Circle">
            <a:extLst>
              <a:ext uri="{FF2B5EF4-FFF2-40B4-BE49-F238E27FC236}">
                <a16:creationId xmlns:a16="http://schemas.microsoft.com/office/drawing/2014/main" id="{4A5EFBA4-956F-44E2-82F9-A9CAB9C74968}"/>
              </a:ext>
            </a:extLst>
          </p:cNvPr>
          <p:cNvSpPr>
            <a:spLocks noGrp="1"/>
          </p:cNvSpPr>
          <p:nvPr/>
        </p:nvSpPr>
        <p:spPr>
          <a:xfrm rot="10800000">
            <a:off x="11236604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45" name="Rounded Rectangle">
            <a:extLst>
              <a:ext uri="{FF2B5EF4-FFF2-40B4-BE49-F238E27FC236}">
                <a16:creationId xmlns:a16="http://schemas.microsoft.com/office/drawing/2014/main" id="{FA74A0C1-821E-458A-901C-18D036BB3ED3}"/>
              </a:ext>
            </a:extLst>
          </p:cNvPr>
          <p:cNvSpPr>
            <a:spLocks noGrp="1"/>
          </p:cNvSpPr>
          <p:nvPr/>
        </p:nvSpPr>
        <p:spPr>
          <a:xfrm>
            <a:off x="14163869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46" name="Circle">
            <a:extLst>
              <a:ext uri="{FF2B5EF4-FFF2-40B4-BE49-F238E27FC236}">
                <a16:creationId xmlns:a16="http://schemas.microsoft.com/office/drawing/2014/main" id="{DB5813BD-8900-4FEC-91F8-25733B1A84A1}"/>
              </a:ext>
            </a:extLst>
          </p:cNvPr>
          <p:cNvSpPr>
            <a:spLocks noGrp="1"/>
          </p:cNvSpPr>
          <p:nvPr/>
        </p:nvSpPr>
        <p:spPr>
          <a:xfrm>
            <a:off x="14263597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47" name="Circle">
            <a:extLst>
              <a:ext uri="{FF2B5EF4-FFF2-40B4-BE49-F238E27FC236}">
                <a16:creationId xmlns:a16="http://schemas.microsoft.com/office/drawing/2014/main" id="{EFF81FB6-0315-454C-A1DE-03F3CAA27447}"/>
              </a:ext>
            </a:extLst>
          </p:cNvPr>
          <p:cNvSpPr>
            <a:spLocks noGrp="1"/>
          </p:cNvSpPr>
          <p:nvPr/>
        </p:nvSpPr>
        <p:spPr>
          <a:xfrm rot="10800000">
            <a:off x="15028565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48" name="Rounded Rectangle">
            <a:extLst>
              <a:ext uri="{FF2B5EF4-FFF2-40B4-BE49-F238E27FC236}">
                <a16:creationId xmlns:a16="http://schemas.microsoft.com/office/drawing/2014/main" id="{18BF3699-F18B-471D-97D3-D096ACABF620}"/>
              </a:ext>
            </a:extLst>
          </p:cNvPr>
          <p:cNvSpPr>
            <a:spLocks noGrp="1"/>
          </p:cNvSpPr>
          <p:nvPr/>
        </p:nvSpPr>
        <p:spPr>
          <a:xfrm>
            <a:off x="14163869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49" name="Circle">
            <a:extLst>
              <a:ext uri="{FF2B5EF4-FFF2-40B4-BE49-F238E27FC236}">
                <a16:creationId xmlns:a16="http://schemas.microsoft.com/office/drawing/2014/main" id="{3F24DF6B-F881-40D7-9BE5-F435283533B5}"/>
              </a:ext>
            </a:extLst>
          </p:cNvPr>
          <p:cNvSpPr>
            <a:spLocks noGrp="1"/>
          </p:cNvSpPr>
          <p:nvPr/>
        </p:nvSpPr>
        <p:spPr>
          <a:xfrm>
            <a:off x="14263597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50" name="Circle">
            <a:extLst>
              <a:ext uri="{FF2B5EF4-FFF2-40B4-BE49-F238E27FC236}">
                <a16:creationId xmlns:a16="http://schemas.microsoft.com/office/drawing/2014/main" id="{D507FF82-D665-45BC-8DC8-EAC8976EBA9C}"/>
              </a:ext>
            </a:extLst>
          </p:cNvPr>
          <p:cNvSpPr>
            <a:spLocks noGrp="1"/>
          </p:cNvSpPr>
          <p:nvPr/>
        </p:nvSpPr>
        <p:spPr>
          <a:xfrm rot="10800000">
            <a:off x="15028567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51" name="Circle">
            <a:extLst>
              <a:ext uri="{FF2B5EF4-FFF2-40B4-BE49-F238E27FC236}">
                <a16:creationId xmlns:a16="http://schemas.microsoft.com/office/drawing/2014/main" id="{5A6A0F16-92FD-4A1A-9E2F-4311781A566E}"/>
              </a:ext>
            </a:extLst>
          </p:cNvPr>
          <p:cNvSpPr>
            <a:spLocks noGrp="1"/>
          </p:cNvSpPr>
          <p:nvPr/>
        </p:nvSpPr>
        <p:spPr>
          <a:xfrm rot="10800000">
            <a:off x="14646082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52" name="Rounded Rectangle">
            <a:extLst>
              <a:ext uri="{FF2B5EF4-FFF2-40B4-BE49-F238E27FC236}">
                <a16:creationId xmlns:a16="http://schemas.microsoft.com/office/drawing/2014/main" id="{5660F020-44EB-4533-95FA-7EB345952A4B}"/>
              </a:ext>
            </a:extLst>
          </p:cNvPr>
          <p:cNvSpPr>
            <a:spLocks noGrp="1"/>
          </p:cNvSpPr>
          <p:nvPr/>
        </p:nvSpPr>
        <p:spPr>
          <a:xfrm>
            <a:off x="14163869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53" name="Circle">
            <a:extLst>
              <a:ext uri="{FF2B5EF4-FFF2-40B4-BE49-F238E27FC236}">
                <a16:creationId xmlns:a16="http://schemas.microsoft.com/office/drawing/2014/main" id="{A2241CE8-E816-4D0E-80CC-7020D6A618B4}"/>
              </a:ext>
            </a:extLst>
          </p:cNvPr>
          <p:cNvSpPr>
            <a:spLocks noGrp="1"/>
          </p:cNvSpPr>
          <p:nvPr/>
        </p:nvSpPr>
        <p:spPr>
          <a:xfrm>
            <a:off x="14263597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54" name="Circle">
            <a:extLst>
              <a:ext uri="{FF2B5EF4-FFF2-40B4-BE49-F238E27FC236}">
                <a16:creationId xmlns:a16="http://schemas.microsoft.com/office/drawing/2014/main" id="{ECD06CA8-2D43-4747-8C7F-5993CF63987B}"/>
              </a:ext>
            </a:extLst>
          </p:cNvPr>
          <p:cNvSpPr>
            <a:spLocks noGrp="1"/>
          </p:cNvSpPr>
          <p:nvPr/>
        </p:nvSpPr>
        <p:spPr>
          <a:xfrm rot="10800000">
            <a:off x="15028567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55" name="Circle">
            <a:extLst>
              <a:ext uri="{FF2B5EF4-FFF2-40B4-BE49-F238E27FC236}">
                <a16:creationId xmlns:a16="http://schemas.microsoft.com/office/drawing/2014/main" id="{B574D6D1-47CB-40D0-989D-B7D3ED81C5CB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7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56" name="Circle">
            <a:extLst>
              <a:ext uri="{FF2B5EF4-FFF2-40B4-BE49-F238E27FC236}">
                <a16:creationId xmlns:a16="http://schemas.microsoft.com/office/drawing/2014/main" id="{7ACF3E82-F9A6-4379-AC55-A8ACA4F4FA2C}"/>
              </a:ext>
            </a:extLst>
          </p:cNvPr>
          <p:cNvSpPr>
            <a:spLocks noGrp="1"/>
          </p:cNvSpPr>
          <p:nvPr/>
        </p:nvSpPr>
        <p:spPr>
          <a:xfrm flipH="1">
            <a:off x="15028567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57" name="Rounded Rectangle">
            <a:extLst>
              <a:ext uri="{FF2B5EF4-FFF2-40B4-BE49-F238E27FC236}">
                <a16:creationId xmlns:a16="http://schemas.microsoft.com/office/drawing/2014/main" id="{97BD560D-73B0-4E60-A005-59AEAFA98298}"/>
              </a:ext>
            </a:extLst>
          </p:cNvPr>
          <p:cNvSpPr>
            <a:spLocks noGrp="1"/>
          </p:cNvSpPr>
          <p:nvPr/>
        </p:nvSpPr>
        <p:spPr>
          <a:xfrm>
            <a:off x="14163869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58" name="Circle">
            <a:extLst>
              <a:ext uri="{FF2B5EF4-FFF2-40B4-BE49-F238E27FC236}">
                <a16:creationId xmlns:a16="http://schemas.microsoft.com/office/drawing/2014/main" id="{D423A05D-904E-4EB1-8EED-1BAC295E0952}"/>
              </a:ext>
            </a:extLst>
          </p:cNvPr>
          <p:cNvSpPr>
            <a:spLocks noGrp="1"/>
          </p:cNvSpPr>
          <p:nvPr/>
        </p:nvSpPr>
        <p:spPr>
          <a:xfrm>
            <a:off x="14263597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59" name="Circle">
            <a:extLst>
              <a:ext uri="{FF2B5EF4-FFF2-40B4-BE49-F238E27FC236}">
                <a16:creationId xmlns:a16="http://schemas.microsoft.com/office/drawing/2014/main" id="{586E9590-E177-4EA1-8E85-6C96F0C564E2}"/>
              </a:ext>
            </a:extLst>
          </p:cNvPr>
          <p:cNvSpPr>
            <a:spLocks noGrp="1"/>
          </p:cNvSpPr>
          <p:nvPr/>
        </p:nvSpPr>
        <p:spPr>
          <a:xfrm rot="10800000">
            <a:off x="15028567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60" name="Circle">
            <a:extLst>
              <a:ext uri="{FF2B5EF4-FFF2-40B4-BE49-F238E27FC236}">
                <a16:creationId xmlns:a16="http://schemas.microsoft.com/office/drawing/2014/main" id="{E0ACCBAD-AC32-4037-B68A-62D9D9C3F595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7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61" name="Circle">
            <a:extLst>
              <a:ext uri="{FF2B5EF4-FFF2-40B4-BE49-F238E27FC236}">
                <a16:creationId xmlns:a16="http://schemas.microsoft.com/office/drawing/2014/main" id="{919CE35B-0B43-4E34-AFDD-FAD2CF264769}"/>
              </a:ext>
            </a:extLst>
          </p:cNvPr>
          <p:cNvSpPr>
            <a:spLocks noGrp="1"/>
          </p:cNvSpPr>
          <p:nvPr/>
        </p:nvSpPr>
        <p:spPr>
          <a:xfrm flipH="1">
            <a:off x="15028567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62" name="Circle">
            <a:extLst>
              <a:ext uri="{FF2B5EF4-FFF2-40B4-BE49-F238E27FC236}">
                <a16:creationId xmlns:a16="http://schemas.microsoft.com/office/drawing/2014/main" id="{0C9F6A87-0DD1-4F49-A8FD-8469F8D722F2}"/>
              </a:ext>
            </a:extLst>
          </p:cNvPr>
          <p:cNvSpPr>
            <a:spLocks noGrp="1"/>
          </p:cNvSpPr>
          <p:nvPr/>
        </p:nvSpPr>
        <p:spPr>
          <a:xfrm rot="10800000">
            <a:off x="14646082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63" name="Rounded Rectangle">
            <a:extLst>
              <a:ext uri="{FF2B5EF4-FFF2-40B4-BE49-F238E27FC236}">
                <a16:creationId xmlns:a16="http://schemas.microsoft.com/office/drawing/2014/main" id="{E0AA663E-AE57-4D87-B3C1-678AEB628D80}"/>
              </a:ext>
            </a:extLst>
          </p:cNvPr>
          <p:cNvSpPr>
            <a:spLocks noGrp="1"/>
          </p:cNvSpPr>
          <p:nvPr/>
        </p:nvSpPr>
        <p:spPr>
          <a:xfrm>
            <a:off x="14163869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64" name="Circle">
            <a:extLst>
              <a:ext uri="{FF2B5EF4-FFF2-40B4-BE49-F238E27FC236}">
                <a16:creationId xmlns:a16="http://schemas.microsoft.com/office/drawing/2014/main" id="{BE2F07BD-E5F6-4B0D-9CC9-F2921A62AD8D}"/>
              </a:ext>
            </a:extLst>
          </p:cNvPr>
          <p:cNvSpPr>
            <a:spLocks noGrp="1"/>
          </p:cNvSpPr>
          <p:nvPr/>
        </p:nvSpPr>
        <p:spPr>
          <a:xfrm>
            <a:off x="14263597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65" name="Circle">
            <a:extLst>
              <a:ext uri="{FF2B5EF4-FFF2-40B4-BE49-F238E27FC236}">
                <a16:creationId xmlns:a16="http://schemas.microsoft.com/office/drawing/2014/main" id="{D7C558E7-D3B8-4367-B5D0-C26BE4D0D638}"/>
              </a:ext>
            </a:extLst>
          </p:cNvPr>
          <p:cNvSpPr>
            <a:spLocks noGrp="1"/>
          </p:cNvSpPr>
          <p:nvPr/>
        </p:nvSpPr>
        <p:spPr>
          <a:xfrm rot="10800000">
            <a:off x="15028567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66" name="Circle">
            <a:extLst>
              <a:ext uri="{FF2B5EF4-FFF2-40B4-BE49-F238E27FC236}">
                <a16:creationId xmlns:a16="http://schemas.microsoft.com/office/drawing/2014/main" id="{39BA3232-18A0-4037-AC68-54B80E420EAE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7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67" name="Circle">
            <a:extLst>
              <a:ext uri="{FF2B5EF4-FFF2-40B4-BE49-F238E27FC236}">
                <a16:creationId xmlns:a16="http://schemas.microsoft.com/office/drawing/2014/main" id="{19A21ABE-A0CE-4BE0-A486-4BD6E649CE63}"/>
              </a:ext>
            </a:extLst>
          </p:cNvPr>
          <p:cNvSpPr>
            <a:spLocks noGrp="1"/>
          </p:cNvSpPr>
          <p:nvPr/>
        </p:nvSpPr>
        <p:spPr>
          <a:xfrm flipH="1">
            <a:off x="15028567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68" name="Circle">
            <a:extLst>
              <a:ext uri="{FF2B5EF4-FFF2-40B4-BE49-F238E27FC236}">
                <a16:creationId xmlns:a16="http://schemas.microsoft.com/office/drawing/2014/main" id="{912F91EA-F8F0-46C8-93E8-8F44191B6A06}"/>
              </a:ext>
            </a:extLst>
          </p:cNvPr>
          <p:cNvSpPr>
            <a:spLocks noGrp="1"/>
          </p:cNvSpPr>
          <p:nvPr/>
        </p:nvSpPr>
        <p:spPr>
          <a:xfrm rot="10800000">
            <a:off x="14263597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69" name="Circle">
            <a:extLst>
              <a:ext uri="{FF2B5EF4-FFF2-40B4-BE49-F238E27FC236}">
                <a16:creationId xmlns:a16="http://schemas.microsoft.com/office/drawing/2014/main" id="{15F5FDA6-334D-4542-8B7A-715EA64AAC74}"/>
              </a:ext>
            </a:extLst>
          </p:cNvPr>
          <p:cNvSpPr>
            <a:spLocks noGrp="1"/>
          </p:cNvSpPr>
          <p:nvPr/>
        </p:nvSpPr>
        <p:spPr>
          <a:xfrm rot="10800000">
            <a:off x="15028567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0" name="Rounded Rectangle">
            <a:extLst>
              <a:ext uri="{FF2B5EF4-FFF2-40B4-BE49-F238E27FC236}">
                <a16:creationId xmlns:a16="http://schemas.microsoft.com/office/drawing/2014/main" id="{E3DCB299-74F6-48B4-B0F2-BB7DA664528B}"/>
              </a:ext>
            </a:extLst>
          </p:cNvPr>
          <p:cNvSpPr>
            <a:spLocks noGrp="1"/>
          </p:cNvSpPr>
          <p:nvPr/>
        </p:nvSpPr>
        <p:spPr>
          <a:xfrm>
            <a:off x="17955833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1" name="Circle">
            <a:extLst>
              <a:ext uri="{FF2B5EF4-FFF2-40B4-BE49-F238E27FC236}">
                <a16:creationId xmlns:a16="http://schemas.microsoft.com/office/drawing/2014/main" id="{6F10C41D-8700-428F-A68A-44C951EB6360}"/>
              </a:ext>
            </a:extLst>
          </p:cNvPr>
          <p:cNvSpPr>
            <a:spLocks noGrp="1"/>
          </p:cNvSpPr>
          <p:nvPr/>
        </p:nvSpPr>
        <p:spPr>
          <a:xfrm>
            <a:off x="18055561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2" name="Circle">
            <a:extLst>
              <a:ext uri="{FF2B5EF4-FFF2-40B4-BE49-F238E27FC236}">
                <a16:creationId xmlns:a16="http://schemas.microsoft.com/office/drawing/2014/main" id="{0629ACAF-4D88-4316-93F6-1FD5695484AE}"/>
              </a:ext>
            </a:extLst>
          </p:cNvPr>
          <p:cNvSpPr>
            <a:spLocks noGrp="1"/>
          </p:cNvSpPr>
          <p:nvPr/>
        </p:nvSpPr>
        <p:spPr>
          <a:xfrm rot="10800000">
            <a:off x="18820529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3" name="Rounded Rectangle">
            <a:extLst>
              <a:ext uri="{FF2B5EF4-FFF2-40B4-BE49-F238E27FC236}">
                <a16:creationId xmlns:a16="http://schemas.microsoft.com/office/drawing/2014/main" id="{DFDF9709-A22F-41F7-9BD8-AD783DD9EBDB}"/>
              </a:ext>
            </a:extLst>
          </p:cNvPr>
          <p:cNvSpPr>
            <a:spLocks noGrp="1"/>
          </p:cNvSpPr>
          <p:nvPr/>
        </p:nvSpPr>
        <p:spPr>
          <a:xfrm>
            <a:off x="17955833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4" name="Circle">
            <a:extLst>
              <a:ext uri="{FF2B5EF4-FFF2-40B4-BE49-F238E27FC236}">
                <a16:creationId xmlns:a16="http://schemas.microsoft.com/office/drawing/2014/main" id="{1A5C6090-9E72-4B93-8BA9-74A8FA7B6076}"/>
              </a:ext>
            </a:extLst>
          </p:cNvPr>
          <p:cNvSpPr>
            <a:spLocks noGrp="1"/>
          </p:cNvSpPr>
          <p:nvPr/>
        </p:nvSpPr>
        <p:spPr>
          <a:xfrm>
            <a:off x="18055561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5" name="Circle">
            <a:extLst>
              <a:ext uri="{FF2B5EF4-FFF2-40B4-BE49-F238E27FC236}">
                <a16:creationId xmlns:a16="http://schemas.microsoft.com/office/drawing/2014/main" id="{D4A15C40-FB86-452B-8BA8-DEA09A40954D}"/>
              </a:ext>
            </a:extLst>
          </p:cNvPr>
          <p:cNvSpPr>
            <a:spLocks noGrp="1"/>
          </p:cNvSpPr>
          <p:nvPr/>
        </p:nvSpPr>
        <p:spPr>
          <a:xfrm rot="10800000">
            <a:off x="1882053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6" name="Circle">
            <a:extLst>
              <a:ext uri="{FF2B5EF4-FFF2-40B4-BE49-F238E27FC236}">
                <a16:creationId xmlns:a16="http://schemas.microsoft.com/office/drawing/2014/main" id="{27697C8D-AC6E-4F97-8334-6443674BB59E}"/>
              </a:ext>
            </a:extLst>
          </p:cNvPr>
          <p:cNvSpPr>
            <a:spLocks noGrp="1"/>
          </p:cNvSpPr>
          <p:nvPr/>
        </p:nvSpPr>
        <p:spPr>
          <a:xfrm rot="10800000">
            <a:off x="18438046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7" name="Rounded Rectangle">
            <a:extLst>
              <a:ext uri="{FF2B5EF4-FFF2-40B4-BE49-F238E27FC236}">
                <a16:creationId xmlns:a16="http://schemas.microsoft.com/office/drawing/2014/main" id="{31C02CED-0D39-44DA-AF19-CE571C9287E8}"/>
              </a:ext>
            </a:extLst>
          </p:cNvPr>
          <p:cNvSpPr>
            <a:spLocks noGrp="1"/>
          </p:cNvSpPr>
          <p:nvPr/>
        </p:nvSpPr>
        <p:spPr>
          <a:xfrm>
            <a:off x="17955833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8" name="Circle">
            <a:extLst>
              <a:ext uri="{FF2B5EF4-FFF2-40B4-BE49-F238E27FC236}">
                <a16:creationId xmlns:a16="http://schemas.microsoft.com/office/drawing/2014/main" id="{6539210E-9625-47C2-8C01-085C71F9E7A7}"/>
              </a:ext>
            </a:extLst>
          </p:cNvPr>
          <p:cNvSpPr>
            <a:spLocks noGrp="1"/>
          </p:cNvSpPr>
          <p:nvPr/>
        </p:nvSpPr>
        <p:spPr>
          <a:xfrm>
            <a:off x="18055561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9" name="Circle">
            <a:extLst>
              <a:ext uri="{FF2B5EF4-FFF2-40B4-BE49-F238E27FC236}">
                <a16:creationId xmlns:a16="http://schemas.microsoft.com/office/drawing/2014/main" id="{53748CB9-ACC4-41BA-83F4-A557D3CCDC26}"/>
              </a:ext>
            </a:extLst>
          </p:cNvPr>
          <p:cNvSpPr>
            <a:spLocks noGrp="1"/>
          </p:cNvSpPr>
          <p:nvPr/>
        </p:nvSpPr>
        <p:spPr>
          <a:xfrm rot="10800000">
            <a:off x="1882053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0" name="Circle">
            <a:extLst>
              <a:ext uri="{FF2B5EF4-FFF2-40B4-BE49-F238E27FC236}">
                <a16:creationId xmlns:a16="http://schemas.microsoft.com/office/drawing/2014/main" id="{8250CBE7-2BAD-4D82-B7D7-BF55EA043A79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1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1" name="Circle">
            <a:extLst>
              <a:ext uri="{FF2B5EF4-FFF2-40B4-BE49-F238E27FC236}">
                <a16:creationId xmlns:a16="http://schemas.microsoft.com/office/drawing/2014/main" id="{A02B7971-155A-4FD2-A23D-1258A21EA34A}"/>
              </a:ext>
            </a:extLst>
          </p:cNvPr>
          <p:cNvSpPr>
            <a:spLocks noGrp="1"/>
          </p:cNvSpPr>
          <p:nvPr/>
        </p:nvSpPr>
        <p:spPr>
          <a:xfrm flipH="1">
            <a:off x="18820531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2" name="Rounded Rectangle">
            <a:extLst>
              <a:ext uri="{FF2B5EF4-FFF2-40B4-BE49-F238E27FC236}">
                <a16:creationId xmlns:a16="http://schemas.microsoft.com/office/drawing/2014/main" id="{04596F90-A97B-4729-9B60-B3B19304E5D8}"/>
              </a:ext>
            </a:extLst>
          </p:cNvPr>
          <p:cNvSpPr>
            <a:spLocks noGrp="1"/>
          </p:cNvSpPr>
          <p:nvPr/>
        </p:nvSpPr>
        <p:spPr>
          <a:xfrm>
            <a:off x="17955833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3" name="Circle">
            <a:extLst>
              <a:ext uri="{FF2B5EF4-FFF2-40B4-BE49-F238E27FC236}">
                <a16:creationId xmlns:a16="http://schemas.microsoft.com/office/drawing/2014/main" id="{6770506D-335D-4BE6-A607-C6129DB672F2}"/>
              </a:ext>
            </a:extLst>
          </p:cNvPr>
          <p:cNvSpPr>
            <a:spLocks noGrp="1"/>
          </p:cNvSpPr>
          <p:nvPr/>
        </p:nvSpPr>
        <p:spPr>
          <a:xfrm>
            <a:off x="18055561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4" name="Circle">
            <a:extLst>
              <a:ext uri="{FF2B5EF4-FFF2-40B4-BE49-F238E27FC236}">
                <a16:creationId xmlns:a16="http://schemas.microsoft.com/office/drawing/2014/main" id="{8AB66C4F-FC01-4F08-BEC8-1FDFE0AB89B9}"/>
              </a:ext>
            </a:extLst>
          </p:cNvPr>
          <p:cNvSpPr>
            <a:spLocks noGrp="1"/>
          </p:cNvSpPr>
          <p:nvPr/>
        </p:nvSpPr>
        <p:spPr>
          <a:xfrm rot="10800000">
            <a:off x="18820531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5" name="Circle">
            <a:extLst>
              <a:ext uri="{FF2B5EF4-FFF2-40B4-BE49-F238E27FC236}">
                <a16:creationId xmlns:a16="http://schemas.microsoft.com/office/drawing/2014/main" id="{C776562C-7EB6-4C51-BF2F-773BF0BDF219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1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6" name="Circle">
            <a:extLst>
              <a:ext uri="{FF2B5EF4-FFF2-40B4-BE49-F238E27FC236}">
                <a16:creationId xmlns:a16="http://schemas.microsoft.com/office/drawing/2014/main" id="{9272C062-8F2E-48FC-9629-7FC58B447B4F}"/>
              </a:ext>
            </a:extLst>
          </p:cNvPr>
          <p:cNvSpPr>
            <a:spLocks noGrp="1"/>
          </p:cNvSpPr>
          <p:nvPr/>
        </p:nvSpPr>
        <p:spPr>
          <a:xfrm flipH="1">
            <a:off x="18820531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7" name="Circle">
            <a:extLst>
              <a:ext uri="{FF2B5EF4-FFF2-40B4-BE49-F238E27FC236}">
                <a16:creationId xmlns:a16="http://schemas.microsoft.com/office/drawing/2014/main" id="{A1411D0E-5BBA-4676-A824-93A535046F21}"/>
              </a:ext>
            </a:extLst>
          </p:cNvPr>
          <p:cNvSpPr>
            <a:spLocks noGrp="1"/>
          </p:cNvSpPr>
          <p:nvPr/>
        </p:nvSpPr>
        <p:spPr>
          <a:xfrm rot="10800000">
            <a:off x="18438046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8" name="Rounded Rectangle">
            <a:extLst>
              <a:ext uri="{FF2B5EF4-FFF2-40B4-BE49-F238E27FC236}">
                <a16:creationId xmlns:a16="http://schemas.microsoft.com/office/drawing/2014/main" id="{C9B339B8-D5CE-4BB0-9BEE-E5732095635C}"/>
              </a:ext>
            </a:extLst>
          </p:cNvPr>
          <p:cNvSpPr>
            <a:spLocks noGrp="1"/>
          </p:cNvSpPr>
          <p:nvPr/>
        </p:nvSpPr>
        <p:spPr>
          <a:xfrm>
            <a:off x="17955833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9" name="Circle">
            <a:extLst>
              <a:ext uri="{FF2B5EF4-FFF2-40B4-BE49-F238E27FC236}">
                <a16:creationId xmlns:a16="http://schemas.microsoft.com/office/drawing/2014/main" id="{07C214BD-05AE-4986-B6DA-1AA41A791052}"/>
              </a:ext>
            </a:extLst>
          </p:cNvPr>
          <p:cNvSpPr>
            <a:spLocks noGrp="1"/>
          </p:cNvSpPr>
          <p:nvPr/>
        </p:nvSpPr>
        <p:spPr>
          <a:xfrm>
            <a:off x="18055561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90" name="Circle">
            <a:extLst>
              <a:ext uri="{FF2B5EF4-FFF2-40B4-BE49-F238E27FC236}">
                <a16:creationId xmlns:a16="http://schemas.microsoft.com/office/drawing/2014/main" id="{BF3C7A01-F673-496C-A834-7623E8B4AE1C}"/>
              </a:ext>
            </a:extLst>
          </p:cNvPr>
          <p:cNvSpPr>
            <a:spLocks noGrp="1"/>
          </p:cNvSpPr>
          <p:nvPr/>
        </p:nvSpPr>
        <p:spPr>
          <a:xfrm rot="10800000">
            <a:off x="1882053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91" name="Circle">
            <a:extLst>
              <a:ext uri="{FF2B5EF4-FFF2-40B4-BE49-F238E27FC236}">
                <a16:creationId xmlns:a16="http://schemas.microsoft.com/office/drawing/2014/main" id="{23892189-1395-4FBD-8F34-AC80EAD06862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92" name="Circle">
            <a:extLst>
              <a:ext uri="{FF2B5EF4-FFF2-40B4-BE49-F238E27FC236}">
                <a16:creationId xmlns:a16="http://schemas.microsoft.com/office/drawing/2014/main" id="{32AE32F8-F72B-4463-BD2B-BF4EA0768EAA}"/>
              </a:ext>
            </a:extLst>
          </p:cNvPr>
          <p:cNvSpPr>
            <a:spLocks noGrp="1"/>
          </p:cNvSpPr>
          <p:nvPr/>
        </p:nvSpPr>
        <p:spPr>
          <a:xfrm flipH="1">
            <a:off x="18820531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93" name="Circle">
            <a:extLst>
              <a:ext uri="{FF2B5EF4-FFF2-40B4-BE49-F238E27FC236}">
                <a16:creationId xmlns:a16="http://schemas.microsoft.com/office/drawing/2014/main" id="{42964471-6898-49B8-9AC8-A52C05CFD369}"/>
              </a:ext>
            </a:extLst>
          </p:cNvPr>
          <p:cNvSpPr>
            <a:spLocks noGrp="1"/>
          </p:cNvSpPr>
          <p:nvPr/>
        </p:nvSpPr>
        <p:spPr>
          <a:xfrm rot="10800000">
            <a:off x="18055561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94" name="Circle">
            <a:extLst>
              <a:ext uri="{FF2B5EF4-FFF2-40B4-BE49-F238E27FC236}">
                <a16:creationId xmlns:a16="http://schemas.microsoft.com/office/drawing/2014/main" id="{26C026AF-B4B4-46CE-94EE-65B78B656A65}"/>
              </a:ext>
            </a:extLst>
          </p:cNvPr>
          <p:cNvSpPr>
            <a:spLocks noGrp="1"/>
          </p:cNvSpPr>
          <p:nvPr/>
        </p:nvSpPr>
        <p:spPr>
          <a:xfrm rot="10800000">
            <a:off x="18820531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95" name="Rounded Rectangle">
            <a:extLst>
              <a:ext uri="{FF2B5EF4-FFF2-40B4-BE49-F238E27FC236}">
                <a16:creationId xmlns:a16="http://schemas.microsoft.com/office/drawing/2014/main" id="{8F8D8CD0-F0A8-437D-99C8-E125B9AA239B}"/>
              </a:ext>
            </a:extLst>
          </p:cNvPr>
          <p:cNvSpPr>
            <a:spLocks noGrp="1"/>
          </p:cNvSpPr>
          <p:nvPr/>
        </p:nvSpPr>
        <p:spPr>
          <a:xfrm>
            <a:off x="21747796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96" name="Circle">
            <a:extLst>
              <a:ext uri="{FF2B5EF4-FFF2-40B4-BE49-F238E27FC236}">
                <a16:creationId xmlns:a16="http://schemas.microsoft.com/office/drawing/2014/main" id="{FFA95330-6BB1-4998-84B0-EB1E6148A92C}"/>
              </a:ext>
            </a:extLst>
          </p:cNvPr>
          <p:cNvSpPr>
            <a:spLocks noGrp="1"/>
          </p:cNvSpPr>
          <p:nvPr/>
        </p:nvSpPr>
        <p:spPr>
          <a:xfrm>
            <a:off x="21847523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97" name="Circle">
            <a:extLst>
              <a:ext uri="{FF2B5EF4-FFF2-40B4-BE49-F238E27FC236}">
                <a16:creationId xmlns:a16="http://schemas.microsoft.com/office/drawing/2014/main" id="{629A67F7-84FE-4AFC-852C-40AA7F796702}"/>
              </a:ext>
            </a:extLst>
          </p:cNvPr>
          <p:cNvSpPr>
            <a:spLocks noGrp="1"/>
          </p:cNvSpPr>
          <p:nvPr/>
        </p:nvSpPr>
        <p:spPr>
          <a:xfrm rot="10800000">
            <a:off x="22612492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98" name="Rounded Rectangle">
            <a:extLst>
              <a:ext uri="{FF2B5EF4-FFF2-40B4-BE49-F238E27FC236}">
                <a16:creationId xmlns:a16="http://schemas.microsoft.com/office/drawing/2014/main" id="{B2D32DEE-7305-4CF6-A97A-6745ED9F5188}"/>
              </a:ext>
            </a:extLst>
          </p:cNvPr>
          <p:cNvSpPr>
            <a:spLocks noGrp="1"/>
          </p:cNvSpPr>
          <p:nvPr/>
        </p:nvSpPr>
        <p:spPr>
          <a:xfrm>
            <a:off x="21747796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99" name="Circle">
            <a:extLst>
              <a:ext uri="{FF2B5EF4-FFF2-40B4-BE49-F238E27FC236}">
                <a16:creationId xmlns:a16="http://schemas.microsoft.com/office/drawing/2014/main" id="{E20993A9-3B72-4756-8167-D00F602603FE}"/>
              </a:ext>
            </a:extLst>
          </p:cNvPr>
          <p:cNvSpPr>
            <a:spLocks noGrp="1"/>
          </p:cNvSpPr>
          <p:nvPr/>
        </p:nvSpPr>
        <p:spPr>
          <a:xfrm>
            <a:off x="21847523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0" name="Circle">
            <a:extLst>
              <a:ext uri="{FF2B5EF4-FFF2-40B4-BE49-F238E27FC236}">
                <a16:creationId xmlns:a16="http://schemas.microsoft.com/office/drawing/2014/main" id="{28499ACF-623A-4FAB-8877-3CFFFF478BCA}"/>
              </a:ext>
            </a:extLst>
          </p:cNvPr>
          <p:cNvSpPr>
            <a:spLocks noGrp="1"/>
          </p:cNvSpPr>
          <p:nvPr/>
        </p:nvSpPr>
        <p:spPr>
          <a:xfrm rot="10800000">
            <a:off x="22612493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1" name="Circle">
            <a:extLst>
              <a:ext uri="{FF2B5EF4-FFF2-40B4-BE49-F238E27FC236}">
                <a16:creationId xmlns:a16="http://schemas.microsoft.com/office/drawing/2014/main" id="{E7B0A1FE-AD92-4A74-AF00-0887E1A93562}"/>
              </a:ext>
            </a:extLst>
          </p:cNvPr>
          <p:cNvSpPr>
            <a:spLocks noGrp="1"/>
          </p:cNvSpPr>
          <p:nvPr/>
        </p:nvSpPr>
        <p:spPr>
          <a:xfrm rot="10800000">
            <a:off x="22230008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2" name="Rounded Rectangle">
            <a:extLst>
              <a:ext uri="{FF2B5EF4-FFF2-40B4-BE49-F238E27FC236}">
                <a16:creationId xmlns:a16="http://schemas.microsoft.com/office/drawing/2014/main" id="{5AEF97E0-EEB9-4360-9065-0B17FBE239CA}"/>
              </a:ext>
            </a:extLst>
          </p:cNvPr>
          <p:cNvSpPr>
            <a:spLocks noGrp="1"/>
          </p:cNvSpPr>
          <p:nvPr/>
        </p:nvSpPr>
        <p:spPr>
          <a:xfrm>
            <a:off x="21747796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3" name="Circle">
            <a:extLst>
              <a:ext uri="{FF2B5EF4-FFF2-40B4-BE49-F238E27FC236}">
                <a16:creationId xmlns:a16="http://schemas.microsoft.com/office/drawing/2014/main" id="{85094E79-DF53-4800-98ED-8FBFBB8D1E68}"/>
              </a:ext>
            </a:extLst>
          </p:cNvPr>
          <p:cNvSpPr>
            <a:spLocks noGrp="1"/>
          </p:cNvSpPr>
          <p:nvPr/>
        </p:nvSpPr>
        <p:spPr>
          <a:xfrm>
            <a:off x="21847523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4" name="Circle">
            <a:extLst>
              <a:ext uri="{FF2B5EF4-FFF2-40B4-BE49-F238E27FC236}">
                <a16:creationId xmlns:a16="http://schemas.microsoft.com/office/drawing/2014/main" id="{FEDE5E35-C672-48E0-A4FE-F99B23741A44}"/>
              </a:ext>
            </a:extLst>
          </p:cNvPr>
          <p:cNvSpPr>
            <a:spLocks noGrp="1"/>
          </p:cNvSpPr>
          <p:nvPr/>
        </p:nvSpPr>
        <p:spPr>
          <a:xfrm rot="10800000">
            <a:off x="22612493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5" name="Circle">
            <a:extLst>
              <a:ext uri="{FF2B5EF4-FFF2-40B4-BE49-F238E27FC236}">
                <a16:creationId xmlns:a16="http://schemas.microsoft.com/office/drawing/2014/main" id="{36C6585A-9CE1-47DB-96E2-732C57E7D694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6" name="Circle">
            <a:extLst>
              <a:ext uri="{FF2B5EF4-FFF2-40B4-BE49-F238E27FC236}">
                <a16:creationId xmlns:a16="http://schemas.microsoft.com/office/drawing/2014/main" id="{7FAFFD33-8564-4FC4-B754-1BADE43FC0CE}"/>
              </a:ext>
            </a:extLst>
          </p:cNvPr>
          <p:cNvSpPr>
            <a:spLocks noGrp="1"/>
          </p:cNvSpPr>
          <p:nvPr/>
        </p:nvSpPr>
        <p:spPr>
          <a:xfrm flipH="1">
            <a:off x="22612493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7" name="Rounded Rectangle">
            <a:extLst>
              <a:ext uri="{FF2B5EF4-FFF2-40B4-BE49-F238E27FC236}">
                <a16:creationId xmlns:a16="http://schemas.microsoft.com/office/drawing/2014/main" id="{AF394B62-5617-47FB-9D02-F32B20746886}"/>
              </a:ext>
            </a:extLst>
          </p:cNvPr>
          <p:cNvSpPr>
            <a:spLocks noGrp="1"/>
          </p:cNvSpPr>
          <p:nvPr/>
        </p:nvSpPr>
        <p:spPr>
          <a:xfrm>
            <a:off x="21747796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8" name="Circle">
            <a:extLst>
              <a:ext uri="{FF2B5EF4-FFF2-40B4-BE49-F238E27FC236}">
                <a16:creationId xmlns:a16="http://schemas.microsoft.com/office/drawing/2014/main" id="{F33EBD57-C128-4C75-B3F9-880CC10A1BD9}"/>
              </a:ext>
            </a:extLst>
          </p:cNvPr>
          <p:cNvSpPr>
            <a:spLocks noGrp="1"/>
          </p:cNvSpPr>
          <p:nvPr/>
        </p:nvSpPr>
        <p:spPr>
          <a:xfrm>
            <a:off x="21847523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9" name="Circle">
            <a:extLst>
              <a:ext uri="{FF2B5EF4-FFF2-40B4-BE49-F238E27FC236}">
                <a16:creationId xmlns:a16="http://schemas.microsoft.com/office/drawing/2014/main" id="{02CEFAE5-6BD3-4097-BC2F-62CCDB8B13AF}"/>
              </a:ext>
            </a:extLst>
          </p:cNvPr>
          <p:cNvSpPr>
            <a:spLocks noGrp="1"/>
          </p:cNvSpPr>
          <p:nvPr/>
        </p:nvSpPr>
        <p:spPr>
          <a:xfrm rot="10800000">
            <a:off x="22612493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0" name="Circle">
            <a:extLst>
              <a:ext uri="{FF2B5EF4-FFF2-40B4-BE49-F238E27FC236}">
                <a16:creationId xmlns:a16="http://schemas.microsoft.com/office/drawing/2014/main" id="{E4A3E56C-138A-4670-BF01-8F21146170AD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1" name="Circle">
            <a:extLst>
              <a:ext uri="{FF2B5EF4-FFF2-40B4-BE49-F238E27FC236}">
                <a16:creationId xmlns:a16="http://schemas.microsoft.com/office/drawing/2014/main" id="{C142F5B0-F8DA-4322-8D72-3D1A914D26E1}"/>
              </a:ext>
            </a:extLst>
          </p:cNvPr>
          <p:cNvSpPr>
            <a:spLocks noGrp="1"/>
          </p:cNvSpPr>
          <p:nvPr/>
        </p:nvSpPr>
        <p:spPr>
          <a:xfrm flipH="1">
            <a:off x="22612493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2" name="Circle">
            <a:extLst>
              <a:ext uri="{FF2B5EF4-FFF2-40B4-BE49-F238E27FC236}">
                <a16:creationId xmlns:a16="http://schemas.microsoft.com/office/drawing/2014/main" id="{DFFD2227-6A17-4F32-B493-CDBFDB20E3E0}"/>
              </a:ext>
            </a:extLst>
          </p:cNvPr>
          <p:cNvSpPr>
            <a:spLocks noGrp="1"/>
          </p:cNvSpPr>
          <p:nvPr/>
        </p:nvSpPr>
        <p:spPr>
          <a:xfrm rot="10800000">
            <a:off x="22230008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3" name="Rounded Rectangle">
            <a:extLst>
              <a:ext uri="{FF2B5EF4-FFF2-40B4-BE49-F238E27FC236}">
                <a16:creationId xmlns:a16="http://schemas.microsoft.com/office/drawing/2014/main" id="{967779F9-C95F-455E-B0C5-215405B2BE4A}"/>
              </a:ext>
            </a:extLst>
          </p:cNvPr>
          <p:cNvSpPr>
            <a:spLocks noGrp="1"/>
          </p:cNvSpPr>
          <p:nvPr/>
        </p:nvSpPr>
        <p:spPr>
          <a:xfrm>
            <a:off x="21747796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4" name="Circle">
            <a:extLst>
              <a:ext uri="{FF2B5EF4-FFF2-40B4-BE49-F238E27FC236}">
                <a16:creationId xmlns:a16="http://schemas.microsoft.com/office/drawing/2014/main" id="{DB08A2A7-FDD5-4E3F-B1EC-A7E1E1AA7DFF}"/>
              </a:ext>
            </a:extLst>
          </p:cNvPr>
          <p:cNvSpPr>
            <a:spLocks noGrp="1"/>
          </p:cNvSpPr>
          <p:nvPr/>
        </p:nvSpPr>
        <p:spPr>
          <a:xfrm>
            <a:off x="21847523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5" name="Circle">
            <a:extLst>
              <a:ext uri="{FF2B5EF4-FFF2-40B4-BE49-F238E27FC236}">
                <a16:creationId xmlns:a16="http://schemas.microsoft.com/office/drawing/2014/main" id="{81434AE7-A800-4EB9-9498-B36EE8FAB6FE}"/>
              </a:ext>
            </a:extLst>
          </p:cNvPr>
          <p:cNvSpPr>
            <a:spLocks noGrp="1"/>
          </p:cNvSpPr>
          <p:nvPr/>
        </p:nvSpPr>
        <p:spPr>
          <a:xfrm rot="10800000">
            <a:off x="22612493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6" name="Circle">
            <a:extLst>
              <a:ext uri="{FF2B5EF4-FFF2-40B4-BE49-F238E27FC236}">
                <a16:creationId xmlns:a16="http://schemas.microsoft.com/office/drawing/2014/main" id="{0C01B07C-ECF3-4132-95F7-9667DB3FC2ED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7" name="Circle">
            <a:extLst>
              <a:ext uri="{FF2B5EF4-FFF2-40B4-BE49-F238E27FC236}">
                <a16:creationId xmlns:a16="http://schemas.microsoft.com/office/drawing/2014/main" id="{24DDA24F-7455-4704-B8BF-A627DC94099D}"/>
              </a:ext>
            </a:extLst>
          </p:cNvPr>
          <p:cNvSpPr>
            <a:spLocks noGrp="1"/>
          </p:cNvSpPr>
          <p:nvPr/>
        </p:nvSpPr>
        <p:spPr>
          <a:xfrm flipH="1">
            <a:off x="22612493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8" name="Circle">
            <a:extLst>
              <a:ext uri="{FF2B5EF4-FFF2-40B4-BE49-F238E27FC236}">
                <a16:creationId xmlns:a16="http://schemas.microsoft.com/office/drawing/2014/main" id="{B5F210BF-7E88-4C03-B15F-948302A4DC58}"/>
              </a:ext>
            </a:extLst>
          </p:cNvPr>
          <p:cNvSpPr>
            <a:spLocks noGrp="1"/>
          </p:cNvSpPr>
          <p:nvPr/>
        </p:nvSpPr>
        <p:spPr>
          <a:xfrm rot="10800000">
            <a:off x="21847523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9" name="Circle">
            <a:extLst>
              <a:ext uri="{FF2B5EF4-FFF2-40B4-BE49-F238E27FC236}">
                <a16:creationId xmlns:a16="http://schemas.microsoft.com/office/drawing/2014/main" id="{92C57D83-DA9E-445E-8589-E40BDFA4251D}"/>
              </a:ext>
            </a:extLst>
          </p:cNvPr>
          <p:cNvSpPr>
            <a:spLocks noGrp="1"/>
          </p:cNvSpPr>
          <p:nvPr/>
        </p:nvSpPr>
        <p:spPr>
          <a:xfrm rot="10800000">
            <a:off x="22612493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21" name="2">
            <a:extLst>
              <a:ext uri="{FF2B5EF4-FFF2-40B4-BE49-F238E27FC236}">
                <a16:creationId xmlns:a16="http://schemas.microsoft.com/office/drawing/2014/main" id="{6A5C9A7B-5B72-4505-ACE4-B6FE94049152}"/>
              </a:ext>
            </a:extLst>
          </p:cNvPr>
          <p:cNvSpPr>
            <a:spLocks noGrp="1"/>
          </p:cNvSpPr>
          <p:nvPr/>
        </p:nvSpPr>
        <p:spPr>
          <a:xfrm>
            <a:off x="2138878" y="718130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1322" name="3">
            <a:extLst>
              <a:ext uri="{FF2B5EF4-FFF2-40B4-BE49-F238E27FC236}">
                <a16:creationId xmlns:a16="http://schemas.microsoft.com/office/drawing/2014/main" id="{185DDA2C-04FF-4E7C-B8C9-01340719AF42}"/>
              </a:ext>
            </a:extLst>
          </p:cNvPr>
          <p:cNvSpPr>
            <a:spLocks noGrp="1"/>
          </p:cNvSpPr>
          <p:nvPr/>
        </p:nvSpPr>
        <p:spPr>
          <a:xfrm>
            <a:off x="2138878" y="2749195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1323" name="4">
            <a:extLst>
              <a:ext uri="{FF2B5EF4-FFF2-40B4-BE49-F238E27FC236}">
                <a16:creationId xmlns:a16="http://schemas.microsoft.com/office/drawing/2014/main" id="{678F0B30-9E31-4050-9D86-3588ACB04331}"/>
              </a:ext>
            </a:extLst>
          </p:cNvPr>
          <p:cNvSpPr>
            <a:spLocks noGrp="1"/>
          </p:cNvSpPr>
          <p:nvPr/>
        </p:nvSpPr>
        <p:spPr>
          <a:xfrm>
            <a:off x="2138878" y="4717812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1324" name="5">
            <a:extLst>
              <a:ext uri="{FF2B5EF4-FFF2-40B4-BE49-F238E27FC236}">
                <a16:creationId xmlns:a16="http://schemas.microsoft.com/office/drawing/2014/main" id="{0F736A8A-95AE-4C95-8EED-EFF254CC93E8}"/>
              </a:ext>
            </a:extLst>
          </p:cNvPr>
          <p:cNvSpPr>
            <a:spLocks noGrp="1"/>
          </p:cNvSpPr>
          <p:nvPr/>
        </p:nvSpPr>
        <p:spPr>
          <a:xfrm>
            <a:off x="2138878" y="6759341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1325" name="6">
            <a:extLst>
              <a:ext uri="{FF2B5EF4-FFF2-40B4-BE49-F238E27FC236}">
                <a16:creationId xmlns:a16="http://schemas.microsoft.com/office/drawing/2014/main" id="{CB366F97-8812-4DDE-8C3A-907FFCD665ED}"/>
              </a:ext>
            </a:extLst>
          </p:cNvPr>
          <p:cNvSpPr>
            <a:spLocks noGrp="1"/>
          </p:cNvSpPr>
          <p:nvPr/>
        </p:nvSpPr>
        <p:spPr>
          <a:xfrm>
            <a:off x="2138878" y="8717494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1326" name="7">
            <a:extLst>
              <a:ext uri="{FF2B5EF4-FFF2-40B4-BE49-F238E27FC236}">
                <a16:creationId xmlns:a16="http://schemas.microsoft.com/office/drawing/2014/main" id="{ED354C96-644B-42A4-9F90-8B32B470E21F}"/>
              </a:ext>
            </a:extLst>
          </p:cNvPr>
          <p:cNvSpPr>
            <a:spLocks noGrp="1"/>
          </p:cNvSpPr>
          <p:nvPr/>
        </p:nvSpPr>
        <p:spPr>
          <a:xfrm>
            <a:off x="2138878" y="10769488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solidFill>
                  <a:schemeClr val="accent4">
                    <a:lumOff val="10196"/>
                  </a:schemeClr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1327" name="3">
            <a:extLst>
              <a:ext uri="{FF2B5EF4-FFF2-40B4-BE49-F238E27FC236}">
                <a16:creationId xmlns:a16="http://schemas.microsoft.com/office/drawing/2014/main" id="{4D604B36-A1DF-4791-B3AA-FAE1334D4508}"/>
              </a:ext>
            </a:extLst>
          </p:cNvPr>
          <p:cNvSpPr>
            <a:spLocks noGrp="1"/>
          </p:cNvSpPr>
          <p:nvPr/>
        </p:nvSpPr>
        <p:spPr>
          <a:xfrm>
            <a:off x="5966745" y="707666"/>
            <a:ext cx="110313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1328" name="4">
            <a:extLst>
              <a:ext uri="{FF2B5EF4-FFF2-40B4-BE49-F238E27FC236}">
                <a16:creationId xmlns:a16="http://schemas.microsoft.com/office/drawing/2014/main" id="{3B435902-0C0A-41AE-98B7-C47BC419A3B9}"/>
              </a:ext>
            </a:extLst>
          </p:cNvPr>
          <p:cNvSpPr>
            <a:spLocks noGrp="1"/>
          </p:cNvSpPr>
          <p:nvPr/>
        </p:nvSpPr>
        <p:spPr>
          <a:xfrm>
            <a:off x="5966745" y="2676283"/>
            <a:ext cx="110313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1329" name="5">
            <a:extLst>
              <a:ext uri="{FF2B5EF4-FFF2-40B4-BE49-F238E27FC236}">
                <a16:creationId xmlns:a16="http://schemas.microsoft.com/office/drawing/2014/main" id="{65B76190-3C73-4FD2-AF17-A6EF3E8E9A86}"/>
              </a:ext>
            </a:extLst>
          </p:cNvPr>
          <p:cNvSpPr>
            <a:spLocks noGrp="1"/>
          </p:cNvSpPr>
          <p:nvPr/>
        </p:nvSpPr>
        <p:spPr>
          <a:xfrm>
            <a:off x="5966745" y="4717812"/>
            <a:ext cx="110313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1330" name="6">
            <a:extLst>
              <a:ext uri="{FF2B5EF4-FFF2-40B4-BE49-F238E27FC236}">
                <a16:creationId xmlns:a16="http://schemas.microsoft.com/office/drawing/2014/main" id="{44026237-7E61-4A21-B7A4-A11990654283}"/>
              </a:ext>
            </a:extLst>
          </p:cNvPr>
          <p:cNvSpPr>
            <a:spLocks noGrp="1"/>
          </p:cNvSpPr>
          <p:nvPr/>
        </p:nvSpPr>
        <p:spPr>
          <a:xfrm>
            <a:off x="5966745" y="6675965"/>
            <a:ext cx="110313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1331" name="7">
            <a:extLst>
              <a:ext uri="{FF2B5EF4-FFF2-40B4-BE49-F238E27FC236}">
                <a16:creationId xmlns:a16="http://schemas.microsoft.com/office/drawing/2014/main" id="{B19D5800-B5DD-4E20-A71A-FD891AED2A8D}"/>
              </a:ext>
            </a:extLst>
          </p:cNvPr>
          <p:cNvSpPr>
            <a:spLocks noGrp="1"/>
          </p:cNvSpPr>
          <p:nvPr/>
        </p:nvSpPr>
        <p:spPr>
          <a:xfrm>
            <a:off x="5966745" y="8727959"/>
            <a:ext cx="110313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solidFill>
                  <a:schemeClr val="accent4">
                    <a:lumOff val="10196"/>
                  </a:schemeClr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1332" name="8">
            <a:extLst>
              <a:ext uri="{FF2B5EF4-FFF2-40B4-BE49-F238E27FC236}">
                <a16:creationId xmlns:a16="http://schemas.microsoft.com/office/drawing/2014/main" id="{2E878913-DE7F-44B1-8852-C254BFE91C74}"/>
              </a:ext>
            </a:extLst>
          </p:cNvPr>
          <p:cNvSpPr>
            <a:spLocks noGrp="1"/>
          </p:cNvSpPr>
          <p:nvPr/>
        </p:nvSpPr>
        <p:spPr>
          <a:xfrm>
            <a:off x="5966745" y="10675646"/>
            <a:ext cx="110313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1333" name="4">
            <a:extLst>
              <a:ext uri="{FF2B5EF4-FFF2-40B4-BE49-F238E27FC236}">
                <a16:creationId xmlns:a16="http://schemas.microsoft.com/office/drawing/2014/main" id="{F80BDBA7-B734-42A0-A98A-F50CF4D1A76B}"/>
              </a:ext>
            </a:extLst>
          </p:cNvPr>
          <p:cNvSpPr>
            <a:spLocks noGrp="1"/>
          </p:cNvSpPr>
          <p:nvPr/>
        </p:nvSpPr>
        <p:spPr>
          <a:xfrm>
            <a:off x="9790167" y="718130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1334" name="5">
            <a:extLst>
              <a:ext uri="{FF2B5EF4-FFF2-40B4-BE49-F238E27FC236}">
                <a16:creationId xmlns:a16="http://schemas.microsoft.com/office/drawing/2014/main" id="{00760300-CC51-44EC-A201-376E19EBF1D4}"/>
              </a:ext>
            </a:extLst>
          </p:cNvPr>
          <p:cNvSpPr>
            <a:spLocks noGrp="1"/>
          </p:cNvSpPr>
          <p:nvPr/>
        </p:nvSpPr>
        <p:spPr>
          <a:xfrm>
            <a:off x="9790167" y="2759659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1335" name="6">
            <a:extLst>
              <a:ext uri="{FF2B5EF4-FFF2-40B4-BE49-F238E27FC236}">
                <a16:creationId xmlns:a16="http://schemas.microsoft.com/office/drawing/2014/main" id="{72ABD3EB-C9ED-481D-91C1-F77DB67D49AE}"/>
              </a:ext>
            </a:extLst>
          </p:cNvPr>
          <p:cNvSpPr>
            <a:spLocks noGrp="1"/>
          </p:cNvSpPr>
          <p:nvPr/>
        </p:nvSpPr>
        <p:spPr>
          <a:xfrm>
            <a:off x="9790167" y="4717812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1336" name="7">
            <a:extLst>
              <a:ext uri="{FF2B5EF4-FFF2-40B4-BE49-F238E27FC236}">
                <a16:creationId xmlns:a16="http://schemas.microsoft.com/office/drawing/2014/main" id="{FB89E78A-9D79-4B71-9935-D76044F483BE}"/>
              </a:ext>
            </a:extLst>
          </p:cNvPr>
          <p:cNvSpPr>
            <a:spLocks noGrp="1"/>
          </p:cNvSpPr>
          <p:nvPr/>
        </p:nvSpPr>
        <p:spPr>
          <a:xfrm>
            <a:off x="9790167" y="6769806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solidFill>
                  <a:schemeClr val="accent4">
                    <a:lumOff val="10196"/>
                  </a:schemeClr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1337" name="8">
            <a:extLst>
              <a:ext uri="{FF2B5EF4-FFF2-40B4-BE49-F238E27FC236}">
                <a16:creationId xmlns:a16="http://schemas.microsoft.com/office/drawing/2014/main" id="{C4E94D01-7169-4BAF-A218-8F26102E17B5}"/>
              </a:ext>
            </a:extLst>
          </p:cNvPr>
          <p:cNvSpPr>
            <a:spLocks noGrp="1"/>
          </p:cNvSpPr>
          <p:nvPr/>
        </p:nvSpPr>
        <p:spPr>
          <a:xfrm>
            <a:off x="9790167" y="8717494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1338" name="9">
            <a:extLst>
              <a:ext uri="{FF2B5EF4-FFF2-40B4-BE49-F238E27FC236}">
                <a16:creationId xmlns:a16="http://schemas.microsoft.com/office/drawing/2014/main" id="{A2642237-D2F4-43D9-B75E-71159E94187D}"/>
              </a:ext>
            </a:extLst>
          </p:cNvPr>
          <p:cNvSpPr>
            <a:spLocks noGrp="1"/>
          </p:cNvSpPr>
          <p:nvPr/>
        </p:nvSpPr>
        <p:spPr>
          <a:xfrm>
            <a:off x="9761718" y="10675646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1339" name="5">
            <a:extLst>
              <a:ext uri="{FF2B5EF4-FFF2-40B4-BE49-F238E27FC236}">
                <a16:creationId xmlns:a16="http://schemas.microsoft.com/office/drawing/2014/main" id="{A4183B6A-8FD7-4B5B-8731-BF061985F578}"/>
              </a:ext>
            </a:extLst>
          </p:cNvPr>
          <p:cNvSpPr>
            <a:spLocks noGrp="1"/>
          </p:cNvSpPr>
          <p:nvPr/>
        </p:nvSpPr>
        <p:spPr>
          <a:xfrm>
            <a:off x="13613589" y="759819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1340" name="6">
            <a:extLst>
              <a:ext uri="{FF2B5EF4-FFF2-40B4-BE49-F238E27FC236}">
                <a16:creationId xmlns:a16="http://schemas.microsoft.com/office/drawing/2014/main" id="{7458C597-644A-4082-AE70-61EC602149D9}"/>
              </a:ext>
            </a:extLst>
          </p:cNvPr>
          <p:cNvSpPr>
            <a:spLocks noGrp="1"/>
          </p:cNvSpPr>
          <p:nvPr/>
        </p:nvSpPr>
        <p:spPr>
          <a:xfrm>
            <a:off x="13613589" y="2717972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1341" name="7">
            <a:extLst>
              <a:ext uri="{FF2B5EF4-FFF2-40B4-BE49-F238E27FC236}">
                <a16:creationId xmlns:a16="http://schemas.microsoft.com/office/drawing/2014/main" id="{4CE7DB46-9E1E-4AC7-8851-4CFC6FBACE83}"/>
              </a:ext>
            </a:extLst>
          </p:cNvPr>
          <p:cNvSpPr>
            <a:spLocks noGrp="1"/>
          </p:cNvSpPr>
          <p:nvPr/>
        </p:nvSpPr>
        <p:spPr>
          <a:xfrm>
            <a:off x="13613589" y="4769966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solidFill>
                  <a:schemeClr val="accent4">
                    <a:lumOff val="10196"/>
                  </a:schemeClr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1342" name="8">
            <a:extLst>
              <a:ext uri="{FF2B5EF4-FFF2-40B4-BE49-F238E27FC236}">
                <a16:creationId xmlns:a16="http://schemas.microsoft.com/office/drawing/2014/main" id="{07952FDB-826D-4F12-ADEF-5C79F648F04C}"/>
              </a:ext>
            </a:extLst>
          </p:cNvPr>
          <p:cNvSpPr>
            <a:spLocks noGrp="1"/>
          </p:cNvSpPr>
          <p:nvPr/>
        </p:nvSpPr>
        <p:spPr>
          <a:xfrm>
            <a:off x="13613589" y="6717653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1343" name="9">
            <a:extLst>
              <a:ext uri="{FF2B5EF4-FFF2-40B4-BE49-F238E27FC236}">
                <a16:creationId xmlns:a16="http://schemas.microsoft.com/office/drawing/2014/main" id="{5EFF0340-B97A-4DFB-9143-D18CFCD8DA24}"/>
              </a:ext>
            </a:extLst>
          </p:cNvPr>
          <p:cNvSpPr>
            <a:spLocks noGrp="1"/>
          </p:cNvSpPr>
          <p:nvPr/>
        </p:nvSpPr>
        <p:spPr>
          <a:xfrm>
            <a:off x="13585141" y="8675806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1344" name="10">
            <a:extLst>
              <a:ext uri="{FF2B5EF4-FFF2-40B4-BE49-F238E27FC236}">
                <a16:creationId xmlns:a16="http://schemas.microsoft.com/office/drawing/2014/main" id="{99BCDF52-FFD5-48EF-86B0-DEA5D5436DAC}"/>
              </a:ext>
            </a:extLst>
          </p:cNvPr>
          <p:cNvSpPr>
            <a:spLocks noGrp="1"/>
          </p:cNvSpPr>
          <p:nvPr/>
        </p:nvSpPr>
        <p:spPr>
          <a:xfrm>
            <a:off x="13090721" y="10675646"/>
            <a:ext cx="209197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1345" name="6">
            <a:extLst>
              <a:ext uri="{FF2B5EF4-FFF2-40B4-BE49-F238E27FC236}">
                <a16:creationId xmlns:a16="http://schemas.microsoft.com/office/drawing/2014/main" id="{E048E7D0-D1CC-4319-95D1-2723E5A4E849}"/>
              </a:ext>
            </a:extLst>
          </p:cNvPr>
          <p:cNvSpPr>
            <a:spLocks noGrp="1"/>
          </p:cNvSpPr>
          <p:nvPr/>
        </p:nvSpPr>
        <p:spPr>
          <a:xfrm>
            <a:off x="17368544" y="791128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1346" name="7">
            <a:extLst>
              <a:ext uri="{FF2B5EF4-FFF2-40B4-BE49-F238E27FC236}">
                <a16:creationId xmlns:a16="http://schemas.microsoft.com/office/drawing/2014/main" id="{60338B56-9355-4A4F-9316-3A3BE5B775F7}"/>
              </a:ext>
            </a:extLst>
          </p:cNvPr>
          <p:cNvSpPr>
            <a:spLocks noGrp="1"/>
          </p:cNvSpPr>
          <p:nvPr/>
        </p:nvSpPr>
        <p:spPr>
          <a:xfrm>
            <a:off x="17368544" y="2843122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solidFill>
                  <a:schemeClr val="accent4">
                    <a:lumOff val="10196"/>
                  </a:schemeClr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1347" name="8">
            <a:extLst>
              <a:ext uri="{FF2B5EF4-FFF2-40B4-BE49-F238E27FC236}">
                <a16:creationId xmlns:a16="http://schemas.microsoft.com/office/drawing/2014/main" id="{A9ED69F4-2F4B-4322-A916-2679D4ABCF11}"/>
              </a:ext>
            </a:extLst>
          </p:cNvPr>
          <p:cNvSpPr>
            <a:spLocks noGrp="1"/>
          </p:cNvSpPr>
          <p:nvPr/>
        </p:nvSpPr>
        <p:spPr>
          <a:xfrm>
            <a:off x="17368544" y="4790810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1348" name="9">
            <a:extLst>
              <a:ext uri="{FF2B5EF4-FFF2-40B4-BE49-F238E27FC236}">
                <a16:creationId xmlns:a16="http://schemas.microsoft.com/office/drawing/2014/main" id="{5838CCBE-CF93-487F-9D98-BAEFB0B72F61}"/>
              </a:ext>
            </a:extLst>
          </p:cNvPr>
          <p:cNvSpPr>
            <a:spLocks noGrp="1"/>
          </p:cNvSpPr>
          <p:nvPr/>
        </p:nvSpPr>
        <p:spPr>
          <a:xfrm>
            <a:off x="17340096" y="6748963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1349" name="10">
            <a:extLst>
              <a:ext uri="{FF2B5EF4-FFF2-40B4-BE49-F238E27FC236}">
                <a16:creationId xmlns:a16="http://schemas.microsoft.com/office/drawing/2014/main" id="{C08F9CBE-C369-4276-BA0B-3590810557DA}"/>
              </a:ext>
            </a:extLst>
          </p:cNvPr>
          <p:cNvSpPr>
            <a:spLocks noGrp="1"/>
          </p:cNvSpPr>
          <p:nvPr/>
        </p:nvSpPr>
        <p:spPr>
          <a:xfrm>
            <a:off x="16845677" y="8748803"/>
            <a:ext cx="2091978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1350" name="11">
            <a:extLst>
              <a:ext uri="{FF2B5EF4-FFF2-40B4-BE49-F238E27FC236}">
                <a16:creationId xmlns:a16="http://schemas.microsoft.com/office/drawing/2014/main" id="{724DF3FA-1D1A-4B07-85A9-82D6C04AFF66}"/>
              </a:ext>
            </a:extLst>
          </p:cNvPr>
          <p:cNvSpPr>
            <a:spLocks noGrp="1"/>
          </p:cNvSpPr>
          <p:nvPr/>
        </p:nvSpPr>
        <p:spPr>
          <a:xfrm>
            <a:off x="16894294" y="10654803"/>
            <a:ext cx="1994744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1351" name="7">
            <a:extLst>
              <a:ext uri="{FF2B5EF4-FFF2-40B4-BE49-F238E27FC236}">
                <a16:creationId xmlns:a16="http://schemas.microsoft.com/office/drawing/2014/main" id="{921FC9CD-E0CA-408E-9F0B-9E4D133B8918}"/>
              </a:ext>
            </a:extLst>
          </p:cNvPr>
          <p:cNvSpPr>
            <a:spLocks noGrp="1"/>
          </p:cNvSpPr>
          <p:nvPr/>
        </p:nvSpPr>
        <p:spPr>
          <a:xfrm>
            <a:off x="21123499" y="808562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solidFill>
                  <a:schemeClr val="accent4">
                    <a:lumOff val="10196"/>
                  </a:schemeClr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1352" name="8">
            <a:extLst>
              <a:ext uri="{FF2B5EF4-FFF2-40B4-BE49-F238E27FC236}">
                <a16:creationId xmlns:a16="http://schemas.microsoft.com/office/drawing/2014/main" id="{A0D0A5E6-D615-43FD-AC3B-47A67EEE3AF9}"/>
              </a:ext>
            </a:extLst>
          </p:cNvPr>
          <p:cNvSpPr>
            <a:spLocks noGrp="1"/>
          </p:cNvSpPr>
          <p:nvPr/>
        </p:nvSpPr>
        <p:spPr>
          <a:xfrm>
            <a:off x="21123499" y="2860557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1353" name="9">
            <a:extLst>
              <a:ext uri="{FF2B5EF4-FFF2-40B4-BE49-F238E27FC236}">
                <a16:creationId xmlns:a16="http://schemas.microsoft.com/office/drawing/2014/main" id="{1E5B92F5-B661-44A2-B79A-41AE62567A52}"/>
              </a:ext>
            </a:extLst>
          </p:cNvPr>
          <p:cNvSpPr>
            <a:spLocks noGrp="1"/>
          </p:cNvSpPr>
          <p:nvPr/>
        </p:nvSpPr>
        <p:spPr>
          <a:xfrm>
            <a:off x="21123499" y="4808244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1354" name="10">
            <a:extLst>
              <a:ext uri="{FF2B5EF4-FFF2-40B4-BE49-F238E27FC236}">
                <a16:creationId xmlns:a16="http://schemas.microsoft.com/office/drawing/2014/main" id="{AF806870-5A7B-46F7-9CDE-2C9A04E029C3}"/>
              </a:ext>
            </a:extLst>
          </p:cNvPr>
          <p:cNvSpPr>
            <a:spLocks noGrp="1"/>
          </p:cNvSpPr>
          <p:nvPr/>
        </p:nvSpPr>
        <p:spPr>
          <a:xfrm>
            <a:off x="20600632" y="6766397"/>
            <a:ext cx="209197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1355" name="11">
            <a:extLst>
              <a:ext uri="{FF2B5EF4-FFF2-40B4-BE49-F238E27FC236}">
                <a16:creationId xmlns:a16="http://schemas.microsoft.com/office/drawing/2014/main" id="{CADA9CBD-70D7-46F7-B6D2-F3696580DC2C}"/>
              </a:ext>
            </a:extLst>
          </p:cNvPr>
          <p:cNvSpPr>
            <a:spLocks noGrp="1"/>
          </p:cNvSpPr>
          <p:nvPr/>
        </p:nvSpPr>
        <p:spPr>
          <a:xfrm>
            <a:off x="20649249" y="8766237"/>
            <a:ext cx="1994745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1356" name="12">
            <a:extLst>
              <a:ext uri="{FF2B5EF4-FFF2-40B4-BE49-F238E27FC236}">
                <a16:creationId xmlns:a16="http://schemas.microsoft.com/office/drawing/2014/main" id="{DB92209C-5C64-4B8E-BE80-44FAF68EB6C0}"/>
              </a:ext>
            </a:extLst>
          </p:cNvPr>
          <p:cNvSpPr>
            <a:spLocks noGrp="1"/>
          </p:cNvSpPr>
          <p:nvPr/>
        </p:nvSpPr>
        <p:spPr>
          <a:xfrm>
            <a:off x="20600632" y="10672236"/>
            <a:ext cx="209197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83807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Rounded Rectangle">
            <a:extLst>
              <a:ext uri="{FF2B5EF4-FFF2-40B4-BE49-F238E27FC236}">
                <a16:creationId xmlns:a16="http://schemas.microsoft.com/office/drawing/2014/main" id="{93E5139A-9455-4737-A359-6EED1807C62B}"/>
              </a:ext>
            </a:extLst>
          </p:cNvPr>
          <p:cNvSpPr>
            <a:spLocks noGrp="1"/>
          </p:cNvSpPr>
          <p:nvPr/>
        </p:nvSpPr>
        <p:spPr>
          <a:xfrm>
            <a:off x="1366203" y="1237658"/>
            <a:ext cx="1270000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59" name="Circle">
            <a:extLst>
              <a:ext uri="{FF2B5EF4-FFF2-40B4-BE49-F238E27FC236}">
                <a16:creationId xmlns:a16="http://schemas.microsoft.com/office/drawing/2014/main" id="{A8BDE35C-07DD-4989-B190-2BBE95072BA5}"/>
              </a:ext>
            </a:extLst>
          </p:cNvPr>
          <p:cNvSpPr>
            <a:spLocks noGrp="1"/>
          </p:cNvSpPr>
          <p:nvPr/>
        </p:nvSpPr>
        <p:spPr>
          <a:xfrm>
            <a:off x="1848415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0" name="Rounded Rectangle">
            <a:extLst>
              <a:ext uri="{FF2B5EF4-FFF2-40B4-BE49-F238E27FC236}">
                <a16:creationId xmlns:a16="http://schemas.microsoft.com/office/drawing/2014/main" id="{1572D047-6AD2-4162-9568-CECABBB8DA56}"/>
              </a:ext>
            </a:extLst>
          </p:cNvPr>
          <p:cNvSpPr>
            <a:spLocks noGrp="1"/>
          </p:cNvSpPr>
          <p:nvPr/>
        </p:nvSpPr>
        <p:spPr>
          <a:xfrm>
            <a:off x="5158165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1" name="Circle">
            <a:extLst>
              <a:ext uri="{FF2B5EF4-FFF2-40B4-BE49-F238E27FC236}">
                <a16:creationId xmlns:a16="http://schemas.microsoft.com/office/drawing/2014/main" id="{E796A181-C3CD-4220-8C19-97B5FD7F7636}"/>
              </a:ext>
            </a:extLst>
          </p:cNvPr>
          <p:cNvSpPr>
            <a:spLocks noGrp="1"/>
          </p:cNvSpPr>
          <p:nvPr/>
        </p:nvSpPr>
        <p:spPr>
          <a:xfrm>
            <a:off x="5257893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2" name="Circle">
            <a:extLst>
              <a:ext uri="{FF2B5EF4-FFF2-40B4-BE49-F238E27FC236}">
                <a16:creationId xmlns:a16="http://schemas.microsoft.com/office/drawing/2014/main" id="{B0EC9AFE-2B95-4678-8831-5FE073E35DFF}"/>
              </a:ext>
            </a:extLst>
          </p:cNvPr>
          <p:cNvSpPr>
            <a:spLocks noGrp="1"/>
          </p:cNvSpPr>
          <p:nvPr/>
        </p:nvSpPr>
        <p:spPr>
          <a:xfrm rot="10800000">
            <a:off x="6022862" y="134349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3" name="Rounded Rectangle">
            <a:extLst>
              <a:ext uri="{FF2B5EF4-FFF2-40B4-BE49-F238E27FC236}">
                <a16:creationId xmlns:a16="http://schemas.microsoft.com/office/drawing/2014/main" id="{289E36CD-E52A-4CE4-B061-D0D50B5627A1}"/>
              </a:ext>
            </a:extLst>
          </p:cNvPr>
          <p:cNvSpPr>
            <a:spLocks noGrp="1"/>
          </p:cNvSpPr>
          <p:nvPr/>
        </p:nvSpPr>
        <p:spPr>
          <a:xfrm>
            <a:off x="8950128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4" name="Circle">
            <a:extLst>
              <a:ext uri="{FF2B5EF4-FFF2-40B4-BE49-F238E27FC236}">
                <a16:creationId xmlns:a16="http://schemas.microsoft.com/office/drawing/2014/main" id="{0A4E797A-F8D8-4A0C-B021-A484A49A98EF}"/>
              </a:ext>
            </a:extLst>
          </p:cNvPr>
          <p:cNvSpPr>
            <a:spLocks noGrp="1"/>
          </p:cNvSpPr>
          <p:nvPr/>
        </p:nvSpPr>
        <p:spPr>
          <a:xfrm>
            <a:off x="9049856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5" name="Circle">
            <a:extLst>
              <a:ext uri="{FF2B5EF4-FFF2-40B4-BE49-F238E27FC236}">
                <a16:creationId xmlns:a16="http://schemas.microsoft.com/office/drawing/2014/main" id="{0E053008-E5F2-4C75-9C71-ACED4981D44B}"/>
              </a:ext>
            </a:extLst>
          </p:cNvPr>
          <p:cNvSpPr>
            <a:spLocks noGrp="1"/>
          </p:cNvSpPr>
          <p:nvPr/>
        </p:nvSpPr>
        <p:spPr>
          <a:xfrm rot="10800000">
            <a:off x="9814825" y="134349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6" name="Circle">
            <a:extLst>
              <a:ext uri="{FF2B5EF4-FFF2-40B4-BE49-F238E27FC236}">
                <a16:creationId xmlns:a16="http://schemas.microsoft.com/office/drawing/2014/main" id="{FC221C07-89CB-41BC-BCC6-7A24FCA5158F}"/>
              </a:ext>
            </a:extLst>
          </p:cNvPr>
          <p:cNvSpPr>
            <a:spLocks noGrp="1"/>
          </p:cNvSpPr>
          <p:nvPr/>
        </p:nvSpPr>
        <p:spPr>
          <a:xfrm rot="10800000">
            <a:off x="9432340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7" name="Rounded Rectangle">
            <a:extLst>
              <a:ext uri="{FF2B5EF4-FFF2-40B4-BE49-F238E27FC236}">
                <a16:creationId xmlns:a16="http://schemas.microsoft.com/office/drawing/2014/main" id="{0C067397-7A2D-463B-BB7C-9CC8E10C7968}"/>
              </a:ext>
            </a:extLst>
          </p:cNvPr>
          <p:cNvSpPr>
            <a:spLocks noGrp="1"/>
          </p:cNvSpPr>
          <p:nvPr/>
        </p:nvSpPr>
        <p:spPr>
          <a:xfrm>
            <a:off x="12742091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8" name="Circle">
            <a:extLst>
              <a:ext uri="{FF2B5EF4-FFF2-40B4-BE49-F238E27FC236}">
                <a16:creationId xmlns:a16="http://schemas.microsoft.com/office/drawing/2014/main" id="{E3B91253-F618-473C-84EA-1A23F67CC790}"/>
              </a:ext>
            </a:extLst>
          </p:cNvPr>
          <p:cNvSpPr>
            <a:spLocks noGrp="1"/>
          </p:cNvSpPr>
          <p:nvPr/>
        </p:nvSpPr>
        <p:spPr>
          <a:xfrm>
            <a:off x="12841819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9" name="Circle">
            <a:extLst>
              <a:ext uri="{FF2B5EF4-FFF2-40B4-BE49-F238E27FC236}">
                <a16:creationId xmlns:a16="http://schemas.microsoft.com/office/drawing/2014/main" id="{A1D97819-7584-4BFC-B284-5BD591D55B48}"/>
              </a:ext>
            </a:extLst>
          </p:cNvPr>
          <p:cNvSpPr>
            <a:spLocks noGrp="1"/>
          </p:cNvSpPr>
          <p:nvPr/>
        </p:nvSpPr>
        <p:spPr>
          <a:xfrm rot="10800000">
            <a:off x="13606789" y="134349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70" name="Circle">
            <a:extLst>
              <a:ext uri="{FF2B5EF4-FFF2-40B4-BE49-F238E27FC236}">
                <a16:creationId xmlns:a16="http://schemas.microsoft.com/office/drawing/2014/main" id="{B3BCDDCD-3F98-4229-9336-E2BD582A225F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134349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71" name="Circle">
            <a:extLst>
              <a:ext uri="{FF2B5EF4-FFF2-40B4-BE49-F238E27FC236}">
                <a16:creationId xmlns:a16="http://schemas.microsoft.com/office/drawing/2014/main" id="{84105C36-3C83-411B-BF00-7F04D4710C63}"/>
              </a:ext>
            </a:extLst>
          </p:cNvPr>
          <p:cNvSpPr>
            <a:spLocks noGrp="1"/>
          </p:cNvSpPr>
          <p:nvPr/>
        </p:nvSpPr>
        <p:spPr>
          <a:xfrm flipH="1">
            <a:off x="13606789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72" name="Rounded Rectangle">
            <a:extLst>
              <a:ext uri="{FF2B5EF4-FFF2-40B4-BE49-F238E27FC236}">
                <a16:creationId xmlns:a16="http://schemas.microsoft.com/office/drawing/2014/main" id="{D99C20ED-8A01-4427-B21D-BC5517152683}"/>
              </a:ext>
            </a:extLst>
          </p:cNvPr>
          <p:cNvSpPr>
            <a:spLocks noGrp="1"/>
          </p:cNvSpPr>
          <p:nvPr/>
        </p:nvSpPr>
        <p:spPr>
          <a:xfrm>
            <a:off x="16534053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73" name="Circle">
            <a:extLst>
              <a:ext uri="{FF2B5EF4-FFF2-40B4-BE49-F238E27FC236}">
                <a16:creationId xmlns:a16="http://schemas.microsoft.com/office/drawing/2014/main" id="{8A0B3062-51DE-49A2-974C-6AF2C3F96614}"/>
              </a:ext>
            </a:extLst>
          </p:cNvPr>
          <p:cNvSpPr>
            <a:spLocks noGrp="1"/>
          </p:cNvSpPr>
          <p:nvPr/>
        </p:nvSpPr>
        <p:spPr>
          <a:xfrm>
            <a:off x="16633781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74" name="Circle">
            <a:extLst>
              <a:ext uri="{FF2B5EF4-FFF2-40B4-BE49-F238E27FC236}">
                <a16:creationId xmlns:a16="http://schemas.microsoft.com/office/drawing/2014/main" id="{A96061AA-79A7-44B5-A98A-F357C0C4B822}"/>
              </a:ext>
            </a:extLst>
          </p:cNvPr>
          <p:cNvSpPr>
            <a:spLocks noGrp="1"/>
          </p:cNvSpPr>
          <p:nvPr/>
        </p:nvSpPr>
        <p:spPr>
          <a:xfrm rot="10800000">
            <a:off x="17398751" y="134349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75" name="Circle">
            <a:extLst>
              <a:ext uri="{FF2B5EF4-FFF2-40B4-BE49-F238E27FC236}">
                <a16:creationId xmlns:a16="http://schemas.microsoft.com/office/drawing/2014/main" id="{B6DB3FDF-5125-45A1-A6B8-C5B143CEDB58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1" y="134349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76" name="Circle">
            <a:extLst>
              <a:ext uri="{FF2B5EF4-FFF2-40B4-BE49-F238E27FC236}">
                <a16:creationId xmlns:a16="http://schemas.microsoft.com/office/drawing/2014/main" id="{CF52BB0F-885E-4A71-A16F-5DA3AA992108}"/>
              </a:ext>
            </a:extLst>
          </p:cNvPr>
          <p:cNvSpPr>
            <a:spLocks noGrp="1"/>
          </p:cNvSpPr>
          <p:nvPr/>
        </p:nvSpPr>
        <p:spPr>
          <a:xfrm flipH="1">
            <a:off x="17398751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77" name="Circle">
            <a:extLst>
              <a:ext uri="{FF2B5EF4-FFF2-40B4-BE49-F238E27FC236}">
                <a16:creationId xmlns:a16="http://schemas.microsoft.com/office/drawing/2014/main" id="{60ABFF76-E80C-4C9B-98B9-47A81F47040F}"/>
              </a:ext>
            </a:extLst>
          </p:cNvPr>
          <p:cNvSpPr>
            <a:spLocks noGrp="1"/>
          </p:cNvSpPr>
          <p:nvPr/>
        </p:nvSpPr>
        <p:spPr>
          <a:xfrm rot="10800000">
            <a:off x="17016266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78" name="Rounded Rectangle">
            <a:extLst>
              <a:ext uri="{FF2B5EF4-FFF2-40B4-BE49-F238E27FC236}">
                <a16:creationId xmlns:a16="http://schemas.microsoft.com/office/drawing/2014/main" id="{C5941ECB-DFDA-4AC9-8709-21B8BA1F705A}"/>
              </a:ext>
            </a:extLst>
          </p:cNvPr>
          <p:cNvSpPr>
            <a:spLocks noGrp="1"/>
          </p:cNvSpPr>
          <p:nvPr/>
        </p:nvSpPr>
        <p:spPr>
          <a:xfrm>
            <a:off x="20326016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79" name="Circle">
            <a:extLst>
              <a:ext uri="{FF2B5EF4-FFF2-40B4-BE49-F238E27FC236}">
                <a16:creationId xmlns:a16="http://schemas.microsoft.com/office/drawing/2014/main" id="{1CE6CC2E-A38C-4235-A7E0-B3FFB32901E7}"/>
              </a:ext>
            </a:extLst>
          </p:cNvPr>
          <p:cNvSpPr>
            <a:spLocks noGrp="1"/>
          </p:cNvSpPr>
          <p:nvPr/>
        </p:nvSpPr>
        <p:spPr>
          <a:xfrm>
            <a:off x="20425743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0" name="Circle">
            <a:extLst>
              <a:ext uri="{FF2B5EF4-FFF2-40B4-BE49-F238E27FC236}">
                <a16:creationId xmlns:a16="http://schemas.microsoft.com/office/drawing/2014/main" id="{D5F7479D-CA7B-435A-BE1D-BB35B643BE75}"/>
              </a:ext>
            </a:extLst>
          </p:cNvPr>
          <p:cNvSpPr>
            <a:spLocks noGrp="1"/>
          </p:cNvSpPr>
          <p:nvPr/>
        </p:nvSpPr>
        <p:spPr>
          <a:xfrm rot="10800000">
            <a:off x="21190713" y="134349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1" name="Circle">
            <a:extLst>
              <a:ext uri="{FF2B5EF4-FFF2-40B4-BE49-F238E27FC236}">
                <a16:creationId xmlns:a16="http://schemas.microsoft.com/office/drawing/2014/main" id="{447A364E-FB7A-42FD-BD0C-1EC14E824CD4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3" y="134349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2" name="Circle">
            <a:extLst>
              <a:ext uri="{FF2B5EF4-FFF2-40B4-BE49-F238E27FC236}">
                <a16:creationId xmlns:a16="http://schemas.microsoft.com/office/drawing/2014/main" id="{8A440BA1-81D3-42B5-AD2D-4ED0841CB2AE}"/>
              </a:ext>
            </a:extLst>
          </p:cNvPr>
          <p:cNvSpPr>
            <a:spLocks noGrp="1"/>
          </p:cNvSpPr>
          <p:nvPr/>
        </p:nvSpPr>
        <p:spPr>
          <a:xfrm flipH="1">
            <a:off x="21190713" y="2096242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3" name="Circle">
            <a:extLst>
              <a:ext uri="{FF2B5EF4-FFF2-40B4-BE49-F238E27FC236}">
                <a16:creationId xmlns:a16="http://schemas.microsoft.com/office/drawing/2014/main" id="{243615EB-9642-4D30-AF44-3B46960745B0}"/>
              </a:ext>
            </a:extLst>
          </p:cNvPr>
          <p:cNvSpPr>
            <a:spLocks noGrp="1"/>
          </p:cNvSpPr>
          <p:nvPr/>
        </p:nvSpPr>
        <p:spPr>
          <a:xfrm rot="10800000">
            <a:off x="20425743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4" name="Circle">
            <a:extLst>
              <a:ext uri="{FF2B5EF4-FFF2-40B4-BE49-F238E27FC236}">
                <a16:creationId xmlns:a16="http://schemas.microsoft.com/office/drawing/2014/main" id="{AC5E9A13-2407-4275-A397-2E273D89CD3F}"/>
              </a:ext>
            </a:extLst>
          </p:cNvPr>
          <p:cNvSpPr>
            <a:spLocks noGrp="1"/>
          </p:cNvSpPr>
          <p:nvPr/>
        </p:nvSpPr>
        <p:spPr>
          <a:xfrm rot="10800000">
            <a:off x="21190713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5" name="Rounded Rectangle">
            <a:extLst>
              <a:ext uri="{FF2B5EF4-FFF2-40B4-BE49-F238E27FC236}">
                <a16:creationId xmlns:a16="http://schemas.microsoft.com/office/drawing/2014/main" id="{C5390569-60AB-4F36-A418-011E1391BD0D}"/>
              </a:ext>
            </a:extLst>
          </p:cNvPr>
          <p:cNvSpPr>
            <a:spLocks noGrp="1"/>
          </p:cNvSpPr>
          <p:nvPr/>
        </p:nvSpPr>
        <p:spPr>
          <a:xfrm>
            <a:off x="2787982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6" name="Circle">
            <a:extLst>
              <a:ext uri="{FF2B5EF4-FFF2-40B4-BE49-F238E27FC236}">
                <a16:creationId xmlns:a16="http://schemas.microsoft.com/office/drawing/2014/main" id="{A7ED1E5F-D7C2-4210-9208-6167B43BDC9A}"/>
              </a:ext>
            </a:extLst>
          </p:cNvPr>
          <p:cNvSpPr>
            <a:spLocks noGrp="1"/>
          </p:cNvSpPr>
          <p:nvPr/>
        </p:nvSpPr>
        <p:spPr>
          <a:xfrm>
            <a:off x="3270194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7" name="Rounded Rectangle">
            <a:extLst>
              <a:ext uri="{FF2B5EF4-FFF2-40B4-BE49-F238E27FC236}">
                <a16:creationId xmlns:a16="http://schemas.microsoft.com/office/drawing/2014/main" id="{4D1D318C-CBA1-4F40-BE82-19D5101D6FC6}"/>
              </a:ext>
            </a:extLst>
          </p:cNvPr>
          <p:cNvSpPr>
            <a:spLocks noGrp="1"/>
          </p:cNvSpPr>
          <p:nvPr/>
        </p:nvSpPr>
        <p:spPr>
          <a:xfrm>
            <a:off x="2787982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8" name="Circle">
            <a:extLst>
              <a:ext uri="{FF2B5EF4-FFF2-40B4-BE49-F238E27FC236}">
                <a16:creationId xmlns:a16="http://schemas.microsoft.com/office/drawing/2014/main" id="{525E9E09-6714-4740-B060-8866B20A7E4C}"/>
              </a:ext>
            </a:extLst>
          </p:cNvPr>
          <p:cNvSpPr>
            <a:spLocks noGrp="1"/>
          </p:cNvSpPr>
          <p:nvPr/>
        </p:nvSpPr>
        <p:spPr>
          <a:xfrm>
            <a:off x="2887709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9" name="Circle">
            <a:extLst>
              <a:ext uri="{FF2B5EF4-FFF2-40B4-BE49-F238E27FC236}">
                <a16:creationId xmlns:a16="http://schemas.microsoft.com/office/drawing/2014/main" id="{8C7ECDAA-6942-4133-8D19-FB53013D0999}"/>
              </a:ext>
            </a:extLst>
          </p:cNvPr>
          <p:cNvSpPr>
            <a:spLocks noGrp="1"/>
          </p:cNvSpPr>
          <p:nvPr/>
        </p:nvSpPr>
        <p:spPr>
          <a:xfrm rot="10800000">
            <a:off x="3652678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0" name="Rounded Rectangle">
            <a:extLst>
              <a:ext uri="{FF2B5EF4-FFF2-40B4-BE49-F238E27FC236}">
                <a16:creationId xmlns:a16="http://schemas.microsoft.com/office/drawing/2014/main" id="{8A873F41-7A3E-4806-B649-4C5CCEE1DD2D}"/>
              </a:ext>
            </a:extLst>
          </p:cNvPr>
          <p:cNvSpPr>
            <a:spLocks noGrp="1"/>
          </p:cNvSpPr>
          <p:nvPr/>
        </p:nvSpPr>
        <p:spPr>
          <a:xfrm>
            <a:off x="2787982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1" name="Circle">
            <a:extLst>
              <a:ext uri="{FF2B5EF4-FFF2-40B4-BE49-F238E27FC236}">
                <a16:creationId xmlns:a16="http://schemas.microsoft.com/office/drawing/2014/main" id="{BAEF01F1-6E9C-440B-93E8-2A264E6B6A87}"/>
              </a:ext>
            </a:extLst>
          </p:cNvPr>
          <p:cNvSpPr>
            <a:spLocks noGrp="1"/>
          </p:cNvSpPr>
          <p:nvPr/>
        </p:nvSpPr>
        <p:spPr>
          <a:xfrm>
            <a:off x="288771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2" name="Circle">
            <a:extLst>
              <a:ext uri="{FF2B5EF4-FFF2-40B4-BE49-F238E27FC236}">
                <a16:creationId xmlns:a16="http://schemas.microsoft.com/office/drawing/2014/main" id="{4483D375-97FF-47C7-AED2-929BAA0A79A8}"/>
              </a:ext>
            </a:extLst>
          </p:cNvPr>
          <p:cNvSpPr>
            <a:spLocks noGrp="1"/>
          </p:cNvSpPr>
          <p:nvPr/>
        </p:nvSpPr>
        <p:spPr>
          <a:xfrm rot="10800000">
            <a:off x="3652678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3" name="Circle">
            <a:extLst>
              <a:ext uri="{FF2B5EF4-FFF2-40B4-BE49-F238E27FC236}">
                <a16:creationId xmlns:a16="http://schemas.microsoft.com/office/drawing/2014/main" id="{32929B12-F135-427C-9F1F-3C89EFE10B15}"/>
              </a:ext>
            </a:extLst>
          </p:cNvPr>
          <p:cNvSpPr>
            <a:spLocks noGrp="1"/>
          </p:cNvSpPr>
          <p:nvPr/>
        </p:nvSpPr>
        <p:spPr>
          <a:xfrm rot="10800000">
            <a:off x="3270194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4" name="Rounded Rectangle">
            <a:extLst>
              <a:ext uri="{FF2B5EF4-FFF2-40B4-BE49-F238E27FC236}">
                <a16:creationId xmlns:a16="http://schemas.microsoft.com/office/drawing/2014/main" id="{FDF64A53-6DAD-401E-8897-61C5F4F799D2}"/>
              </a:ext>
            </a:extLst>
          </p:cNvPr>
          <p:cNvSpPr>
            <a:spLocks noGrp="1"/>
          </p:cNvSpPr>
          <p:nvPr/>
        </p:nvSpPr>
        <p:spPr>
          <a:xfrm>
            <a:off x="2787982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5" name="Circle">
            <a:extLst>
              <a:ext uri="{FF2B5EF4-FFF2-40B4-BE49-F238E27FC236}">
                <a16:creationId xmlns:a16="http://schemas.microsoft.com/office/drawing/2014/main" id="{D98B482D-D4DD-4D1F-980A-3C98E9328CF9}"/>
              </a:ext>
            </a:extLst>
          </p:cNvPr>
          <p:cNvSpPr>
            <a:spLocks noGrp="1"/>
          </p:cNvSpPr>
          <p:nvPr/>
        </p:nvSpPr>
        <p:spPr>
          <a:xfrm>
            <a:off x="288771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6" name="Circle">
            <a:extLst>
              <a:ext uri="{FF2B5EF4-FFF2-40B4-BE49-F238E27FC236}">
                <a16:creationId xmlns:a16="http://schemas.microsoft.com/office/drawing/2014/main" id="{D5350825-A43B-4304-846A-142ED39E52C6}"/>
              </a:ext>
            </a:extLst>
          </p:cNvPr>
          <p:cNvSpPr>
            <a:spLocks noGrp="1"/>
          </p:cNvSpPr>
          <p:nvPr/>
        </p:nvSpPr>
        <p:spPr>
          <a:xfrm rot="10800000">
            <a:off x="3652678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7" name="Circle">
            <a:extLst>
              <a:ext uri="{FF2B5EF4-FFF2-40B4-BE49-F238E27FC236}">
                <a16:creationId xmlns:a16="http://schemas.microsoft.com/office/drawing/2014/main" id="{BAF11517-78C1-4CCE-BBB4-9AE098105A2D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8" name="Circle">
            <a:extLst>
              <a:ext uri="{FF2B5EF4-FFF2-40B4-BE49-F238E27FC236}">
                <a16:creationId xmlns:a16="http://schemas.microsoft.com/office/drawing/2014/main" id="{D3EACB50-6713-4C93-BC32-EFFCE32D8408}"/>
              </a:ext>
            </a:extLst>
          </p:cNvPr>
          <p:cNvSpPr>
            <a:spLocks noGrp="1"/>
          </p:cNvSpPr>
          <p:nvPr/>
        </p:nvSpPr>
        <p:spPr>
          <a:xfrm flipH="1">
            <a:off x="3652678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9" name="Rounded Rectangle">
            <a:extLst>
              <a:ext uri="{FF2B5EF4-FFF2-40B4-BE49-F238E27FC236}">
                <a16:creationId xmlns:a16="http://schemas.microsoft.com/office/drawing/2014/main" id="{A9D5974D-2FD2-482F-85DB-FC486EF66772}"/>
              </a:ext>
            </a:extLst>
          </p:cNvPr>
          <p:cNvSpPr>
            <a:spLocks noGrp="1"/>
          </p:cNvSpPr>
          <p:nvPr/>
        </p:nvSpPr>
        <p:spPr>
          <a:xfrm>
            <a:off x="2787982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00" name="Circle">
            <a:extLst>
              <a:ext uri="{FF2B5EF4-FFF2-40B4-BE49-F238E27FC236}">
                <a16:creationId xmlns:a16="http://schemas.microsoft.com/office/drawing/2014/main" id="{ABD54678-0B41-4CF7-8F15-B529FFFB29D3}"/>
              </a:ext>
            </a:extLst>
          </p:cNvPr>
          <p:cNvSpPr>
            <a:spLocks noGrp="1"/>
          </p:cNvSpPr>
          <p:nvPr/>
        </p:nvSpPr>
        <p:spPr>
          <a:xfrm>
            <a:off x="2887710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01" name="Circle">
            <a:extLst>
              <a:ext uri="{FF2B5EF4-FFF2-40B4-BE49-F238E27FC236}">
                <a16:creationId xmlns:a16="http://schemas.microsoft.com/office/drawing/2014/main" id="{A1C960DC-55CE-4B8F-AED5-5002EFB2644C}"/>
              </a:ext>
            </a:extLst>
          </p:cNvPr>
          <p:cNvSpPr>
            <a:spLocks noGrp="1"/>
          </p:cNvSpPr>
          <p:nvPr/>
        </p:nvSpPr>
        <p:spPr>
          <a:xfrm rot="10800000">
            <a:off x="3652678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02" name="Circle">
            <a:extLst>
              <a:ext uri="{FF2B5EF4-FFF2-40B4-BE49-F238E27FC236}">
                <a16:creationId xmlns:a16="http://schemas.microsoft.com/office/drawing/2014/main" id="{37A17BE9-ED48-4E92-8A5F-D6FE03D10F2A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03" name="Circle">
            <a:extLst>
              <a:ext uri="{FF2B5EF4-FFF2-40B4-BE49-F238E27FC236}">
                <a16:creationId xmlns:a16="http://schemas.microsoft.com/office/drawing/2014/main" id="{D814A8D7-9E19-465C-B48D-4AAACF966482}"/>
              </a:ext>
            </a:extLst>
          </p:cNvPr>
          <p:cNvSpPr>
            <a:spLocks noGrp="1"/>
          </p:cNvSpPr>
          <p:nvPr/>
        </p:nvSpPr>
        <p:spPr>
          <a:xfrm flipH="1">
            <a:off x="3652678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04" name="Circle">
            <a:extLst>
              <a:ext uri="{FF2B5EF4-FFF2-40B4-BE49-F238E27FC236}">
                <a16:creationId xmlns:a16="http://schemas.microsoft.com/office/drawing/2014/main" id="{619F81A3-80CD-42EA-8AF7-152DC4F285E1}"/>
              </a:ext>
            </a:extLst>
          </p:cNvPr>
          <p:cNvSpPr>
            <a:spLocks noGrp="1"/>
          </p:cNvSpPr>
          <p:nvPr/>
        </p:nvSpPr>
        <p:spPr>
          <a:xfrm rot="10800000">
            <a:off x="3270194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05" name="Rounded Rectangle">
            <a:extLst>
              <a:ext uri="{FF2B5EF4-FFF2-40B4-BE49-F238E27FC236}">
                <a16:creationId xmlns:a16="http://schemas.microsoft.com/office/drawing/2014/main" id="{D13FE19A-D233-4779-9BBA-73B254207185}"/>
              </a:ext>
            </a:extLst>
          </p:cNvPr>
          <p:cNvSpPr>
            <a:spLocks noGrp="1"/>
          </p:cNvSpPr>
          <p:nvPr/>
        </p:nvSpPr>
        <p:spPr>
          <a:xfrm>
            <a:off x="2787982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06" name="Circle">
            <a:extLst>
              <a:ext uri="{FF2B5EF4-FFF2-40B4-BE49-F238E27FC236}">
                <a16:creationId xmlns:a16="http://schemas.microsoft.com/office/drawing/2014/main" id="{77C86EFB-8068-447E-B70F-89E07BB441FE}"/>
              </a:ext>
            </a:extLst>
          </p:cNvPr>
          <p:cNvSpPr>
            <a:spLocks noGrp="1"/>
          </p:cNvSpPr>
          <p:nvPr/>
        </p:nvSpPr>
        <p:spPr>
          <a:xfrm>
            <a:off x="2887710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07" name="Circle">
            <a:extLst>
              <a:ext uri="{FF2B5EF4-FFF2-40B4-BE49-F238E27FC236}">
                <a16:creationId xmlns:a16="http://schemas.microsoft.com/office/drawing/2014/main" id="{AD523C63-1244-4121-B401-1B5A4CC91A7E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08" name="Circle">
            <a:extLst>
              <a:ext uri="{FF2B5EF4-FFF2-40B4-BE49-F238E27FC236}">
                <a16:creationId xmlns:a16="http://schemas.microsoft.com/office/drawing/2014/main" id="{F02E71AA-EEB3-4B69-8A2E-E33AACEFED31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09" name="Circle">
            <a:extLst>
              <a:ext uri="{FF2B5EF4-FFF2-40B4-BE49-F238E27FC236}">
                <a16:creationId xmlns:a16="http://schemas.microsoft.com/office/drawing/2014/main" id="{45612365-7A10-4AF6-8810-AC2BFE5943F7}"/>
              </a:ext>
            </a:extLst>
          </p:cNvPr>
          <p:cNvSpPr>
            <a:spLocks noGrp="1"/>
          </p:cNvSpPr>
          <p:nvPr/>
        </p:nvSpPr>
        <p:spPr>
          <a:xfrm flipH="1">
            <a:off x="3652678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10" name="Circle">
            <a:extLst>
              <a:ext uri="{FF2B5EF4-FFF2-40B4-BE49-F238E27FC236}">
                <a16:creationId xmlns:a16="http://schemas.microsoft.com/office/drawing/2014/main" id="{AC5C9C54-6134-4773-B676-B65C0BCDE2E6}"/>
              </a:ext>
            </a:extLst>
          </p:cNvPr>
          <p:cNvSpPr>
            <a:spLocks noGrp="1"/>
          </p:cNvSpPr>
          <p:nvPr/>
        </p:nvSpPr>
        <p:spPr>
          <a:xfrm rot="10800000">
            <a:off x="2887710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11" name="Circle">
            <a:extLst>
              <a:ext uri="{FF2B5EF4-FFF2-40B4-BE49-F238E27FC236}">
                <a16:creationId xmlns:a16="http://schemas.microsoft.com/office/drawing/2014/main" id="{12EC5E0C-45B1-497C-87DF-A08BE56426DF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12" name="Rounded Rectangle">
            <a:extLst>
              <a:ext uri="{FF2B5EF4-FFF2-40B4-BE49-F238E27FC236}">
                <a16:creationId xmlns:a16="http://schemas.microsoft.com/office/drawing/2014/main" id="{1CEC08E6-5D46-4EC2-A823-8F1AA0DD43D7}"/>
              </a:ext>
            </a:extLst>
          </p:cNvPr>
          <p:cNvSpPr>
            <a:spLocks noGrp="1"/>
          </p:cNvSpPr>
          <p:nvPr/>
        </p:nvSpPr>
        <p:spPr>
          <a:xfrm>
            <a:off x="1366203" y="3231794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13" name="Circle">
            <a:extLst>
              <a:ext uri="{FF2B5EF4-FFF2-40B4-BE49-F238E27FC236}">
                <a16:creationId xmlns:a16="http://schemas.microsoft.com/office/drawing/2014/main" id="{3BA7BF8E-2400-4540-96F2-6A201B514B16}"/>
              </a:ext>
            </a:extLst>
          </p:cNvPr>
          <p:cNvSpPr>
            <a:spLocks noGrp="1"/>
          </p:cNvSpPr>
          <p:nvPr/>
        </p:nvSpPr>
        <p:spPr>
          <a:xfrm>
            <a:off x="1848415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14" name="Rounded Rectangle">
            <a:extLst>
              <a:ext uri="{FF2B5EF4-FFF2-40B4-BE49-F238E27FC236}">
                <a16:creationId xmlns:a16="http://schemas.microsoft.com/office/drawing/2014/main" id="{B16DA98F-0ACC-4B23-94A5-71A94DBF594C}"/>
              </a:ext>
            </a:extLst>
          </p:cNvPr>
          <p:cNvSpPr>
            <a:spLocks noGrp="1"/>
          </p:cNvSpPr>
          <p:nvPr/>
        </p:nvSpPr>
        <p:spPr>
          <a:xfrm>
            <a:off x="5158165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15" name="Circle">
            <a:extLst>
              <a:ext uri="{FF2B5EF4-FFF2-40B4-BE49-F238E27FC236}">
                <a16:creationId xmlns:a16="http://schemas.microsoft.com/office/drawing/2014/main" id="{4FD0BEAD-7310-450C-A7C6-02F9DD281872}"/>
              </a:ext>
            </a:extLst>
          </p:cNvPr>
          <p:cNvSpPr>
            <a:spLocks noGrp="1"/>
          </p:cNvSpPr>
          <p:nvPr/>
        </p:nvSpPr>
        <p:spPr>
          <a:xfrm>
            <a:off x="525789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16" name="Circle">
            <a:extLst>
              <a:ext uri="{FF2B5EF4-FFF2-40B4-BE49-F238E27FC236}">
                <a16:creationId xmlns:a16="http://schemas.microsoft.com/office/drawing/2014/main" id="{8116A394-161A-4672-ADF9-C6A38FEE9A32}"/>
              </a:ext>
            </a:extLst>
          </p:cNvPr>
          <p:cNvSpPr>
            <a:spLocks noGrp="1"/>
          </p:cNvSpPr>
          <p:nvPr/>
        </p:nvSpPr>
        <p:spPr>
          <a:xfrm rot="10800000">
            <a:off x="6022861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17" name="Rounded Rectangle">
            <a:extLst>
              <a:ext uri="{FF2B5EF4-FFF2-40B4-BE49-F238E27FC236}">
                <a16:creationId xmlns:a16="http://schemas.microsoft.com/office/drawing/2014/main" id="{B0B25691-3439-4766-8BF3-7CF9478DF23E}"/>
              </a:ext>
            </a:extLst>
          </p:cNvPr>
          <p:cNvSpPr>
            <a:spLocks noGrp="1"/>
          </p:cNvSpPr>
          <p:nvPr/>
        </p:nvSpPr>
        <p:spPr>
          <a:xfrm>
            <a:off x="8950128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18" name="Circle">
            <a:extLst>
              <a:ext uri="{FF2B5EF4-FFF2-40B4-BE49-F238E27FC236}">
                <a16:creationId xmlns:a16="http://schemas.microsoft.com/office/drawing/2014/main" id="{77F59A01-9355-482A-97C2-8A31C9DB34C2}"/>
              </a:ext>
            </a:extLst>
          </p:cNvPr>
          <p:cNvSpPr>
            <a:spLocks noGrp="1"/>
          </p:cNvSpPr>
          <p:nvPr/>
        </p:nvSpPr>
        <p:spPr>
          <a:xfrm>
            <a:off x="9049856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19" name="Circle">
            <a:extLst>
              <a:ext uri="{FF2B5EF4-FFF2-40B4-BE49-F238E27FC236}">
                <a16:creationId xmlns:a16="http://schemas.microsoft.com/office/drawing/2014/main" id="{6941B4BC-E718-4872-BC00-E3864ECF94F4}"/>
              </a:ext>
            </a:extLst>
          </p:cNvPr>
          <p:cNvSpPr>
            <a:spLocks noGrp="1"/>
          </p:cNvSpPr>
          <p:nvPr/>
        </p:nvSpPr>
        <p:spPr>
          <a:xfrm rot="10800000">
            <a:off x="9814825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0" name="Circle">
            <a:extLst>
              <a:ext uri="{FF2B5EF4-FFF2-40B4-BE49-F238E27FC236}">
                <a16:creationId xmlns:a16="http://schemas.microsoft.com/office/drawing/2014/main" id="{241EE0D8-1ACC-4774-B81C-B55221DD2D83}"/>
              </a:ext>
            </a:extLst>
          </p:cNvPr>
          <p:cNvSpPr>
            <a:spLocks noGrp="1"/>
          </p:cNvSpPr>
          <p:nvPr/>
        </p:nvSpPr>
        <p:spPr>
          <a:xfrm rot="10800000">
            <a:off x="9432340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1" name="Rounded Rectangle">
            <a:extLst>
              <a:ext uri="{FF2B5EF4-FFF2-40B4-BE49-F238E27FC236}">
                <a16:creationId xmlns:a16="http://schemas.microsoft.com/office/drawing/2014/main" id="{F1FCECBA-9815-4ADE-A7D9-97B4B42F696A}"/>
              </a:ext>
            </a:extLst>
          </p:cNvPr>
          <p:cNvSpPr>
            <a:spLocks noGrp="1"/>
          </p:cNvSpPr>
          <p:nvPr/>
        </p:nvSpPr>
        <p:spPr>
          <a:xfrm>
            <a:off x="12742091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2" name="Circle">
            <a:extLst>
              <a:ext uri="{FF2B5EF4-FFF2-40B4-BE49-F238E27FC236}">
                <a16:creationId xmlns:a16="http://schemas.microsoft.com/office/drawing/2014/main" id="{3995EFD7-A876-4E38-84C2-8808721564AB}"/>
              </a:ext>
            </a:extLst>
          </p:cNvPr>
          <p:cNvSpPr>
            <a:spLocks noGrp="1"/>
          </p:cNvSpPr>
          <p:nvPr/>
        </p:nvSpPr>
        <p:spPr>
          <a:xfrm>
            <a:off x="12841819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3" name="Circle">
            <a:extLst>
              <a:ext uri="{FF2B5EF4-FFF2-40B4-BE49-F238E27FC236}">
                <a16:creationId xmlns:a16="http://schemas.microsoft.com/office/drawing/2014/main" id="{64533A8F-888B-4680-A110-C72F45B7C973}"/>
              </a:ext>
            </a:extLst>
          </p:cNvPr>
          <p:cNvSpPr>
            <a:spLocks noGrp="1"/>
          </p:cNvSpPr>
          <p:nvPr/>
        </p:nvSpPr>
        <p:spPr>
          <a:xfrm rot="10800000">
            <a:off x="13606789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4" name="Circle">
            <a:extLst>
              <a:ext uri="{FF2B5EF4-FFF2-40B4-BE49-F238E27FC236}">
                <a16:creationId xmlns:a16="http://schemas.microsoft.com/office/drawing/2014/main" id="{B87AA301-25F1-4971-8A4E-395C2013C50F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5" name="Circle">
            <a:extLst>
              <a:ext uri="{FF2B5EF4-FFF2-40B4-BE49-F238E27FC236}">
                <a16:creationId xmlns:a16="http://schemas.microsoft.com/office/drawing/2014/main" id="{BEA4904A-555C-4E7A-AE64-A5E30F8CF44F}"/>
              </a:ext>
            </a:extLst>
          </p:cNvPr>
          <p:cNvSpPr>
            <a:spLocks noGrp="1"/>
          </p:cNvSpPr>
          <p:nvPr/>
        </p:nvSpPr>
        <p:spPr>
          <a:xfrm flipH="1">
            <a:off x="13606789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6" name="Rounded Rectangle">
            <a:extLst>
              <a:ext uri="{FF2B5EF4-FFF2-40B4-BE49-F238E27FC236}">
                <a16:creationId xmlns:a16="http://schemas.microsoft.com/office/drawing/2014/main" id="{50EDB645-949A-42BD-B121-2F162FCC2D14}"/>
              </a:ext>
            </a:extLst>
          </p:cNvPr>
          <p:cNvSpPr>
            <a:spLocks noGrp="1"/>
          </p:cNvSpPr>
          <p:nvPr/>
        </p:nvSpPr>
        <p:spPr>
          <a:xfrm>
            <a:off x="16534055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7" name="Circle">
            <a:extLst>
              <a:ext uri="{FF2B5EF4-FFF2-40B4-BE49-F238E27FC236}">
                <a16:creationId xmlns:a16="http://schemas.microsoft.com/office/drawing/2014/main" id="{91F0186C-8947-4186-86DA-85E645F9214F}"/>
              </a:ext>
            </a:extLst>
          </p:cNvPr>
          <p:cNvSpPr>
            <a:spLocks noGrp="1"/>
          </p:cNvSpPr>
          <p:nvPr/>
        </p:nvSpPr>
        <p:spPr>
          <a:xfrm>
            <a:off x="1663378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8" name="Circle">
            <a:extLst>
              <a:ext uri="{FF2B5EF4-FFF2-40B4-BE49-F238E27FC236}">
                <a16:creationId xmlns:a16="http://schemas.microsoft.com/office/drawing/2014/main" id="{F206D511-9BD5-481A-8B10-1BAFECA24C52}"/>
              </a:ext>
            </a:extLst>
          </p:cNvPr>
          <p:cNvSpPr>
            <a:spLocks noGrp="1"/>
          </p:cNvSpPr>
          <p:nvPr/>
        </p:nvSpPr>
        <p:spPr>
          <a:xfrm rot="10800000">
            <a:off x="17398753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9" name="Circle">
            <a:extLst>
              <a:ext uri="{FF2B5EF4-FFF2-40B4-BE49-F238E27FC236}">
                <a16:creationId xmlns:a16="http://schemas.microsoft.com/office/drawing/2014/main" id="{C0D5FFE4-DD09-4EF4-93FD-361CE6B264CF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30" name="Circle">
            <a:extLst>
              <a:ext uri="{FF2B5EF4-FFF2-40B4-BE49-F238E27FC236}">
                <a16:creationId xmlns:a16="http://schemas.microsoft.com/office/drawing/2014/main" id="{C40F58F9-F7B9-4997-A176-15BDA31EBE9C}"/>
              </a:ext>
            </a:extLst>
          </p:cNvPr>
          <p:cNvSpPr>
            <a:spLocks noGrp="1"/>
          </p:cNvSpPr>
          <p:nvPr/>
        </p:nvSpPr>
        <p:spPr>
          <a:xfrm flipH="1">
            <a:off x="17398753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31" name="Circle">
            <a:extLst>
              <a:ext uri="{FF2B5EF4-FFF2-40B4-BE49-F238E27FC236}">
                <a16:creationId xmlns:a16="http://schemas.microsoft.com/office/drawing/2014/main" id="{CE35D4B6-23F3-4555-92DC-3CA21B818144}"/>
              </a:ext>
            </a:extLst>
          </p:cNvPr>
          <p:cNvSpPr>
            <a:spLocks noGrp="1"/>
          </p:cNvSpPr>
          <p:nvPr/>
        </p:nvSpPr>
        <p:spPr>
          <a:xfrm rot="10800000">
            <a:off x="17016267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32" name="Rounded Rectangle">
            <a:extLst>
              <a:ext uri="{FF2B5EF4-FFF2-40B4-BE49-F238E27FC236}">
                <a16:creationId xmlns:a16="http://schemas.microsoft.com/office/drawing/2014/main" id="{85FC5048-9C10-4701-BB00-EB78873CBC0C}"/>
              </a:ext>
            </a:extLst>
          </p:cNvPr>
          <p:cNvSpPr>
            <a:spLocks noGrp="1"/>
          </p:cNvSpPr>
          <p:nvPr/>
        </p:nvSpPr>
        <p:spPr>
          <a:xfrm>
            <a:off x="20326017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33" name="Circle">
            <a:extLst>
              <a:ext uri="{FF2B5EF4-FFF2-40B4-BE49-F238E27FC236}">
                <a16:creationId xmlns:a16="http://schemas.microsoft.com/office/drawing/2014/main" id="{818EFBCD-9F86-47B2-8B1C-EE1B66BCFD27}"/>
              </a:ext>
            </a:extLst>
          </p:cNvPr>
          <p:cNvSpPr>
            <a:spLocks noGrp="1"/>
          </p:cNvSpPr>
          <p:nvPr/>
        </p:nvSpPr>
        <p:spPr>
          <a:xfrm>
            <a:off x="20425745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34" name="Circle">
            <a:extLst>
              <a:ext uri="{FF2B5EF4-FFF2-40B4-BE49-F238E27FC236}">
                <a16:creationId xmlns:a16="http://schemas.microsoft.com/office/drawing/2014/main" id="{4E5B8CCB-5E50-414F-933A-FB91031C7AFA}"/>
              </a:ext>
            </a:extLst>
          </p:cNvPr>
          <p:cNvSpPr>
            <a:spLocks noGrp="1"/>
          </p:cNvSpPr>
          <p:nvPr/>
        </p:nvSpPr>
        <p:spPr>
          <a:xfrm rot="10800000">
            <a:off x="21190715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35" name="Circle">
            <a:extLst>
              <a:ext uri="{FF2B5EF4-FFF2-40B4-BE49-F238E27FC236}">
                <a16:creationId xmlns:a16="http://schemas.microsoft.com/office/drawing/2014/main" id="{262D2ABE-D8E9-4356-8E4A-4144E0D7FEE3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36" name="Circle">
            <a:extLst>
              <a:ext uri="{FF2B5EF4-FFF2-40B4-BE49-F238E27FC236}">
                <a16:creationId xmlns:a16="http://schemas.microsoft.com/office/drawing/2014/main" id="{0F2B91F9-2FE4-41F9-B252-9A383CDA58FD}"/>
              </a:ext>
            </a:extLst>
          </p:cNvPr>
          <p:cNvSpPr>
            <a:spLocks noGrp="1"/>
          </p:cNvSpPr>
          <p:nvPr/>
        </p:nvSpPr>
        <p:spPr>
          <a:xfrm flipH="1">
            <a:off x="21190715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37" name="Circle">
            <a:extLst>
              <a:ext uri="{FF2B5EF4-FFF2-40B4-BE49-F238E27FC236}">
                <a16:creationId xmlns:a16="http://schemas.microsoft.com/office/drawing/2014/main" id="{B99C867B-CAFE-4C57-99D7-0CED55C7B70E}"/>
              </a:ext>
            </a:extLst>
          </p:cNvPr>
          <p:cNvSpPr>
            <a:spLocks noGrp="1"/>
          </p:cNvSpPr>
          <p:nvPr/>
        </p:nvSpPr>
        <p:spPr>
          <a:xfrm rot="10800000">
            <a:off x="20425745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38" name="Circle">
            <a:extLst>
              <a:ext uri="{FF2B5EF4-FFF2-40B4-BE49-F238E27FC236}">
                <a16:creationId xmlns:a16="http://schemas.microsoft.com/office/drawing/2014/main" id="{68E88E46-4D00-43B5-BC7F-6D251D7778F0}"/>
              </a:ext>
            </a:extLst>
          </p:cNvPr>
          <p:cNvSpPr>
            <a:spLocks noGrp="1"/>
          </p:cNvSpPr>
          <p:nvPr/>
        </p:nvSpPr>
        <p:spPr>
          <a:xfrm rot="10800000">
            <a:off x="21190715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39" name="Rounded Rectangle">
            <a:extLst>
              <a:ext uri="{FF2B5EF4-FFF2-40B4-BE49-F238E27FC236}">
                <a16:creationId xmlns:a16="http://schemas.microsoft.com/office/drawing/2014/main" id="{0DD5BEF6-8D17-4A4D-8272-5EBD80421E4B}"/>
              </a:ext>
            </a:extLst>
          </p:cNvPr>
          <p:cNvSpPr>
            <a:spLocks noGrp="1"/>
          </p:cNvSpPr>
          <p:nvPr/>
        </p:nvSpPr>
        <p:spPr>
          <a:xfrm>
            <a:off x="1366203" y="5225930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0" name="Circle">
            <a:extLst>
              <a:ext uri="{FF2B5EF4-FFF2-40B4-BE49-F238E27FC236}">
                <a16:creationId xmlns:a16="http://schemas.microsoft.com/office/drawing/2014/main" id="{3FF79F8D-DA39-447F-ABB5-C47D2CB348B1}"/>
              </a:ext>
            </a:extLst>
          </p:cNvPr>
          <p:cNvSpPr>
            <a:spLocks noGrp="1"/>
          </p:cNvSpPr>
          <p:nvPr/>
        </p:nvSpPr>
        <p:spPr>
          <a:xfrm>
            <a:off x="1848415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1" name="Rounded Rectangle">
            <a:extLst>
              <a:ext uri="{FF2B5EF4-FFF2-40B4-BE49-F238E27FC236}">
                <a16:creationId xmlns:a16="http://schemas.microsoft.com/office/drawing/2014/main" id="{2BAEEE32-321C-4AD6-8597-B0A14F0D91EF}"/>
              </a:ext>
            </a:extLst>
          </p:cNvPr>
          <p:cNvSpPr>
            <a:spLocks noGrp="1"/>
          </p:cNvSpPr>
          <p:nvPr/>
        </p:nvSpPr>
        <p:spPr>
          <a:xfrm>
            <a:off x="5158165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2" name="Circle">
            <a:extLst>
              <a:ext uri="{FF2B5EF4-FFF2-40B4-BE49-F238E27FC236}">
                <a16:creationId xmlns:a16="http://schemas.microsoft.com/office/drawing/2014/main" id="{E6C49EDE-5BA4-4267-982D-EE01BFB18490}"/>
              </a:ext>
            </a:extLst>
          </p:cNvPr>
          <p:cNvSpPr>
            <a:spLocks noGrp="1"/>
          </p:cNvSpPr>
          <p:nvPr/>
        </p:nvSpPr>
        <p:spPr>
          <a:xfrm>
            <a:off x="525789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3" name="Circle">
            <a:extLst>
              <a:ext uri="{FF2B5EF4-FFF2-40B4-BE49-F238E27FC236}">
                <a16:creationId xmlns:a16="http://schemas.microsoft.com/office/drawing/2014/main" id="{9236B5E0-131F-4115-84A2-C8E6FA6A81EB}"/>
              </a:ext>
            </a:extLst>
          </p:cNvPr>
          <p:cNvSpPr>
            <a:spLocks noGrp="1"/>
          </p:cNvSpPr>
          <p:nvPr/>
        </p:nvSpPr>
        <p:spPr>
          <a:xfrm rot="10800000">
            <a:off x="602286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4" name="Rounded Rectangle">
            <a:extLst>
              <a:ext uri="{FF2B5EF4-FFF2-40B4-BE49-F238E27FC236}">
                <a16:creationId xmlns:a16="http://schemas.microsoft.com/office/drawing/2014/main" id="{DEB5ADC9-4310-46D7-B434-3E2973E9F2B3}"/>
              </a:ext>
            </a:extLst>
          </p:cNvPr>
          <p:cNvSpPr>
            <a:spLocks noGrp="1"/>
          </p:cNvSpPr>
          <p:nvPr/>
        </p:nvSpPr>
        <p:spPr>
          <a:xfrm>
            <a:off x="8950128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5" name="Circle">
            <a:extLst>
              <a:ext uri="{FF2B5EF4-FFF2-40B4-BE49-F238E27FC236}">
                <a16:creationId xmlns:a16="http://schemas.microsoft.com/office/drawing/2014/main" id="{C31174BA-CBE7-46E2-81B6-1984A0C37ADB}"/>
              </a:ext>
            </a:extLst>
          </p:cNvPr>
          <p:cNvSpPr>
            <a:spLocks noGrp="1"/>
          </p:cNvSpPr>
          <p:nvPr/>
        </p:nvSpPr>
        <p:spPr>
          <a:xfrm>
            <a:off x="9049856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6" name="Circle">
            <a:extLst>
              <a:ext uri="{FF2B5EF4-FFF2-40B4-BE49-F238E27FC236}">
                <a16:creationId xmlns:a16="http://schemas.microsoft.com/office/drawing/2014/main" id="{6F2C60D2-F7C8-4471-9CFD-5F0FA6BB9644}"/>
              </a:ext>
            </a:extLst>
          </p:cNvPr>
          <p:cNvSpPr>
            <a:spLocks noGrp="1"/>
          </p:cNvSpPr>
          <p:nvPr/>
        </p:nvSpPr>
        <p:spPr>
          <a:xfrm rot="10800000">
            <a:off x="981482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7" name="Circle">
            <a:extLst>
              <a:ext uri="{FF2B5EF4-FFF2-40B4-BE49-F238E27FC236}">
                <a16:creationId xmlns:a16="http://schemas.microsoft.com/office/drawing/2014/main" id="{9324D50A-806A-4452-84B7-38540251A8E5}"/>
              </a:ext>
            </a:extLst>
          </p:cNvPr>
          <p:cNvSpPr>
            <a:spLocks noGrp="1"/>
          </p:cNvSpPr>
          <p:nvPr/>
        </p:nvSpPr>
        <p:spPr>
          <a:xfrm rot="10800000">
            <a:off x="9432340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8" name="Rounded Rectangle">
            <a:extLst>
              <a:ext uri="{FF2B5EF4-FFF2-40B4-BE49-F238E27FC236}">
                <a16:creationId xmlns:a16="http://schemas.microsoft.com/office/drawing/2014/main" id="{D34E3BB1-72A7-4D09-9D45-A2A0925E3BD6}"/>
              </a:ext>
            </a:extLst>
          </p:cNvPr>
          <p:cNvSpPr>
            <a:spLocks noGrp="1"/>
          </p:cNvSpPr>
          <p:nvPr/>
        </p:nvSpPr>
        <p:spPr>
          <a:xfrm>
            <a:off x="12742091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9" name="Circle">
            <a:extLst>
              <a:ext uri="{FF2B5EF4-FFF2-40B4-BE49-F238E27FC236}">
                <a16:creationId xmlns:a16="http://schemas.microsoft.com/office/drawing/2014/main" id="{BE6A297E-A540-43D8-ACA2-6728535DC5EC}"/>
              </a:ext>
            </a:extLst>
          </p:cNvPr>
          <p:cNvSpPr>
            <a:spLocks noGrp="1"/>
          </p:cNvSpPr>
          <p:nvPr/>
        </p:nvSpPr>
        <p:spPr>
          <a:xfrm>
            <a:off x="12841819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0" name="Circle">
            <a:extLst>
              <a:ext uri="{FF2B5EF4-FFF2-40B4-BE49-F238E27FC236}">
                <a16:creationId xmlns:a16="http://schemas.microsoft.com/office/drawing/2014/main" id="{D07B2E0D-7CEB-4F20-9BCD-1EECC861C86A}"/>
              </a:ext>
            </a:extLst>
          </p:cNvPr>
          <p:cNvSpPr>
            <a:spLocks noGrp="1"/>
          </p:cNvSpPr>
          <p:nvPr/>
        </p:nvSpPr>
        <p:spPr>
          <a:xfrm rot="10800000">
            <a:off x="13606789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1" name="Circle">
            <a:extLst>
              <a:ext uri="{FF2B5EF4-FFF2-40B4-BE49-F238E27FC236}">
                <a16:creationId xmlns:a16="http://schemas.microsoft.com/office/drawing/2014/main" id="{11E83365-B1E1-439E-9524-087BCDEE0DC1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2" name="Circle">
            <a:extLst>
              <a:ext uri="{FF2B5EF4-FFF2-40B4-BE49-F238E27FC236}">
                <a16:creationId xmlns:a16="http://schemas.microsoft.com/office/drawing/2014/main" id="{EC6F30B5-7CB7-4678-8A2D-824515C7D10F}"/>
              </a:ext>
            </a:extLst>
          </p:cNvPr>
          <p:cNvSpPr>
            <a:spLocks noGrp="1"/>
          </p:cNvSpPr>
          <p:nvPr/>
        </p:nvSpPr>
        <p:spPr>
          <a:xfrm flipH="1">
            <a:off x="13606789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3" name="Rounded Rectangle">
            <a:extLst>
              <a:ext uri="{FF2B5EF4-FFF2-40B4-BE49-F238E27FC236}">
                <a16:creationId xmlns:a16="http://schemas.microsoft.com/office/drawing/2014/main" id="{EAEEFE14-EBD1-4A0D-83F3-B8D4C13A3E0B}"/>
              </a:ext>
            </a:extLst>
          </p:cNvPr>
          <p:cNvSpPr>
            <a:spLocks noGrp="1"/>
          </p:cNvSpPr>
          <p:nvPr/>
        </p:nvSpPr>
        <p:spPr>
          <a:xfrm>
            <a:off x="16534055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4" name="Circle">
            <a:extLst>
              <a:ext uri="{FF2B5EF4-FFF2-40B4-BE49-F238E27FC236}">
                <a16:creationId xmlns:a16="http://schemas.microsoft.com/office/drawing/2014/main" id="{75DBDA96-8A4B-494E-87AD-02B7F4299D67}"/>
              </a:ext>
            </a:extLst>
          </p:cNvPr>
          <p:cNvSpPr>
            <a:spLocks noGrp="1"/>
          </p:cNvSpPr>
          <p:nvPr/>
        </p:nvSpPr>
        <p:spPr>
          <a:xfrm>
            <a:off x="1663378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5" name="Circle">
            <a:extLst>
              <a:ext uri="{FF2B5EF4-FFF2-40B4-BE49-F238E27FC236}">
                <a16:creationId xmlns:a16="http://schemas.microsoft.com/office/drawing/2014/main" id="{F6E02BBA-06FE-41BF-A2EA-DC5EAB2DE506}"/>
              </a:ext>
            </a:extLst>
          </p:cNvPr>
          <p:cNvSpPr>
            <a:spLocks noGrp="1"/>
          </p:cNvSpPr>
          <p:nvPr/>
        </p:nvSpPr>
        <p:spPr>
          <a:xfrm rot="10800000">
            <a:off x="17398753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6" name="Circle">
            <a:extLst>
              <a:ext uri="{FF2B5EF4-FFF2-40B4-BE49-F238E27FC236}">
                <a16:creationId xmlns:a16="http://schemas.microsoft.com/office/drawing/2014/main" id="{4CD0036E-7A87-4588-8674-0D17BA516C17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7" name="Circle">
            <a:extLst>
              <a:ext uri="{FF2B5EF4-FFF2-40B4-BE49-F238E27FC236}">
                <a16:creationId xmlns:a16="http://schemas.microsoft.com/office/drawing/2014/main" id="{EDABE2E9-3207-40CE-9CEB-0C190C248251}"/>
              </a:ext>
            </a:extLst>
          </p:cNvPr>
          <p:cNvSpPr>
            <a:spLocks noGrp="1"/>
          </p:cNvSpPr>
          <p:nvPr/>
        </p:nvSpPr>
        <p:spPr>
          <a:xfrm flipH="1">
            <a:off x="17398753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8" name="Circle">
            <a:extLst>
              <a:ext uri="{FF2B5EF4-FFF2-40B4-BE49-F238E27FC236}">
                <a16:creationId xmlns:a16="http://schemas.microsoft.com/office/drawing/2014/main" id="{4E9A2904-AE37-48CD-B98A-04A3206C0247}"/>
              </a:ext>
            </a:extLst>
          </p:cNvPr>
          <p:cNvSpPr>
            <a:spLocks noGrp="1"/>
          </p:cNvSpPr>
          <p:nvPr/>
        </p:nvSpPr>
        <p:spPr>
          <a:xfrm rot="10800000">
            <a:off x="17016267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9" name="Rounded Rectangle">
            <a:extLst>
              <a:ext uri="{FF2B5EF4-FFF2-40B4-BE49-F238E27FC236}">
                <a16:creationId xmlns:a16="http://schemas.microsoft.com/office/drawing/2014/main" id="{7AAC3570-2EAB-4FC1-B0E4-861209E96505}"/>
              </a:ext>
            </a:extLst>
          </p:cNvPr>
          <p:cNvSpPr>
            <a:spLocks noGrp="1"/>
          </p:cNvSpPr>
          <p:nvPr/>
        </p:nvSpPr>
        <p:spPr>
          <a:xfrm>
            <a:off x="20326017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60" name="Circle">
            <a:extLst>
              <a:ext uri="{FF2B5EF4-FFF2-40B4-BE49-F238E27FC236}">
                <a16:creationId xmlns:a16="http://schemas.microsoft.com/office/drawing/2014/main" id="{355DD82A-35B2-419B-951A-3CBA755751A4}"/>
              </a:ext>
            </a:extLst>
          </p:cNvPr>
          <p:cNvSpPr>
            <a:spLocks noGrp="1"/>
          </p:cNvSpPr>
          <p:nvPr/>
        </p:nvSpPr>
        <p:spPr>
          <a:xfrm>
            <a:off x="20425745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61" name="Circle">
            <a:extLst>
              <a:ext uri="{FF2B5EF4-FFF2-40B4-BE49-F238E27FC236}">
                <a16:creationId xmlns:a16="http://schemas.microsoft.com/office/drawing/2014/main" id="{A6493EC8-AB3A-410C-A2D9-2F8F4F9467DD}"/>
              </a:ext>
            </a:extLst>
          </p:cNvPr>
          <p:cNvSpPr>
            <a:spLocks noGrp="1"/>
          </p:cNvSpPr>
          <p:nvPr/>
        </p:nvSpPr>
        <p:spPr>
          <a:xfrm rot="10800000">
            <a:off x="2119071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62" name="Circle">
            <a:extLst>
              <a:ext uri="{FF2B5EF4-FFF2-40B4-BE49-F238E27FC236}">
                <a16:creationId xmlns:a16="http://schemas.microsoft.com/office/drawing/2014/main" id="{EE8CB04D-DD37-442B-8DD9-F260DF31731C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63" name="Circle">
            <a:extLst>
              <a:ext uri="{FF2B5EF4-FFF2-40B4-BE49-F238E27FC236}">
                <a16:creationId xmlns:a16="http://schemas.microsoft.com/office/drawing/2014/main" id="{CD37CF1B-5460-468F-9085-87356BBAAE77}"/>
              </a:ext>
            </a:extLst>
          </p:cNvPr>
          <p:cNvSpPr>
            <a:spLocks noGrp="1"/>
          </p:cNvSpPr>
          <p:nvPr/>
        </p:nvSpPr>
        <p:spPr>
          <a:xfrm flipH="1">
            <a:off x="21190715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64" name="Circle">
            <a:extLst>
              <a:ext uri="{FF2B5EF4-FFF2-40B4-BE49-F238E27FC236}">
                <a16:creationId xmlns:a16="http://schemas.microsoft.com/office/drawing/2014/main" id="{AE49B4C4-A22E-42E8-B8D2-9020AD8AE839}"/>
              </a:ext>
            </a:extLst>
          </p:cNvPr>
          <p:cNvSpPr>
            <a:spLocks noGrp="1"/>
          </p:cNvSpPr>
          <p:nvPr/>
        </p:nvSpPr>
        <p:spPr>
          <a:xfrm rot="10800000">
            <a:off x="20425745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65" name="Circle">
            <a:extLst>
              <a:ext uri="{FF2B5EF4-FFF2-40B4-BE49-F238E27FC236}">
                <a16:creationId xmlns:a16="http://schemas.microsoft.com/office/drawing/2014/main" id="{D8A04600-60AE-4977-8621-06911E78A1A1}"/>
              </a:ext>
            </a:extLst>
          </p:cNvPr>
          <p:cNvSpPr>
            <a:spLocks noGrp="1"/>
          </p:cNvSpPr>
          <p:nvPr/>
        </p:nvSpPr>
        <p:spPr>
          <a:xfrm rot="10800000">
            <a:off x="21190715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66" name="Rounded Rectangle">
            <a:extLst>
              <a:ext uri="{FF2B5EF4-FFF2-40B4-BE49-F238E27FC236}">
                <a16:creationId xmlns:a16="http://schemas.microsoft.com/office/drawing/2014/main" id="{EA160CA5-5D85-465F-A681-F609211E258E}"/>
              </a:ext>
            </a:extLst>
          </p:cNvPr>
          <p:cNvSpPr>
            <a:spLocks noGrp="1"/>
          </p:cNvSpPr>
          <p:nvPr/>
        </p:nvSpPr>
        <p:spPr>
          <a:xfrm>
            <a:off x="1366203" y="7220069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67" name="Circle">
            <a:extLst>
              <a:ext uri="{FF2B5EF4-FFF2-40B4-BE49-F238E27FC236}">
                <a16:creationId xmlns:a16="http://schemas.microsoft.com/office/drawing/2014/main" id="{D800D71F-5CD0-4E98-9144-F2EBC69A87D5}"/>
              </a:ext>
            </a:extLst>
          </p:cNvPr>
          <p:cNvSpPr>
            <a:spLocks noGrp="1"/>
          </p:cNvSpPr>
          <p:nvPr/>
        </p:nvSpPr>
        <p:spPr>
          <a:xfrm>
            <a:off x="1848415" y="77022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68" name="Rounded Rectangle">
            <a:extLst>
              <a:ext uri="{FF2B5EF4-FFF2-40B4-BE49-F238E27FC236}">
                <a16:creationId xmlns:a16="http://schemas.microsoft.com/office/drawing/2014/main" id="{939701FD-E3C6-4048-AD5A-293C03F49DE8}"/>
              </a:ext>
            </a:extLst>
          </p:cNvPr>
          <p:cNvSpPr>
            <a:spLocks noGrp="1"/>
          </p:cNvSpPr>
          <p:nvPr/>
        </p:nvSpPr>
        <p:spPr>
          <a:xfrm>
            <a:off x="5158165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69" name="Circle">
            <a:extLst>
              <a:ext uri="{FF2B5EF4-FFF2-40B4-BE49-F238E27FC236}">
                <a16:creationId xmlns:a16="http://schemas.microsoft.com/office/drawing/2014/main" id="{F469F0F1-37A2-41A4-A5BF-D2F87C9AA55F}"/>
              </a:ext>
            </a:extLst>
          </p:cNvPr>
          <p:cNvSpPr>
            <a:spLocks noGrp="1"/>
          </p:cNvSpPr>
          <p:nvPr/>
        </p:nvSpPr>
        <p:spPr>
          <a:xfrm>
            <a:off x="5257892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0" name="Circle">
            <a:extLst>
              <a:ext uri="{FF2B5EF4-FFF2-40B4-BE49-F238E27FC236}">
                <a16:creationId xmlns:a16="http://schemas.microsoft.com/office/drawing/2014/main" id="{9B6457D2-BF8E-4F73-88C2-E52B9F037FC6}"/>
              </a:ext>
            </a:extLst>
          </p:cNvPr>
          <p:cNvSpPr>
            <a:spLocks noGrp="1"/>
          </p:cNvSpPr>
          <p:nvPr/>
        </p:nvSpPr>
        <p:spPr>
          <a:xfrm rot="10800000">
            <a:off x="602286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1" name="Rounded Rectangle">
            <a:extLst>
              <a:ext uri="{FF2B5EF4-FFF2-40B4-BE49-F238E27FC236}">
                <a16:creationId xmlns:a16="http://schemas.microsoft.com/office/drawing/2014/main" id="{99D5EFAC-019E-4E84-B16C-56C07B128CBF}"/>
              </a:ext>
            </a:extLst>
          </p:cNvPr>
          <p:cNvSpPr>
            <a:spLocks noGrp="1"/>
          </p:cNvSpPr>
          <p:nvPr/>
        </p:nvSpPr>
        <p:spPr>
          <a:xfrm>
            <a:off x="8950128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2" name="Circle">
            <a:extLst>
              <a:ext uri="{FF2B5EF4-FFF2-40B4-BE49-F238E27FC236}">
                <a16:creationId xmlns:a16="http://schemas.microsoft.com/office/drawing/2014/main" id="{5C7F37CA-18E8-45D4-B412-15562B07368E}"/>
              </a:ext>
            </a:extLst>
          </p:cNvPr>
          <p:cNvSpPr>
            <a:spLocks noGrp="1"/>
          </p:cNvSpPr>
          <p:nvPr/>
        </p:nvSpPr>
        <p:spPr>
          <a:xfrm>
            <a:off x="9049856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3" name="Circle">
            <a:extLst>
              <a:ext uri="{FF2B5EF4-FFF2-40B4-BE49-F238E27FC236}">
                <a16:creationId xmlns:a16="http://schemas.microsoft.com/office/drawing/2014/main" id="{4BBC1FC0-9B1E-4B0D-8C01-C3D713DDA1C1}"/>
              </a:ext>
            </a:extLst>
          </p:cNvPr>
          <p:cNvSpPr>
            <a:spLocks noGrp="1"/>
          </p:cNvSpPr>
          <p:nvPr/>
        </p:nvSpPr>
        <p:spPr>
          <a:xfrm rot="10800000">
            <a:off x="981482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4" name="Circle">
            <a:extLst>
              <a:ext uri="{FF2B5EF4-FFF2-40B4-BE49-F238E27FC236}">
                <a16:creationId xmlns:a16="http://schemas.microsoft.com/office/drawing/2014/main" id="{4E220CEF-F341-43AC-855A-EB76B12FED92}"/>
              </a:ext>
            </a:extLst>
          </p:cNvPr>
          <p:cNvSpPr>
            <a:spLocks noGrp="1"/>
          </p:cNvSpPr>
          <p:nvPr/>
        </p:nvSpPr>
        <p:spPr>
          <a:xfrm rot="10800000">
            <a:off x="9432340" y="77022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5" name="Rounded Rectangle">
            <a:extLst>
              <a:ext uri="{FF2B5EF4-FFF2-40B4-BE49-F238E27FC236}">
                <a16:creationId xmlns:a16="http://schemas.microsoft.com/office/drawing/2014/main" id="{9362C9A8-7E45-4A00-8FC7-5CB421C6648D}"/>
              </a:ext>
            </a:extLst>
          </p:cNvPr>
          <p:cNvSpPr>
            <a:spLocks noGrp="1"/>
          </p:cNvSpPr>
          <p:nvPr/>
        </p:nvSpPr>
        <p:spPr>
          <a:xfrm>
            <a:off x="12742091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6" name="Circle">
            <a:extLst>
              <a:ext uri="{FF2B5EF4-FFF2-40B4-BE49-F238E27FC236}">
                <a16:creationId xmlns:a16="http://schemas.microsoft.com/office/drawing/2014/main" id="{6BBF14E7-7E85-436E-8C4A-A4344B12CA3A}"/>
              </a:ext>
            </a:extLst>
          </p:cNvPr>
          <p:cNvSpPr>
            <a:spLocks noGrp="1"/>
          </p:cNvSpPr>
          <p:nvPr/>
        </p:nvSpPr>
        <p:spPr>
          <a:xfrm>
            <a:off x="12841819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7" name="Circle">
            <a:extLst>
              <a:ext uri="{FF2B5EF4-FFF2-40B4-BE49-F238E27FC236}">
                <a16:creationId xmlns:a16="http://schemas.microsoft.com/office/drawing/2014/main" id="{B95BFADF-7844-479F-8446-7F965F822CE4}"/>
              </a:ext>
            </a:extLst>
          </p:cNvPr>
          <p:cNvSpPr>
            <a:spLocks noGrp="1"/>
          </p:cNvSpPr>
          <p:nvPr/>
        </p:nvSpPr>
        <p:spPr>
          <a:xfrm rot="10800000">
            <a:off x="13606789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8" name="Circle">
            <a:extLst>
              <a:ext uri="{FF2B5EF4-FFF2-40B4-BE49-F238E27FC236}">
                <a16:creationId xmlns:a16="http://schemas.microsoft.com/office/drawing/2014/main" id="{49F37F2A-2118-4AB0-9AB1-4B5705F91C7D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9" name="Circle">
            <a:extLst>
              <a:ext uri="{FF2B5EF4-FFF2-40B4-BE49-F238E27FC236}">
                <a16:creationId xmlns:a16="http://schemas.microsoft.com/office/drawing/2014/main" id="{836739F5-71BE-499E-936F-128F5E5B82F2}"/>
              </a:ext>
            </a:extLst>
          </p:cNvPr>
          <p:cNvSpPr>
            <a:spLocks noGrp="1"/>
          </p:cNvSpPr>
          <p:nvPr/>
        </p:nvSpPr>
        <p:spPr>
          <a:xfrm flipH="1">
            <a:off x="13606789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80" name="Rounded Rectangle">
            <a:extLst>
              <a:ext uri="{FF2B5EF4-FFF2-40B4-BE49-F238E27FC236}">
                <a16:creationId xmlns:a16="http://schemas.microsoft.com/office/drawing/2014/main" id="{458D2AE8-2FD0-4FE2-80E3-694912D02DEE}"/>
              </a:ext>
            </a:extLst>
          </p:cNvPr>
          <p:cNvSpPr>
            <a:spLocks noGrp="1"/>
          </p:cNvSpPr>
          <p:nvPr/>
        </p:nvSpPr>
        <p:spPr>
          <a:xfrm>
            <a:off x="16534055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81" name="Circle">
            <a:extLst>
              <a:ext uri="{FF2B5EF4-FFF2-40B4-BE49-F238E27FC236}">
                <a16:creationId xmlns:a16="http://schemas.microsoft.com/office/drawing/2014/main" id="{3F118779-33C4-49C0-B134-3D727F12C5DC}"/>
              </a:ext>
            </a:extLst>
          </p:cNvPr>
          <p:cNvSpPr>
            <a:spLocks noGrp="1"/>
          </p:cNvSpPr>
          <p:nvPr/>
        </p:nvSpPr>
        <p:spPr>
          <a:xfrm>
            <a:off x="1663378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82" name="Circle">
            <a:extLst>
              <a:ext uri="{FF2B5EF4-FFF2-40B4-BE49-F238E27FC236}">
                <a16:creationId xmlns:a16="http://schemas.microsoft.com/office/drawing/2014/main" id="{E1A0A79D-9766-47E2-A207-0F6149E2489C}"/>
              </a:ext>
            </a:extLst>
          </p:cNvPr>
          <p:cNvSpPr>
            <a:spLocks noGrp="1"/>
          </p:cNvSpPr>
          <p:nvPr/>
        </p:nvSpPr>
        <p:spPr>
          <a:xfrm rot="10800000">
            <a:off x="17398753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83" name="Circle">
            <a:extLst>
              <a:ext uri="{FF2B5EF4-FFF2-40B4-BE49-F238E27FC236}">
                <a16:creationId xmlns:a16="http://schemas.microsoft.com/office/drawing/2014/main" id="{80351249-9CBA-4A81-9F95-CF99FE690FE7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84" name="Circle">
            <a:extLst>
              <a:ext uri="{FF2B5EF4-FFF2-40B4-BE49-F238E27FC236}">
                <a16:creationId xmlns:a16="http://schemas.microsoft.com/office/drawing/2014/main" id="{A30E9281-E84D-4BB2-9BC4-ED1E0F2F86FA}"/>
              </a:ext>
            </a:extLst>
          </p:cNvPr>
          <p:cNvSpPr>
            <a:spLocks noGrp="1"/>
          </p:cNvSpPr>
          <p:nvPr/>
        </p:nvSpPr>
        <p:spPr>
          <a:xfrm flipH="1">
            <a:off x="17398753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85" name="Circle">
            <a:extLst>
              <a:ext uri="{FF2B5EF4-FFF2-40B4-BE49-F238E27FC236}">
                <a16:creationId xmlns:a16="http://schemas.microsoft.com/office/drawing/2014/main" id="{3D092BFA-FA67-4262-BEC1-1D7810707D77}"/>
              </a:ext>
            </a:extLst>
          </p:cNvPr>
          <p:cNvSpPr>
            <a:spLocks noGrp="1"/>
          </p:cNvSpPr>
          <p:nvPr/>
        </p:nvSpPr>
        <p:spPr>
          <a:xfrm rot="10800000">
            <a:off x="17016267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86" name="Rounded Rectangle">
            <a:extLst>
              <a:ext uri="{FF2B5EF4-FFF2-40B4-BE49-F238E27FC236}">
                <a16:creationId xmlns:a16="http://schemas.microsoft.com/office/drawing/2014/main" id="{6210448E-3D5C-401D-830B-4140A72B2230}"/>
              </a:ext>
            </a:extLst>
          </p:cNvPr>
          <p:cNvSpPr>
            <a:spLocks noGrp="1"/>
          </p:cNvSpPr>
          <p:nvPr/>
        </p:nvSpPr>
        <p:spPr>
          <a:xfrm>
            <a:off x="20326017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87" name="Circle">
            <a:extLst>
              <a:ext uri="{FF2B5EF4-FFF2-40B4-BE49-F238E27FC236}">
                <a16:creationId xmlns:a16="http://schemas.microsoft.com/office/drawing/2014/main" id="{FD3FFC34-E0B6-42DB-A018-1C8440E8A2F7}"/>
              </a:ext>
            </a:extLst>
          </p:cNvPr>
          <p:cNvSpPr>
            <a:spLocks noGrp="1"/>
          </p:cNvSpPr>
          <p:nvPr/>
        </p:nvSpPr>
        <p:spPr>
          <a:xfrm>
            <a:off x="20425745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88" name="Circle">
            <a:extLst>
              <a:ext uri="{FF2B5EF4-FFF2-40B4-BE49-F238E27FC236}">
                <a16:creationId xmlns:a16="http://schemas.microsoft.com/office/drawing/2014/main" id="{79B29C43-562B-4E27-A145-B9CD2575FEA3}"/>
              </a:ext>
            </a:extLst>
          </p:cNvPr>
          <p:cNvSpPr>
            <a:spLocks noGrp="1"/>
          </p:cNvSpPr>
          <p:nvPr/>
        </p:nvSpPr>
        <p:spPr>
          <a:xfrm rot="10800000">
            <a:off x="2119071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89" name="Circle">
            <a:extLst>
              <a:ext uri="{FF2B5EF4-FFF2-40B4-BE49-F238E27FC236}">
                <a16:creationId xmlns:a16="http://schemas.microsoft.com/office/drawing/2014/main" id="{6FAE7CD0-BDC3-49B8-B0CF-886730D46B9C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0" name="Circle">
            <a:extLst>
              <a:ext uri="{FF2B5EF4-FFF2-40B4-BE49-F238E27FC236}">
                <a16:creationId xmlns:a16="http://schemas.microsoft.com/office/drawing/2014/main" id="{1C06F8A6-CA64-41D1-9DD9-3BE4C3B5E37C}"/>
              </a:ext>
            </a:extLst>
          </p:cNvPr>
          <p:cNvSpPr>
            <a:spLocks noGrp="1"/>
          </p:cNvSpPr>
          <p:nvPr/>
        </p:nvSpPr>
        <p:spPr>
          <a:xfrm flipH="1">
            <a:off x="21190715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1" name="Circle">
            <a:extLst>
              <a:ext uri="{FF2B5EF4-FFF2-40B4-BE49-F238E27FC236}">
                <a16:creationId xmlns:a16="http://schemas.microsoft.com/office/drawing/2014/main" id="{9ADBBF24-9A2F-429F-933D-B907F62DE82E}"/>
              </a:ext>
            </a:extLst>
          </p:cNvPr>
          <p:cNvSpPr>
            <a:spLocks noGrp="1"/>
          </p:cNvSpPr>
          <p:nvPr/>
        </p:nvSpPr>
        <p:spPr>
          <a:xfrm rot="10800000">
            <a:off x="20425745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2" name="Circle">
            <a:extLst>
              <a:ext uri="{FF2B5EF4-FFF2-40B4-BE49-F238E27FC236}">
                <a16:creationId xmlns:a16="http://schemas.microsoft.com/office/drawing/2014/main" id="{729B5961-9DB4-40AC-83C7-0A915E233A62}"/>
              </a:ext>
            </a:extLst>
          </p:cNvPr>
          <p:cNvSpPr>
            <a:spLocks noGrp="1"/>
          </p:cNvSpPr>
          <p:nvPr/>
        </p:nvSpPr>
        <p:spPr>
          <a:xfrm rot="10800000">
            <a:off x="21190715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3" name="Rounded Rectangle">
            <a:extLst>
              <a:ext uri="{FF2B5EF4-FFF2-40B4-BE49-F238E27FC236}">
                <a16:creationId xmlns:a16="http://schemas.microsoft.com/office/drawing/2014/main" id="{4C0FEF1E-B840-44F7-A159-106B47818562}"/>
              </a:ext>
            </a:extLst>
          </p:cNvPr>
          <p:cNvSpPr>
            <a:spLocks noGrp="1"/>
          </p:cNvSpPr>
          <p:nvPr/>
        </p:nvSpPr>
        <p:spPr>
          <a:xfrm>
            <a:off x="1366203" y="9214204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4" name="Circle">
            <a:extLst>
              <a:ext uri="{FF2B5EF4-FFF2-40B4-BE49-F238E27FC236}">
                <a16:creationId xmlns:a16="http://schemas.microsoft.com/office/drawing/2014/main" id="{7A64FC02-02DC-4C8A-B891-E637AC6844C3}"/>
              </a:ext>
            </a:extLst>
          </p:cNvPr>
          <p:cNvSpPr>
            <a:spLocks noGrp="1"/>
          </p:cNvSpPr>
          <p:nvPr/>
        </p:nvSpPr>
        <p:spPr>
          <a:xfrm>
            <a:off x="1848415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5" name="Rounded Rectangle">
            <a:extLst>
              <a:ext uri="{FF2B5EF4-FFF2-40B4-BE49-F238E27FC236}">
                <a16:creationId xmlns:a16="http://schemas.microsoft.com/office/drawing/2014/main" id="{239A68D2-D90B-4D60-988F-2D291F146776}"/>
              </a:ext>
            </a:extLst>
          </p:cNvPr>
          <p:cNvSpPr>
            <a:spLocks noGrp="1"/>
          </p:cNvSpPr>
          <p:nvPr/>
        </p:nvSpPr>
        <p:spPr>
          <a:xfrm>
            <a:off x="5158165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6" name="Circle">
            <a:extLst>
              <a:ext uri="{FF2B5EF4-FFF2-40B4-BE49-F238E27FC236}">
                <a16:creationId xmlns:a16="http://schemas.microsoft.com/office/drawing/2014/main" id="{C045E1BA-761C-48DC-9213-A891594CA3C4}"/>
              </a:ext>
            </a:extLst>
          </p:cNvPr>
          <p:cNvSpPr>
            <a:spLocks noGrp="1"/>
          </p:cNvSpPr>
          <p:nvPr/>
        </p:nvSpPr>
        <p:spPr>
          <a:xfrm>
            <a:off x="525789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7" name="Circle">
            <a:extLst>
              <a:ext uri="{FF2B5EF4-FFF2-40B4-BE49-F238E27FC236}">
                <a16:creationId xmlns:a16="http://schemas.microsoft.com/office/drawing/2014/main" id="{4E4BA223-F056-45B7-BD62-C50A26DA1E22}"/>
              </a:ext>
            </a:extLst>
          </p:cNvPr>
          <p:cNvSpPr>
            <a:spLocks noGrp="1"/>
          </p:cNvSpPr>
          <p:nvPr/>
        </p:nvSpPr>
        <p:spPr>
          <a:xfrm rot="10800000">
            <a:off x="6022861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8" name="Rounded Rectangle">
            <a:extLst>
              <a:ext uri="{FF2B5EF4-FFF2-40B4-BE49-F238E27FC236}">
                <a16:creationId xmlns:a16="http://schemas.microsoft.com/office/drawing/2014/main" id="{38013A29-98E6-4C49-9552-5EE3D2804DD1}"/>
              </a:ext>
            </a:extLst>
          </p:cNvPr>
          <p:cNvSpPr>
            <a:spLocks noGrp="1"/>
          </p:cNvSpPr>
          <p:nvPr/>
        </p:nvSpPr>
        <p:spPr>
          <a:xfrm>
            <a:off x="8950128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9" name="Circle">
            <a:extLst>
              <a:ext uri="{FF2B5EF4-FFF2-40B4-BE49-F238E27FC236}">
                <a16:creationId xmlns:a16="http://schemas.microsoft.com/office/drawing/2014/main" id="{CE5411B7-EF9D-4D91-A8CB-03438C846B94}"/>
              </a:ext>
            </a:extLst>
          </p:cNvPr>
          <p:cNvSpPr>
            <a:spLocks noGrp="1"/>
          </p:cNvSpPr>
          <p:nvPr/>
        </p:nvSpPr>
        <p:spPr>
          <a:xfrm>
            <a:off x="9049856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0" name="Circle">
            <a:extLst>
              <a:ext uri="{FF2B5EF4-FFF2-40B4-BE49-F238E27FC236}">
                <a16:creationId xmlns:a16="http://schemas.microsoft.com/office/drawing/2014/main" id="{AC49BD22-CDB0-4170-9D66-5D48DA7A41C2}"/>
              </a:ext>
            </a:extLst>
          </p:cNvPr>
          <p:cNvSpPr>
            <a:spLocks noGrp="1"/>
          </p:cNvSpPr>
          <p:nvPr/>
        </p:nvSpPr>
        <p:spPr>
          <a:xfrm rot="10800000">
            <a:off x="9814825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1" name="Circle">
            <a:extLst>
              <a:ext uri="{FF2B5EF4-FFF2-40B4-BE49-F238E27FC236}">
                <a16:creationId xmlns:a16="http://schemas.microsoft.com/office/drawing/2014/main" id="{FF473566-6BCC-4435-88EE-F60F7171046E}"/>
              </a:ext>
            </a:extLst>
          </p:cNvPr>
          <p:cNvSpPr>
            <a:spLocks noGrp="1"/>
          </p:cNvSpPr>
          <p:nvPr/>
        </p:nvSpPr>
        <p:spPr>
          <a:xfrm rot="10800000">
            <a:off x="9432340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2" name="Rounded Rectangle">
            <a:extLst>
              <a:ext uri="{FF2B5EF4-FFF2-40B4-BE49-F238E27FC236}">
                <a16:creationId xmlns:a16="http://schemas.microsoft.com/office/drawing/2014/main" id="{086BAFAA-C9F6-47A5-B7ED-124DAAEB1B7A}"/>
              </a:ext>
            </a:extLst>
          </p:cNvPr>
          <p:cNvSpPr>
            <a:spLocks noGrp="1"/>
          </p:cNvSpPr>
          <p:nvPr/>
        </p:nvSpPr>
        <p:spPr>
          <a:xfrm>
            <a:off x="12742091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3" name="Circle">
            <a:extLst>
              <a:ext uri="{FF2B5EF4-FFF2-40B4-BE49-F238E27FC236}">
                <a16:creationId xmlns:a16="http://schemas.microsoft.com/office/drawing/2014/main" id="{6FC8D9CB-728E-4526-957E-BC56529F60E4}"/>
              </a:ext>
            </a:extLst>
          </p:cNvPr>
          <p:cNvSpPr>
            <a:spLocks noGrp="1"/>
          </p:cNvSpPr>
          <p:nvPr/>
        </p:nvSpPr>
        <p:spPr>
          <a:xfrm>
            <a:off x="12841819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4" name="Circle">
            <a:extLst>
              <a:ext uri="{FF2B5EF4-FFF2-40B4-BE49-F238E27FC236}">
                <a16:creationId xmlns:a16="http://schemas.microsoft.com/office/drawing/2014/main" id="{C3D6CD8D-FB79-4901-AD2A-E56BF424D413}"/>
              </a:ext>
            </a:extLst>
          </p:cNvPr>
          <p:cNvSpPr>
            <a:spLocks noGrp="1"/>
          </p:cNvSpPr>
          <p:nvPr/>
        </p:nvSpPr>
        <p:spPr>
          <a:xfrm rot="10800000">
            <a:off x="13606789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5" name="Circle">
            <a:extLst>
              <a:ext uri="{FF2B5EF4-FFF2-40B4-BE49-F238E27FC236}">
                <a16:creationId xmlns:a16="http://schemas.microsoft.com/office/drawing/2014/main" id="{74BA5685-1D70-4B66-A421-CE407C704841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6" name="Circle">
            <a:extLst>
              <a:ext uri="{FF2B5EF4-FFF2-40B4-BE49-F238E27FC236}">
                <a16:creationId xmlns:a16="http://schemas.microsoft.com/office/drawing/2014/main" id="{34149D3E-F343-43C9-9265-B700733DA059}"/>
              </a:ext>
            </a:extLst>
          </p:cNvPr>
          <p:cNvSpPr>
            <a:spLocks noGrp="1"/>
          </p:cNvSpPr>
          <p:nvPr/>
        </p:nvSpPr>
        <p:spPr>
          <a:xfrm flipH="1">
            <a:off x="13606789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7" name="Rounded Rectangle">
            <a:extLst>
              <a:ext uri="{FF2B5EF4-FFF2-40B4-BE49-F238E27FC236}">
                <a16:creationId xmlns:a16="http://schemas.microsoft.com/office/drawing/2014/main" id="{2A242521-48D9-4B7D-81D5-34E43A59BFC8}"/>
              </a:ext>
            </a:extLst>
          </p:cNvPr>
          <p:cNvSpPr>
            <a:spLocks noGrp="1"/>
          </p:cNvSpPr>
          <p:nvPr/>
        </p:nvSpPr>
        <p:spPr>
          <a:xfrm>
            <a:off x="16534055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8" name="Circle">
            <a:extLst>
              <a:ext uri="{FF2B5EF4-FFF2-40B4-BE49-F238E27FC236}">
                <a16:creationId xmlns:a16="http://schemas.microsoft.com/office/drawing/2014/main" id="{CE27C1E6-BE2A-412B-B84D-48DDEC7AE3C8}"/>
              </a:ext>
            </a:extLst>
          </p:cNvPr>
          <p:cNvSpPr>
            <a:spLocks noGrp="1"/>
          </p:cNvSpPr>
          <p:nvPr/>
        </p:nvSpPr>
        <p:spPr>
          <a:xfrm>
            <a:off x="1663378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9" name="Circle">
            <a:extLst>
              <a:ext uri="{FF2B5EF4-FFF2-40B4-BE49-F238E27FC236}">
                <a16:creationId xmlns:a16="http://schemas.microsoft.com/office/drawing/2014/main" id="{A48B7C1B-5717-49DB-B77D-482AE4808D60}"/>
              </a:ext>
            </a:extLst>
          </p:cNvPr>
          <p:cNvSpPr>
            <a:spLocks noGrp="1"/>
          </p:cNvSpPr>
          <p:nvPr/>
        </p:nvSpPr>
        <p:spPr>
          <a:xfrm rot="10800000">
            <a:off x="17398753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10" name="Circle">
            <a:extLst>
              <a:ext uri="{FF2B5EF4-FFF2-40B4-BE49-F238E27FC236}">
                <a16:creationId xmlns:a16="http://schemas.microsoft.com/office/drawing/2014/main" id="{B841A06D-1E37-441D-8140-E047A4CED1F8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11" name="Circle">
            <a:extLst>
              <a:ext uri="{FF2B5EF4-FFF2-40B4-BE49-F238E27FC236}">
                <a16:creationId xmlns:a16="http://schemas.microsoft.com/office/drawing/2014/main" id="{2189982D-E11D-451A-BFE3-8184BDF28FB6}"/>
              </a:ext>
            </a:extLst>
          </p:cNvPr>
          <p:cNvSpPr>
            <a:spLocks noGrp="1"/>
          </p:cNvSpPr>
          <p:nvPr/>
        </p:nvSpPr>
        <p:spPr>
          <a:xfrm flipH="1">
            <a:off x="17398753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12" name="Circle">
            <a:extLst>
              <a:ext uri="{FF2B5EF4-FFF2-40B4-BE49-F238E27FC236}">
                <a16:creationId xmlns:a16="http://schemas.microsoft.com/office/drawing/2014/main" id="{14E164D1-7275-42B7-8305-66FB1832B9DB}"/>
              </a:ext>
            </a:extLst>
          </p:cNvPr>
          <p:cNvSpPr>
            <a:spLocks noGrp="1"/>
          </p:cNvSpPr>
          <p:nvPr/>
        </p:nvSpPr>
        <p:spPr>
          <a:xfrm rot="10800000">
            <a:off x="17016267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13" name="Rounded Rectangle">
            <a:extLst>
              <a:ext uri="{FF2B5EF4-FFF2-40B4-BE49-F238E27FC236}">
                <a16:creationId xmlns:a16="http://schemas.microsoft.com/office/drawing/2014/main" id="{14803150-4B26-4E6A-8D5D-98B1A601462E}"/>
              </a:ext>
            </a:extLst>
          </p:cNvPr>
          <p:cNvSpPr>
            <a:spLocks noGrp="1"/>
          </p:cNvSpPr>
          <p:nvPr/>
        </p:nvSpPr>
        <p:spPr>
          <a:xfrm>
            <a:off x="20326017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14" name="Circle">
            <a:extLst>
              <a:ext uri="{FF2B5EF4-FFF2-40B4-BE49-F238E27FC236}">
                <a16:creationId xmlns:a16="http://schemas.microsoft.com/office/drawing/2014/main" id="{DDB58FE5-EAAC-4606-BD40-F34F1E94457F}"/>
              </a:ext>
            </a:extLst>
          </p:cNvPr>
          <p:cNvSpPr>
            <a:spLocks noGrp="1"/>
          </p:cNvSpPr>
          <p:nvPr/>
        </p:nvSpPr>
        <p:spPr>
          <a:xfrm>
            <a:off x="20425745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15" name="Circle">
            <a:extLst>
              <a:ext uri="{FF2B5EF4-FFF2-40B4-BE49-F238E27FC236}">
                <a16:creationId xmlns:a16="http://schemas.microsoft.com/office/drawing/2014/main" id="{31B0C1A1-A1A3-456A-B234-714B0C0EF8AF}"/>
              </a:ext>
            </a:extLst>
          </p:cNvPr>
          <p:cNvSpPr>
            <a:spLocks noGrp="1"/>
          </p:cNvSpPr>
          <p:nvPr/>
        </p:nvSpPr>
        <p:spPr>
          <a:xfrm rot="10800000">
            <a:off x="21190715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16" name="Circle">
            <a:extLst>
              <a:ext uri="{FF2B5EF4-FFF2-40B4-BE49-F238E27FC236}">
                <a16:creationId xmlns:a16="http://schemas.microsoft.com/office/drawing/2014/main" id="{1F5C0030-E6CF-4E99-BAA8-29C114630488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17" name="Circle">
            <a:extLst>
              <a:ext uri="{FF2B5EF4-FFF2-40B4-BE49-F238E27FC236}">
                <a16:creationId xmlns:a16="http://schemas.microsoft.com/office/drawing/2014/main" id="{AEAD9BBA-29AB-4F4C-9352-A940EF951FB6}"/>
              </a:ext>
            </a:extLst>
          </p:cNvPr>
          <p:cNvSpPr>
            <a:spLocks noGrp="1"/>
          </p:cNvSpPr>
          <p:nvPr/>
        </p:nvSpPr>
        <p:spPr>
          <a:xfrm flipH="1">
            <a:off x="21190715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18" name="Circle">
            <a:extLst>
              <a:ext uri="{FF2B5EF4-FFF2-40B4-BE49-F238E27FC236}">
                <a16:creationId xmlns:a16="http://schemas.microsoft.com/office/drawing/2014/main" id="{6EB101C1-63A1-44FE-B019-51137E07F4AD}"/>
              </a:ext>
            </a:extLst>
          </p:cNvPr>
          <p:cNvSpPr>
            <a:spLocks noGrp="1"/>
          </p:cNvSpPr>
          <p:nvPr/>
        </p:nvSpPr>
        <p:spPr>
          <a:xfrm rot="10800000">
            <a:off x="20425745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19" name="Circle">
            <a:extLst>
              <a:ext uri="{FF2B5EF4-FFF2-40B4-BE49-F238E27FC236}">
                <a16:creationId xmlns:a16="http://schemas.microsoft.com/office/drawing/2014/main" id="{DE9BF95D-5A80-4460-975D-E0DA049E0698}"/>
              </a:ext>
            </a:extLst>
          </p:cNvPr>
          <p:cNvSpPr>
            <a:spLocks noGrp="1"/>
          </p:cNvSpPr>
          <p:nvPr/>
        </p:nvSpPr>
        <p:spPr>
          <a:xfrm rot="10800000">
            <a:off x="21190715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0" name="Rounded Rectangle">
            <a:extLst>
              <a:ext uri="{FF2B5EF4-FFF2-40B4-BE49-F238E27FC236}">
                <a16:creationId xmlns:a16="http://schemas.microsoft.com/office/drawing/2014/main" id="{370BA6DE-5EFA-446B-8FDC-A62691B1FCDF}"/>
              </a:ext>
            </a:extLst>
          </p:cNvPr>
          <p:cNvSpPr>
            <a:spLocks noGrp="1"/>
          </p:cNvSpPr>
          <p:nvPr/>
        </p:nvSpPr>
        <p:spPr>
          <a:xfrm>
            <a:off x="1366203" y="11208341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1" name="Circle">
            <a:extLst>
              <a:ext uri="{FF2B5EF4-FFF2-40B4-BE49-F238E27FC236}">
                <a16:creationId xmlns:a16="http://schemas.microsoft.com/office/drawing/2014/main" id="{67390340-26DC-4D62-B821-34F6C377C047}"/>
              </a:ext>
            </a:extLst>
          </p:cNvPr>
          <p:cNvSpPr>
            <a:spLocks noGrp="1"/>
          </p:cNvSpPr>
          <p:nvPr/>
        </p:nvSpPr>
        <p:spPr>
          <a:xfrm>
            <a:off x="1848415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2" name="Rounded Rectangle">
            <a:extLst>
              <a:ext uri="{FF2B5EF4-FFF2-40B4-BE49-F238E27FC236}">
                <a16:creationId xmlns:a16="http://schemas.microsoft.com/office/drawing/2014/main" id="{E8433074-62B6-4C97-81F2-8B335B6B1337}"/>
              </a:ext>
            </a:extLst>
          </p:cNvPr>
          <p:cNvSpPr>
            <a:spLocks noGrp="1"/>
          </p:cNvSpPr>
          <p:nvPr/>
        </p:nvSpPr>
        <p:spPr>
          <a:xfrm>
            <a:off x="5158165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3" name="Circle">
            <a:extLst>
              <a:ext uri="{FF2B5EF4-FFF2-40B4-BE49-F238E27FC236}">
                <a16:creationId xmlns:a16="http://schemas.microsoft.com/office/drawing/2014/main" id="{CF3BB76F-FFCE-4984-9136-6CCFEC3E8009}"/>
              </a:ext>
            </a:extLst>
          </p:cNvPr>
          <p:cNvSpPr>
            <a:spLocks noGrp="1"/>
          </p:cNvSpPr>
          <p:nvPr/>
        </p:nvSpPr>
        <p:spPr>
          <a:xfrm>
            <a:off x="5257892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4" name="Circle">
            <a:extLst>
              <a:ext uri="{FF2B5EF4-FFF2-40B4-BE49-F238E27FC236}">
                <a16:creationId xmlns:a16="http://schemas.microsoft.com/office/drawing/2014/main" id="{921F49A5-74F9-419E-83F0-B36819EAA495}"/>
              </a:ext>
            </a:extLst>
          </p:cNvPr>
          <p:cNvSpPr>
            <a:spLocks noGrp="1"/>
          </p:cNvSpPr>
          <p:nvPr/>
        </p:nvSpPr>
        <p:spPr>
          <a:xfrm rot="10800000">
            <a:off x="602286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5" name="Rounded Rectangle">
            <a:extLst>
              <a:ext uri="{FF2B5EF4-FFF2-40B4-BE49-F238E27FC236}">
                <a16:creationId xmlns:a16="http://schemas.microsoft.com/office/drawing/2014/main" id="{F71FB80C-1D80-4EC3-BABD-38C92EB417D4}"/>
              </a:ext>
            </a:extLst>
          </p:cNvPr>
          <p:cNvSpPr>
            <a:spLocks noGrp="1"/>
          </p:cNvSpPr>
          <p:nvPr/>
        </p:nvSpPr>
        <p:spPr>
          <a:xfrm>
            <a:off x="895012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6" name="Circle">
            <a:extLst>
              <a:ext uri="{FF2B5EF4-FFF2-40B4-BE49-F238E27FC236}">
                <a16:creationId xmlns:a16="http://schemas.microsoft.com/office/drawing/2014/main" id="{F92AB8B2-639A-46EC-A2AE-FC02FA139C66}"/>
              </a:ext>
            </a:extLst>
          </p:cNvPr>
          <p:cNvSpPr>
            <a:spLocks noGrp="1"/>
          </p:cNvSpPr>
          <p:nvPr/>
        </p:nvSpPr>
        <p:spPr>
          <a:xfrm>
            <a:off x="9049856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7" name="Circle">
            <a:extLst>
              <a:ext uri="{FF2B5EF4-FFF2-40B4-BE49-F238E27FC236}">
                <a16:creationId xmlns:a16="http://schemas.microsoft.com/office/drawing/2014/main" id="{06FB8A44-F926-4C91-9536-7518B3D9EB4F}"/>
              </a:ext>
            </a:extLst>
          </p:cNvPr>
          <p:cNvSpPr>
            <a:spLocks noGrp="1"/>
          </p:cNvSpPr>
          <p:nvPr/>
        </p:nvSpPr>
        <p:spPr>
          <a:xfrm rot="10800000">
            <a:off x="981482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8" name="Circle">
            <a:extLst>
              <a:ext uri="{FF2B5EF4-FFF2-40B4-BE49-F238E27FC236}">
                <a16:creationId xmlns:a16="http://schemas.microsoft.com/office/drawing/2014/main" id="{0AF93F0F-D2A7-4C24-A800-8A749F4128A2}"/>
              </a:ext>
            </a:extLst>
          </p:cNvPr>
          <p:cNvSpPr>
            <a:spLocks noGrp="1"/>
          </p:cNvSpPr>
          <p:nvPr/>
        </p:nvSpPr>
        <p:spPr>
          <a:xfrm rot="10800000">
            <a:off x="9432340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9" name="Rounded Rectangle">
            <a:extLst>
              <a:ext uri="{FF2B5EF4-FFF2-40B4-BE49-F238E27FC236}">
                <a16:creationId xmlns:a16="http://schemas.microsoft.com/office/drawing/2014/main" id="{40D49283-5226-4BDD-8D1B-F4D7345DCF47}"/>
              </a:ext>
            </a:extLst>
          </p:cNvPr>
          <p:cNvSpPr>
            <a:spLocks noGrp="1"/>
          </p:cNvSpPr>
          <p:nvPr/>
        </p:nvSpPr>
        <p:spPr>
          <a:xfrm>
            <a:off x="12742091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0" name="Circle">
            <a:extLst>
              <a:ext uri="{FF2B5EF4-FFF2-40B4-BE49-F238E27FC236}">
                <a16:creationId xmlns:a16="http://schemas.microsoft.com/office/drawing/2014/main" id="{A12C829A-EEE2-4A42-96A7-1445CE5B6EC4}"/>
              </a:ext>
            </a:extLst>
          </p:cNvPr>
          <p:cNvSpPr>
            <a:spLocks noGrp="1"/>
          </p:cNvSpPr>
          <p:nvPr/>
        </p:nvSpPr>
        <p:spPr>
          <a:xfrm>
            <a:off x="12841819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1" name="Circle">
            <a:extLst>
              <a:ext uri="{FF2B5EF4-FFF2-40B4-BE49-F238E27FC236}">
                <a16:creationId xmlns:a16="http://schemas.microsoft.com/office/drawing/2014/main" id="{8C4060F5-A0BE-48EF-9E12-60628923CC3D}"/>
              </a:ext>
            </a:extLst>
          </p:cNvPr>
          <p:cNvSpPr>
            <a:spLocks noGrp="1"/>
          </p:cNvSpPr>
          <p:nvPr/>
        </p:nvSpPr>
        <p:spPr>
          <a:xfrm rot="10800000">
            <a:off x="13606789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2" name="Circle">
            <a:extLst>
              <a:ext uri="{FF2B5EF4-FFF2-40B4-BE49-F238E27FC236}">
                <a16:creationId xmlns:a16="http://schemas.microsoft.com/office/drawing/2014/main" id="{46FE2A75-6D97-4877-A73D-CD18CB7E1CC3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3" name="Circle">
            <a:extLst>
              <a:ext uri="{FF2B5EF4-FFF2-40B4-BE49-F238E27FC236}">
                <a16:creationId xmlns:a16="http://schemas.microsoft.com/office/drawing/2014/main" id="{77C7D41A-AF6F-4867-8C39-9A273DA5F89C}"/>
              </a:ext>
            </a:extLst>
          </p:cNvPr>
          <p:cNvSpPr>
            <a:spLocks noGrp="1"/>
          </p:cNvSpPr>
          <p:nvPr/>
        </p:nvSpPr>
        <p:spPr>
          <a:xfrm flipH="1">
            <a:off x="13606789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4" name="Rounded Rectangle">
            <a:extLst>
              <a:ext uri="{FF2B5EF4-FFF2-40B4-BE49-F238E27FC236}">
                <a16:creationId xmlns:a16="http://schemas.microsoft.com/office/drawing/2014/main" id="{27D87670-C810-4D73-BA72-93492A5C81FC}"/>
              </a:ext>
            </a:extLst>
          </p:cNvPr>
          <p:cNvSpPr>
            <a:spLocks noGrp="1"/>
          </p:cNvSpPr>
          <p:nvPr/>
        </p:nvSpPr>
        <p:spPr>
          <a:xfrm>
            <a:off x="16534055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5" name="Circle">
            <a:extLst>
              <a:ext uri="{FF2B5EF4-FFF2-40B4-BE49-F238E27FC236}">
                <a16:creationId xmlns:a16="http://schemas.microsoft.com/office/drawing/2014/main" id="{F63EE7CA-598C-41B0-B3B9-4F7826D93F8B}"/>
              </a:ext>
            </a:extLst>
          </p:cNvPr>
          <p:cNvSpPr>
            <a:spLocks noGrp="1"/>
          </p:cNvSpPr>
          <p:nvPr/>
        </p:nvSpPr>
        <p:spPr>
          <a:xfrm>
            <a:off x="16633782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6" name="Circle">
            <a:extLst>
              <a:ext uri="{FF2B5EF4-FFF2-40B4-BE49-F238E27FC236}">
                <a16:creationId xmlns:a16="http://schemas.microsoft.com/office/drawing/2014/main" id="{48202060-D184-46D0-A447-78C5BEB5E6C2}"/>
              </a:ext>
            </a:extLst>
          </p:cNvPr>
          <p:cNvSpPr>
            <a:spLocks noGrp="1"/>
          </p:cNvSpPr>
          <p:nvPr/>
        </p:nvSpPr>
        <p:spPr>
          <a:xfrm rot="10800000">
            <a:off x="17398753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7" name="Circle">
            <a:extLst>
              <a:ext uri="{FF2B5EF4-FFF2-40B4-BE49-F238E27FC236}">
                <a16:creationId xmlns:a16="http://schemas.microsoft.com/office/drawing/2014/main" id="{FB6A5B5A-A589-4523-B18E-599FF6197337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8" name="Circle">
            <a:extLst>
              <a:ext uri="{FF2B5EF4-FFF2-40B4-BE49-F238E27FC236}">
                <a16:creationId xmlns:a16="http://schemas.microsoft.com/office/drawing/2014/main" id="{189BEA32-35ED-45C6-A024-51768E18636D}"/>
              </a:ext>
            </a:extLst>
          </p:cNvPr>
          <p:cNvSpPr>
            <a:spLocks noGrp="1"/>
          </p:cNvSpPr>
          <p:nvPr/>
        </p:nvSpPr>
        <p:spPr>
          <a:xfrm flipH="1">
            <a:off x="17398753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9" name="Circle">
            <a:extLst>
              <a:ext uri="{FF2B5EF4-FFF2-40B4-BE49-F238E27FC236}">
                <a16:creationId xmlns:a16="http://schemas.microsoft.com/office/drawing/2014/main" id="{1D828BEE-1079-4C04-8BA6-BB27FFD7B5A3}"/>
              </a:ext>
            </a:extLst>
          </p:cNvPr>
          <p:cNvSpPr>
            <a:spLocks noGrp="1"/>
          </p:cNvSpPr>
          <p:nvPr/>
        </p:nvSpPr>
        <p:spPr>
          <a:xfrm rot="10800000">
            <a:off x="17016267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0" name="Rounded Rectangle">
            <a:extLst>
              <a:ext uri="{FF2B5EF4-FFF2-40B4-BE49-F238E27FC236}">
                <a16:creationId xmlns:a16="http://schemas.microsoft.com/office/drawing/2014/main" id="{118EDDBD-0235-43AC-A6CF-5607AE461E26}"/>
              </a:ext>
            </a:extLst>
          </p:cNvPr>
          <p:cNvSpPr>
            <a:spLocks noGrp="1"/>
          </p:cNvSpPr>
          <p:nvPr/>
        </p:nvSpPr>
        <p:spPr>
          <a:xfrm>
            <a:off x="20326017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1" name="Circle">
            <a:extLst>
              <a:ext uri="{FF2B5EF4-FFF2-40B4-BE49-F238E27FC236}">
                <a16:creationId xmlns:a16="http://schemas.microsoft.com/office/drawing/2014/main" id="{D9434B28-79F0-4575-9BDD-7C934816C9BD}"/>
              </a:ext>
            </a:extLst>
          </p:cNvPr>
          <p:cNvSpPr>
            <a:spLocks noGrp="1"/>
          </p:cNvSpPr>
          <p:nvPr/>
        </p:nvSpPr>
        <p:spPr>
          <a:xfrm>
            <a:off x="20425745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2" name="Circle">
            <a:extLst>
              <a:ext uri="{FF2B5EF4-FFF2-40B4-BE49-F238E27FC236}">
                <a16:creationId xmlns:a16="http://schemas.microsoft.com/office/drawing/2014/main" id="{EE7F94D8-BEEA-47F9-86CD-BB424FE754C0}"/>
              </a:ext>
            </a:extLst>
          </p:cNvPr>
          <p:cNvSpPr>
            <a:spLocks noGrp="1"/>
          </p:cNvSpPr>
          <p:nvPr/>
        </p:nvSpPr>
        <p:spPr>
          <a:xfrm rot="10800000">
            <a:off x="2119071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3" name="Circle">
            <a:extLst>
              <a:ext uri="{FF2B5EF4-FFF2-40B4-BE49-F238E27FC236}">
                <a16:creationId xmlns:a16="http://schemas.microsoft.com/office/drawing/2014/main" id="{625D7140-2A76-4162-B963-70192AE052A0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4" name="Circle">
            <a:extLst>
              <a:ext uri="{FF2B5EF4-FFF2-40B4-BE49-F238E27FC236}">
                <a16:creationId xmlns:a16="http://schemas.microsoft.com/office/drawing/2014/main" id="{61378C4C-0345-4367-B404-A62C9592D306}"/>
              </a:ext>
            </a:extLst>
          </p:cNvPr>
          <p:cNvSpPr>
            <a:spLocks noGrp="1"/>
          </p:cNvSpPr>
          <p:nvPr/>
        </p:nvSpPr>
        <p:spPr>
          <a:xfrm flipH="1">
            <a:off x="21190715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5" name="Circle">
            <a:extLst>
              <a:ext uri="{FF2B5EF4-FFF2-40B4-BE49-F238E27FC236}">
                <a16:creationId xmlns:a16="http://schemas.microsoft.com/office/drawing/2014/main" id="{5F770731-02EF-47BA-8270-6497C5FF6099}"/>
              </a:ext>
            </a:extLst>
          </p:cNvPr>
          <p:cNvSpPr>
            <a:spLocks noGrp="1"/>
          </p:cNvSpPr>
          <p:nvPr/>
        </p:nvSpPr>
        <p:spPr>
          <a:xfrm rot="10800000">
            <a:off x="20425745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6" name="Circle">
            <a:extLst>
              <a:ext uri="{FF2B5EF4-FFF2-40B4-BE49-F238E27FC236}">
                <a16:creationId xmlns:a16="http://schemas.microsoft.com/office/drawing/2014/main" id="{0338FCB2-80B9-45CA-AE06-34C0BD822A56}"/>
              </a:ext>
            </a:extLst>
          </p:cNvPr>
          <p:cNvSpPr>
            <a:spLocks noGrp="1"/>
          </p:cNvSpPr>
          <p:nvPr/>
        </p:nvSpPr>
        <p:spPr>
          <a:xfrm rot="10800000">
            <a:off x="21190715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7" name="Rounded Rectangle">
            <a:extLst>
              <a:ext uri="{FF2B5EF4-FFF2-40B4-BE49-F238E27FC236}">
                <a16:creationId xmlns:a16="http://schemas.microsoft.com/office/drawing/2014/main" id="{962ADEB2-834A-42F3-BF6B-AA1592AC2A65}"/>
              </a:ext>
            </a:extLst>
          </p:cNvPr>
          <p:cNvSpPr>
            <a:spLocks noGrp="1"/>
          </p:cNvSpPr>
          <p:nvPr/>
        </p:nvSpPr>
        <p:spPr>
          <a:xfrm>
            <a:off x="657994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8" name="Circle">
            <a:extLst>
              <a:ext uri="{FF2B5EF4-FFF2-40B4-BE49-F238E27FC236}">
                <a16:creationId xmlns:a16="http://schemas.microsoft.com/office/drawing/2014/main" id="{2850AECD-3C69-4698-A219-34A7A7170B1D}"/>
              </a:ext>
            </a:extLst>
          </p:cNvPr>
          <p:cNvSpPr>
            <a:spLocks noGrp="1"/>
          </p:cNvSpPr>
          <p:nvPr/>
        </p:nvSpPr>
        <p:spPr>
          <a:xfrm>
            <a:off x="7062156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9" name="Rounded Rectangle">
            <a:extLst>
              <a:ext uri="{FF2B5EF4-FFF2-40B4-BE49-F238E27FC236}">
                <a16:creationId xmlns:a16="http://schemas.microsoft.com/office/drawing/2014/main" id="{3D64B953-A51F-402D-9ECF-8E14835456F3}"/>
              </a:ext>
            </a:extLst>
          </p:cNvPr>
          <p:cNvSpPr>
            <a:spLocks noGrp="1"/>
          </p:cNvSpPr>
          <p:nvPr/>
        </p:nvSpPr>
        <p:spPr>
          <a:xfrm>
            <a:off x="10371907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0" name="Circle">
            <a:extLst>
              <a:ext uri="{FF2B5EF4-FFF2-40B4-BE49-F238E27FC236}">
                <a16:creationId xmlns:a16="http://schemas.microsoft.com/office/drawing/2014/main" id="{B76D82BB-3402-429B-A261-1B61F748AB8D}"/>
              </a:ext>
            </a:extLst>
          </p:cNvPr>
          <p:cNvSpPr>
            <a:spLocks noGrp="1"/>
          </p:cNvSpPr>
          <p:nvPr/>
        </p:nvSpPr>
        <p:spPr>
          <a:xfrm>
            <a:off x="10854119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1" name="Rounded Rectangle">
            <a:extLst>
              <a:ext uri="{FF2B5EF4-FFF2-40B4-BE49-F238E27FC236}">
                <a16:creationId xmlns:a16="http://schemas.microsoft.com/office/drawing/2014/main" id="{6103DAD8-C4A2-4E37-8429-0D3CEBFFA20D}"/>
              </a:ext>
            </a:extLst>
          </p:cNvPr>
          <p:cNvSpPr>
            <a:spLocks noGrp="1"/>
          </p:cNvSpPr>
          <p:nvPr/>
        </p:nvSpPr>
        <p:spPr>
          <a:xfrm>
            <a:off x="14163869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2" name="Circle">
            <a:extLst>
              <a:ext uri="{FF2B5EF4-FFF2-40B4-BE49-F238E27FC236}">
                <a16:creationId xmlns:a16="http://schemas.microsoft.com/office/drawing/2014/main" id="{4CDD095B-D92C-4CBF-B639-979CD2F4E11B}"/>
              </a:ext>
            </a:extLst>
          </p:cNvPr>
          <p:cNvSpPr>
            <a:spLocks noGrp="1"/>
          </p:cNvSpPr>
          <p:nvPr/>
        </p:nvSpPr>
        <p:spPr>
          <a:xfrm>
            <a:off x="14646082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3" name="Rounded Rectangle">
            <a:extLst>
              <a:ext uri="{FF2B5EF4-FFF2-40B4-BE49-F238E27FC236}">
                <a16:creationId xmlns:a16="http://schemas.microsoft.com/office/drawing/2014/main" id="{86135E64-5A33-4DB9-8069-6E5C126DFAF7}"/>
              </a:ext>
            </a:extLst>
          </p:cNvPr>
          <p:cNvSpPr>
            <a:spLocks noGrp="1"/>
          </p:cNvSpPr>
          <p:nvPr/>
        </p:nvSpPr>
        <p:spPr>
          <a:xfrm>
            <a:off x="17955833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4" name="Circle">
            <a:extLst>
              <a:ext uri="{FF2B5EF4-FFF2-40B4-BE49-F238E27FC236}">
                <a16:creationId xmlns:a16="http://schemas.microsoft.com/office/drawing/2014/main" id="{45C66DCF-A7A5-40DF-BD16-1C2FB4DE0580}"/>
              </a:ext>
            </a:extLst>
          </p:cNvPr>
          <p:cNvSpPr>
            <a:spLocks noGrp="1"/>
          </p:cNvSpPr>
          <p:nvPr/>
        </p:nvSpPr>
        <p:spPr>
          <a:xfrm>
            <a:off x="18438046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5" name="Rounded Rectangle">
            <a:extLst>
              <a:ext uri="{FF2B5EF4-FFF2-40B4-BE49-F238E27FC236}">
                <a16:creationId xmlns:a16="http://schemas.microsoft.com/office/drawing/2014/main" id="{12AE7EBA-47AE-4102-AF64-CCD496470718}"/>
              </a:ext>
            </a:extLst>
          </p:cNvPr>
          <p:cNvSpPr>
            <a:spLocks noGrp="1"/>
          </p:cNvSpPr>
          <p:nvPr/>
        </p:nvSpPr>
        <p:spPr>
          <a:xfrm>
            <a:off x="21747796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6" name="Circle">
            <a:extLst>
              <a:ext uri="{FF2B5EF4-FFF2-40B4-BE49-F238E27FC236}">
                <a16:creationId xmlns:a16="http://schemas.microsoft.com/office/drawing/2014/main" id="{DE7863C4-F703-4E84-8C57-E585EFDDC35E}"/>
              </a:ext>
            </a:extLst>
          </p:cNvPr>
          <p:cNvSpPr>
            <a:spLocks noGrp="1"/>
          </p:cNvSpPr>
          <p:nvPr/>
        </p:nvSpPr>
        <p:spPr>
          <a:xfrm>
            <a:off x="22230008" y="171986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7" name="Rounded Rectangle">
            <a:extLst>
              <a:ext uri="{FF2B5EF4-FFF2-40B4-BE49-F238E27FC236}">
                <a16:creationId xmlns:a16="http://schemas.microsoft.com/office/drawing/2014/main" id="{DB977373-AF29-427D-83B9-86BF6BEFAD6E}"/>
              </a:ext>
            </a:extLst>
          </p:cNvPr>
          <p:cNvSpPr>
            <a:spLocks noGrp="1"/>
          </p:cNvSpPr>
          <p:nvPr/>
        </p:nvSpPr>
        <p:spPr>
          <a:xfrm>
            <a:off x="6579944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8" name="Circle">
            <a:extLst>
              <a:ext uri="{FF2B5EF4-FFF2-40B4-BE49-F238E27FC236}">
                <a16:creationId xmlns:a16="http://schemas.microsoft.com/office/drawing/2014/main" id="{9CFB9269-2E14-461C-9338-22644262D438}"/>
              </a:ext>
            </a:extLst>
          </p:cNvPr>
          <p:cNvSpPr>
            <a:spLocks noGrp="1"/>
          </p:cNvSpPr>
          <p:nvPr/>
        </p:nvSpPr>
        <p:spPr>
          <a:xfrm>
            <a:off x="6679671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9" name="Circle">
            <a:extLst>
              <a:ext uri="{FF2B5EF4-FFF2-40B4-BE49-F238E27FC236}">
                <a16:creationId xmlns:a16="http://schemas.microsoft.com/office/drawing/2014/main" id="{047A07E2-57BC-48D9-877C-1966B0CB8A09}"/>
              </a:ext>
            </a:extLst>
          </p:cNvPr>
          <p:cNvSpPr>
            <a:spLocks noGrp="1"/>
          </p:cNvSpPr>
          <p:nvPr/>
        </p:nvSpPr>
        <p:spPr>
          <a:xfrm rot="10800000">
            <a:off x="7444641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0" name="Rounded Rectangle">
            <a:extLst>
              <a:ext uri="{FF2B5EF4-FFF2-40B4-BE49-F238E27FC236}">
                <a16:creationId xmlns:a16="http://schemas.microsoft.com/office/drawing/2014/main" id="{F9471F8A-96BF-458D-A01A-2E9719C2BBCE}"/>
              </a:ext>
            </a:extLst>
          </p:cNvPr>
          <p:cNvSpPr>
            <a:spLocks noGrp="1"/>
          </p:cNvSpPr>
          <p:nvPr/>
        </p:nvSpPr>
        <p:spPr>
          <a:xfrm>
            <a:off x="6579944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1" name="Circle">
            <a:extLst>
              <a:ext uri="{FF2B5EF4-FFF2-40B4-BE49-F238E27FC236}">
                <a16:creationId xmlns:a16="http://schemas.microsoft.com/office/drawing/2014/main" id="{6A2EF286-378B-4E8F-9569-36F4D404F539}"/>
              </a:ext>
            </a:extLst>
          </p:cNvPr>
          <p:cNvSpPr>
            <a:spLocks noGrp="1"/>
          </p:cNvSpPr>
          <p:nvPr/>
        </p:nvSpPr>
        <p:spPr>
          <a:xfrm>
            <a:off x="667967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2" name="Circle">
            <a:extLst>
              <a:ext uri="{FF2B5EF4-FFF2-40B4-BE49-F238E27FC236}">
                <a16:creationId xmlns:a16="http://schemas.microsoft.com/office/drawing/2014/main" id="{ED842FE6-AF90-4F31-BC7C-A2E84B46080E}"/>
              </a:ext>
            </a:extLst>
          </p:cNvPr>
          <p:cNvSpPr>
            <a:spLocks noGrp="1"/>
          </p:cNvSpPr>
          <p:nvPr/>
        </p:nvSpPr>
        <p:spPr>
          <a:xfrm rot="10800000">
            <a:off x="744464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3" name="Circle">
            <a:extLst>
              <a:ext uri="{FF2B5EF4-FFF2-40B4-BE49-F238E27FC236}">
                <a16:creationId xmlns:a16="http://schemas.microsoft.com/office/drawing/2014/main" id="{2DDFAC2D-3748-4C6B-9FF2-5FC649FEE8CA}"/>
              </a:ext>
            </a:extLst>
          </p:cNvPr>
          <p:cNvSpPr>
            <a:spLocks noGrp="1"/>
          </p:cNvSpPr>
          <p:nvPr/>
        </p:nvSpPr>
        <p:spPr>
          <a:xfrm rot="10800000">
            <a:off x="7062156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4" name="Rounded Rectangle">
            <a:extLst>
              <a:ext uri="{FF2B5EF4-FFF2-40B4-BE49-F238E27FC236}">
                <a16:creationId xmlns:a16="http://schemas.microsoft.com/office/drawing/2014/main" id="{61F4C2AF-541B-4BBD-9374-EF57DFACDE7D}"/>
              </a:ext>
            </a:extLst>
          </p:cNvPr>
          <p:cNvSpPr>
            <a:spLocks noGrp="1"/>
          </p:cNvSpPr>
          <p:nvPr/>
        </p:nvSpPr>
        <p:spPr>
          <a:xfrm>
            <a:off x="6579944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5" name="Circle">
            <a:extLst>
              <a:ext uri="{FF2B5EF4-FFF2-40B4-BE49-F238E27FC236}">
                <a16:creationId xmlns:a16="http://schemas.microsoft.com/office/drawing/2014/main" id="{272DC0E6-81FF-4C0A-BAC4-A3459891DB5C}"/>
              </a:ext>
            </a:extLst>
          </p:cNvPr>
          <p:cNvSpPr>
            <a:spLocks noGrp="1"/>
          </p:cNvSpPr>
          <p:nvPr/>
        </p:nvSpPr>
        <p:spPr>
          <a:xfrm>
            <a:off x="667967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6" name="Circle">
            <a:extLst>
              <a:ext uri="{FF2B5EF4-FFF2-40B4-BE49-F238E27FC236}">
                <a16:creationId xmlns:a16="http://schemas.microsoft.com/office/drawing/2014/main" id="{B9C88128-FEC4-455B-87F6-3C3E5C80E948}"/>
              </a:ext>
            </a:extLst>
          </p:cNvPr>
          <p:cNvSpPr>
            <a:spLocks noGrp="1"/>
          </p:cNvSpPr>
          <p:nvPr/>
        </p:nvSpPr>
        <p:spPr>
          <a:xfrm rot="10800000">
            <a:off x="744464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7" name="Circle">
            <a:extLst>
              <a:ext uri="{FF2B5EF4-FFF2-40B4-BE49-F238E27FC236}">
                <a16:creationId xmlns:a16="http://schemas.microsoft.com/office/drawing/2014/main" id="{34EF8E08-E68E-4FA9-B705-4518C6FE1F81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8" name="Circle">
            <a:extLst>
              <a:ext uri="{FF2B5EF4-FFF2-40B4-BE49-F238E27FC236}">
                <a16:creationId xmlns:a16="http://schemas.microsoft.com/office/drawing/2014/main" id="{E12CC106-BAF8-4456-958B-42C9E1A78FDC}"/>
              </a:ext>
            </a:extLst>
          </p:cNvPr>
          <p:cNvSpPr>
            <a:spLocks noGrp="1"/>
          </p:cNvSpPr>
          <p:nvPr/>
        </p:nvSpPr>
        <p:spPr>
          <a:xfrm flipH="1">
            <a:off x="7444641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9" name="Rounded Rectangle">
            <a:extLst>
              <a:ext uri="{FF2B5EF4-FFF2-40B4-BE49-F238E27FC236}">
                <a16:creationId xmlns:a16="http://schemas.microsoft.com/office/drawing/2014/main" id="{91EE7B71-5C30-431B-ACCF-80957EA65B45}"/>
              </a:ext>
            </a:extLst>
          </p:cNvPr>
          <p:cNvSpPr>
            <a:spLocks noGrp="1"/>
          </p:cNvSpPr>
          <p:nvPr/>
        </p:nvSpPr>
        <p:spPr>
          <a:xfrm>
            <a:off x="6579944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0" name="Circle">
            <a:extLst>
              <a:ext uri="{FF2B5EF4-FFF2-40B4-BE49-F238E27FC236}">
                <a16:creationId xmlns:a16="http://schemas.microsoft.com/office/drawing/2014/main" id="{CEE559EA-DA7B-4ED1-987D-A64036A547D9}"/>
              </a:ext>
            </a:extLst>
          </p:cNvPr>
          <p:cNvSpPr>
            <a:spLocks noGrp="1"/>
          </p:cNvSpPr>
          <p:nvPr/>
        </p:nvSpPr>
        <p:spPr>
          <a:xfrm>
            <a:off x="667967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1" name="Circle">
            <a:extLst>
              <a:ext uri="{FF2B5EF4-FFF2-40B4-BE49-F238E27FC236}">
                <a16:creationId xmlns:a16="http://schemas.microsoft.com/office/drawing/2014/main" id="{7C0F1318-0764-4B76-9876-3F237C55A04B}"/>
              </a:ext>
            </a:extLst>
          </p:cNvPr>
          <p:cNvSpPr>
            <a:spLocks noGrp="1"/>
          </p:cNvSpPr>
          <p:nvPr/>
        </p:nvSpPr>
        <p:spPr>
          <a:xfrm rot="10800000">
            <a:off x="7444641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2" name="Circle">
            <a:extLst>
              <a:ext uri="{FF2B5EF4-FFF2-40B4-BE49-F238E27FC236}">
                <a16:creationId xmlns:a16="http://schemas.microsoft.com/office/drawing/2014/main" id="{735096BD-9E2B-4940-99A5-5D2CB70937F3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3" name="Circle">
            <a:extLst>
              <a:ext uri="{FF2B5EF4-FFF2-40B4-BE49-F238E27FC236}">
                <a16:creationId xmlns:a16="http://schemas.microsoft.com/office/drawing/2014/main" id="{2C98E0A7-C4FD-48D7-AF3B-545D0E115009}"/>
              </a:ext>
            </a:extLst>
          </p:cNvPr>
          <p:cNvSpPr>
            <a:spLocks noGrp="1"/>
          </p:cNvSpPr>
          <p:nvPr/>
        </p:nvSpPr>
        <p:spPr>
          <a:xfrm flipH="1">
            <a:off x="7444641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4" name="Circle">
            <a:extLst>
              <a:ext uri="{FF2B5EF4-FFF2-40B4-BE49-F238E27FC236}">
                <a16:creationId xmlns:a16="http://schemas.microsoft.com/office/drawing/2014/main" id="{56622FF9-DDFD-432D-98D6-B0A7BC5D9C27}"/>
              </a:ext>
            </a:extLst>
          </p:cNvPr>
          <p:cNvSpPr>
            <a:spLocks noGrp="1"/>
          </p:cNvSpPr>
          <p:nvPr/>
        </p:nvSpPr>
        <p:spPr>
          <a:xfrm rot="10800000">
            <a:off x="7062156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5" name="Rounded Rectangle">
            <a:extLst>
              <a:ext uri="{FF2B5EF4-FFF2-40B4-BE49-F238E27FC236}">
                <a16:creationId xmlns:a16="http://schemas.microsoft.com/office/drawing/2014/main" id="{1269E213-3580-42FE-9B5C-D13C5D017BEB}"/>
              </a:ext>
            </a:extLst>
          </p:cNvPr>
          <p:cNvSpPr>
            <a:spLocks noGrp="1"/>
          </p:cNvSpPr>
          <p:nvPr/>
        </p:nvSpPr>
        <p:spPr>
          <a:xfrm>
            <a:off x="6579944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6" name="Circle">
            <a:extLst>
              <a:ext uri="{FF2B5EF4-FFF2-40B4-BE49-F238E27FC236}">
                <a16:creationId xmlns:a16="http://schemas.microsoft.com/office/drawing/2014/main" id="{C622D12B-9DEA-427E-A430-D9F228041D7D}"/>
              </a:ext>
            </a:extLst>
          </p:cNvPr>
          <p:cNvSpPr>
            <a:spLocks noGrp="1"/>
          </p:cNvSpPr>
          <p:nvPr/>
        </p:nvSpPr>
        <p:spPr>
          <a:xfrm>
            <a:off x="6679672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7" name="Circle">
            <a:extLst>
              <a:ext uri="{FF2B5EF4-FFF2-40B4-BE49-F238E27FC236}">
                <a16:creationId xmlns:a16="http://schemas.microsoft.com/office/drawing/2014/main" id="{99A9355B-0109-44F8-8C93-EB7DBEAD99C6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8" name="Circle">
            <a:extLst>
              <a:ext uri="{FF2B5EF4-FFF2-40B4-BE49-F238E27FC236}">
                <a16:creationId xmlns:a16="http://schemas.microsoft.com/office/drawing/2014/main" id="{868EC75A-5F7E-480E-B200-FE0792673641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9" name="Circle">
            <a:extLst>
              <a:ext uri="{FF2B5EF4-FFF2-40B4-BE49-F238E27FC236}">
                <a16:creationId xmlns:a16="http://schemas.microsoft.com/office/drawing/2014/main" id="{B4F5F368-10DC-4028-B059-B51E244E753E}"/>
              </a:ext>
            </a:extLst>
          </p:cNvPr>
          <p:cNvSpPr>
            <a:spLocks noGrp="1"/>
          </p:cNvSpPr>
          <p:nvPr/>
        </p:nvSpPr>
        <p:spPr>
          <a:xfrm flipH="1">
            <a:off x="7444641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0" name="Circle">
            <a:extLst>
              <a:ext uri="{FF2B5EF4-FFF2-40B4-BE49-F238E27FC236}">
                <a16:creationId xmlns:a16="http://schemas.microsoft.com/office/drawing/2014/main" id="{24F0C633-4F3B-4E1A-8033-79ABE5EDA4E9}"/>
              </a:ext>
            </a:extLst>
          </p:cNvPr>
          <p:cNvSpPr>
            <a:spLocks noGrp="1"/>
          </p:cNvSpPr>
          <p:nvPr/>
        </p:nvSpPr>
        <p:spPr>
          <a:xfrm rot="10800000">
            <a:off x="667967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1" name="Circle">
            <a:extLst>
              <a:ext uri="{FF2B5EF4-FFF2-40B4-BE49-F238E27FC236}">
                <a16:creationId xmlns:a16="http://schemas.microsoft.com/office/drawing/2014/main" id="{1071FEB9-B015-47F7-AAD2-2710F9F213EF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2" name="Rounded Rectangle">
            <a:extLst>
              <a:ext uri="{FF2B5EF4-FFF2-40B4-BE49-F238E27FC236}">
                <a16:creationId xmlns:a16="http://schemas.microsoft.com/office/drawing/2014/main" id="{CF67E5BA-F157-4AE6-A1A7-136A1DA28F85}"/>
              </a:ext>
            </a:extLst>
          </p:cNvPr>
          <p:cNvSpPr>
            <a:spLocks noGrp="1"/>
          </p:cNvSpPr>
          <p:nvPr/>
        </p:nvSpPr>
        <p:spPr>
          <a:xfrm>
            <a:off x="10371907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3" name="Circle">
            <a:extLst>
              <a:ext uri="{FF2B5EF4-FFF2-40B4-BE49-F238E27FC236}">
                <a16:creationId xmlns:a16="http://schemas.microsoft.com/office/drawing/2014/main" id="{2F6FAF6F-38E5-465F-B3FD-D929E729CD92}"/>
              </a:ext>
            </a:extLst>
          </p:cNvPr>
          <p:cNvSpPr>
            <a:spLocks noGrp="1"/>
          </p:cNvSpPr>
          <p:nvPr/>
        </p:nvSpPr>
        <p:spPr>
          <a:xfrm>
            <a:off x="10471634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4" name="Circle">
            <a:extLst>
              <a:ext uri="{FF2B5EF4-FFF2-40B4-BE49-F238E27FC236}">
                <a16:creationId xmlns:a16="http://schemas.microsoft.com/office/drawing/2014/main" id="{05F40B20-92FE-46A6-8874-BF7B7B3A38E5}"/>
              </a:ext>
            </a:extLst>
          </p:cNvPr>
          <p:cNvSpPr>
            <a:spLocks noGrp="1"/>
          </p:cNvSpPr>
          <p:nvPr/>
        </p:nvSpPr>
        <p:spPr>
          <a:xfrm rot="10800000">
            <a:off x="11236604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5" name="Rounded Rectangle">
            <a:extLst>
              <a:ext uri="{FF2B5EF4-FFF2-40B4-BE49-F238E27FC236}">
                <a16:creationId xmlns:a16="http://schemas.microsoft.com/office/drawing/2014/main" id="{5F249439-5815-4596-9220-642502249B23}"/>
              </a:ext>
            </a:extLst>
          </p:cNvPr>
          <p:cNvSpPr>
            <a:spLocks noGrp="1"/>
          </p:cNvSpPr>
          <p:nvPr/>
        </p:nvSpPr>
        <p:spPr>
          <a:xfrm>
            <a:off x="10371907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6" name="Circle">
            <a:extLst>
              <a:ext uri="{FF2B5EF4-FFF2-40B4-BE49-F238E27FC236}">
                <a16:creationId xmlns:a16="http://schemas.microsoft.com/office/drawing/2014/main" id="{164B51ED-A0F1-448D-90F2-D90BE34CBF8C}"/>
              </a:ext>
            </a:extLst>
          </p:cNvPr>
          <p:cNvSpPr>
            <a:spLocks noGrp="1"/>
          </p:cNvSpPr>
          <p:nvPr/>
        </p:nvSpPr>
        <p:spPr>
          <a:xfrm>
            <a:off x="10471635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7" name="Circle">
            <a:extLst>
              <a:ext uri="{FF2B5EF4-FFF2-40B4-BE49-F238E27FC236}">
                <a16:creationId xmlns:a16="http://schemas.microsoft.com/office/drawing/2014/main" id="{885CBB95-47F6-4443-AFCE-817D47248907}"/>
              </a:ext>
            </a:extLst>
          </p:cNvPr>
          <p:cNvSpPr>
            <a:spLocks noGrp="1"/>
          </p:cNvSpPr>
          <p:nvPr/>
        </p:nvSpPr>
        <p:spPr>
          <a:xfrm rot="10800000">
            <a:off x="11236604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8" name="Circle">
            <a:extLst>
              <a:ext uri="{FF2B5EF4-FFF2-40B4-BE49-F238E27FC236}">
                <a16:creationId xmlns:a16="http://schemas.microsoft.com/office/drawing/2014/main" id="{5508CC1F-6F4E-4115-89F3-294CAA183EBF}"/>
              </a:ext>
            </a:extLst>
          </p:cNvPr>
          <p:cNvSpPr>
            <a:spLocks noGrp="1"/>
          </p:cNvSpPr>
          <p:nvPr/>
        </p:nvSpPr>
        <p:spPr>
          <a:xfrm rot="10800000">
            <a:off x="10854119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9" name="Rounded Rectangle">
            <a:extLst>
              <a:ext uri="{FF2B5EF4-FFF2-40B4-BE49-F238E27FC236}">
                <a16:creationId xmlns:a16="http://schemas.microsoft.com/office/drawing/2014/main" id="{D9D0CE99-3971-4B25-908B-B5B8A26D5EA8}"/>
              </a:ext>
            </a:extLst>
          </p:cNvPr>
          <p:cNvSpPr>
            <a:spLocks noGrp="1"/>
          </p:cNvSpPr>
          <p:nvPr/>
        </p:nvSpPr>
        <p:spPr>
          <a:xfrm>
            <a:off x="10371907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0" name="Circle">
            <a:extLst>
              <a:ext uri="{FF2B5EF4-FFF2-40B4-BE49-F238E27FC236}">
                <a16:creationId xmlns:a16="http://schemas.microsoft.com/office/drawing/2014/main" id="{504AB3D2-53FD-4E8B-9589-42461BCD34D1}"/>
              </a:ext>
            </a:extLst>
          </p:cNvPr>
          <p:cNvSpPr>
            <a:spLocks noGrp="1"/>
          </p:cNvSpPr>
          <p:nvPr/>
        </p:nvSpPr>
        <p:spPr>
          <a:xfrm>
            <a:off x="10471635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1" name="Circle">
            <a:extLst>
              <a:ext uri="{FF2B5EF4-FFF2-40B4-BE49-F238E27FC236}">
                <a16:creationId xmlns:a16="http://schemas.microsoft.com/office/drawing/2014/main" id="{C13564C0-65DC-4771-8694-A9EA7045621D}"/>
              </a:ext>
            </a:extLst>
          </p:cNvPr>
          <p:cNvSpPr>
            <a:spLocks noGrp="1"/>
          </p:cNvSpPr>
          <p:nvPr/>
        </p:nvSpPr>
        <p:spPr>
          <a:xfrm rot="10800000">
            <a:off x="11236604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2" name="Circle">
            <a:extLst>
              <a:ext uri="{FF2B5EF4-FFF2-40B4-BE49-F238E27FC236}">
                <a16:creationId xmlns:a16="http://schemas.microsoft.com/office/drawing/2014/main" id="{F66EC9C1-E623-40CD-8C01-9BC20BBAB50C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5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3" name="Circle">
            <a:extLst>
              <a:ext uri="{FF2B5EF4-FFF2-40B4-BE49-F238E27FC236}">
                <a16:creationId xmlns:a16="http://schemas.microsoft.com/office/drawing/2014/main" id="{6A20B0E8-2711-4D9B-816B-77B140A27F4B}"/>
              </a:ext>
            </a:extLst>
          </p:cNvPr>
          <p:cNvSpPr>
            <a:spLocks noGrp="1"/>
          </p:cNvSpPr>
          <p:nvPr/>
        </p:nvSpPr>
        <p:spPr>
          <a:xfrm flipH="1">
            <a:off x="11236604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4" name="Rounded Rectangle">
            <a:extLst>
              <a:ext uri="{FF2B5EF4-FFF2-40B4-BE49-F238E27FC236}">
                <a16:creationId xmlns:a16="http://schemas.microsoft.com/office/drawing/2014/main" id="{0A31081D-875C-4D40-B63A-BEF5D62F98D0}"/>
              </a:ext>
            </a:extLst>
          </p:cNvPr>
          <p:cNvSpPr>
            <a:spLocks noGrp="1"/>
          </p:cNvSpPr>
          <p:nvPr/>
        </p:nvSpPr>
        <p:spPr>
          <a:xfrm>
            <a:off x="10371907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5" name="Circle">
            <a:extLst>
              <a:ext uri="{FF2B5EF4-FFF2-40B4-BE49-F238E27FC236}">
                <a16:creationId xmlns:a16="http://schemas.microsoft.com/office/drawing/2014/main" id="{F188EC8A-F277-4DAC-A377-09E5EF134090}"/>
              </a:ext>
            </a:extLst>
          </p:cNvPr>
          <p:cNvSpPr>
            <a:spLocks noGrp="1"/>
          </p:cNvSpPr>
          <p:nvPr/>
        </p:nvSpPr>
        <p:spPr>
          <a:xfrm>
            <a:off x="10471635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6" name="Circle">
            <a:extLst>
              <a:ext uri="{FF2B5EF4-FFF2-40B4-BE49-F238E27FC236}">
                <a16:creationId xmlns:a16="http://schemas.microsoft.com/office/drawing/2014/main" id="{F68167D6-BB7A-4EC5-83A3-317C3F6FB34D}"/>
              </a:ext>
            </a:extLst>
          </p:cNvPr>
          <p:cNvSpPr>
            <a:spLocks noGrp="1"/>
          </p:cNvSpPr>
          <p:nvPr/>
        </p:nvSpPr>
        <p:spPr>
          <a:xfrm rot="10800000">
            <a:off x="11236604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7" name="Circle">
            <a:extLst>
              <a:ext uri="{FF2B5EF4-FFF2-40B4-BE49-F238E27FC236}">
                <a16:creationId xmlns:a16="http://schemas.microsoft.com/office/drawing/2014/main" id="{0A73C141-258E-49A0-BCA2-288CB9210A43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5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8" name="Circle">
            <a:extLst>
              <a:ext uri="{FF2B5EF4-FFF2-40B4-BE49-F238E27FC236}">
                <a16:creationId xmlns:a16="http://schemas.microsoft.com/office/drawing/2014/main" id="{408D1815-3D5E-4711-8868-2B704F26C312}"/>
              </a:ext>
            </a:extLst>
          </p:cNvPr>
          <p:cNvSpPr>
            <a:spLocks noGrp="1"/>
          </p:cNvSpPr>
          <p:nvPr/>
        </p:nvSpPr>
        <p:spPr>
          <a:xfrm flipH="1">
            <a:off x="11236604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9" name="Circle">
            <a:extLst>
              <a:ext uri="{FF2B5EF4-FFF2-40B4-BE49-F238E27FC236}">
                <a16:creationId xmlns:a16="http://schemas.microsoft.com/office/drawing/2014/main" id="{175425ED-FFE3-4310-8F4C-ECFC9D4CCB23}"/>
              </a:ext>
            </a:extLst>
          </p:cNvPr>
          <p:cNvSpPr>
            <a:spLocks noGrp="1"/>
          </p:cNvSpPr>
          <p:nvPr/>
        </p:nvSpPr>
        <p:spPr>
          <a:xfrm rot="10800000">
            <a:off x="10854119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0" name="Rounded Rectangle">
            <a:extLst>
              <a:ext uri="{FF2B5EF4-FFF2-40B4-BE49-F238E27FC236}">
                <a16:creationId xmlns:a16="http://schemas.microsoft.com/office/drawing/2014/main" id="{CC368ECB-A507-4D06-B098-331B7C5B2A59}"/>
              </a:ext>
            </a:extLst>
          </p:cNvPr>
          <p:cNvSpPr>
            <a:spLocks noGrp="1"/>
          </p:cNvSpPr>
          <p:nvPr/>
        </p:nvSpPr>
        <p:spPr>
          <a:xfrm>
            <a:off x="10371907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1" name="Circle">
            <a:extLst>
              <a:ext uri="{FF2B5EF4-FFF2-40B4-BE49-F238E27FC236}">
                <a16:creationId xmlns:a16="http://schemas.microsoft.com/office/drawing/2014/main" id="{AB3DDB95-58F5-4215-9A3D-89C2DF6B6C49}"/>
              </a:ext>
            </a:extLst>
          </p:cNvPr>
          <p:cNvSpPr>
            <a:spLocks noGrp="1"/>
          </p:cNvSpPr>
          <p:nvPr/>
        </p:nvSpPr>
        <p:spPr>
          <a:xfrm>
            <a:off x="10471635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2" name="Circle">
            <a:extLst>
              <a:ext uri="{FF2B5EF4-FFF2-40B4-BE49-F238E27FC236}">
                <a16:creationId xmlns:a16="http://schemas.microsoft.com/office/drawing/2014/main" id="{5814DA85-49B0-40A1-A91F-04E4EEF38E76}"/>
              </a:ext>
            </a:extLst>
          </p:cNvPr>
          <p:cNvSpPr>
            <a:spLocks noGrp="1"/>
          </p:cNvSpPr>
          <p:nvPr/>
        </p:nvSpPr>
        <p:spPr>
          <a:xfrm rot="10800000">
            <a:off x="11236604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3" name="Circle">
            <a:extLst>
              <a:ext uri="{FF2B5EF4-FFF2-40B4-BE49-F238E27FC236}">
                <a16:creationId xmlns:a16="http://schemas.microsoft.com/office/drawing/2014/main" id="{2F4ABAFE-65E7-4E84-92DB-0E6A63260495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4" name="Circle">
            <a:extLst>
              <a:ext uri="{FF2B5EF4-FFF2-40B4-BE49-F238E27FC236}">
                <a16:creationId xmlns:a16="http://schemas.microsoft.com/office/drawing/2014/main" id="{088E4A12-F0CA-4E88-B3D2-994A7E922C29}"/>
              </a:ext>
            </a:extLst>
          </p:cNvPr>
          <p:cNvSpPr>
            <a:spLocks noGrp="1"/>
          </p:cNvSpPr>
          <p:nvPr/>
        </p:nvSpPr>
        <p:spPr>
          <a:xfrm flipH="1">
            <a:off x="11236604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5" name="Circle">
            <a:extLst>
              <a:ext uri="{FF2B5EF4-FFF2-40B4-BE49-F238E27FC236}">
                <a16:creationId xmlns:a16="http://schemas.microsoft.com/office/drawing/2014/main" id="{F5C2C0BA-144E-4193-B0C2-5620F19813E5}"/>
              </a:ext>
            </a:extLst>
          </p:cNvPr>
          <p:cNvSpPr>
            <a:spLocks noGrp="1"/>
          </p:cNvSpPr>
          <p:nvPr/>
        </p:nvSpPr>
        <p:spPr>
          <a:xfrm rot="10800000">
            <a:off x="10471635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6" name="Circle">
            <a:extLst>
              <a:ext uri="{FF2B5EF4-FFF2-40B4-BE49-F238E27FC236}">
                <a16:creationId xmlns:a16="http://schemas.microsoft.com/office/drawing/2014/main" id="{9098FA0F-8CF0-47EC-84F2-E804F1D58F62}"/>
              </a:ext>
            </a:extLst>
          </p:cNvPr>
          <p:cNvSpPr>
            <a:spLocks noGrp="1"/>
          </p:cNvSpPr>
          <p:nvPr/>
        </p:nvSpPr>
        <p:spPr>
          <a:xfrm rot="10800000">
            <a:off x="11236604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7" name="Rounded Rectangle">
            <a:extLst>
              <a:ext uri="{FF2B5EF4-FFF2-40B4-BE49-F238E27FC236}">
                <a16:creationId xmlns:a16="http://schemas.microsoft.com/office/drawing/2014/main" id="{2992EB06-057B-48FE-956E-EA074F65CAB0}"/>
              </a:ext>
            </a:extLst>
          </p:cNvPr>
          <p:cNvSpPr>
            <a:spLocks noGrp="1"/>
          </p:cNvSpPr>
          <p:nvPr/>
        </p:nvSpPr>
        <p:spPr>
          <a:xfrm>
            <a:off x="14163869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8" name="Circle">
            <a:extLst>
              <a:ext uri="{FF2B5EF4-FFF2-40B4-BE49-F238E27FC236}">
                <a16:creationId xmlns:a16="http://schemas.microsoft.com/office/drawing/2014/main" id="{4C8C36F6-54AA-45BA-B4EE-FF8B3D10DD6C}"/>
              </a:ext>
            </a:extLst>
          </p:cNvPr>
          <p:cNvSpPr>
            <a:spLocks noGrp="1"/>
          </p:cNvSpPr>
          <p:nvPr/>
        </p:nvSpPr>
        <p:spPr>
          <a:xfrm>
            <a:off x="14263597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9" name="Circle">
            <a:extLst>
              <a:ext uri="{FF2B5EF4-FFF2-40B4-BE49-F238E27FC236}">
                <a16:creationId xmlns:a16="http://schemas.microsoft.com/office/drawing/2014/main" id="{D6093706-0997-4892-8881-124D659AB0AF}"/>
              </a:ext>
            </a:extLst>
          </p:cNvPr>
          <p:cNvSpPr>
            <a:spLocks noGrp="1"/>
          </p:cNvSpPr>
          <p:nvPr/>
        </p:nvSpPr>
        <p:spPr>
          <a:xfrm rot="10800000">
            <a:off x="15028565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0" name="Rounded Rectangle">
            <a:extLst>
              <a:ext uri="{FF2B5EF4-FFF2-40B4-BE49-F238E27FC236}">
                <a16:creationId xmlns:a16="http://schemas.microsoft.com/office/drawing/2014/main" id="{BB0B796C-9B4A-48A7-9F45-1B430B8D1C04}"/>
              </a:ext>
            </a:extLst>
          </p:cNvPr>
          <p:cNvSpPr>
            <a:spLocks noGrp="1"/>
          </p:cNvSpPr>
          <p:nvPr/>
        </p:nvSpPr>
        <p:spPr>
          <a:xfrm>
            <a:off x="14163869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1" name="Circle">
            <a:extLst>
              <a:ext uri="{FF2B5EF4-FFF2-40B4-BE49-F238E27FC236}">
                <a16:creationId xmlns:a16="http://schemas.microsoft.com/office/drawing/2014/main" id="{4FAC4324-A44D-4316-84DF-C65043FFA904}"/>
              </a:ext>
            </a:extLst>
          </p:cNvPr>
          <p:cNvSpPr>
            <a:spLocks noGrp="1"/>
          </p:cNvSpPr>
          <p:nvPr/>
        </p:nvSpPr>
        <p:spPr>
          <a:xfrm>
            <a:off x="14263597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2" name="Circle">
            <a:extLst>
              <a:ext uri="{FF2B5EF4-FFF2-40B4-BE49-F238E27FC236}">
                <a16:creationId xmlns:a16="http://schemas.microsoft.com/office/drawing/2014/main" id="{503C58F5-595F-416B-998C-5AE19CA53461}"/>
              </a:ext>
            </a:extLst>
          </p:cNvPr>
          <p:cNvSpPr>
            <a:spLocks noGrp="1"/>
          </p:cNvSpPr>
          <p:nvPr/>
        </p:nvSpPr>
        <p:spPr>
          <a:xfrm rot="10800000">
            <a:off x="15028567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3" name="Circle">
            <a:extLst>
              <a:ext uri="{FF2B5EF4-FFF2-40B4-BE49-F238E27FC236}">
                <a16:creationId xmlns:a16="http://schemas.microsoft.com/office/drawing/2014/main" id="{B653B8CF-652E-4033-A1F2-894ED5F97496}"/>
              </a:ext>
            </a:extLst>
          </p:cNvPr>
          <p:cNvSpPr>
            <a:spLocks noGrp="1"/>
          </p:cNvSpPr>
          <p:nvPr/>
        </p:nvSpPr>
        <p:spPr>
          <a:xfrm rot="10800000">
            <a:off x="14646082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4" name="Rounded Rectangle">
            <a:extLst>
              <a:ext uri="{FF2B5EF4-FFF2-40B4-BE49-F238E27FC236}">
                <a16:creationId xmlns:a16="http://schemas.microsoft.com/office/drawing/2014/main" id="{7AE9E6B5-57AC-4F91-B30E-D20B6215F258}"/>
              </a:ext>
            </a:extLst>
          </p:cNvPr>
          <p:cNvSpPr>
            <a:spLocks noGrp="1"/>
          </p:cNvSpPr>
          <p:nvPr/>
        </p:nvSpPr>
        <p:spPr>
          <a:xfrm>
            <a:off x="14163869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5" name="Circle">
            <a:extLst>
              <a:ext uri="{FF2B5EF4-FFF2-40B4-BE49-F238E27FC236}">
                <a16:creationId xmlns:a16="http://schemas.microsoft.com/office/drawing/2014/main" id="{F6F128A1-294B-476E-B3D7-39798E325AE1}"/>
              </a:ext>
            </a:extLst>
          </p:cNvPr>
          <p:cNvSpPr>
            <a:spLocks noGrp="1"/>
          </p:cNvSpPr>
          <p:nvPr/>
        </p:nvSpPr>
        <p:spPr>
          <a:xfrm>
            <a:off x="14263597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6" name="Circle">
            <a:extLst>
              <a:ext uri="{FF2B5EF4-FFF2-40B4-BE49-F238E27FC236}">
                <a16:creationId xmlns:a16="http://schemas.microsoft.com/office/drawing/2014/main" id="{EE58EA42-7687-4C1F-AA14-8A575AB0A89A}"/>
              </a:ext>
            </a:extLst>
          </p:cNvPr>
          <p:cNvSpPr>
            <a:spLocks noGrp="1"/>
          </p:cNvSpPr>
          <p:nvPr/>
        </p:nvSpPr>
        <p:spPr>
          <a:xfrm rot="10800000">
            <a:off x="15028567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7" name="Circle">
            <a:extLst>
              <a:ext uri="{FF2B5EF4-FFF2-40B4-BE49-F238E27FC236}">
                <a16:creationId xmlns:a16="http://schemas.microsoft.com/office/drawing/2014/main" id="{F5D026C0-CBC8-47BB-A459-A07303F0B1AB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7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8" name="Circle">
            <a:extLst>
              <a:ext uri="{FF2B5EF4-FFF2-40B4-BE49-F238E27FC236}">
                <a16:creationId xmlns:a16="http://schemas.microsoft.com/office/drawing/2014/main" id="{7CC11312-0067-47FC-BA2A-306EFDC4A0AF}"/>
              </a:ext>
            </a:extLst>
          </p:cNvPr>
          <p:cNvSpPr>
            <a:spLocks noGrp="1"/>
          </p:cNvSpPr>
          <p:nvPr/>
        </p:nvSpPr>
        <p:spPr>
          <a:xfrm flipH="1">
            <a:off x="15028567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9" name="Rounded Rectangle">
            <a:extLst>
              <a:ext uri="{FF2B5EF4-FFF2-40B4-BE49-F238E27FC236}">
                <a16:creationId xmlns:a16="http://schemas.microsoft.com/office/drawing/2014/main" id="{E761A086-CC5F-4AAB-9665-484C23465617}"/>
              </a:ext>
            </a:extLst>
          </p:cNvPr>
          <p:cNvSpPr>
            <a:spLocks noGrp="1"/>
          </p:cNvSpPr>
          <p:nvPr/>
        </p:nvSpPr>
        <p:spPr>
          <a:xfrm>
            <a:off x="14163869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0" name="Circle">
            <a:extLst>
              <a:ext uri="{FF2B5EF4-FFF2-40B4-BE49-F238E27FC236}">
                <a16:creationId xmlns:a16="http://schemas.microsoft.com/office/drawing/2014/main" id="{DEFB63AC-BD70-4D6B-A10B-5DC16BB26044}"/>
              </a:ext>
            </a:extLst>
          </p:cNvPr>
          <p:cNvSpPr>
            <a:spLocks noGrp="1"/>
          </p:cNvSpPr>
          <p:nvPr/>
        </p:nvSpPr>
        <p:spPr>
          <a:xfrm>
            <a:off x="14263597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1" name="Circle">
            <a:extLst>
              <a:ext uri="{FF2B5EF4-FFF2-40B4-BE49-F238E27FC236}">
                <a16:creationId xmlns:a16="http://schemas.microsoft.com/office/drawing/2014/main" id="{FBA53B12-0F0F-4109-AB74-A28E97D3E13E}"/>
              </a:ext>
            </a:extLst>
          </p:cNvPr>
          <p:cNvSpPr>
            <a:spLocks noGrp="1"/>
          </p:cNvSpPr>
          <p:nvPr/>
        </p:nvSpPr>
        <p:spPr>
          <a:xfrm rot="10800000">
            <a:off x="15028567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2" name="Circle">
            <a:extLst>
              <a:ext uri="{FF2B5EF4-FFF2-40B4-BE49-F238E27FC236}">
                <a16:creationId xmlns:a16="http://schemas.microsoft.com/office/drawing/2014/main" id="{F6D55883-4987-4F11-AD76-4B5F8BDA5699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7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3" name="Circle">
            <a:extLst>
              <a:ext uri="{FF2B5EF4-FFF2-40B4-BE49-F238E27FC236}">
                <a16:creationId xmlns:a16="http://schemas.microsoft.com/office/drawing/2014/main" id="{1025506B-F9E5-40C1-9EE0-B7ED28528EDA}"/>
              </a:ext>
            </a:extLst>
          </p:cNvPr>
          <p:cNvSpPr>
            <a:spLocks noGrp="1"/>
          </p:cNvSpPr>
          <p:nvPr/>
        </p:nvSpPr>
        <p:spPr>
          <a:xfrm flipH="1">
            <a:off x="15028567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4" name="Circle">
            <a:extLst>
              <a:ext uri="{FF2B5EF4-FFF2-40B4-BE49-F238E27FC236}">
                <a16:creationId xmlns:a16="http://schemas.microsoft.com/office/drawing/2014/main" id="{F651DE1F-3A74-47AC-9421-3BFD7E2BBCDB}"/>
              </a:ext>
            </a:extLst>
          </p:cNvPr>
          <p:cNvSpPr>
            <a:spLocks noGrp="1"/>
          </p:cNvSpPr>
          <p:nvPr/>
        </p:nvSpPr>
        <p:spPr>
          <a:xfrm rot="10800000">
            <a:off x="14646082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5" name="Rounded Rectangle">
            <a:extLst>
              <a:ext uri="{FF2B5EF4-FFF2-40B4-BE49-F238E27FC236}">
                <a16:creationId xmlns:a16="http://schemas.microsoft.com/office/drawing/2014/main" id="{0D603B39-5646-46ED-AB53-9D6DBFAB7CCD}"/>
              </a:ext>
            </a:extLst>
          </p:cNvPr>
          <p:cNvSpPr>
            <a:spLocks noGrp="1"/>
          </p:cNvSpPr>
          <p:nvPr/>
        </p:nvSpPr>
        <p:spPr>
          <a:xfrm>
            <a:off x="14163869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6" name="Circle">
            <a:extLst>
              <a:ext uri="{FF2B5EF4-FFF2-40B4-BE49-F238E27FC236}">
                <a16:creationId xmlns:a16="http://schemas.microsoft.com/office/drawing/2014/main" id="{22535447-9EE1-4FFF-8E1F-93CA32295CD7}"/>
              </a:ext>
            </a:extLst>
          </p:cNvPr>
          <p:cNvSpPr>
            <a:spLocks noGrp="1"/>
          </p:cNvSpPr>
          <p:nvPr/>
        </p:nvSpPr>
        <p:spPr>
          <a:xfrm>
            <a:off x="14263597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7" name="Circle">
            <a:extLst>
              <a:ext uri="{FF2B5EF4-FFF2-40B4-BE49-F238E27FC236}">
                <a16:creationId xmlns:a16="http://schemas.microsoft.com/office/drawing/2014/main" id="{F387DEFD-563B-45E0-9EAE-7F6AC5E08D54}"/>
              </a:ext>
            </a:extLst>
          </p:cNvPr>
          <p:cNvSpPr>
            <a:spLocks noGrp="1"/>
          </p:cNvSpPr>
          <p:nvPr/>
        </p:nvSpPr>
        <p:spPr>
          <a:xfrm rot="10800000">
            <a:off x="15028567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8" name="Circle">
            <a:extLst>
              <a:ext uri="{FF2B5EF4-FFF2-40B4-BE49-F238E27FC236}">
                <a16:creationId xmlns:a16="http://schemas.microsoft.com/office/drawing/2014/main" id="{A5945041-F8B1-4CA7-B435-8C368279EED2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7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9" name="Circle">
            <a:extLst>
              <a:ext uri="{FF2B5EF4-FFF2-40B4-BE49-F238E27FC236}">
                <a16:creationId xmlns:a16="http://schemas.microsoft.com/office/drawing/2014/main" id="{97A8A602-1D93-4537-9FE3-4B7C769D3D22}"/>
              </a:ext>
            </a:extLst>
          </p:cNvPr>
          <p:cNvSpPr>
            <a:spLocks noGrp="1"/>
          </p:cNvSpPr>
          <p:nvPr/>
        </p:nvSpPr>
        <p:spPr>
          <a:xfrm flipH="1">
            <a:off x="15028567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0" name="Circle">
            <a:extLst>
              <a:ext uri="{FF2B5EF4-FFF2-40B4-BE49-F238E27FC236}">
                <a16:creationId xmlns:a16="http://schemas.microsoft.com/office/drawing/2014/main" id="{5F7EB8D2-31BA-4120-A52E-4248F816ED82}"/>
              </a:ext>
            </a:extLst>
          </p:cNvPr>
          <p:cNvSpPr>
            <a:spLocks noGrp="1"/>
          </p:cNvSpPr>
          <p:nvPr/>
        </p:nvSpPr>
        <p:spPr>
          <a:xfrm rot="10800000">
            <a:off x="14263597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1" name="Circle">
            <a:extLst>
              <a:ext uri="{FF2B5EF4-FFF2-40B4-BE49-F238E27FC236}">
                <a16:creationId xmlns:a16="http://schemas.microsoft.com/office/drawing/2014/main" id="{4B85D6CB-E6AB-4F50-9585-84F8F61B9ADF}"/>
              </a:ext>
            </a:extLst>
          </p:cNvPr>
          <p:cNvSpPr>
            <a:spLocks noGrp="1"/>
          </p:cNvSpPr>
          <p:nvPr/>
        </p:nvSpPr>
        <p:spPr>
          <a:xfrm rot="10800000">
            <a:off x="15028567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2" name="Rounded Rectangle">
            <a:extLst>
              <a:ext uri="{FF2B5EF4-FFF2-40B4-BE49-F238E27FC236}">
                <a16:creationId xmlns:a16="http://schemas.microsoft.com/office/drawing/2014/main" id="{4157788F-B49B-41FE-87DB-ED850A19FCB3}"/>
              </a:ext>
            </a:extLst>
          </p:cNvPr>
          <p:cNvSpPr>
            <a:spLocks noGrp="1"/>
          </p:cNvSpPr>
          <p:nvPr/>
        </p:nvSpPr>
        <p:spPr>
          <a:xfrm>
            <a:off x="17955833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3" name="Circle">
            <a:extLst>
              <a:ext uri="{FF2B5EF4-FFF2-40B4-BE49-F238E27FC236}">
                <a16:creationId xmlns:a16="http://schemas.microsoft.com/office/drawing/2014/main" id="{44FC2F15-B5EE-4024-94DB-DC20854E8416}"/>
              </a:ext>
            </a:extLst>
          </p:cNvPr>
          <p:cNvSpPr>
            <a:spLocks noGrp="1"/>
          </p:cNvSpPr>
          <p:nvPr/>
        </p:nvSpPr>
        <p:spPr>
          <a:xfrm>
            <a:off x="18055561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4" name="Circle">
            <a:extLst>
              <a:ext uri="{FF2B5EF4-FFF2-40B4-BE49-F238E27FC236}">
                <a16:creationId xmlns:a16="http://schemas.microsoft.com/office/drawing/2014/main" id="{2E4AA887-0B74-4CE5-8ED0-72E2E334B6E3}"/>
              </a:ext>
            </a:extLst>
          </p:cNvPr>
          <p:cNvSpPr>
            <a:spLocks noGrp="1"/>
          </p:cNvSpPr>
          <p:nvPr/>
        </p:nvSpPr>
        <p:spPr>
          <a:xfrm rot="10800000">
            <a:off x="18820529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5" name="Rounded Rectangle">
            <a:extLst>
              <a:ext uri="{FF2B5EF4-FFF2-40B4-BE49-F238E27FC236}">
                <a16:creationId xmlns:a16="http://schemas.microsoft.com/office/drawing/2014/main" id="{56D194E3-1AA7-4BF0-AC16-ACDCA16FEA25}"/>
              </a:ext>
            </a:extLst>
          </p:cNvPr>
          <p:cNvSpPr>
            <a:spLocks noGrp="1"/>
          </p:cNvSpPr>
          <p:nvPr/>
        </p:nvSpPr>
        <p:spPr>
          <a:xfrm>
            <a:off x="17955833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6" name="Circle">
            <a:extLst>
              <a:ext uri="{FF2B5EF4-FFF2-40B4-BE49-F238E27FC236}">
                <a16:creationId xmlns:a16="http://schemas.microsoft.com/office/drawing/2014/main" id="{9C2B0CDD-9244-4066-AF00-8BA47AA0353F}"/>
              </a:ext>
            </a:extLst>
          </p:cNvPr>
          <p:cNvSpPr>
            <a:spLocks noGrp="1"/>
          </p:cNvSpPr>
          <p:nvPr/>
        </p:nvSpPr>
        <p:spPr>
          <a:xfrm>
            <a:off x="18055561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7" name="Circle">
            <a:extLst>
              <a:ext uri="{FF2B5EF4-FFF2-40B4-BE49-F238E27FC236}">
                <a16:creationId xmlns:a16="http://schemas.microsoft.com/office/drawing/2014/main" id="{3860C199-7ABC-46E0-90FA-79DDA1EC8D10}"/>
              </a:ext>
            </a:extLst>
          </p:cNvPr>
          <p:cNvSpPr>
            <a:spLocks noGrp="1"/>
          </p:cNvSpPr>
          <p:nvPr/>
        </p:nvSpPr>
        <p:spPr>
          <a:xfrm rot="10800000">
            <a:off x="1882053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8" name="Circle">
            <a:extLst>
              <a:ext uri="{FF2B5EF4-FFF2-40B4-BE49-F238E27FC236}">
                <a16:creationId xmlns:a16="http://schemas.microsoft.com/office/drawing/2014/main" id="{72C512AE-D7CC-41BC-9761-3F6B5A70536E}"/>
              </a:ext>
            </a:extLst>
          </p:cNvPr>
          <p:cNvSpPr>
            <a:spLocks noGrp="1"/>
          </p:cNvSpPr>
          <p:nvPr/>
        </p:nvSpPr>
        <p:spPr>
          <a:xfrm rot="10800000">
            <a:off x="18438046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9" name="Rounded Rectangle">
            <a:extLst>
              <a:ext uri="{FF2B5EF4-FFF2-40B4-BE49-F238E27FC236}">
                <a16:creationId xmlns:a16="http://schemas.microsoft.com/office/drawing/2014/main" id="{D31C89AD-38E6-4578-8E03-E8679C1C6F09}"/>
              </a:ext>
            </a:extLst>
          </p:cNvPr>
          <p:cNvSpPr>
            <a:spLocks noGrp="1"/>
          </p:cNvSpPr>
          <p:nvPr/>
        </p:nvSpPr>
        <p:spPr>
          <a:xfrm>
            <a:off x="17955833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0" name="Circle">
            <a:extLst>
              <a:ext uri="{FF2B5EF4-FFF2-40B4-BE49-F238E27FC236}">
                <a16:creationId xmlns:a16="http://schemas.microsoft.com/office/drawing/2014/main" id="{019FA4AD-121E-4A16-BAEF-2A1F55475F7B}"/>
              </a:ext>
            </a:extLst>
          </p:cNvPr>
          <p:cNvSpPr>
            <a:spLocks noGrp="1"/>
          </p:cNvSpPr>
          <p:nvPr/>
        </p:nvSpPr>
        <p:spPr>
          <a:xfrm>
            <a:off x="18055561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1" name="Circle">
            <a:extLst>
              <a:ext uri="{FF2B5EF4-FFF2-40B4-BE49-F238E27FC236}">
                <a16:creationId xmlns:a16="http://schemas.microsoft.com/office/drawing/2014/main" id="{77CFEE27-867D-412F-AD60-C14B822DDF06}"/>
              </a:ext>
            </a:extLst>
          </p:cNvPr>
          <p:cNvSpPr>
            <a:spLocks noGrp="1"/>
          </p:cNvSpPr>
          <p:nvPr/>
        </p:nvSpPr>
        <p:spPr>
          <a:xfrm rot="10800000">
            <a:off x="1882053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2" name="Circle">
            <a:extLst>
              <a:ext uri="{FF2B5EF4-FFF2-40B4-BE49-F238E27FC236}">
                <a16:creationId xmlns:a16="http://schemas.microsoft.com/office/drawing/2014/main" id="{22831F6A-C5FE-4A8A-B376-7D4F5C13B1B5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1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3" name="Circle">
            <a:extLst>
              <a:ext uri="{FF2B5EF4-FFF2-40B4-BE49-F238E27FC236}">
                <a16:creationId xmlns:a16="http://schemas.microsoft.com/office/drawing/2014/main" id="{2DC3F292-FAA8-41FF-95EF-B51F538056C3}"/>
              </a:ext>
            </a:extLst>
          </p:cNvPr>
          <p:cNvSpPr>
            <a:spLocks noGrp="1"/>
          </p:cNvSpPr>
          <p:nvPr/>
        </p:nvSpPr>
        <p:spPr>
          <a:xfrm flipH="1">
            <a:off x="18820531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4" name="Rounded Rectangle">
            <a:extLst>
              <a:ext uri="{FF2B5EF4-FFF2-40B4-BE49-F238E27FC236}">
                <a16:creationId xmlns:a16="http://schemas.microsoft.com/office/drawing/2014/main" id="{C0B7A7B9-9E6C-4DF1-8FC2-F3041A240950}"/>
              </a:ext>
            </a:extLst>
          </p:cNvPr>
          <p:cNvSpPr>
            <a:spLocks noGrp="1"/>
          </p:cNvSpPr>
          <p:nvPr/>
        </p:nvSpPr>
        <p:spPr>
          <a:xfrm>
            <a:off x="17955833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5" name="Circle">
            <a:extLst>
              <a:ext uri="{FF2B5EF4-FFF2-40B4-BE49-F238E27FC236}">
                <a16:creationId xmlns:a16="http://schemas.microsoft.com/office/drawing/2014/main" id="{4CEECB6F-38EB-41B0-A30C-7789D179A2D1}"/>
              </a:ext>
            </a:extLst>
          </p:cNvPr>
          <p:cNvSpPr>
            <a:spLocks noGrp="1"/>
          </p:cNvSpPr>
          <p:nvPr/>
        </p:nvSpPr>
        <p:spPr>
          <a:xfrm>
            <a:off x="18055561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6" name="Circle">
            <a:extLst>
              <a:ext uri="{FF2B5EF4-FFF2-40B4-BE49-F238E27FC236}">
                <a16:creationId xmlns:a16="http://schemas.microsoft.com/office/drawing/2014/main" id="{C94A3711-4EC8-403E-9996-15221CA125FE}"/>
              </a:ext>
            </a:extLst>
          </p:cNvPr>
          <p:cNvSpPr>
            <a:spLocks noGrp="1"/>
          </p:cNvSpPr>
          <p:nvPr/>
        </p:nvSpPr>
        <p:spPr>
          <a:xfrm rot="10800000">
            <a:off x="18820531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7" name="Circle">
            <a:extLst>
              <a:ext uri="{FF2B5EF4-FFF2-40B4-BE49-F238E27FC236}">
                <a16:creationId xmlns:a16="http://schemas.microsoft.com/office/drawing/2014/main" id="{2D85C519-2F9C-42AF-A2A2-4D8C85AF3EA0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1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8" name="Circle">
            <a:extLst>
              <a:ext uri="{FF2B5EF4-FFF2-40B4-BE49-F238E27FC236}">
                <a16:creationId xmlns:a16="http://schemas.microsoft.com/office/drawing/2014/main" id="{E6D0E4B9-EFB6-4B7E-B074-BF2A94DB1449}"/>
              </a:ext>
            </a:extLst>
          </p:cNvPr>
          <p:cNvSpPr>
            <a:spLocks noGrp="1"/>
          </p:cNvSpPr>
          <p:nvPr/>
        </p:nvSpPr>
        <p:spPr>
          <a:xfrm flipH="1">
            <a:off x="18820531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9" name="Circle">
            <a:extLst>
              <a:ext uri="{FF2B5EF4-FFF2-40B4-BE49-F238E27FC236}">
                <a16:creationId xmlns:a16="http://schemas.microsoft.com/office/drawing/2014/main" id="{40BA7D24-C871-4EC7-8CC4-66CC8C31416F}"/>
              </a:ext>
            </a:extLst>
          </p:cNvPr>
          <p:cNvSpPr>
            <a:spLocks noGrp="1"/>
          </p:cNvSpPr>
          <p:nvPr/>
        </p:nvSpPr>
        <p:spPr>
          <a:xfrm rot="10800000">
            <a:off x="18438046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0" name="Rounded Rectangle">
            <a:extLst>
              <a:ext uri="{FF2B5EF4-FFF2-40B4-BE49-F238E27FC236}">
                <a16:creationId xmlns:a16="http://schemas.microsoft.com/office/drawing/2014/main" id="{42365BD7-2136-4130-90D0-A7733C7F0CB1}"/>
              </a:ext>
            </a:extLst>
          </p:cNvPr>
          <p:cNvSpPr>
            <a:spLocks noGrp="1"/>
          </p:cNvSpPr>
          <p:nvPr/>
        </p:nvSpPr>
        <p:spPr>
          <a:xfrm>
            <a:off x="17955833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1" name="Circle">
            <a:extLst>
              <a:ext uri="{FF2B5EF4-FFF2-40B4-BE49-F238E27FC236}">
                <a16:creationId xmlns:a16="http://schemas.microsoft.com/office/drawing/2014/main" id="{DB2B3DFF-3DC8-4415-88F3-7DE56E08D4DA}"/>
              </a:ext>
            </a:extLst>
          </p:cNvPr>
          <p:cNvSpPr>
            <a:spLocks noGrp="1"/>
          </p:cNvSpPr>
          <p:nvPr/>
        </p:nvSpPr>
        <p:spPr>
          <a:xfrm>
            <a:off x="18055561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2" name="Circle">
            <a:extLst>
              <a:ext uri="{FF2B5EF4-FFF2-40B4-BE49-F238E27FC236}">
                <a16:creationId xmlns:a16="http://schemas.microsoft.com/office/drawing/2014/main" id="{361DD225-0876-4204-B2FA-AA00E4045453}"/>
              </a:ext>
            </a:extLst>
          </p:cNvPr>
          <p:cNvSpPr>
            <a:spLocks noGrp="1"/>
          </p:cNvSpPr>
          <p:nvPr/>
        </p:nvSpPr>
        <p:spPr>
          <a:xfrm rot="10800000">
            <a:off x="1882053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3" name="Circle">
            <a:extLst>
              <a:ext uri="{FF2B5EF4-FFF2-40B4-BE49-F238E27FC236}">
                <a16:creationId xmlns:a16="http://schemas.microsoft.com/office/drawing/2014/main" id="{E42E2456-F1A0-4EBA-8B25-84F15B24E3D3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4" name="Circle">
            <a:extLst>
              <a:ext uri="{FF2B5EF4-FFF2-40B4-BE49-F238E27FC236}">
                <a16:creationId xmlns:a16="http://schemas.microsoft.com/office/drawing/2014/main" id="{BC49E74C-A943-4110-AA95-9376AE7C688D}"/>
              </a:ext>
            </a:extLst>
          </p:cNvPr>
          <p:cNvSpPr>
            <a:spLocks noGrp="1"/>
          </p:cNvSpPr>
          <p:nvPr/>
        </p:nvSpPr>
        <p:spPr>
          <a:xfrm flipH="1">
            <a:off x="18820531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5" name="Circle">
            <a:extLst>
              <a:ext uri="{FF2B5EF4-FFF2-40B4-BE49-F238E27FC236}">
                <a16:creationId xmlns:a16="http://schemas.microsoft.com/office/drawing/2014/main" id="{7E708FBB-7211-459C-A14D-2DD20436C661}"/>
              </a:ext>
            </a:extLst>
          </p:cNvPr>
          <p:cNvSpPr>
            <a:spLocks noGrp="1"/>
          </p:cNvSpPr>
          <p:nvPr/>
        </p:nvSpPr>
        <p:spPr>
          <a:xfrm rot="10800000">
            <a:off x="18055561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6" name="Circle">
            <a:extLst>
              <a:ext uri="{FF2B5EF4-FFF2-40B4-BE49-F238E27FC236}">
                <a16:creationId xmlns:a16="http://schemas.microsoft.com/office/drawing/2014/main" id="{53FB6F37-EA76-4916-98D1-3BE3733F497A}"/>
              </a:ext>
            </a:extLst>
          </p:cNvPr>
          <p:cNvSpPr>
            <a:spLocks noGrp="1"/>
          </p:cNvSpPr>
          <p:nvPr/>
        </p:nvSpPr>
        <p:spPr>
          <a:xfrm rot="10800000">
            <a:off x="18820531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7" name="Rounded Rectangle">
            <a:extLst>
              <a:ext uri="{FF2B5EF4-FFF2-40B4-BE49-F238E27FC236}">
                <a16:creationId xmlns:a16="http://schemas.microsoft.com/office/drawing/2014/main" id="{4F648822-65EC-4B64-94F4-A93191FC588B}"/>
              </a:ext>
            </a:extLst>
          </p:cNvPr>
          <p:cNvSpPr>
            <a:spLocks noGrp="1"/>
          </p:cNvSpPr>
          <p:nvPr/>
        </p:nvSpPr>
        <p:spPr>
          <a:xfrm>
            <a:off x="21747796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8" name="Circle">
            <a:extLst>
              <a:ext uri="{FF2B5EF4-FFF2-40B4-BE49-F238E27FC236}">
                <a16:creationId xmlns:a16="http://schemas.microsoft.com/office/drawing/2014/main" id="{DA89F6E3-7DF8-4CFC-9BE1-86FE2D9EDB6A}"/>
              </a:ext>
            </a:extLst>
          </p:cNvPr>
          <p:cNvSpPr>
            <a:spLocks noGrp="1"/>
          </p:cNvSpPr>
          <p:nvPr/>
        </p:nvSpPr>
        <p:spPr>
          <a:xfrm>
            <a:off x="21847523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9" name="Circle">
            <a:extLst>
              <a:ext uri="{FF2B5EF4-FFF2-40B4-BE49-F238E27FC236}">
                <a16:creationId xmlns:a16="http://schemas.microsoft.com/office/drawing/2014/main" id="{E9A9D2F9-D9E8-4987-9A85-2C194E3FE1D3}"/>
              </a:ext>
            </a:extLst>
          </p:cNvPr>
          <p:cNvSpPr>
            <a:spLocks noGrp="1"/>
          </p:cNvSpPr>
          <p:nvPr/>
        </p:nvSpPr>
        <p:spPr>
          <a:xfrm rot="10800000">
            <a:off x="22612492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0" name="Rounded Rectangle">
            <a:extLst>
              <a:ext uri="{FF2B5EF4-FFF2-40B4-BE49-F238E27FC236}">
                <a16:creationId xmlns:a16="http://schemas.microsoft.com/office/drawing/2014/main" id="{258713BB-7179-4A21-A741-87A1F148788E}"/>
              </a:ext>
            </a:extLst>
          </p:cNvPr>
          <p:cNvSpPr>
            <a:spLocks noGrp="1"/>
          </p:cNvSpPr>
          <p:nvPr/>
        </p:nvSpPr>
        <p:spPr>
          <a:xfrm>
            <a:off x="21747796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1" name="Circle">
            <a:extLst>
              <a:ext uri="{FF2B5EF4-FFF2-40B4-BE49-F238E27FC236}">
                <a16:creationId xmlns:a16="http://schemas.microsoft.com/office/drawing/2014/main" id="{2B850F5B-AA45-45C5-8E60-808E5F9F43A1}"/>
              </a:ext>
            </a:extLst>
          </p:cNvPr>
          <p:cNvSpPr>
            <a:spLocks noGrp="1"/>
          </p:cNvSpPr>
          <p:nvPr/>
        </p:nvSpPr>
        <p:spPr>
          <a:xfrm>
            <a:off x="21847523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2" name="Circle">
            <a:extLst>
              <a:ext uri="{FF2B5EF4-FFF2-40B4-BE49-F238E27FC236}">
                <a16:creationId xmlns:a16="http://schemas.microsoft.com/office/drawing/2014/main" id="{BC13A73B-DD94-479B-A0DC-C976913D95F1}"/>
              </a:ext>
            </a:extLst>
          </p:cNvPr>
          <p:cNvSpPr>
            <a:spLocks noGrp="1"/>
          </p:cNvSpPr>
          <p:nvPr/>
        </p:nvSpPr>
        <p:spPr>
          <a:xfrm rot="10800000">
            <a:off x="22612493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3" name="Circle">
            <a:extLst>
              <a:ext uri="{FF2B5EF4-FFF2-40B4-BE49-F238E27FC236}">
                <a16:creationId xmlns:a16="http://schemas.microsoft.com/office/drawing/2014/main" id="{204918B7-7274-4874-9287-D7223C1F1DE9}"/>
              </a:ext>
            </a:extLst>
          </p:cNvPr>
          <p:cNvSpPr>
            <a:spLocks noGrp="1"/>
          </p:cNvSpPr>
          <p:nvPr/>
        </p:nvSpPr>
        <p:spPr>
          <a:xfrm rot="10800000">
            <a:off x="22230008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4" name="Rounded Rectangle">
            <a:extLst>
              <a:ext uri="{FF2B5EF4-FFF2-40B4-BE49-F238E27FC236}">
                <a16:creationId xmlns:a16="http://schemas.microsoft.com/office/drawing/2014/main" id="{E3657A86-6A80-4B89-A3B6-B34C3B703EB7}"/>
              </a:ext>
            </a:extLst>
          </p:cNvPr>
          <p:cNvSpPr>
            <a:spLocks noGrp="1"/>
          </p:cNvSpPr>
          <p:nvPr/>
        </p:nvSpPr>
        <p:spPr>
          <a:xfrm>
            <a:off x="21747796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5" name="Circle">
            <a:extLst>
              <a:ext uri="{FF2B5EF4-FFF2-40B4-BE49-F238E27FC236}">
                <a16:creationId xmlns:a16="http://schemas.microsoft.com/office/drawing/2014/main" id="{421A8B75-AE6A-49DA-BE89-CBA885E02B7C}"/>
              </a:ext>
            </a:extLst>
          </p:cNvPr>
          <p:cNvSpPr>
            <a:spLocks noGrp="1"/>
          </p:cNvSpPr>
          <p:nvPr/>
        </p:nvSpPr>
        <p:spPr>
          <a:xfrm>
            <a:off x="21847523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6" name="Circle">
            <a:extLst>
              <a:ext uri="{FF2B5EF4-FFF2-40B4-BE49-F238E27FC236}">
                <a16:creationId xmlns:a16="http://schemas.microsoft.com/office/drawing/2014/main" id="{EC96D138-47E2-4F4F-A1FA-43CCBBE76A68}"/>
              </a:ext>
            </a:extLst>
          </p:cNvPr>
          <p:cNvSpPr>
            <a:spLocks noGrp="1"/>
          </p:cNvSpPr>
          <p:nvPr/>
        </p:nvSpPr>
        <p:spPr>
          <a:xfrm rot="10800000">
            <a:off x="22612493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7" name="Circle">
            <a:extLst>
              <a:ext uri="{FF2B5EF4-FFF2-40B4-BE49-F238E27FC236}">
                <a16:creationId xmlns:a16="http://schemas.microsoft.com/office/drawing/2014/main" id="{68A610AC-D473-4E42-9C1D-4484CD482849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8" name="Circle">
            <a:extLst>
              <a:ext uri="{FF2B5EF4-FFF2-40B4-BE49-F238E27FC236}">
                <a16:creationId xmlns:a16="http://schemas.microsoft.com/office/drawing/2014/main" id="{0F96B3CA-6303-4448-B179-34C64D8722AA}"/>
              </a:ext>
            </a:extLst>
          </p:cNvPr>
          <p:cNvSpPr>
            <a:spLocks noGrp="1"/>
          </p:cNvSpPr>
          <p:nvPr/>
        </p:nvSpPr>
        <p:spPr>
          <a:xfrm flipH="1">
            <a:off x="22612493" y="807865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9" name="Rounded Rectangle">
            <a:extLst>
              <a:ext uri="{FF2B5EF4-FFF2-40B4-BE49-F238E27FC236}">
                <a16:creationId xmlns:a16="http://schemas.microsoft.com/office/drawing/2014/main" id="{BE5321CE-89C9-47B8-8E13-ECECD1062B64}"/>
              </a:ext>
            </a:extLst>
          </p:cNvPr>
          <p:cNvSpPr>
            <a:spLocks noGrp="1"/>
          </p:cNvSpPr>
          <p:nvPr/>
        </p:nvSpPr>
        <p:spPr>
          <a:xfrm>
            <a:off x="21747796" y="921420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0" name="Circle">
            <a:extLst>
              <a:ext uri="{FF2B5EF4-FFF2-40B4-BE49-F238E27FC236}">
                <a16:creationId xmlns:a16="http://schemas.microsoft.com/office/drawing/2014/main" id="{29646A72-0F9B-4FE7-A87E-D2408A9F4DC0}"/>
              </a:ext>
            </a:extLst>
          </p:cNvPr>
          <p:cNvSpPr>
            <a:spLocks noGrp="1"/>
          </p:cNvSpPr>
          <p:nvPr/>
        </p:nvSpPr>
        <p:spPr>
          <a:xfrm>
            <a:off x="21847523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1" name="Circle">
            <a:extLst>
              <a:ext uri="{FF2B5EF4-FFF2-40B4-BE49-F238E27FC236}">
                <a16:creationId xmlns:a16="http://schemas.microsoft.com/office/drawing/2014/main" id="{25C1E392-03C4-45B2-98C3-864EC18507E4}"/>
              </a:ext>
            </a:extLst>
          </p:cNvPr>
          <p:cNvSpPr>
            <a:spLocks noGrp="1"/>
          </p:cNvSpPr>
          <p:nvPr/>
        </p:nvSpPr>
        <p:spPr>
          <a:xfrm rot="10800000">
            <a:off x="22612493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2" name="Circle">
            <a:extLst>
              <a:ext uri="{FF2B5EF4-FFF2-40B4-BE49-F238E27FC236}">
                <a16:creationId xmlns:a16="http://schemas.microsoft.com/office/drawing/2014/main" id="{A9CD9390-0DC8-4ABD-9739-EF678D07DA12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3" name="Circle">
            <a:extLst>
              <a:ext uri="{FF2B5EF4-FFF2-40B4-BE49-F238E27FC236}">
                <a16:creationId xmlns:a16="http://schemas.microsoft.com/office/drawing/2014/main" id="{9944DB9D-CD84-4233-A428-446106715805}"/>
              </a:ext>
            </a:extLst>
          </p:cNvPr>
          <p:cNvSpPr>
            <a:spLocks noGrp="1"/>
          </p:cNvSpPr>
          <p:nvPr/>
        </p:nvSpPr>
        <p:spPr>
          <a:xfrm flipH="1">
            <a:off x="22612493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4" name="Circle">
            <a:extLst>
              <a:ext uri="{FF2B5EF4-FFF2-40B4-BE49-F238E27FC236}">
                <a16:creationId xmlns:a16="http://schemas.microsoft.com/office/drawing/2014/main" id="{8FDAD8E3-C426-47E6-94BD-A7D026678A1D}"/>
              </a:ext>
            </a:extLst>
          </p:cNvPr>
          <p:cNvSpPr>
            <a:spLocks noGrp="1"/>
          </p:cNvSpPr>
          <p:nvPr/>
        </p:nvSpPr>
        <p:spPr>
          <a:xfrm rot="10800000">
            <a:off x="22230008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5" name="Rounded Rectangle">
            <a:extLst>
              <a:ext uri="{FF2B5EF4-FFF2-40B4-BE49-F238E27FC236}">
                <a16:creationId xmlns:a16="http://schemas.microsoft.com/office/drawing/2014/main" id="{744F1909-EB11-43D6-983B-3DA825411A1D}"/>
              </a:ext>
            </a:extLst>
          </p:cNvPr>
          <p:cNvSpPr>
            <a:spLocks noGrp="1"/>
          </p:cNvSpPr>
          <p:nvPr/>
        </p:nvSpPr>
        <p:spPr>
          <a:xfrm>
            <a:off x="21747796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6" name="Circle">
            <a:extLst>
              <a:ext uri="{FF2B5EF4-FFF2-40B4-BE49-F238E27FC236}">
                <a16:creationId xmlns:a16="http://schemas.microsoft.com/office/drawing/2014/main" id="{C4DE6484-1162-4B96-AC97-AC3C65CF6031}"/>
              </a:ext>
            </a:extLst>
          </p:cNvPr>
          <p:cNvSpPr>
            <a:spLocks noGrp="1"/>
          </p:cNvSpPr>
          <p:nvPr/>
        </p:nvSpPr>
        <p:spPr>
          <a:xfrm>
            <a:off x="21847523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7" name="Circle">
            <a:extLst>
              <a:ext uri="{FF2B5EF4-FFF2-40B4-BE49-F238E27FC236}">
                <a16:creationId xmlns:a16="http://schemas.microsoft.com/office/drawing/2014/main" id="{77F15FAB-52DC-4B43-A976-FF25CD2B77BB}"/>
              </a:ext>
            </a:extLst>
          </p:cNvPr>
          <p:cNvSpPr>
            <a:spLocks noGrp="1"/>
          </p:cNvSpPr>
          <p:nvPr/>
        </p:nvSpPr>
        <p:spPr>
          <a:xfrm rot="10800000">
            <a:off x="22612493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8" name="Circle">
            <a:extLst>
              <a:ext uri="{FF2B5EF4-FFF2-40B4-BE49-F238E27FC236}">
                <a16:creationId xmlns:a16="http://schemas.microsoft.com/office/drawing/2014/main" id="{6F392033-C70D-4766-8545-BB3697D74497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9" name="Circle">
            <a:extLst>
              <a:ext uri="{FF2B5EF4-FFF2-40B4-BE49-F238E27FC236}">
                <a16:creationId xmlns:a16="http://schemas.microsoft.com/office/drawing/2014/main" id="{1C025CC4-A24D-4D97-AD48-05B5207B9601}"/>
              </a:ext>
            </a:extLst>
          </p:cNvPr>
          <p:cNvSpPr>
            <a:spLocks noGrp="1"/>
          </p:cNvSpPr>
          <p:nvPr/>
        </p:nvSpPr>
        <p:spPr>
          <a:xfrm flipH="1">
            <a:off x="22612493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80" name="Circle">
            <a:extLst>
              <a:ext uri="{FF2B5EF4-FFF2-40B4-BE49-F238E27FC236}">
                <a16:creationId xmlns:a16="http://schemas.microsoft.com/office/drawing/2014/main" id="{47171763-F5EF-48BD-88B2-9E8A09B079DF}"/>
              </a:ext>
            </a:extLst>
          </p:cNvPr>
          <p:cNvSpPr>
            <a:spLocks noGrp="1"/>
          </p:cNvSpPr>
          <p:nvPr/>
        </p:nvSpPr>
        <p:spPr>
          <a:xfrm rot="10800000">
            <a:off x="21847523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81" name="Circle">
            <a:extLst>
              <a:ext uri="{FF2B5EF4-FFF2-40B4-BE49-F238E27FC236}">
                <a16:creationId xmlns:a16="http://schemas.microsoft.com/office/drawing/2014/main" id="{E0447FC7-0A44-448C-805D-8F624A42DF5F}"/>
              </a:ext>
            </a:extLst>
          </p:cNvPr>
          <p:cNvSpPr>
            <a:spLocks noGrp="1"/>
          </p:cNvSpPr>
          <p:nvPr/>
        </p:nvSpPr>
        <p:spPr>
          <a:xfrm rot="10800000">
            <a:off x="22612493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83" name="2">
            <a:extLst>
              <a:ext uri="{FF2B5EF4-FFF2-40B4-BE49-F238E27FC236}">
                <a16:creationId xmlns:a16="http://schemas.microsoft.com/office/drawing/2014/main" id="{4D652B7F-365A-472A-A82C-697D601027FF}"/>
              </a:ext>
            </a:extLst>
          </p:cNvPr>
          <p:cNvSpPr>
            <a:spLocks noGrp="1"/>
          </p:cNvSpPr>
          <p:nvPr/>
        </p:nvSpPr>
        <p:spPr>
          <a:xfrm>
            <a:off x="2138878" y="718130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1684" name="3">
            <a:extLst>
              <a:ext uri="{FF2B5EF4-FFF2-40B4-BE49-F238E27FC236}">
                <a16:creationId xmlns:a16="http://schemas.microsoft.com/office/drawing/2014/main" id="{44E2DF44-4E9F-4A2D-849D-4CF228975B97}"/>
              </a:ext>
            </a:extLst>
          </p:cNvPr>
          <p:cNvSpPr>
            <a:spLocks noGrp="1"/>
          </p:cNvSpPr>
          <p:nvPr/>
        </p:nvSpPr>
        <p:spPr>
          <a:xfrm>
            <a:off x="2138878" y="2749195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1685" name="4">
            <a:extLst>
              <a:ext uri="{FF2B5EF4-FFF2-40B4-BE49-F238E27FC236}">
                <a16:creationId xmlns:a16="http://schemas.microsoft.com/office/drawing/2014/main" id="{FCBC0C28-D61B-4BE8-8095-9ECB16C0E886}"/>
              </a:ext>
            </a:extLst>
          </p:cNvPr>
          <p:cNvSpPr>
            <a:spLocks noGrp="1"/>
          </p:cNvSpPr>
          <p:nvPr/>
        </p:nvSpPr>
        <p:spPr>
          <a:xfrm>
            <a:off x="2138878" y="4717812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1686" name="5">
            <a:extLst>
              <a:ext uri="{FF2B5EF4-FFF2-40B4-BE49-F238E27FC236}">
                <a16:creationId xmlns:a16="http://schemas.microsoft.com/office/drawing/2014/main" id="{41BF5B45-1929-47DC-9C06-A6A458D67CDF}"/>
              </a:ext>
            </a:extLst>
          </p:cNvPr>
          <p:cNvSpPr>
            <a:spLocks noGrp="1"/>
          </p:cNvSpPr>
          <p:nvPr/>
        </p:nvSpPr>
        <p:spPr>
          <a:xfrm>
            <a:off x="2138878" y="6759341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1687" name="6">
            <a:extLst>
              <a:ext uri="{FF2B5EF4-FFF2-40B4-BE49-F238E27FC236}">
                <a16:creationId xmlns:a16="http://schemas.microsoft.com/office/drawing/2014/main" id="{1DFBEC91-77DC-4274-B9DB-DF00D721DB15}"/>
              </a:ext>
            </a:extLst>
          </p:cNvPr>
          <p:cNvSpPr>
            <a:spLocks noGrp="1"/>
          </p:cNvSpPr>
          <p:nvPr/>
        </p:nvSpPr>
        <p:spPr>
          <a:xfrm>
            <a:off x="2138878" y="8717494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1688" name="7">
            <a:extLst>
              <a:ext uri="{FF2B5EF4-FFF2-40B4-BE49-F238E27FC236}">
                <a16:creationId xmlns:a16="http://schemas.microsoft.com/office/drawing/2014/main" id="{8A3B7842-F158-4DCB-A32D-14D589CCFF89}"/>
              </a:ext>
            </a:extLst>
          </p:cNvPr>
          <p:cNvSpPr>
            <a:spLocks noGrp="1"/>
          </p:cNvSpPr>
          <p:nvPr/>
        </p:nvSpPr>
        <p:spPr>
          <a:xfrm>
            <a:off x="2138878" y="10769488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1689" name="3">
            <a:extLst>
              <a:ext uri="{FF2B5EF4-FFF2-40B4-BE49-F238E27FC236}">
                <a16:creationId xmlns:a16="http://schemas.microsoft.com/office/drawing/2014/main" id="{C5DC5562-1773-4DE1-8B43-1D3EF2DF4999}"/>
              </a:ext>
            </a:extLst>
          </p:cNvPr>
          <p:cNvSpPr>
            <a:spLocks noGrp="1"/>
          </p:cNvSpPr>
          <p:nvPr/>
        </p:nvSpPr>
        <p:spPr>
          <a:xfrm>
            <a:off x="5966745" y="707666"/>
            <a:ext cx="110313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1690" name="4">
            <a:extLst>
              <a:ext uri="{FF2B5EF4-FFF2-40B4-BE49-F238E27FC236}">
                <a16:creationId xmlns:a16="http://schemas.microsoft.com/office/drawing/2014/main" id="{75FAEA9D-3869-428A-A643-3B3966A15E90}"/>
              </a:ext>
            </a:extLst>
          </p:cNvPr>
          <p:cNvSpPr>
            <a:spLocks noGrp="1"/>
          </p:cNvSpPr>
          <p:nvPr/>
        </p:nvSpPr>
        <p:spPr>
          <a:xfrm>
            <a:off x="5966745" y="2676283"/>
            <a:ext cx="110313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1691" name="5">
            <a:extLst>
              <a:ext uri="{FF2B5EF4-FFF2-40B4-BE49-F238E27FC236}">
                <a16:creationId xmlns:a16="http://schemas.microsoft.com/office/drawing/2014/main" id="{1760EEDB-5EE8-4065-B970-7445BEBE6969}"/>
              </a:ext>
            </a:extLst>
          </p:cNvPr>
          <p:cNvSpPr>
            <a:spLocks noGrp="1"/>
          </p:cNvSpPr>
          <p:nvPr/>
        </p:nvSpPr>
        <p:spPr>
          <a:xfrm>
            <a:off x="5966745" y="4717812"/>
            <a:ext cx="110313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1692" name="6">
            <a:extLst>
              <a:ext uri="{FF2B5EF4-FFF2-40B4-BE49-F238E27FC236}">
                <a16:creationId xmlns:a16="http://schemas.microsoft.com/office/drawing/2014/main" id="{4B6CC04F-FD11-4FB6-89B3-D23B6BF178AB}"/>
              </a:ext>
            </a:extLst>
          </p:cNvPr>
          <p:cNvSpPr>
            <a:spLocks noGrp="1"/>
          </p:cNvSpPr>
          <p:nvPr/>
        </p:nvSpPr>
        <p:spPr>
          <a:xfrm>
            <a:off x="5966745" y="6675965"/>
            <a:ext cx="110313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1693" name="7">
            <a:extLst>
              <a:ext uri="{FF2B5EF4-FFF2-40B4-BE49-F238E27FC236}">
                <a16:creationId xmlns:a16="http://schemas.microsoft.com/office/drawing/2014/main" id="{DBC9B313-C5CA-44B4-A110-9190366B25D1}"/>
              </a:ext>
            </a:extLst>
          </p:cNvPr>
          <p:cNvSpPr>
            <a:spLocks noGrp="1"/>
          </p:cNvSpPr>
          <p:nvPr/>
        </p:nvSpPr>
        <p:spPr>
          <a:xfrm>
            <a:off x="5966745" y="8727959"/>
            <a:ext cx="110313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1694" name="8">
            <a:extLst>
              <a:ext uri="{FF2B5EF4-FFF2-40B4-BE49-F238E27FC236}">
                <a16:creationId xmlns:a16="http://schemas.microsoft.com/office/drawing/2014/main" id="{CA4E741B-2C2A-44FB-B50B-E0C2A032887F}"/>
              </a:ext>
            </a:extLst>
          </p:cNvPr>
          <p:cNvSpPr>
            <a:spLocks noGrp="1"/>
          </p:cNvSpPr>
          <p:nvPr/>
        </p:nvSpPr>
        <p:spPr>
          <a:xfrm>
            <a:off x="5966745" y="10675646"/>
            <a:ext cx="110313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1695" name="4">
            <a:extLst>
              <a:ext uri="{FF2B5EF4-FFF2-40B4-BE49-F238E27FC236}">
                <a16:creationId xmlns:a16="http://schemas.microsoft.com/office/drawing/2014/main" id="{4904986F-1634-4D38-8BAF-560735B1BEE6}"/>
              </a:ext>
            </a:extLst>
          </p:cNvPr>
          <p:cNvSpPr>
            <a:spLocks noGrp="1"/>
          </p:cNvSpPr>
          <p:nvPr/>
        </p:nvSpPr>
        <p:spPr>
          <a:xfrm>
            <a:off x="9790167" y="718130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1696" name="5">
            <a:extLst>
              <a:ext uri="{FF2B5EF4-FFF2-40B4-BE49-F238E27FC236}">
                <a16:creationId xmlns:a16="http://schemas.microsoft.com/office/drawing/2014/main" id="{0BD60F25-F12D-4EB5-A0A4-20D69DA09E8B}"/>
              </a:ext>
            </a:extLst>
          </p:cNvPr>
          <p:cNvSpPr>
            <a:spLocks noGrp="1"/>
          </p:cNvSpPr>
          <p:nvPr/>
        </p:nvSpPr>
        <p:spPr>
          <a:xfrm>
            <a:off x="9790167" y="2759659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1697" name="6">
            <a:extLst>
              <a:ext uri="{FF2B5EF4-FFF2-40B4-BE49-F238E27FC236}">
                <a16:creationId xmlns:a16="http://schemas.microsoft.com/office/drawing/2014/main" id="{6C18895C-9DEB-4BF2-ADFC-B0110DB73FDA}"/>
              </a:ext>
            </a:extLst>
          </p:cNvPr>
          <p:cNvSpPr>
            <a:spLocks noGrp="1"/>
          </p:cNvSpPr>
          <p:nvPr/>
        </p:nvSpPr>
        <p:spPr>
          <a:xfrm>
            <a:off x="9790167" y="4717812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1698" name="7">
            <a:extLst>
              <a:ext uri="{FF2B5EF4-FFF2-40B4-BE49-F238E27FC236}">
                <a16:creationId xmlns:a16="http://schemas.microsoft.com/office/drawing/2014/main" id="{A51FB3B2-C8FD-45D3-B7CF-92D159EA7E13}"/>
              </a:ext>
            </a:extLst>
          </p:cNvPr>
          <p:cNvSpPr>
            <a:spLocks noGrp="1"/>
          </p:cNvSpPr>
          <p:nvPr/>
        </p:nvSpPr>
        <p:spPr>
          <a:xfrm>
            <a:off x="9790167" y="6769806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1699" name="8">
            <a:extLst>
              <a:ext uri="{FF2B5EF4-FFF2-40B4-BE49-F238E27FC236}">
                <a16:creationId xmlns:a16="http://schemas.microsoft.com/office/drawing/2014/main" id="{23EB2DB9-9428-4240-B012-92F7F5DEBD0F}"/>
              </a:ext>
            </a:extLst>
          </p:cNvPr>
          <p:cNvSpPr>
            <a:spLocks noGrp="1"/>
          </p:cNvSpPr>
          <p:nvPr/>
        </p:nvSpPr>
        <p:spPr>
          <a:xfrm>
            <a:off x="9790167" y="8717494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1700" name="9">
            <a:extLst>
              <a:ext uri="{FF2B5EF4-FFF2-40B4-BE49-F238E27FC236}">
                <a16:creationId xmlns:a16="http://schemas.microsoft.com/office/drawing/2014/main" id="{9919FAFA-59F7-4E92-B601-C6BA9F9F5FF6}"/>
              </a:ext>
            </a:extLst>
          </p:cNvPr>
          <p:cNvSpPr>
            <a:spLocks noGrp="1"/>
          </p:cNvSpPr>
          <p:nvPr/>
        </p:nvSpPr>
        <p:spPr>
          <a:xfrm>
            <a:off x="9761718" y="10675646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1701" name="5">
            <a:extLst>
              <a:ext uri="{FF2B5EF4-FFF2-40B4-BE49-F238E27FC236}">
                <a16:creationId xmlns:a16="http://schemas.microsoft.com/office/drawing/2014/main" id="{C869D8CF-088E-4A7E-B088-A715F896DEA4}"/>
              </a:ext>
            </a:extLst>
          </p:cNvPr>
          <p:cNvSpPr>
            <a:spLocks noGrp="1"/>
          </p:cNvSpPr>
          <p:nvPr/>
        </p:nvSpPr>
        <p:spPr>
          <a:xfrm>
            <a:off x="13613589" y="759819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1702" name="6">
            <a:extLst>
              <a:ext uri="{FF2B5EF4-FFF2-40B4-BE49-F238E27FC236}">
                <a16:creationId xmlns:a16="http://schemas.microsoft.com/office/drawing/2014/main" id="{9AD5547D-57A7-4BAC-A21A-6C58722AB889}"/>
              </a:ext>
            </a:extLst>
          </p:cNvPr>
          <p:cNvSpPr>
            <a:spLocks noGrp="1"/>
          </p:cNvSpPr>
          <p:nvPr/>
        </p:nvSpPr>
        <p:spPr>
          <a:xfrm>
            <a:off x="13613589" y="2717972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1703" name="7">
            <a:extLst>
              <a:ext uri="{FF2B5EF4-FFF2-40B4-BE49-F238E27FC236}">
                <a16:creationId xmlns:a16="http://schemas.microsoft.com/office/drawing/2014/main" id="{B1467E19-6AD7-4AA6-B9BC-3777DBF22BCB}"/>
              </a:ext>
            </a:extLst>
          </p:cNvPr>
          <p:cNvSpPr>
            <a:spLocks noGrp="1"/>
          </p:cNvSpPr>
          <p:nvPr/>
        </p:nvSpPr>
        <p:spPr>
          <a:xfrm>
            <a:off x="13613589" y="4769966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1704" name="8">
            <a:extLst>
              <a:ext uri="{FF2B5EF4-FFF2-40B4-BE49-F238E27FC236}">
                <a16:creationId xmlns:a16="http://schemas.microsoft.com/office/drawing/2014/main" id="{93C72FB2-692E-4D76-8013-3021DCFA0347}"/>
              </a:ext>
            </a:extLst>
          </p:cNvPr>
          <p:cNvSpPr>
            <a:spLocks noGrp="1"/>
          </p:cNvSpPr>
          <p:nvPr/>
        </p:nvSpPr>
        <p:spPr>
          <a:xfrm>
            <a:off x="13613589" y="6717653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1705" name="9">
            <a:extLst>
              <a:ext uri="{FF2B5EF4-FFF2-40B4-BE49-F238E27FC236}">
                <a16:creationId xmlns:a16="http://schemas.microsoft.com/office/drawing/2014/main" id="{7C83632F-4B46-4B0A-A93D-4258B6858F0B}"/>
              </a:ext>
            </a:extLst>
          </p:cNvPr>
          <p:cNvSpPr>
            <a:spLocks noGrp="1"/>
          </p:cNvSpPr>
          <p:nvPr/>
        </p:nvSpPr>
        <p:spPr>
          <a:xfrm>
            <a:off x="13585141" y="8675806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1706" name="10">
            <a:extLst>
              <a:ext uri="{FF2B5EF4-FFF2-40B4-BE49-F238E27FC236}">
                <a16:creationId xmlns:a16="http://schemas.microsoft.com/office/drawing/2014/main" id="{1F065C7F-EBB6-4022-8178-8DDC84B1828E}"/>
              </a:ext>
            </a:extLst>
          </p:cNvPr>
          <p:cNvSpPr>
            <a:spLocks noGrp="1"/>
          </p:cNvSpPr>
          <p:nvPr/>
        </p:nvSpPr>
        <p:spPr>
          <a:xfrm>
            <a:off x="13090721" y="10675646"/>
            <a:ext cx="209197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1707" name="6">
            <a:extLst>
              <a:ext uri="{FF2B5EF4-FFF2-40B4-BE49-F238E27FC236}">
                <a16:creationId xmlns:a16="http://schemas.microsoft.com/office/drawing/2014/main" id="{7157D0F4-5449-4C88-8C87-A504EF0C791D}"/>
              </a:ext>
            </a:extLst>
          </p:cNvPr>
          <p:cNvSpPr>
            <a:spLocks noGrp="1"/>
          </p:cNvSpPr>
          <p:nvPr/>
        </p:nvSpPr>
        <p:spPr>
          <a:xfrm>
            <a:off x="17368544" y="791128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1708" name="7">
            <a:extLst>
              <a:ext uri="{FF2B5EF4-FFF2-40B4-BE49-F238E27FC236}">
                <a16:creationId xmlns:a16="http://schemas.microsoft.com/office/drawing/2014/main" id="{AF3CD8BE-25FC-49A3-8639-585B9A89D93F}"/>
              </a:ext>
            </a:extLst>
          </p:cNvPr>
          <p:cNvSpPr>
            <a:spLocks noGrp="1"/>
          </p:cNvSpPr>
          <p:nvPr/>
        </p:nvSpPr>
        <p:spPr>
          <a:xfrm>
            <a:off x="17368544" y="2843122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1709" name="8">
            <a:extLst>
              <a:ext uri="{FF2B5EF4-FFF2-40B4-BE49-F238E27FC236}">
                <a16:creationId xmlns:a16="http://schemas.microsoft.com/office/drawing/2014/main" id="{720D7FA1-2C77-4F0A-99B5-E0D68317F2D5}"/>
              </a:ext>
            </a:extLst>
          </p:cNvPr>
          <p:cNvSpPr>
            <a:spLocks noGrp="1"/>
          </p:cNvSpPr>
          <p:nvPr/>
        </p:nvSpPr>
        <p:spPr>
          <a:xfrm>
            <a:off x="17368544" y="4790810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1710" name="9">
            <a:extLst>
              <a:ext uri="{FF2B5EF4-FFF2-40B4-BE49-F238E27FC236}">
                <a16:creationId xmlns:a16="http://schemas.microsoft.com/office/drawing/2014/main" id="{B1C27817-A188-4E9E-8E5E-BABE74F105B1}"/>
              </a:ext>
            </a:extLst>
          </p:cNvPr>
          <p:cNvSpPr>
            <a:spLocks noGrp="1"/>
          </p:cNvSpPr>
          <p:nvPr/>
        </p:nvSpPr>
        <p:spPr>
          <a:xfrm>
            <a:off x="17340096" y="6748963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1711" name="10">
            <a:extLst>
              <a:ext uri="{FF2B5EF4-FFF2-40B4-BE49-F238E27FC236}">
                <a16:creationId xmlns:a16="http://schemas.microsoft.com/office/drawing/2014/main" id="{37A716E7-4522-4F77-A8CD-FDD5DC94C46E}"/>
              </a:ext>
            </a:extLst>
          </p:cNvPr>
          <p:cNvSpPr>
            <a:spLocks noGrp="1"/>
          </p:cNvSpPr>
          <p:nvPr/>
        </p:nvSpPr>
        <p:spPr>
          <a:xfrm>
            <a:off x="16845677" y="8748803"/>
            <a:ext cx="2091978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1712" name="11">
            <a:extLst>
              <a:ext uri="{FF2B5EF4-FFF2-40B4-BE49-F238E27FC236}">
                <a16:creationId xmlns:a16="http://schemas.microsoft.com/office/drawing/2014/main" id="{694D0ECB-EFA4-4707-92E0-12C22E92BACD}"/>
              </a:ext>
            </a:extLst>
          </p:cNvPr>
          <p:cNvSpPr>
            <a:spLocks noGrp="1"/>
          </p:cNvSpPr>
          <p:nvPr/>
        </p:nvSpPr>
        <p:spPr>
          <a:xfrm>
            <a:off x="16894294" y="10654803"/>
            <a:ext cx="1994744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1713" name="7">
            <a:extLst>
              <a:ext uri="{FF2B5EF4-FFF2-40B4-BE49-F238E27FC236}">
                <a16:creationId xmlns:a16="http://schemas.microsoft.com/office/drawing/2014/main" id="{9B719792-9A60-4315-9EF4-083351071A7B}"/>
              </a:ext>
            </a:extLst>
          </p:cNvPr>
          <p:cNvSpPr>
            <a:spLocks noGrp="1"/>
          </p:cNvSpPr>
          <p:nvPr/>
        </p:nvSpPr>
        <p:spPr>
          <a:xfrm>
            <a:off x="21123499" y="808562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1714" name="8">
            <a:extLst>
              <a:ext uri="{FF2B5EF4-FFF2-40B4-BE49-F238E27FC236}">
                <a16:creationId xmlns:a16="http://schemas.microsoft.com/office/drawing/2014/main" id="{EFCCEB5F-D3E1-4AEA-AD9A-96C54A4A7782}"/>
              </a:ext>
            </a:extLst>
          </p:cNvPr>
          <p:cNvSpPr>
            <a:spLocks noGrp="1"/>
          </p:cNvSpPr>
          <p:nvPr/>
        </p:nvSpPr>
        <p:spPr>
          <a:xfrm>
            <a:off x="21123499" y="2860557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1715" name="9">
            <a:extLst>
              <a:ext uri="{FF2B5EF4-FFF2-40B4-BE49-F238E27FC236}">
                <a16:creationId xmlns:a16="http://schemas.microsoft.com/office/drawing/2014/main" id="{7BB8C8F8-5DFE-49BF-8252-36757620666E}"/>
              </a:ext>
            </a:extLst>
          </p:cNvPr>
          <p:cNvSpPr>
            <a:spLocks noGrp="1"/>
          </p:cNvSpPr>
          <p:nvPr/>
        </p:nvSpPr>
        <p:spPr>
          <a:xfrm>
            <a:off x="21123499" y="4808244"/>
            <a:ext cx="1103140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1716" name="10">
            <a:extLst>
              <a:ext uri="{FF2B5EF4-FFF2-40B4-BE49-F238E27FC236}">
                <a16:creationId xmlns:a16="http://schemas.microsoft.com/office/drawing/2014/main" id="{8F040CDC-4BDC-497B-8950-31F84C1C0F8F}"/>
              </a:ext>
            </a:extLst>
          </p:cNvPr>
          <p:cNvSpPr>
            <a:spLocks noGrp="1"/>
          </p:cNvSpPr>
          <p:nvPr/>
        </p:nvSpPr>
        <p:spPr>
          <a:xfrm>
            <a:off x="20600632" y="6766397"/>
            <a:ext cx="209197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1717" name="11">
            <a:extLst>
              <a:ext uri="{FF2B5EF4-FFF2-40B4-BE49-F238E27FC236}">
                <a16:creationId xmlns:a16="http://schemas.microsoft.com/office/drawing/2014/main" id="{09D5C6F6-3F22-49DB-9AAC-C70654ADAF88}"/>
              </a:ext>
            </a:extLst>
          </p:cNvPr>
          <p:cNvSpPr>
            <a:spLocks noGrp="1"/>
          </p:cNvSpPr>
          <p:nvPr/>
        </p:nvSpPr>
        <p:spPr>
          <a:xfrm>
            <a:off x="20649249" y="8766237"/>
            <a:ext cx="1994745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1718" name="12">
            <a:extLst>
              <a:ext uri="{FF2B5EF4-FFF2-40B4-BE49-F238E27FC236}">
                <a16:creationId xmlns:a16="http://schemas.microsoft.com/office/drawing/2014/main" id="{AD1E3D96-512D-4D93-B855-9B4F4F9B6821}"/>
              </a:ext>
            </a:extLst>
          </p:cNvPr>
          <p:cNvSpPr>
            <a:spLocks noGrp="1"/>
          </p:cNvSpPr>
          <p:nvPr/>
        </p:nvSpPr>
        <p:spPr>
          <a:xfrm>
            <a:off x="20600632" y="10672236"/>
            <a:ext cx="2091979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4000">
                <a:solidFill>
                  <a:schemeClr val="accent4">
                    <a:lumOff val="10196"/>
                  </a:schemeClr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85394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P(sum to 12) =">
            <a:extLst>
              <a:ext uri="{FF2B5EF4-FFF2-40B4-BE49-F238E27FC236}">
                <a16:creationId xmlns:a16="http://schemas.microsoft.com/office/drawing/2014/main" id="{36AAA9D7-B73E-4EDE-86B6-8088DC27F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9014" y="1034135"/>
            <a:ext cx="20828001" cy="4648201"/>
          </a:xfrm>
          <a:prstGeom prst="rect">
            <a:avLst/>
          </a:prstGeom>
        </p:spPr>
        <p:txBody>
          <a:bodyPr/>
          <a:lstStyle/>
          <a:p>
            <a:pPr algn="l">
              <a:buNone/>
              <a:defRPr sz="1600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P(soma </a:t>
            </a:r>
            <a:r>
              <a:rPr lang="pt-BR" i="1" dirty="0"/>
              <a:t>=</a:t>
            </a:r>
            <a:r>
              <a:rPr i="1" dirty="0"/>
              <a:t>12) =</a:t>
            </a:r>
          </a:p>
        </p:txBody>
      </p:sp>
    </p:spTree>
    <p:extLst>
      <p:ext uri="{BB962C8B-B14F-4D97-AF65-F5344CB8AC3E}">
        <p14:creationId xmlns:p14="http://schemas.microsoft.com/office/powerpoint/2010/main" val="1055377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7AC13-3C1A-401D-ED20-5C377E2A9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P(sum to 12) =">
            <a:extLst>
              <a:ext uri="{FF2B5EF4-FFF2-40B4-BE49-F238E27FC236}">
                <a16:creationId xmlns:a16="http://schemas.microsoft.com/office/drawing/2014/main" id="{F3376E95-BA45-D948-9A26-F1C124E71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9014" y="1034135"/>
            <a:ext cx="20828001" cy="4648201"/>
          </a:xfrm>
          <a:prstGeom prst="rect">
            <a:avLst/>
          </a:prstGeom>
        </p:spPr>
        <p:txBody>
          <a:bodyPr/>
          <a:lstStyle/>
          <a:p>
            <a:pPr algn="l">
              <a:buNone/>
              <a:defRPr sz="1600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P(soma </a:t>
            </a:r>
            <a:r>
              <a:rPr lang="pt-BR" i="1" dirty="0"/>
              <a:t>=</a:t>
            </a:r>
            <a:r>
              <a:rPr i="1" dirty="0"/>
              <a:t>12)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2" name="Equation">
                <a:extLst>
                  <a:ext uri="{FF2B5EF4-FFF2-40B4-BE49-F238E27FC236}">
                    <a16:creationId xmlns:a16="http://schemas.microsoft.com/office/drawing/2014/main" id="{EED4752C-686E-4442-568C-6BF2AE0F4F0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402390" y="553224"/>
                <a:ext cx="2727961" cy="487850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sz="179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722" name="Equation">
                <a:extLst>
                  <a:ext uri="{FF2B5EF4-FFF2-40B4-BE49-F238E27FC236}">
                    <a16:creationId xmlns:a16="http://schemas.microsoft.com/office/drawing/2014/main" id="{EED4752C-686E-4442-568C-6BF2AE0F4F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2390" y="553224"/>
                <a:ext cx="2727961" cy="4878503"/>
              </a:xfrm>
              <a:prstGeom prst="rect">
                <a:avLst/>
              </a:prstGeom>
              <a:blipFill>
                <a:blip r:embed="rId3"/>
                <a:stretch>
                  <a:fillRect l="-24537" t="-1039" r="-24537" b="-21039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3568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3C3C7-0625-2E27-5BB3-F93D2E327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P(sum to 7) =">
            <a:extLst>
              <a:ext uri="{FF2B5EF4-FFF2-40B4-BE49-F238E27FC236}">
                <a16:creationId xmlns:a16="http://schemas.microsoft.com/office/drawing/2014/main" id="{F772E05D-C681-D463-D5C5-59998DFB34FD}"/>
              </a:ext>
            </a:extLst>
          </p:cNvPr>
          <p:cNvSpPr>
            <a:spLocks noGrp="1"/>
          </p:cNvSpPr>
          <p:nvPr/>
        </p:nvSpPr>
        <p:spPr>
          <a:xfrm>
            <a:off x="2179014" y="7705561"/>
            <a:ext cx="20828001" cy="46482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60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P(soma </a:t>
            </a:r>
            <a:r>
              <a:rPr lang="pt-BR" i="1" dirty="0"/>
              <a:t>=</a:t>
            </a:r>
            <a:r>
              <a:rPr i="1" dirty="0"/>
              <a:t> 7) =</a:t>
            </a:r>
          </a:p>
        </p:txBody>
      </p:sp>
      <p:sp>
        <p:nvSpPr>
          <p:cNvPr id="1721" name="P(sum to 12) =">
            <a:extLst>
              <a:ext uri="{FF2B5EF4-FFF2-40B4-BE49-F238E27FC236}">
                <a16:creationId xmlns:a16="http://schemas.microsoft.com/office/drawing/2014/main" id="{1CBC5573-A654-C763-8A53-63EF87F1A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9014" y="1034135"/>
            <a:ext cx="20828001" cy="4648201"/>
          </a:xfrm>
          <a:prstGeom prst="rect">
            <a:avLst/>
          </a:prstGeom>
        </p:spPr>
        <p:txBody>
          <a:bodyPr/>
          <a:lstStyle/>
          <a:p>
            <a:pPr algn="l">
              <a:buNone/>
              <a:defRPr sz="1600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P(soma </a:t>
            </a:r>
            <a:r>
              <a:rPr lang="pt-BR" i="1" dirty="0"/>
              <a:t>=</a:t>
            </a:r>
            <a:r>
              <a:rPr i="1" dirty="0"/>
              <a:t>12)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2" name="Equation">
                <a:extLst>
                  <a:ext uri="{FF2B5EF4-FFF2-40B4-BE49-F238E27FC236}">
                    <a16:creationId xmlns:a16="http://schemas.microsoft.com/office/drawing/2014/main" id="{888F1002-8B25-C3EB-9389-6A55D160CFA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402390" y="553224"/>
                <a:ext cx="2727961" cy="487850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sz="179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722" name="Equation">
                <a:extLst>
                  <a:ext uri="{FF2B5EF4-FFF2-40B4-BE49-F238E27FC236}">
                    <a16:creationId xmlns:a16="http://schemas.microsoft.com/office/drawing/2014/main" id="{888F1002-8B25-C3EB-9389-6A55D160C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2390" y="553224"/>
                <a:ext cx="2727961" cy="4878503"/>
              </a:xfrm>
              <a:prstGeom prst="rect">
                <a:avLst/>
              </a:prstGeom>
              <a:blipFill>
                <a:blip r:embed="rId3"/>
                <a:stretch>
                  <a:fillRect l="-24537" t="-1039" r="-24537" b="-21039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3164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4F87D-8940-FDCB-38F3-1CC7B7E78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P(sum to 7) =">
            <a:extLst>
              <a:ext uri="{FF2B5EF4-FFF2-40B4-BE49-F238E27FC236}">
                <a16:creationId xmlns:a16="http://schemas.microsoft.com/office/drawing/2014/main" id="{174045CD-D5EA-2590-3804-87AF0053477B}"/>
              </a:ext>
            </a:extLst>
          </p:cNvPr>
          <p:cNvSpPr>
            <a:spLocks noGrp="1"/>
          </p:cNvSpPr>
          <p:nvPr/>
        </p:nvSpPr>
        <p:spPr>
          <a:xfrm>
            <a:off x="2179014" y="7705561"/>
            <a:ext cx="20828001" cy="46482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60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P(soma </a:t>
            </a:r>
            <a:r>
              <a:rPr lang="pt-BR" i="1" dirty="0"/>
              <a:t>=</a:t>
            </a:r>
            <a:r>
              <a:rPr i="1" dirty="0"/>
              <a:t> 7) =</a:t>
            </a:r>
          </a:p>
        </p:txBody>
      </p:sp>
      <p:sp>
        <p:nvSpPr>
          <p:cNvPr id="1721" name="P(sum to 12) =">
            <a:extLst>
              <a:ext uri="{FF2B5EF4-FFF2-40B4-BE49-F238E27FC236}">
                <a16:creationId xmlns:a16="http://schemas.microsoft.com/office/drawing/2014/main" id="{C808E7D3-EA7E-01E6-D9BE-D472D1180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9014" y="1034135"/>
            <a:ext cx="20828001" cy="4648201"/>
          </a:xfrm>
          <a:prstGeom prst="rect">
            <a:avLst/>
          </a:prstGeom>
        </p:spPr>
        <p:txBody>
          <a:bodyPr/>
          <a:lstStyle/>
          <a:p>
            <a:pPr algn="l">
              <a:buNone/>
              <a:defRPr sz="1600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P(soma </a:t>
            </a:r>
            <a:r>
              <a:rPr lang="pt-BR" i="1" dirty="0"/>
              <a:t>=</a:t>
            </a:r>
            <a:r>
              <a:rPr i="1" dirty="0"/>
              <a:t>12)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2" name="Equation">
                <a:extLst>
                  <a:ext uri="{FF2B5EF4-FFF2-40B4-BE49-F238E27FC236}">
                    <a16:creationId xmlns:a16="http://schemas.microsoft.com/office/drawing/2014/main" id="{EF7CF841-D730-C84A-8682-240EDC06203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402390" y="553224"/>
                <a:ext cx="2727961" cy="487850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sz="179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722" name="Equation">
                <a:extLst>
                  <a:ext uri="{FF2B5EF4-FFF2-40B4-BE49-F238E27FC236}">
                    <a16:creationId xmlns:a16="http://schemas.microsoft.com/office/drawing/2014/main" id="{EF7CF841-D730-C84A-8682-240EDC0620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2390" y="553224"/>
                <a:ext cx="2727961" cy="4878503"/>
              </a:xfrm>
              <a:prstGeom prst="rect">
                <a:avLst/>
              </a:prstGeom>
              <a:blipFill>
                <a:blip r:embed="rId3"/>
                <a:stretch>
                  <a:fillRect l="-24537" t="-1039" r="-24537" b="-21039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3" name="Equation">
                <a:extLst>
                  <a:ext uri="{FF2B5EF4-FFF2-40B4-BE49-F238E27FC236}">
                    <a16:creationId xmlns:a16="http://schemas.microsoft.com/office/drawing/2014/main" id="{AE806CC3-FC52-7CF8-29DB-553FDD931F6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345169" y="7224650"/>
                <a:ext cx="3180358" cy="517494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num>
                        <m:den>
                          <m: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sz="179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723" name="Equation">
                <a:extLst>
                  <a:ext uri="{FF2B5EF4-FFF2-40B4-BE49-F238E27FC236}">
                    <a16:creationId xmlns:a16="http://schemas.microsoft.com/office/drawing/2014/main" id="{AE806CC3-FC52-7CF8-29DB-553FDD931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5169" y="7224650"/>
                <a:ext cx="3180358" cy="5174943"/>
              </a:xfrm>
              <a:prstGeom prst="rect">
                <a:avLst/>
              </a:prstGeom>
              <a:blipFill>
                <a:blip r:embed="rId4"/>
                <a:stretch>
                  <a:fillRect l="-13944" t="-978" r="-14343" b="-1393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6196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02049-CA84-2D5F-6399-19658AE71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P(sum to 7) =">
            <a:extLst>
              <a:ext uri="{FF2B5EF4-FFF2-40B4-BE49-F238E27FC236}">
                <a16:creationId xmlns:a16="http://schemas.microsoft.com/office/drawing/2014/main" id="{D21267BC-9FC4-72DE-538E-6C4E943AEC04}"/>
              </a:ext>
            </a:extLst>
          </p:cNvPr>
          <p:cNvSpPr>
            <a:spLocks noGrp="1"/>
          </p:cNvSpPr>
          <p:nvPr/>
        </p:nvSpPr>
        <p:spPr>
          <a:xfrm>
            <a:off x="2179014" y="7705561"/>
            <a:ext cx="20828001" cy="46482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60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P(soma </a:t>
            </a:r>
            <a:r>
              <a:rPr lang="pt-BR" i="1" dirty="0"/>
              <a:t>=</a:t>
            </a:r>
            <a:r>
              <a:rPr i="1" dirty="0"/>
              <a:t> 7) =</a:t>
            </a:r>
          </a:p>
        </p:txBody>
      </p:sp>
      <p:sp>
        <p:nvSpPr>
          <p:cNvPr id="1721" name="P(sum to 12) =">
            <a:extLst>
              <a:ext uri="{FF2B5EF4-FFF2-40B4-BE49-F238E27FC236}">
                <a16:creationId xmlns:a16="http://schemas.microsoft.com/office/drawing/2014/main" id="{7582D470-C452-8839-4941-BB937025A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9014" y="1034135"/>
            <a:ext cx="20828001" cy="4648201"/>
          </a:xfrm>
          <a:prstGeom prst="rect">
            <a:avLst/>
          </a:prstGeom>
        </p:spPr>
        <p:txBody>
          <a:bodyPr/>
          <a:lstStyle/>
          <a:p>
            <a:pPr algn="l">
              <a:buNone/>
              <a:defRPr sz="1600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P(soma </a:t>
            </a:r>
            <a:r>
              <a:rPr lang="pt-BR" i="1" dirty="0"/>
              <a:t>=</a:t>
            </a:r>
            <a:r>
              <a:rPr i="1" dirty="0"/>
              <a:t>12)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2" name="Equation">
                <a:extLst>
                  <a:ext uri="{FF2B5EF4-FFF2-40B4-BE49-F238E27FC236}">
                    <a16:creationId xmlns:a16="http://schemas.microsoft.com/office/drawing/2014/main" id="{9560E782-4344-E709-E222-0D1478D9A59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402390" y="553224"/>
                <a:ext cx="2727961" cy="487850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sz="179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722" name="Equation">
                <a:extLst>
                  <a:ext uri="{FF2B5EF4-FFF2-40B4-BE49-F238E27FC236}">
                    <a16:creationId xmlns:a16="http://schemas.microsoft.com/office/drawing/2014/main" id="{9560E782-4344-E709-E222-0D1478D9A5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2390" y="553224"/>
                <a:ext cx="2727961" cy="4878503"/>
              </a:xfrm>
              <a:prstGeom prst="rect">
                <a:avLst/>
              </a:prstGeom>
              <a:blipFill>
                <a:blip r:embed="rId3"/>
                <a:stretch>
                  <a:fillRect l="-24537" t="-1039" r="-24537" b="-21039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3" name="Equation">
                <a:extLst>
                  <a:ext uri="{FF2B5EF4-FFF2-40B4-BE49-F238E27FC236}">
                    <a16:creationId xmlns:a16="http://schemas.microsoft.com/office/drawing/2014/main" id="{7BDF0F47-8801-1B4E-ECE1-1FEBB6E5DB9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345169" y="7224650"/>
                <a:ext cx="7366756" cy="4896689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num>
                        <m:den>
                          <m: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36</m:t>
                          </m:r>
                        </m:den>
                      </m:f>
                      <m:r>
                        <a:rPr sz="179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79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sz="179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723" name="Equation">
                <a:extLst>
                  <a:ext uri="{FF2B5EF4-FFF2-40B4-BE49-F238E27FC236}">
                    <a16:creationId xmlns:a16="http://schemas.microsoft.com/office/drawing/2014/main" id="{7BDF0F47-8801-1B4E-ECE1-1FEBB6E5DB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5169" y="7224650"/>
                <a:ext cx="7366756" cy="4896689"/>
              </a:xfrm>
              <a:prstGeom prst="rect">
                <a:avLst/>
              </a:prstGeom>
              <a:blipFill>
                <a:blip r:embed="rId4"/>
                <a:stretch>
                  <a:fillRect l="-6368" t="-1034" r="-6368" b="-20413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5132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unconditional probability">
            <a:extLst>
              <a:ext uri="{FF2B5EF4-FFF2-40B4-BE49-F238E27FC236}">
                <a16:creationId xmlns:a16="http://schemas.microsoft.com/office/drawing/2014/main" id="{3169F118-EB99-4088-A7F7-81ABA5218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probabilidade incondicional</a:t>
            </a:r>
          </a:p>
        </p:txBody>
      </p:sp>
      <p:sp>
        <p:nvSpPr>
          <p:cNvPr id="1726" name="degree of belief in a proposition…">
            <a:extLst>
              <a:ext uri="{FF2B5EF4-FFF2-40B4-BE49-F238E27FC236}">
                <a16:creationId xmlns:a16="http://schemas.microsoft.com/office/drawing/2014/main" id="{D9B6286E-FF60-439F-AEBB-1BD9038963E9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t>grau de crença em uma proposição</a:t>
            </a:r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t>na ausência de qualquer outra evidência</a:t>
            </a:r>
          </a:p>
        </p:txBody>
      </p:sp>
    </p:spTree>
    <p:extLst>
      <p:ext uri="{BB962C8B-B14F-4D97-AF65-F5344CB8AC3E}">
        <p14:creationId xmlns:p14="http://schemas.microsoft.com/office/powerpoint/2010/main" val="756918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conditional probability">
            <a:extLst>
              <a:ext uri="{FF2B5EF4-FFF2-40B4-BE49-F238E27FC236}">
                <a16:creationId xmlns:a16="http://schemas.microsoft.com/office/drawing/2014/main" id="{A3AA8834-A41A-4EEA-86BD-6B55D279E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probabilidade condicional</a:t>
            </a:r>
          </a:p>
        </p:txBody>
      </p:sp>
      <p:sp>
        <p:nvSpPr>
          <p:cNvPr id="1729" name="degree of belief in a proposition…">
            <a:extLst>
              <a:ext uri="{FF2B5EF4-FFF2-40B4-BE49-F238E27FC236}">
                <a16:creationId xmlns:a16="http://schemas.microsoft.com/office/drawing/2014/main" id="{ADAE4433-BD1D-4F0B-9D63-9100B7AF2BD6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213356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dirty="0" err="1"/>
              <a:t>grau</a:t>
            </a:r>
            <a:r>
              <a:rPr dirty="0"/>
              <a:t> de </a:t>
            </a:r>
            <a:r>
              <a:rPr dirty="0" err="1"/>
              <a:t>crença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proposição</a:t>
            </a:r>
            <a:endParaRPr dirty="0"/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dirty="0"/>
              <a:t>dada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evidência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já</a:t>
            </a:r>
            <a:r>
              <a:rPr lang="pt-BR" dirty="0"/>
              <a:t> </a:t>
            </a:r>
            <a:r>
              <a:rPr lang="pt-BR" dirty="0" err="1"/>
              <a:t>f</a:t>
            </a:r>
            <a:r>
              <a:rPr dirty="0"/>
              <a:t>oi </a:t>
            </a:r>
            <a:r>
              <a:rPr dirty="0" err="1"/>
              <a:t>revelada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4340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conditional probability">
            <a:extLst>
              <a:ext uri="{FF2B5EF4-FFF2-40B4-BE49-F238E27FC236}">
                <a16:creationId xmlns:a16="http://schemas.microsoft.com/office/drawing/2014/main" id="{51088BD7-12B1-41B3-87D8-A3F87C413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probabilidade condicional</a:t>
            </a:r>
          </a:p>
        </p:txBody>
      </p:sp>
      <p:sp>
        <p:nvSpPr>
          <p:cNvPr id="1732" name="P(a | b)">
            <a:extLst>
              <a:ext uri="{FF2B5EF4-FFF2-40B4-BE49-F238E27FC236}">
                <a16:creationId xmlns:a16="http://schemas.microsoft.com/office/drawing/2014/main" id="{80E7D4DF-09EA-4D9A-9173-86B2B52DB17B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150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</a:t>
            </a:r>
            <a:r>
              <a:t>(</a:t>
            </a:r>
            <a:r>
              <a:rPr i="1"/>
              <a:t>a</a:t>
            </a:r>
            <a:r>
              <a:t> | </a:t>
            </a:r>
            <a:r>
              <a:rPr i="1"/>
              <a:t>b</a:t>
            </a: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652186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P(rain today | rain yesterday)">
            <a:extLst>
              <a:ext uri="{FF2B5EF4-FFF2-40B4-BE49-F238E27FC236}">
                <a16:creationId xmlns:a16="http://schemas.microsoft.com/office/drawing/2014/main" id="{ADF4AD42-116E-450A-987E-3C382E78E3B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  <a:defRPr sz="12000">
                <a:latin typeface="Times New Roman"/>
                <a:ea typeface="Times New Roman"/>
                <a:cs typeface="Times New Roman"/>
              </a:defRPr>
            </a:pPr>
            <a:r>
              <a:rPr i="1"/>
              <a:t>P(chuva hoje | chuva ontem)</a:t>
            </a:r>
          </a:p>
        </p:txBody>
      </p:sp>
    </p:spTree>
    <p:extLst>
      <p:ext uri="{BB962C8B-B14F-4D97-AF65-F5344CB8AC3E}">
        <p14:creationId xmlns:p14="http://schemas.microsoft.com/office/powerpoint/2010/main" val="1005722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P(route change | traffic conditions)">
            <a:extLst>
              <a:ext uri="{FF2B5EF4-FFF2-40B4-BE49-F238E27FC236}">
                <a16:creationId xmlns:a16="http://schemas.microsoft.com/office/drawing/2014/main" id="{CC6F39AD-14F5-468D-83B0-EB53CD97B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472" y="4299453"/>
            <a:ext cx="22929056" cy="5117094"/>
          </a:xfrm>
          <a:prstGeom prst="rect">
            <a:avLst/>
          </a:prstGeom>
        </p:spPr>
        <p:txBody>
          <a:bodyPr/>
          <a:lstStyle/>
          <a:p>
            <a:pPr>
              <a:buNone/>
              <a:defRPr sz="1200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P(</a:t>
            </a:r>
            <a:r>
              <a:rPr lang="pt-BR" i="1" dirty="0"/>
              <a:t>mudar</a:t>
            </a:r>
            <a:r>
              <a:rPr i="1" dirty="0"/>
              <a:t> </a:t>
            </a:r>
            <a:r>
              <a:rPr i="1" dirty="0" err="1"/>
              <a:t>rota</a:t>
            </a:r>
            <a:r>
              <a:rPr i="1" dirty="0"/>
              <a:t> | </a:t>
            </a:r>
            <a:r>
              <a:rPr i="1" dirty="0" err="1"/>
              <a:t>trânsito</a:t>
            </a:r>
            <a:r>
              <a:rPr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35696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P(disease | test results)">
            <a:extLst>
              <a:ext uri="{FF2B5EF4-FFF2-40B4-BE49-F238E27FC236}">
                <a16:creationId xmlns:a16="http://schemas.microsoft.com/office/drawing/2014/main" id="{F3E2F080-D4E0-41DD-9784-CB285157991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  <a:defRPr sz="12000">
                <a:latin typeface="Times New Roman"/>
                <a:ea typeface="Times New Roman"/>
                <a:cs typeface="Times New Roman"/>
              </a:defRPr>
            </a:pPr>
            <a:r>
              <a:rPr i="1"/>
              <a:t>P(doença | resultados do teste)</a:t>
            </a:r>
          </a:p>
        </p:txBody>
      </p:sp>
    </p:spTree>
    <p:extLst>
      <p:ext uri="{BB962C8B-B14F-4D97-AF65-F5344CB8AC3E}">
        <p14:creationId xmlns:p14="http://schemas.microsoft.com/office/powerpoint/2010/main" val="18360991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40" name="Equation">
                <a:extLst>
                  <a:ext uri="{FF2B5EF4-FFF2-40B4-BE49-F238E27FC236}">
                    <a16:creationId xmlns:a16="http://schemas.microsoft.com/office/drawing/2014/main" id="{5C5163F9-5145-43AA-834B-588D9670995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0346" y="4357878"/>
                <a:ext cx="16523307" cy="5000245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7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7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7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7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7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7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)=</m:t>
                      </m:r>
                      <m:f>
                        <m:fPr>
                          <m:ctrlPr>
                            <a:rPr sz="170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70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𝑃</m:t>
                          </m:r>
                          <m:r>
                            <a:rPr sz="170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r>
                            <a:rPr sz="170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𝑎</m:t>
                          </m:r>
                          <m:r>
                            <a:rPr sz="170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∧</m:t>
                          </m:r>
                          <m:r>
                            <a:rPr sz="170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𝑏</m:t>
                          </m:r>
                          <m:r>
                            <a:rPr sz="170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num>
                        <m:den>
                          <m:r>
                            <a:rPr sz="170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𝑃</m:t>
                          </m:r>
                          <m:r>
                            <a:rPr sz="170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r>
                            <a:rPr sz="170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𝑏</m:t>
                          </m:r>
                          <m:r>
                            <a:rPr sz="170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sz="170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740" name="Equation">
                <a:extLst>
                  <a:ext uri="{FF2B5EF4-FFF2-40B4-BE49-F238E27FC236}">
                    <a16:creationId xmlns:a16="http://schemas.microsoft.com/office/drawing/2014/main" id="{5C5163F9-5145-43AA-834B-588D967099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346" y="4357878"/>
                <a:ext cx="16523307" cy="5000245"/>
              </a:xfrm>
              <a:prstGeom prst="rect">
                <a:avLst/>
              </a:prstGeom>
              <a:blipFill>
                <a:blip r:embed="rId3"/>
                <a:stretch>
                  <a:fillRect l="-4378" t="-3807" r="-9063" b="-2842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3263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P(sum 12 |    )">
            <a:extLst>
              <a:ext uri="{FF2B5EF4-FFF2-40B4-BE49-F238E27FC236}">
                <a16:creationId xmlns:a16="http://schemas.microsoft.com/office/drawing/2014/main" id="{9927DED6-B123-4767-9634-17A969DCF50C}"/>
              </a:ext>
            </a:extLst>
          </p:cNvPr>
          <p:cNvSpPr>
            <a:spLocks noGrp="1"/>
          </p:cNvSpPr>
          <p:nvPr/>
        </p:nvSpPr>
        <p:spPr>
          <a:xfrm>
            <a:off x="7316130" y="5865446"/>
            <a:ext cx="9751740" cy="214376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34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P(soma 12 |    )</a:t>
            </a:r>
          </a:p>
        </p:txBody>
      </p:sp>
    </p:spTree>
    <p:extLst>
      <p:ext uri="{BB962C8B-B14F-4D97-AF65-F5344CB8AC3E}">
        <p14:creationId xmlns:p14="http://schemas.microsoft.com/office/powerpoint/2010/main" val="14127108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FD220-363F-B705-767B-5B97B0041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P(sum 12 |    )">
            <a:extLst>
              <a:ext uri="{FF2B5EF4-FFF2-40B4-BE49-F238E27FC236}">
                <a16:creationId xmlns:a16="http://schemas.microsoft.com/office/drawing/2014/main" id="{DEAB88C0-A78A-3AB1-349F-88B89B82F822}"/>
              </a:ext>
            </a:extLst>
          </p:cNvPr>
          <p:cNvSpPr>
            <a:spLocks noGrp="1"/>
          </p:cNvSpPr>
          <p:nvPr/>
        </p:nvSpPr>
        <p:spPr>
          <a:xfrm>
            <a:off x="7316130" y="5865446"/>
            <a:ext cx="9751740" cy="214376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34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P(soma 12 |    )</a:t>
            </a:r>
          </a:p>
        </p:txBody>
      </p:sp>
      <p:sp>
        <p:nvSpPr>
          <p:cNvPr id="1743" name="Rounded Rectangle">
            <a:extLst>
              <a:ext uri="{FF2B5EF4-FFF2-40B4-BE49-F238E27FC236}">
                <a16:creationId xmlns:a16="http://schemas.microsoft.com/office/drawing/2014/main" id="{AEAD1C82-3356-446C-C33E-6F12EBC10152}"/>
              </a:ext>
            </a:extLst>
          </p:cNvPr>
          <p:cNvSpPr>
            <a:spLocks noGrp="1"/>
          </p:cNvSpPr>
          <p:nvPr/>
        </p:nvSpPr>
        <p:spPr>
          <a:xfrm>
            <a:off x="15777115" y="633486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44" name="Circle">
            <a:extLst>
              <a:ext uri="{FF2B5EF4-FFF2-40B4-BE49-F238E27FC236}">
                <a16:creationId xmlns:a16="http://schemas.microsoft.com/office/drawing/2014/main" id="{179C7197-F87A-07DC-F2C0-76DA8EFB319E}"/>
              </a:ext>
            </a:extLst>
          </p:cNvPr>
          <p:cNvSpPr>
            <a:spLocks noGrp="1"/>
          </p:cNvSpPr>
          <p:nvPr/>
        </p:nvSpPr>
        <p:spPr>
          <a:xfrm>
            <a:off x="15876842" y="719344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45" name="Circle">
            <a:extLst>
              <a:ext uri="{FF2B5EF4-FFF2-40B4-BE49-F238E27FC236}">
                <a16:creationId xmlns:a16="http://schemas.microsoft.com/office/drawing/2014/main" id="{95109D1B-FEF3-F1E5-7A24-979536600B72}"/>
              </a:ext>
            </a:extLst>
          </p:cNvPr>
          <p:cNvSpPr>
            <a:spLocks noGrp="1"/>
          </p:cNvSpPr>
          <p:nvPr/>
        </p:nvSpPr>
        <p:spPr>
          <a:xfrm rot="10800000">
            <a:off x="16641811" y="644070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46" name="Circle">
            <a:extLst>
              <a:ext uri="{FF2B5EF4-FFF2-40B4-BE49-F238E27FC236}">
                <a16:creationId xmlns:a16="http://schemas.microsoft.com/office/drawing/2014/main" id="{9F6CF4EB-CC6A-4529-ABEE-BC1C1E0CCC2A}"/>
              </a:ext>
            </a:extLst>
          </p:cNvPr>
          <p:cNvSpPr>
            <a:spLocks noGrp="1"/>
          </p:cNvSpPr>
          <p:nvPr/>
        </p:nvSpPr>
        <p:spPr>
          <a:xfrm rot="10800000" flipH="1">
            <a:off x="15876842" y="644070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47" name="Circle">
            <a:extLst>
              <a:ext uri="{FF2B5EF4-FFF2-40B4-BE49-F238E27FC236}">
                <a16:creationId xmlns:a16="http://schemas.microsoft.com/office/drawing/2014/main" id="{38F1043A-7B32-C439-C316-B967187F13C3}"/>
              </a:ext>
            </a:extLst>
          </p:cNvPr>
          <p:cNvSpPr>
            <a:spLocks noGrp="1"/>
          </p:cNvSpPr>
          <p:nvPr/>
        </p:nvSpPr>
        <p:spPr>
          <a:xfrm flipH="1">
            <a:off x="16641811" y="719344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48" name="Circle">
            <a:extLst>
              <a:ext uri="{FF2B5EF4-FFF2-40B4-BE49-F238E27FC236}">
                <a16:creationId xmlns:a16="http://schemas.microsoft.com/office/drawing/2014/main" id="{9408B78B-684F-7F13-F99F-84DB728C2BFB}"/>
              </a:ext>
            </a:extLst>
          </p:cNvPr>
          <p:cNvSpPr>
            <a:spLocks noGrp="1"/>
          </p:cNvSpPr>
          <p:nvPr/>
        </p:nvSpPr>
        <p:spPr>
          <a:xfrm rot="10800000">
            <a:off x="15876842" y="681707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49" name="Circle">
            <a:extLst>
              <a:ext uri="{FF2B5EF4-FFF2-40B4-BE49-F238E27FC236}">
                <a16:creationId xmlns:a16="http://schemas.microsoft.com/office/drawing/2014/main" id="{F7D36C9B-540F-F56F-EEDA-6CDAC3DC340F}"/>
              </a:ext>
            </a:extLst>
          </p:cNvPr>
          <p:cNvSpPr>
            <a:spLocks noGrp="1"/>
          </p:cNvSpPr>
          <p:nvPr/>
        </p:nvSpPr>
        <p:spPr>
          <a:xfrm rot="10800000">
            <a:off x="16641811" y="681707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44022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Rounded Rectangle">
            <a:extLst>
              <a:ext uri="{FF2B5EF4-FFF2-40B4-BE49-F238E27FC236}">
                <a16:creationId xmlns:a16="http://schemas.microsoft.com/office/drawing/2014/main" id="{067C0AD1-4E5E-47B4-A10F-55CCE67990C0}"/>
              </a:ext>
            </a:extLst>
          </p:cNvPr>
          <p:cNvSpPr>
            <a:spLocks noGrp="1"/>
          </p:cNvSpPr>
          <p:nvPr/>
        </p:nvSpPr>
        <p:spPr>
          <a:xfrm>
            <a:off x="1366203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53" name="Circle">
            <a:extLst>
              <a:ext uri="{FF2B5EF4-FFF2-40B4-BE49-F238E27FC236}">
                <a16:creationId xmlns:a16="http://schemas.microsoft.com/office/drawing/2014/main" id="{04AC6C08-2410-40FA-9124-58823E086E29}"/>
              </a:ext>
            </a:extLst>
          </p:cNvPr>
          <p:cNvSpPr>
            <a:spLocks noGrp="1"/>
          </p:cNvSpPr>
          <p:nvPr/>
        </p:nvSpPr>
        <p:spPr>
          <a:xfrm>
            <a:off x="1848415" y="171986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55" name="Rounded Rectangle">
            <a:extLst>
              <a:ext uri="{FF2B5EF4-FFF2-40B4-BE49-F238E27FC236}">
                <a16:creationId xmlns:a16="http://schemas.microsoft.com/office/drawing/2014/main" id="{A725B3D5-2023-4140-8FA0-86D5C4C38519}"/>
              </a:ext>
            </a:extLst>
          </p:cNvPr>
          <p:cNvSpPr>
            <a:spLocks noGrp="1"/>
          </p:cNvSpPr>
          <p:nvPr/>
        </p:nvSpPr>
        <p:spPr>
          <a:xfrm>
            <a:off x="5158166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56" name="Circle">
            <a:extLst>
              <a:ext uri="{FF2B5EF4-FFF2-40B4-BE49-F238E27FC236}">
                <a16:creationId xmlns:a16="http://schemas.microsoft.com/office/drawing/2014/main" id="{9AC3B898-BFD6-4869-B37A-2193C46886EA}"/>
              </a:ext>
            </a:extLst>
          </p:cNvPr>
          <p:cNvSpPr>
            <a:spLocks noGrp="1"/>
          </p:cNvSpPr>
          <p:nvPr/>
        </p:nvSpPr>
        <p:spPr>
          <a:xfrm>
            <a:off x="5257893" y="20962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57" name="Circle">
            <a:extLst>
              <a:ext uri="{FF2B5EF4-FFF2-40B4-BE49-F238E27FC236}">
                <a16:creationId xmlns:a16="http://schemas.microsoft.com/office/drawing/2014/main" id="{B81D27F5-F3BF-4E25-9294-DF7B5B3384F4}"/>
              </a:ext>
            </a:extLst>
          </p:cNvPr>
          <p:cNvSpPr>
            <a:spLocks noGrp="1"/>
          </p:cNvSpPr>
          <p:nvPr/>
        </p:nvSpPr>
        <p:spPr>
          <a:xfrm rot="10800000">
            <a:off x="6022862" y="134349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59" name="Rounded Rectangle">
            <a:extLst>
              <a:ext uri="{FF2B5EF4-FFF2-40B4-BE49-F238E27FC236}">
                <a16:creationId xmlns:a16="http://schemas.microsoft.com/office/drawing/2014/main" id="{65A40322-E91C-4069-BD8D-EFCF981F418F}"/>
              </a:ext>
            </a:extLst>
          </p:cNvPr>
          <p:cNvSpPr>
            <a:spLocks noGrp="1"/>
          </p:cNvSpPr>
          <p:nvPr/>
        </p:nvSpPr>
        <p:spPr>
          <a:xfrm>
            <a:off x="8950128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0" name="Circle">
            <a:extLst>
              <a:ext uri="{FF2B5EF4-FFF2-40B4-BE49-F238E27FC236}">
                <a16:creationId xmlns:a16="http://schemas.microsoft.com/office/drawing/2014/main" id="{841A7806-AC0F-48CD-A760-F42CF3DF463E}"/>
              </a:ext>
            </a:extLst>
          </p:cNvPr>
          <p:cNvSpPr>
            <a:spLocks noGrp="1"/>
          </p:cNvSpPr>
          <p:nvPr/>
        </p:nvSpPr>
        <p:spPr>
          <a:xfrm>
            <a:off x="9049855" y="20962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1" name="Circle">
            <a:extLst>
              <a:ext uri="{FF2B5EF4-FFF2-40B4-BE49-F238E27FC236}">
                <a16:creationId xmlns:a16="http://schemas.microsoft.com/office/drawing/2014/main" id="{C24D1EC7-D70B-40A5-90A3-EAC6B397E880}"/>
              </a:ext>
            </a:extLst>
          </p:cNvPr>
          <p:cNvSpPr>
            <a:spLocks noGrp="1"/>
          </p:cNvSpPr>
          <p:nvPr/>
        </p:nvSpPr>
        <p:spPr>
          <a:xfrm rot="10800000">
            <a:off x="9814824" y="134349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2" name="Circle">
            <a:extLst>
              <a:ext uri="{FF2B5EF4-FFF2-40B4-BE49-F238E27FC236}">
                <a16:creationId xmlns:a16="http://schemas.microsoft.com/office/drawing/2014/main" id="{5961FEAB-5953-4F1F-9953-8B421463AF48}"/>
              </a:ext>
            </a:extLst>
          </p:cNvPr>
          <p:cNvSpPr>
            <a:spLocks noGrp="1"/>
          </p:cNvSpPr>
          <p:nvPr/>
        </p:nvSpPr>
        <p:spPr>
          <a:xfrm rot="10800000">
            <a:off x="9432340" y="171986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4" name="Rounded Rectangle">
            <a:extLst>
              <a:ext uri="{FF2B5EF4-FFF2-40B4-BE49-F238E27FC236}">
                <a16:creationId xmlns:a16="http://schemas.microsoft.com/office/drawing/2014/main" id="{AEA2F39A-91A5-49A6-B782-CB7DF593B6D5}"/>
              </a:ext>
            </a:extLst>
          </p:cNvPr>
          <p:cNvSpPr>
            <a:spLocks noGrp="1"/>
          </p:cNvSpPr>
          <p:nvPr/>
        </p:nvSpPr>
        <p:spPr>
          <a:xfrm>
            <a:off x="12742092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5" name="Circle">
            <a:extLst>
              <a:ext uri="{FF2B5EF4-FFF2-40B4-BE49-F238E27FC236}">
                <a16:creationId xmlns:a16="http://schemas.microsoft.com/office/drawing/2014/main" id="{B7B6A44C-E9F0-46BB-98E7-86B0B3977310}"/>
              </a:ext>
            </a:extLst>
          </p:cNvPr>
          <p:cNvSpPr>
            <a:spLocks noGrp="1"/>
          </p:cNvSpPr>
          <p:nvPr/>
        </p:nvSpPr>
        <p:spPr>
          <a:xfrm>
            <a:off x="12841819" y="20962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6" name="Circle">
            <a:extLst>
              <a:ext uri="{FF2B5EF4-FFF2-40B4-BE49-F238E27FC236}">
                <a16:creationId xmlns:a16="http://schemas.microsoft.com/office/drawing/2014/main" id="{675C99ED-6029-440F-984E-D6F63B0589ED}"/>
              </a:ext>
            </a:extLst>
          </p:cNvPr>
          <p:cNvSpPr>
            <a:spLocks noGrp="1"/>
          </p:cNvSpPr>
          <p:nvPr/>
        </p:nvSpPr>
        <p:spPr>
          <a:xfrm rot="10800000">
            <a:off x="13606788" y="134349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7" name="Circle">
            <a:extLst>
              <a:ext uri="{FF2B5EF4-FFF2-40B4-BE49-F238E27FC236}">
                <a16:creationId xmlns:a16="http://schemas.microsoft.com/office/drawing/2014/main" id="{85D0A54B-6049-4F7A-AA4E-8C5F21644A8B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134349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8" name="Circle">
            <a:extLst>
              <a:ext uri="{FF2B5EF4-FFF2-40B4-BE49-F238E27FC236}">
                <a16:creationId xmlns:a16="http://schemas.microsoft.com/office/drawing/2014/main" id="{4F5F51F0-CF57-4AB7-8BFA-E18DC8B08BAB}"/>
              </a:ext>
            </a:extLst>
          </p:cNvPr>
          <p:cNvSpPr>
            <a:spLocks noGrp="1"/>
          </p:cNvSpPr>
          <p:nvPr/>
        </p:nvSpPr>
        <p:spPr>
          <a:xfrm flipH="1">
            <a:off x="13606788" y="20962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0" name="Rounded Rectangle">
            <a:extLst>
              <a:ext uri="{FF2B5EF4-FFF2-40B4-BE49-F238E27FC236}">
                <a16:creationId xmlns:a16="http://schemas.microsoft.com/office/drawing/2014/main" id="{7B99C4F9-1880-46F6-B875-046A91C87BB2}"/>
              </a:ext>
            </a:extLst>
          </p:cNvPr>
          <p:cNvSpPr>
            <a:spLocks noGrp="1"/>
          </p:cNvSpPr>
          <p:nvPr/>
        </p:nvSpPr>
        <p:spPr>
          <a:xfrm>
            <a:off x="16534054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1" name="Circle">
            <a:extLst>
              <a:ext uri="{FF2B5EF4-FFF2-40B4-BE49-F238E27FC236}">
                <a16:creationId xmlns:a16="http://schemas.microsoft.com/office/drawing/2014/main" id="{C46AC770-023F-4981-B61E-F2E476699821}"/>
              </a:ext>
            </a:extLst>
          </p:cNvPr>
          <p:cNvSpPr>
            <a:spLocks noGrp="1"/>
          </p:cNvSpPr>
          <p:nvPr/>
        </p:nvSpPr>
        <p:spPr>
          <a:xfrm>
            <a:off x="16633781" y="20962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2" name="Circle">
            <a:extLst>
              <a:ext uri="{FF2B5EF4-FFF2-40B4-BE49-F238E27FC236}">
                <a16:creationId xmlns:a16="http://schemas.microsoft.com/office/drawing/2014/main" id="{38D51BFB-BEE8-4CCB-83CE-87196FC72DA9}"/>
              </a:ext>
            </a:extLst>
          </p:cNvPr>
          <p:cNvSpPr>
            <a:spLocks noGrp="1"/>
          </p:cNvSpPr>
          <p:nvPr/>
        </p:nvSpPr>
        <p:spPr>
          <a:xfrm rot="10800000">
            <a:off x="17398750" y="134349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3" name="Circle">
            <a:extLst>
              <a:ext uri="{FF2B5EF4-FFF2-40B4-BE49-F238E27FC236}">
                <a16:creationId xmlns:a16="http://schemas.microsoft.com/office/drawing/2014/main" id="{BFD222BA-5DB6-48D8-AB44-0C345A6FC21F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1" y="134349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4" name="Circle">
            <a:extLst>
              <a:ext uri="{FF2B5EF4-FFF2-40B4-BE49-F238E27FC236}">
                <a16:creationId xmlns:a16="http://schemas.microsoft.com/office/drawing/2014/main" id="{A4211476-016F-4A3A-B87A-C1CE5D66CF63}"/>
              </a:ext>
            </a:extLst>
          </p:cNvPr>
          <p:cNvSpPr>
            <a:spLocks noGrp="1"/>
          </p:cNvSpPr>
          <p:nvPr/>
        </p:nvSpPr>
        <p:spPr>
          <a:xfrm flipH="1">
            <a:off x="17398750" y="20962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5" name="Circle">
            <a:extLst>
              <a:ext uri="{FF2B5EF4-FFF2-40B4-BE49-F238E27FC236}">
                <a16:creationId xmlns:a16="http://schemas.microsoft.com/office/drawing/2014/main" id="{4EB56C87-AC59-49D3-9265-F7E53504723E}"/>
              </a:ext>
            </a:extLst>
          </p:cNvPr>
          <p:cNvSpPr>
            <a:spLocks noGrp="1"/>
          </p:cNvSpPr>
          <p:nvPr/>
        </p:nvSpPr>
        <p:spPr>
          <a:xfrm rot="10800000">
            <a:off x="17016266" y="17198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7" name="Rounded Rectangle">
            <a:extLst>
              <a:ext uri="{FF2B5EF4-FFF2-40B4-BE49-F238E27FC236}">
                <a16:creationId xmlns:a16="http://schemas.microsoft.com/office/drawing/2014/main" id="{67C7550F-7CF9-4204-A03D-E5CEDA93CF4D}"/>
              </a:ext>
            </a:extLst>
          </p:cNvPr>
          <p:cNvSpPr>
            <a:spLocks noGrp="1"/>
          </p:cNvSpPr>
          <p:nvPr/>
        </p:nvSpPr>
        <p:spPr>
          <a:xfrm>
            <a:off x="20326016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8" name="Circle">
            <a:extLst>
              <a:ext uri="{FF2B5EF4-FFF2-40B4-BE49-F238E27FC236}">
                <a16:creationId xmlns:a16="http://schemas.microsoft.com/office/drawing/2014/main" id="{BC8F187A-4656-4BEB-967C-DD904F9D3BE1}"/>
              </a:ext>
            </a:extLst>
          </p:cNvPr>
          <p:cNvSpPr>
            <a:spLocks noGrp="1"/>
          </p:cNvSpPr>
          <p:nvPr/>
        </p:nvSpPr>
        <p:spPr>
          <a:xfrm>
            <a:off x="20425743" y="20962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9" name="Circle">
            <a:extLst>
              <a:ext uri="{FF2B5EF4-FFF2-40B4-BE49-F238E27FC236}">
                <a16:creationId xmlns:a16="http://schemas.microsoft.com/office/drawing/2014/main" id="{5BCAAC28-FD27-4292-B2DC-EA131A2DE8A3}"/>
              </a:ext>
            </a:extLst>
          </p:cNvPr>
          <p:cNvSpPr>
            <a:spLocks noGrp="1"/>
          </p:cNvSpPr>
          <p:nvPr/>
        </p:nvSpPr>
        <p:spPr>
          <a:xfrm rot="10800000">
            <a:off x="21190712" y="134349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0" name="Circle">
            <a:extLst>
              <a:ext uri="{FF2B5EF4-FFF2-40B4-BE49-F238E27FC236}">
                <a16:creationId xmlns:a16="http://schemas.microsoft.com/office/drawing/2014/main" id="{5CD0E9A1-ABED-4E83-BD5B-65C19E6FC765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3" y="134349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1" name="Circle">
            <a:extLst>
              <a:ext uri="{FF2B5EF4-FFF2-40B4-BE49-F238E27FC236}">
                <a16:creationId xmlns:a16="http://schemas.microsoft.com/office/drawing/2014/main" id="{F559E998-6485-4238-807F-EE381F3EED85}"/>
              </a:ext>
            </a:extLst>
          </p:cNvPr>
          <p:cNvSpPr>
            <a:spLocks noGrp="1"/>
          </p:cNvSpPr>
          <p:nvPr/>
        </p:nvSpPr>
        <p:spPr>
          <a:xfrm flipH="1">
            <a:off x="21190712" y="20962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2" name="Circle">
            <a:extLst>
              <a:ext uri="{FF2B5EF4-FFF2-40B4-BE49-F238E27FC236}">
                <a16:creationId xmlns:a16="http://schemas.microsoft.com/office/drawing/2014/main" id="{E8256369-CB9F-4F2F-9D77-777CA33D6C3E}"/>
              </a:ext>
            </a:extLst>
          </p:cNvPr>
          <p:cNvSpPr>
            <a:spLocks noGrp="1"/>
          </p:cNvSpPr>
          <p:nvPr/>
        </p:nvSpPr>
        <p:spPr>
          <a:xfrm rot="10800000">
            <a:off x="20425743" y="17198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3" name="Circle">
            <a:extLst>
              <a:ext uri="{FF2B5EF4-FFF2-40B4-BE49-F238E27FC236}">
                <a16:creationId xmlns:a16="http://schemas.microsoft.com/office/drawing/2014/main" id="{E94AC071-9FD1-4994-AEB6-59057EA1E42D}"/>
              </a:ext>
            </a:extLst>
          </p:cNvPr>
          <p:cNvSpPr>
            <a:spLocks noGrp="1"/>
          </p:cNvSpPr>
          <p:nvPr/>
        </p:nvSpPr>
        <p:spPr>
          <a:xfrm rot="10800000">
            <a:off x="21190712" y="17198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5" name="Rounded Rectangle">
            <a:extLst>
              <a:ext uri="{FF2B5EF4-FFF2-40B4-BE49-F238E27FC236}">
                <a16:creationId xmlns:a16="http://schemas.microsoft.com/office/drawing/2014/main" id="{2815CC5F-A6FF-4B77-BF69-180D07B308A3}"/>
              </a:ext>
            </a:extLst>
          </p:cNvPr>
          <p:cNvSpPr>
            <a:spLocks noGrp="1"/>
          </p:cNvSpPr>
          <p:nvPr/>
        </p:nvSpPr>
        <p:spPr>
          <a:xfrm>
            <a:off x="2787982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6" name="Circle">
            <a:extLst>
              <a:ext uri="{FF2B5EF4-FFF2-40B4-BE49-F238E27FC236}">
                <a16:creationId xmlns:a16="http://schemas.microsoft.com/office/drawing/2014/main" id="{1CDE2261-FF2B-486C-8F6F-5C6F1EACA68E}"/>
              </a:ext>
            </a:extLst>
          </p:cNvPr>
          <p:cNvSpPr>
            <a:spLocks noGrp="1"/>
          </p:cNvSpPr>
          <p:nvPr/>
        </p:nvSpPr>
        <p:spPr>
          <a:xfrm>
            <a:off x="3270194" y="171986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8" name="Rounded Rectangle">
            <a:extLst>
              <a:ext uri="{FF2B5EF4-FFF2-40B4-BE49-F238E27FC236}">
                <a16:creationId xmlns:a16="http://schemas.microsoft.com/office/drawing/2014/main" id="{1635F3AB-1B1B-4AF5-B70F-CF4D40286D47}"/>
              </a:ext>
            </a:extLst>
          </p:cNvPr>
          <p:cNvSpPr>
            <a:spLocks noGrp="1"/>
          </p:cNvSpPr>
          <p:nvPr/>
        </p:nvSpPr>
        <p:spPr>
          <a:xfrm>
            <a:off x="2787982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9" name="Circle">
            <a:extLst>
              <a:ext uri="{FF2B5EF4-FFF2-40B4-BE49-F238E27FC236}">
                <a16:creationId xmlns:a16="http://schemas.microsoft.com/office/drawing/2014/main" id="{5DAF947E-BF5E-484D-AFCE-91DB8E10A1DF}"/>
              </a:ext>
            </a:extLst>
          </p:cNvPr>
          <p:cNvSpPr>
            <a:spLocks noGrp="1"/>
          </p:cNvSpPr>
          <p:nvPr/>
        </p:nvSpPr>
        <p:spPr>
          <a:xfrm>
            <a:off x="2887709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0" name="Circle">
            <a:extLst>
              <a:ext uri="{FF2B5EF4-FFF2-40B4-BE49-F238E27FC236}">
                <a16:creationId xmlns:a16="http://schemas.microsoft.com/office/drawing/2014/main" id="{1C15C591-909C-474E-BC13-A9603B05FA71}"/>
              </a:ext>
            </a:extLst>
          </p:cNvPr>
          <p:cNvSpPr>
            <a:spLocks noGrp="1"/>
          </p:cNvSpPr>
          <p:nvPr/>
        </p:nvSpPr>
        <p:spPr>
          <a:xfrm rot="10800000">
            <a:off x="3652678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2" name="Rounded Rectangle">
            <a:extLst>
              <a:ext uri="{FF2B5EF4-FFF2-40B4-BE49-F238E27FC236}">
                <a16:creationId xmlns:a16="http://schemas.microsoft.com/office/drawing/2014/main" id="{09971002-70C1-4ED9-94A9-12843D03B540}"/>
              </a:ext>
            </a:extLst>
          </p:cNvPr>
          <p:cNvSpPr>
            <a:spLocks noGrp="1"/>
          </p:cNvSpPr>
          <p:nvPr/>
        </p:nvSpPr>
        <p:spPr>
          <a:xfrm>
            <a:off x="2787982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3" name="Circle">
            <a:extLst>
              <a:ext uri="{FF2B5EF4-FFF2-40B4-BE49-F238E27FC236}">
                <a16:creationId xmlns:a16="http://schemas.microsoft.com/office/drawing/2014/main" id="{30FA1175-8B6C-4740-B9BC-5B22775C18AB}"/>
              </a:ext>
            </a:extLst>
          </p:cNvPr>
          <p:cNvSpPr>
            <a:spLocks noGrp="1"/>
          </p:cNvSpPr>
          <p:nvPr/>
        </p:nvSpPr>
        <p:spPr>
          <a:xfrm>
            <a:off x="2887709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4" name="Circle">
            <a:extLst>
              <a:ext uri="{FF2B5EF4-FFF2-40B4-BE49-F238E27FC236}">
                <a16:creationId xmlns:a16="http://schemas.microsoft.com/office/drawing/2014/main" id="{21297341-4456-4D92-9EC9-54F382444C8D}"/>
              </a:ext>
            </a:extLst>
          </p:cNvPr>
          <p:cNvSpPr>
            <a:spLocks noGrp="1"/>
          </p:cNvSpPr>
          <p:nvPr/>
        </p:nvSpPr>
        <p:spPr>
          <a:xfrm rot="10800000">
            <a:off x="3652678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5" name="Circle">
            <a:extLst>
              <a:ext uri="{FF2B5EF4-FFF2-40B4-BE49-F238E27FC236}">
                <a16:creationId xmlns:a16="http://schemas.microsoft.com/office/drawing/2014/main" id="{066ED1DC-49C2-4E95-BAC5-442AABA0B6BC}"/>
              </a:ext>
            </a:extLst>
          </p:cNvPr>
          <p:cNvSpPr>
            <a:spLocks noGrp="1"/>
          </p:cNvSpPr>
          <p:nvPr/>
        </p:nvSpPr>
        <p:spPr>
          <a:xfrm rot="10800000">
            <a:off x="3270194" y="57081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7" name="Rounded Rectangle">
            <a:extLst>
              <a:ext uri="{FF2B5EF4-FFF2-40B4-BE49-F238E27FC236}">
                <a16:creationId xmlns:a16="http://schemas.microsoft.com/office/drawing/2014/main" id="{51D2A56D-D640-4BA6-8C36-0E0A7CCFEEE7}"/>
              </a:ext>
            </a:extLst>
          </p:cNvPr>
          <p:cNvSpPr>
            <a:spLocks noGrp="1"/>
          </p:cNvSpPr>
          <p:nvPr/>
        </p:nvSpPr>
        <p:spPr>
          <a:xfrm>
            <a:off x="2787982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8" name="Circle">
            <a:extLst>
              <a:ext uri="{FF2B5EF4-FFF2-40B4-BE49-F238E27FC236}">
                <a16:creationId xmlns:a16="http://schemas.microsoft.com/office/drawing/2014/main" id="{0DE95FCC-BED2-4CA4-A755-6F49475FB6BF}"/>
              </a:ext>
            </a:extLst>
          </p:cNvPr>
          <p:cNvSpPr>
            <a:spLocks noGrp="1"/>
          </p:cNvSpPr>
          <p:nvPr/>
        </p:nvSpPr>
        <p:spPr>
          <a:xfrm>
            <a:off x="2887709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9" name="Circle">
            <a:extLst>
              <a:ext uri="{FF2B5EF4-FFF2-40B4-BE49-F238E27FC236}">
                <a16:creationId xmlns:a16="http://schemas.microsoft.com/office/drawing/2014/main" id="{6A7ED366-1764-4F64-BD9D-EE1A259764A8}"/>
              </a:ext>
            </a:extLst>
          </p:cNvPr>
          <p:cNvSpPr>
            <a:spLocks noGrp="1"/>
          </p:cNvSpPr>
          <p:nvPr/>
        </p:nvSpPr>
        <p:spPr>
          <a:xfrm rot="10800000">
            <a:off x="3652678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0" name="Circle">
            <a:extLst>
              <a:ext uri="{FF2B5EF4-FFF2-40B4-BE49-F238E27FC236}">
                <a16:creationId xmlns:a16="http://schemas.microsoft.com/office/drawing/2014/main" id="{070BBEE4-D5CC-42CF-9580-2C4AFFCB3976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09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1" name="Circle">
            <a:extLst>
              <a:ext uri="{FF2B5EF4-FFF2-40B4-BE49-F238E27FC236}">
                <a16:creationId xmlns:a16="http://schemas.microsoft.com/office/drawing/2014/main" id="{F0B0BEFF-80D4-4B67-8CF4-D21BE003FFF2}"/>
              </a:ext>
            </a:extLst>
          </p:cNvPr>
          <p:cNvSpPr>
            <a:spLocks noGrp="1"/>
          </p:cNvSpPr>
          <p:nvPr/>
        </p:nvSpPr>
        <p:spPr>
          <a:xfrm flipH="1">
            <a:off x="3652678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3" name="Rounded Rectangle">
            <a:extLst>
              <a:ext uri="{FF2B5EF4-FFF2-40B4-BE49-F238E27FC236}">
                <a16:creationId xmlns:a16="http://schemas.microsoft.com/office/drawing/2014/main" id="{FC24AD41-1C07-4920-85D4-A41A81E1A6C2}"/>
              </a:ext>
            </a:extLst>
          </p:cNvPr>
          <p:cNvSpPr>
            <a:spLocks noGrp="1"/>
          </p:cNvSpPr>
          <p:nvPr/>
        </p:nvSpPr>
        <p:spPr>
          <a:xfrm>
            <a:off x="2787982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4" name="Circle">
            <a:extLst>
              <a:ext uri="{FF2B5EF4-FFF2-40B4-BE49-F238E27FC236}">
                <a16:creationId xmlns:a16="http://schemas.microsoft.com/office/drawing/2014/main" id="{4300AEBD-9275-42A5-A864-50E2EFA0FDC0}"/>
              </a:ext>
            </a:extLst>
          </p:cNvPr>
          <p:cNvSpPr>
            <a:spLocks noGrp="1"/>
          </p:cNvSpPr>
          <p:nvPr/>
        </p:nvSpPr>
        <p:spPr>
          <a:xfrm>
            <a:off x="2887709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5" name="Circle">
            <a:extLst>
              <a:ext uri="{FF2B5EF4-FFF2-40B4-BE49-F238E27FC236}">
                <a16:creationId xmlns:a16="http://schemas.microsoft.com/office/drawing/2014/main" id="{EA7E0F7D-0F6F-413C-B7E1-01F99FE3E238}"/>
              </a:ext>
            </a:extLst>
          </p:cNvPr>
          <p:cNvSpPr>
            <a:spLocks noGrp="1"/>
          </p:cNvSpPr>
          <p:nvPr/>
        </p:nvSpPr>
        <p:spPr>
          <a:xfrm rot="10800000">
            <a:off x="3652678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6" name="Circle">
            <a:extLst>
              <a:ext uri="{FF2B5EF4-FFF2-40B4-BE49-F238E27FC236}">
                <a16:creationId xmlns:a16="http://schemas.microsoft.com/office/drawing/2014/main" id="{FEAF730C-8F0A-4D2B-AFDB-0EDCE1A2CB3D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09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7" name="Circle">
            <a:extLst>
              <a:ext uri="{FF2B5EF4-FFF2-40B4-BE49-F238E27FC236}">
                <a16:creationId xmlns:a16="http://schemas.microsoft.com/office/drawing/2014/main" id="{B62ACE90-151D-4864-9FD1-7F541CACE931}"/>
              </a:ext>
            </a:extLst>
          </p:cNvPr>
          <p:cNvSpPr>
            <a:spLocks noGrp="1"/>
          </p:cNvSpPr>
          <p:nvPr/>
        </p:nvSpPr>
        <p:spPr>
          <a:xfrm flipH="1">
            <a:off x="3652678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8" name="Circle">
            <a:extLst>
              <a:ext uri="{FF2B5EF4-FFF2-40B4-BE49-F238E27FC236}">
                <a16:creationId xmlns:a16="http://schemas.microsoft.com/office/drawing/2014/main" id="{80D505F3-5F0A-41FD-93BC-453D0A615CF0}"/>
              </a:ext>
            </a:extLst>
          </p:cNvPr>
          <p:cNvSpPr>
            <a:spLocks noGrp="1"/>
          </p:cNvSpPr>
          <p:nvPr/>
        </p:nvSpPr>
        <p:spPr>
          <a:xfrm rot="10800000">
            <a:off x="3270194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0" name="Rounded Rectangle">
            <a:extLst>
              <a:ext uri="{FF2B5EF4-FFF2-40B4-BE49-F238E27FC236}">
                <a16:creationId xmlns:a16="http://schemas.microsoft.com/office/drawing/2014/main" id="{A9C18757-4A74-4C49-9D18-1D796433C881}"/>
              </a:ext>
            </a:extLst>
          </p:cNvPr>
          <p:cNvSpPr>
            <a:spLocks noGrp="1"/>
          </p:cNvSpPr>
          <p:nvPr/>
        </p:nvSpPr>
        <p:spPr>
          <a:xfrm>
            <a:off x="2787982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1" name="Circle">
            <a:extLst>
              <a:ext uri="{FF2B5EF4-FFF2-40B4-BE49-F238E27FC236}">
                <a16:creationId xmlns:a16="http://schemas.microsoft.com/office/drawing/2014/main" id="{63B097D2-950A-43EF-BF76-1B95AD9EC629}"/>
              </a:ext>
            </a:extLst>
          </p:cNvPr>
          <p:cNvSpPr>
            <a:spLocks noGrp="1"/>
          </p:cNvSpPr>
          <p:nvPr/>
        </p:nvSpPr>
        <p:spPr>
          <a:xfrm>
            <a:off x="2887709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2" name="Circle">
            <a:extLst>
              <a:ext uri="{FF2B5EF4-FFF2-40B4-BE49-F238E27FC236}">
                <a16:creationId xmlns:a16="http://schemas.microsoft.com/office/drawing/2014/main" id="{E8D2280B-08FC-4B02-AE6A-176DE33FFBD5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3" name="Circle">
            <a:extLst>
              <a:ext uri="{FF2B5EF4-FFF2-40B4-BE49-F238E27FC236}">
                <a16:creationId xmlns:a16="http://schemas.microsoft.com/office/drawing/2014/main" id="{9213F242-6B0B-4C8D-914F-CF7436C07473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09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4" name="Circle">
            <a:extLst>
              <a:ext uri="{FF2B5EF4-FFF2-40B4-BE49-F238E27FC236}">
                <a16:creationId xmlns:a16="http://schemas.microsoft.com/office/drawing/2014/main" id="{19937F85-6F4A-4E49-9545-10C00395D568}"/>
              </a:ext>
            </a:extLst>
          </p:cNvPr>
          <p:cNvSpPr>
            <a:spLocks noGrp="1"/>
          </p:cNvSpPr>
          <p:nvPr/>
        </p:nvSpPr>
        <p:spPr>
          <a:xfrm flipH="1">
            <a:off x="3652678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5" name="Circle">
            <a:extLst>
              <a:ext uri="{FF2B5EF4-FFF2-40B4-BE49-F238E27FC236}">
                <a16:creationId xmlns:a16="http://schemas.microsoft.com/office/drawing/2014/main" id="{DE3E3800-ABDE-40CC-9EB8-4BACADA6DE12}"/>
              </a:ext>
            </a:extLst>
          </p:cNvPr>
          <p:cNvSpPr>
            <a:spLocks noGrp="1"/>
          </p:cNvSpPr>
          <p:nvPr/>
        </p:nvSpPr>
        <p:spPr>
          <a:xfrm rot="10800000">
            <a:off x="2887709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6" name="Circle">
            <a:extLst>
              <a:ext uri="{FF2B5EF4-FFF2-40B4-BE49-F238E27FC236}">
                <a16:creationId xmlns:a16="http://schemas.microsoft.com/office/drawing/2014/main" id="{31A8F748-A298-4950-8EEA-92EDDFE0FBEE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8" name="Rounded Rectangle">
            <a:extLst>
              <a:ext uri="{FF2B5EF4-FFF2-40B4-BE49-F238E27FC236}">
                <a16:creationId xmlns:a16="http://schemas.microsoft.com/office/drawing/2014/main" id="{075B8AE0-3A7A-4313-8B00-7331AB19DE8B}"/>
              </a:ext>
            </a:extLst>
          </p:cNvPr>
          <p:cNvSpPr>
            <a:spLocks noGrp="1"/>
          </p:cNvSpPr>
          <p:nvPr/>
        </p:nvSpPr>
        <p:spPr>
          <a:xfrm>
            <a:off x="1366203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9" name="Circle">
            <a:extLst>
              <a:ext uri="{FF2B5EF4-FFF2-40B4-BE49-F238E27FC236}">
                <a16:creationId xmlns:a16="http://schemas.microsoft.com/office/drawing/2014/main" id="{E18970FE-7922-402B-A465-90C2C80AD933}"/>
              </a:ext>
            </a:extLst>
          </p:cNvPr>
          <p:cNvSpPr>
            <a:spLocks noGrp="1"/>
          </p:cNvSpPr>
          <p:nvPr/>
        </p:nvSpPr>
        <p:spPr>
          <a:xfrm>
            <a:off x="1848415" y="371400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1" name="Rounded Rectangle">
            <a:extLst>
              <a:ext uri="{FF2B5EF4-FFF2-40B4-BE49-F238E27FC236}">
                <a16:creationId xmlns:a16="http://schemas.microsoft.com/office/drawing/2014/main" id="{8F766247-0FC6-4FEA-8DB9-FA0753172B48}"/>
              </a:ext>
            </a:extLst>
          </p:cNvPr>
          <p:cNvSpPr>
            <a:spLocks noGrp="1"/>
          </p:cNvSpPr>
          <p:nvPr/>
        </p:nvSpPr>
        <p:spPr>
          <a:xfrm>
            <a:off x="5158166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2" name="Circle">
            <a:extLst>
              <a:ext uri="{FF2B5EF4-FFF2-40B4-BE49-F238E27FC236}">
                <a16:creationId xmlns:a16="http://schemas.microsoft.com/office/drawing/2014/main" id="{A1B31557-8D00-45EB-BCF2-34E303995A4F}"/>
              </a:ext>
            </a:extLst>
          </p:cNvPr>
          <p:cNvSpPr>
            <a:spLocks noGrp="1"/>
          </p:cNvSpPr>
          <p:nvPr/>
        </p:nvSpPr>
        <p:spPr>
          <a:xfrm>
            <a:off x="5257893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3" name="Circle">
            <a:extLst>
              <a:ext uri="{FF2B5EF4-FFF2-40B4-BE49-F238E27FC236}">
                <a16:creationId xmlns:a16="http://schemas.microsoft.com/office/drawing/2014/main" id="{C885B15C-F522-4C54-8B9B-04ADCF1B3E3B}"/>
              </a:ext>
            </a:extLst>
          </p:cNvPr>
          <p:cNvSpPr>
            <a:spLocks noGrp="1"/>
          </p:cNvSpPr>
          <p:nvPr/>
        </p:nvSpPr>
        <p:spPr>
          <a:xfrm rot="10800000">
            <a:off x="6022862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5" name="Rounded Rectangle">
            <a:extLst>
              <a:ext uri="{FF2B5EF4-FFF2-40B4-BE49-F238E27FC236}">
                <a16:creationId xmlns:a16="http://schemas.microsoft.com/office/drawing/2014/main" id="{BC485611-B380-4319-8CB8-1E116538E868}"/>
              </a:ext>
            </a:extLst>
          </p:cNvPr>
          <p:cNvSpPr>
            <a:spLocks noGrp="1"/>
          </p:cNvSpPr>
          <p:nvPr/>
        </p:nvSpPr>
        <p:spPr>
          <a:xfrm>
            <a:off x="8950128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6" name="Circle">
            <a:extLst>
              <a:ext uri="{FF2B5EF4-FFF2-40B4-BE49-F238E27FC236}">
                <a16:creationId xmlns:a16="http://schemas.microsoft.com/office/drawing/2014/main" id="{7ED05EA0-3B4F-4654-809C-E5E94366A5D9}"/>
              </a:ext>
            </a:extLst>
          </p:cNvPr>
          <p:cNvSpPr>
            <a:spLocks noGrp="1"/>
          </p:cNvSpPr>
          <p:nvPr/>
        </p:nvSpPr>
        <p:spPr>
          <a:xfrm>
            <a:off x="9049855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7" name="Circle">
            <a:extLst>
              <a:ext uri="{FF2B5EF4-FFF2-40B4-BE49-F238E27FC236}">
                <a16:creationId xmlns:a16="http://schemas.microsoft.com/office/drawing/2014/main" id="{F501B23E-64B7-4124-8AA4-833A09C0989E}"/>
              </a:ext>
            </a:extLst>
          </p:cNvPr>
          <p:cNvSpPr>
            <a:spLocks noGrp="1"/>
          </p:cNvSpPr>
          <p:nvPr/>
        </p:nvSpPr>
        <p:spPr>
          <a:xfrm rot="10800000">
            <a:off x="9814824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8" name="Circle">
            <a:extLst>
              <a:ext uri="{FF2B5EF4-FFF2-40B4-BE49-F238E27FC236}">
                <a16:creationId xmlns:a16="http://schemas.microsoft.com/office/drawing/2014/main" id="{482839E1-39F5-459C-B06B-C3E68C55293D}"/>
              </a:ext>
            </a:extLst>
          </p:cNvPr>
          <p:cNvSpPr>
            <a:spLocks noGrp="1"/>
          </p:cNvSpPr>
          <p:nvPr/>
        </p:nvSpPr>
        <p:spPr>
          <a:xfrm rot="10800000">
            <a:off x="9432340" y="371400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0" name="Rounded Rectangle">
            <a:extLst>
              <a:ext uri="{FF2B5EF4-FFF2-40B4-BE49-F238E27FC236}">
                <a16:creationId xmlns:a16="http://schemas.microsoft.com/office/drawing/2014/main" id="{2C8BD8B8-D5A6-4105-BE4A-62563392A059}"/>
              </a:ext>
            </a:extLst>
          </p:cNvPr>
          <p:cNvSpPr>
            <a:spLocks noGrp="1"/>
          </p:cNvSpPr>
          <p:nvPr/>
        </p:nvSpPr>
        <p:spPr>
          <a:xfrm>
            <a:off x="12742092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1" name="Circle">
            <a:extLst>
              <a:ext uri="{FF2B5EF4-FFF2-40B4-BE49-F238E27FC236}">
                <a16:creationId xmlns:a16="http://schemas.microsoft.com/office/drawing/2014/main" id="{CB90D9A4-DBDF-4CBD-B7B6-9EF8A017AB7A}"/>
              </a:ext>
            </a:extLst>
          </p:cNvPr>
          <p:cNvSpPr>
            <a:spLocks noGrp="1"/>
          </p:cNvSpPr>
          <p:nvPr/>
        </p:nvSpPr>
        <p:spPr>
          <a:xfrm>
            <a:off x="12841819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2" name="Circle">
            <a:extLst>
              <a:ext uri="{FF2B5EF4-FFF2-40B4-BE49-F238E27FC236}">
                <a16:creationId xmlns:a16="http://schemas.microsoft.com/office/drawing/2014/main" id="{FEE927CE-ACAC-4627-90A6-B5230C246CA2}"/>
              </a:ext>
            </a:extLst>
          </p:cNvPr>
          <p:cNvSpPr>
            <a:spLocks noGrp="1"/>
          </p:cNvSpPr>
          <p:nvPr/>
        </p:nvSpPr>
        <p:spPr>
          <a:xfrm rot="10800000">
            <a:off x="13606788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3" name="Circle">
            <a:extLst>
              <a:ext uri="{FF2B5EF4-FFF2-40B4-BE49-F238E27FC236}">
                <a16:creationId xmlns:a16="http://schemas.microsoft.com/office/drawing/2014/main" id="{AA730927-661B-4BFB-BB12-FA086532668D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4" name="Circle">
            <a:extLst>
              <a:ext uri="{FF2B5EF4-FFF2-40B4-BE49-F238E27FC236}">
                <a16:creationId xmlns:a16="http://schemas.microsoft.com/office/drawing/2014/main" id="{6A750BD9-EECD-4C2C-9097-831538891BF4}"/>
              </a:ext>
            </a:extLst>
          </p:cNvPr>
          <p:cNvSpPr>
            <a:spLocks noGrp="1"/>
          </p:cNvSpPr>
          <p:nvPr/>
        </p:nvSpPr>
        <p:spPr>
          <a:xfrm flipH="1">
            <a:off x="13606788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6" name="Rounded Rectangle">
            <a:extLst>
              <a:ext uri="{FF2B5EF4-FFF2-40B4-BE49-F238E27FC236}">
                <a16:creationId xmlns:a16="http://schemas.microsoft.com/office/drawing/2014/main" id="{D7923E5D-D113-48A3-9C89-BD98501F6785}"/>
              </a:ext>
            </a:extLst>
          </p:cNvPr>
          <p:cNvSpPr>
            <a:spLocks noGrp="1"/>
          </p:cNvSpPr>
          <p:nvPr/>
        </p:nvSpPr>
        <p:spPr>
          <a:xfrm>
            <a:off x="16534055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7" name="Circle">
            <a:extLst>
              <a:ext uri="{FF2B5EF4-FFF2-40B4-BE49-F238E27FC236}">
                <a16:creationId xmlns:a16="http://schemas.microsoft.com/office/drawing/2014/main" id="{DBF95A11-593D-4329-848D-75813E48737E}"/>
              </a:ext>
            </a:extLst>
          </p:cNvPr>
          <p:cNvSpPr>
            <a:spLocks noGrp="1"/>
          </p:cNvSpPr>
          <p:nvPr/>
        </p:nvSpPr>
        <p:spPr>
          <a:xfrm>
            <a:off x="16633782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8" name="Circle">
            <a:extLst>
              <a:ext uri="{FF2B5EF4-FFF2-40B4-BE49-F238E27FC236}">
                <a16:creationId xmlns:a16="http://schemas.microsoft.com/office/drawing/2014/main" id="{968E55A1-F3EC-403E-B477-170E1648CCA4}"/>
              </a:ext>
            </a:extLst>
          </p:cNvPr>
          <p:cNvSpPr>
            <a:spLocks noGrp="1"/>
          </p:cNvSpPr>
          <p:nvPr/>
        </p:nvSpPr>
        <p:spPr>
          <a:xfrm rot="10800000">
            <a:off x="17398751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9" name="Circle">
            <a:extLst>
              <a:ext uri="{FF2B5EF4-FFF2-40B4-BE49-F238E27FC236}">
                <a16:creationId xmlns:a16="http://schemas.microsoft.com/office/drawing/2014/main" id="{0FFB4E52-7F7F-4B8A-B1B0-227DFC9F92B1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0" name="Circle">
            <a:extLst>
              <a:ext uri="{FF2B5EF4-FFF2-40B4-BE49-F238E27FC236}">
                <a16:creationId xmlns:a16="http://schemas.microsoft.com/office/drawing/2014/main" id="{5701ADB3-3151-4E5C-B003-E99F07BDB6BF}"/>
              </a:ext>
            </a:extLst>
          </p:cNvPr>
          <p:cNvSpPr>
            <a:spLocks noGrp="1"/>
          </p:cNvSpPr>
          <p:nvPr/>
        </p:nvSpPr>
        <p:spPr>
          <a:xfrm flipH="1">
            <a:off x="17398751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1" name="Circle">
            <a:extLst>
              <a:ext uri="{FF2B5EF4-FFF2-40B4-BE49-F238E27FC236}">
                <a16:creationId xmlns:a16="http://schemas.microsoft.com/office/drawing/2014/main" id="{5B20BACD-A763-4ECE-8D15-E2E38C1848D1}"/>
              </a:ext>
            </a:extLst>
          </p:cNvPr>
          <p:cNvSpPr>
            <a:spLocks noGrp="1"/>
          </p:cNvSpPr>
          <p:nvPr/>
        </p:nvSpPr>
        <p:spPr>
          <a:xfrm rot="10800000">
            <a:off x="17016267" y="37140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3" name="Rounded Rectangle">
            <a:extLst>
              <a:ext uri="{FF2B5EF4-FFF2-40B4-BE49-F238E27FC236}">
                <a16:creationId xmlns:a16="http://schemas.microsoft.com/office/drawing/2014/main" id="{25071944-654A-4D13-A36B-CF7D5B0F3C8C}"/>
              </a:ext>
            </a:extLst>
          </p:cNvPr>
          <p:cNvSpPr>
            <a:spLocks noGrp="1"/>
          </p:cNvSpPr>
          <p:nvPr/>
        </p:nvSpPr>
        <p:spPr>
          <a:xfrm>
            <a:off x="20326018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4" name="Circle">
            <a:extLst>
              <a:ext uri="{FF2B5EF4-FFF2-40B4-BE49-F238E27FC236}">
                <a16:creationId xmlns:a16="http://schemas.microsoft.com/office/drawing/2014/main" id="{984EA6FB-6A54-4F44-B911-EF3B3E3184E8}"/>
              </a:ext>
            </a:extLst>
          </p:cNvPr>
          <p:cNvSpPr>
            <a:spLocks noGrp="1"/>
          </p:cNvSpPr>
          <p:nvPr/>
        </p:nvSpPr>
        <p:spPr>
          <a:xfrm>
            <a:off x="20425745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5" name="Circle">
            <a:extLst>
              <a:ext uri="{FF2B5EF4-FFF2-40B4-BE49-F238E27FC236}">
                <a16:creationId xmlns:a16="http://schemas.microsoft.com/office/drawing/2014/main" id="{2AFE498B-A6B1-47FF-B2C2-167497FCDED8}"/>
              </a:ext>
            </a:extLst>
          </p:cNvPr>
          <p:cNvSpPr>
            <a:spLocks noGrp="1"/>
          </p:cNvSpPr>
          <p:nvPr/>
        </p:nvSpPr>
        <p:spPr>
          <a:xfrm rot="10800000">
            <a:off x="21190714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6" name="Circle">
            <a:extLst>
              <a:ext uri="{FF2B5EF4-FFF2-40B4-BE49-F238E27FC236}">
                <a16:creationId xmlns:a16="http://schemas.microsoft.com/office/drawing/2014/main" id="{93E48108-0817-4090-B664-D272276C705B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7" name="Circle">
            <a:extLst>
              <a:ext uri="{FF2B5EF4-FFF2-40B4-BE49-F238E27FC236}">
                <a16:creationId xmlns:a16="http://schemas.microsoft.com/office/drawing/2014/main" id="{FCBADB57-C0B0-441C-B649-75571BC22D2A}"/>
              </a:ext>
            </a:extLst>
          </p:cNvPr>
          <p:cNvSpPr>
            <a:spLocks noGrp="1"/>
          </p:cNvSpPr>
          <p:nvPr/>
        </p:nvSpPr>
        <p:spPr>
          <a:xfrm flipH="1">
            <a:off x="21190714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8" name="Circle">
            <a:extLst>
              <a:ext uri="{FF2B5EF4-FFF2-40B4-BE49-F238E27FC236}">
                <a16:creationId xmlns:a16="http://schemas.microsoft.com/office/drawing/2014/main" id="{182B9A66-56C2-498B-9007-9D94DFD696DE}"/>
              </a:ext>
            </a:extLst>
          </p:cNvPr>
          <p:cNvSpPr>
            <a:spLocks noGrp="1"/>
          </p:cNvSpPr>
          <p:nvPr/>
        </p:nvSpPr>
        <p:spPr>
          <a:xfrm rot="10800000">
            <a:off x="20425745" y="37140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9" name="Circle">
            <a:extLst>
              <a:ext uri="{FF2B5EF4-FFF2-40B4-BE49-F238E27FC236}">
                <a16:creationId xmlns:a16="http://schemas.microsoft.com/office/drawing/2014/main" id="{EC36F2D6-295B-432A-A414-400FA6A662F5}"/>
              </a:ext>
            </a:extLst>
          </p:cNvPr>
          <p:cNvSpPr>
            <a:spLocks noGrp="1"/>
          </p:cNvSpPr>
          <p:nvPr/>
        </p:nvSpPr>
        <p:spPr>
          <a:xfrm rot="10800000">
            <a:off x="21190714" y="37140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1" name="Rounded Rectangle">
            <a:extLst>
              <a:ext uri="{FF2B5EF4-FFF2-40B4-BE49-F238E27FC236}">
                <a16:creationId xmlns:a16="http://schemas.microsoft.com/office/drawing/2014/main" id="{324EE5A0-EADF-4E07-8904-9582BAECF947}"/>
              </a:ext>
            </a:extLst>
          </p:cNvPr>
          <p:cNvSpPr>
            <a:spLocks noGrp="1"/>
          </p:cNvSpPr>
          <p:nvPr/>
        </p:nvSpPr>
        <p:spPr>
          <a:xfrm>
            <a:off x="1366203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2" name="Circle">
            <a:extLst>
              <a:ext uri="{FF2B5EF4-FFF2-40B4-BE49-F238E27FC236}">
                <a16:creationId xmlns:a16="http://schemas.microsoft.com/office/drawing/2014/main" id="{AEE127E4-9521-473D-B625-C641CDB5ABE3}"/>
              </a:ext>
            </a:extLst>
          </p:cNvPr>
          <p:cNvSpPr>
            <a:spLocks noGrp="1"/>
          </p:cNvSpPr>
          <p:nvPr/>
        </p:nvSpPr>
        <p:spPr>
          <a:xfrm>
            <a:off x="1848415" y="57081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4" name="Rounded Rectangle">
            <a:extLst>
              <a:ext uri="{FF2B5EF4-FFF2-40B4-BE49-F238E27FC236}">
                <a16:creationId xmlns:a16="http://schemas.microsoft.com/office/drawing/2014/main" id="{012AA1C8-EBE6-466F-AA6B-D99D8A69325F}"/>
              </a:ext>
            </a:extLst>
          </p:cNvPr>
          <p:cNvSpPr>
            <a:spLocks noGrp="1"/>
          </p:cNvSpPr>
          <p:nvPr/>
        </p:nvSpPr>
        <p:spPr>
          <a:xfrm>
            <a:off x="5158166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5" name="Circle">
            <a:extLst>
              <a:ext uri="{FF2B5EF4-FFF2-40B4-BE49-F238E27FC236}">
                <a16:creationId xmlns:a16="http://schemas.microsoft.com/office/drawing/2014/main" id="{089522D0-023A-40B8-BE02-9ED8ABB2C70A}"/>
              </a:ext>
            </a:extLst>
          </p:cNvPr>
          <p:cNvSpPr>
            <a:spLocks noGrp="1"/>
          </p:cNvSpPr>
          <p:nvPr/>
        </p:nvSpPr>
        <p:spPr>
          <a:xfrm>
            <a:off x="5257893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6" name="Circle">
            <a:extLst>
              <a:ext uri="{FF2B5EF4-FFF2-40B4-BE49-F238E27FC236}">
                <a16:creationId xmlns:a16="http://schemas.microsoft.com/office/drawing/2014/main" id="{8D7D2351-F49D-40B2-99DC-EE87C18177E8}"/>
              </a:ext>
            </a:extLst>
          </p:cNvPr>
          <p:cNvSpPr>
            <a:spLocks noGrp="1"/>
          </p:cNvSpPr>
          <p:nvPr/>
        </p:nvSpPr>
        <p:spPr>
          <a:xfrm rot="10800000">
            <a:off x="6022862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8" name="Rounded Rectangle">
            <a:extLst>
              <a:ext uri="{FF2B5EF4-FFF2-40B4-BE49-F238E27FC236}">
                <a16:creationId xmlns:a16="http://schemas.microsoft.com/office/drawing/2014/main" id="{D1F9C2C3-ADCA-431F-B395-2C2D6907BD9B}"/>
              </a:ext>
            </a:extLst>
          </p:cNvPr>
          <p:cNvSpPr>
            <a:spLocks noGrp="1"/>
          </p:cNvSpPr>
          <p:nvPr/>
        </p:nvSpPr>
        <p:spPr>
          <a:xfrm>
            <a:off x="8950128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9" name="Circle">
            <a:extLst>
              <a:ext uri="{FF2B5EF4-FFF2-40B4-BE49-F238E27FC236}">
                <a16:creationId xmlns:a16="http://schemas.microsoft.com/office/drawing/2014/main" id="{BECF9BE2-B568-4F8D-833A-581D091106F6}"/>
              </a:ext>
            </a:extLst>
          </p:cNvPr>
          <p:cNvSpPr>
            <a:spLocks noGrp="1"/>
          </p:cNvSpPr>
          <p:nvPr/>
        </p:nvSpPr>
        <p:spPr>
          <a:xfrm>
            <a:off x="9049855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0" name="Circle">
            <a:extLst>
              <a:ext uri="{FF2B5EF4-FFF2-40B4-BE49-F238E27FC236}">
                <a16:creationId xmlns:a16="http://schemas.microsoft.com/office/drawing/2014/main" id="{3ABC14B5-A2DD-449A-A380-402C3747AA67}"/>
              </a:ext>
            </a:extLst>
          </p:cNvPr>
          <p:cNvSpPr>
            <a:spLocks noGrp="1"/>
          </p:cNvSpPr>
          <p:nvPr/>
        </p:nvSpPr>
        <p:spPr>
          <a:xfrm rot="10800000">
            <a:off x="9814824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1" name="Circle">
            <a:extLst>
              <a:ext uri="{FF2B5EF4-FFF2-40B4-BE49-F238E27FC236}">
                <a16:creationId xmlns:a16="http://schemas.microsoft.com/office/drawing/2014/main" id="{5D095C64-64AA-4FF7-9CF7-DE7CF5B927C1}"/>
              </a:ext>
            </a:extLst>
          </p:cNvPr>
          <p:cNvSpPr>
            <a:spLocks noGrp="1"/>
          </p:cNvSpPr>
          <p:nvPr/>
        </p:nvSpPr>
        <p:spPr>
          <a:xfrm rot="10800000">
            <a:off x="9432340" y="57081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3" name="Rounded Rectangle">
            <a:extLst>
              <a:ext uri="{FF2B5EF4-FFF2-40B4-BE49-F238E27FC236}">
                <a16:creationId xmlns:a16="http://schemas.microsoft.com/office/drawing/2014/main" id="{CB0B2D78-7129-47B9-B650-8C4B02178857}"/>
              </a:ext>
            </a:extLst>
          </p:cNvPr>
          <p:cNvSpPr>
            <a:spLocks noGrp="1"/>
          </p:cNvSpPr>
          <p:nvPr/>
        </p:nvSpPr>
        <p:spPr>
          <a:xfrm>
            <a:off x="12742092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4" name="Circle">
            <a:extLst>
              <a:ext uri="{FF2B5EF4-FFF2-40B4-BE49-F238E27FC236}">
                <a16:creationId xmlns:a16="http://schemas.microsoft.com/office/drawing/2014/main" id="{2FDFFAD1-6B9D-45B4-99C7-A32555505EC1}"/>
              </a:ext>
            </a:extLst>
          </p:cNvPr>
          <p:cNvSpPr>
            <a:spLocks noGrp="1"/>
          </p:cNvSpPr>
          <p:nvPr/>
        </p:nvSpPr>
        <p:spPr>
          <a:xfrm>
            <a:off x="12841819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5" name="Circle">
            <a:extLst>
              <a:ext uri="{FF2B5EF4-FFF2-40B4-BE49-F238E27FC236}">
                <a16:creationId xmlns:a16="http://schemas.microsoft.com/office/drawing/2014/main" id="{4A469525-4709-4E23-A88A-9EB62E33170B}"/>
              </a:ext>
            </a:extLst>
          </p:cNvPr>
          <p:cNvSpPr>
            <a:spLocks noGrp="1"/>
          </p:cNvSpPr>
          <p:nvPr/>
        </p:nvSpPr>
        <p:spPr>
          <a:xfrm rot="10800000">
            <a:off x="13606788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6" name="Circle">
            <a:extLst>
              <a:ext uri="{FF2B5EF4-FFF2-40B4-BE49-F238E27FC236}">
                <a16:creationId xmlns:a16="http://schemas.microsoft.com/office/drawing/2014/main" id="{33F337EC-EA6C-4E51-8CAC-DBFFEFE7B526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7" name="Circle">
            <a:extLst>
              <a:ext uri="{FF2B5EF4-FFF2-40B4-BE49-F238E27FC236}">
                <a16:creationId xmlns:a16="http://schemas.microsoft.com/office/drawing/2014/main" id="{A0AC6A74-CFCF-427F-827A-0A1E588483E1}"/>
              </a:ext>
            </a:extLst>
          </p:cNvPr>
          <p:cNvSpPr>
            <a:spLocks noGrp="1"/>
          </p:cNvSpPr>
          <p:nvPr/>
        </p:nvSpPr>
        <p:spPr>
          <a:xfrm flipH="1">
            <a:off x="13606788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9" name="Rounded Rectangle">
            <a:extLst>
              <a:ext uri="{FF2B5EF4-FFF2-40B4-BE49-F238E27FC236}">
                <a16:creationId xmlns:a16="http://schemas.microsoft.com/office/drawing/2014/main" id="{39D5787E-6C35-45FF-8863-C729A7D23887}"/>
              </a:ext>
            </a:extLst>
          </p:cNvPr>
          <p:cNvSpPr>
            <a:spLocks noGrp="1"/>
          </p:cNvSpPr>
          <p:nvPr/>
        </p:nvSpPr>
        <p:spPr>
          <a:xfrm>
            <a:off x="16534055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0" name="Circle">
            <a:extLst>
              <a:ext uri="{FF2B5EF4-FFF2-40B4-BE49-F238E27FC236}">
                <a16:creationId xmlns:a16="http://schemas.microsoft.com/office/drawing/2014/main" id="{FDBBCE3B-3BDA-4901-8070-078D28D8874A}"/>
              </a:ext>
            </a:extLst>
          </p:cNvPr>
          <p:cNvSpPr>
            <a:spLocks noGrp="1"/>
          </p:cNvSpPr>
          <p:nvPr/>
        </p:nvSpPr>
        <p:spPr>
          <a:xfrm>
            <a:off x="16633782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1" name="Circle">
            <a:extLst>
              <a:ext uri="{FF2B5EF4-FFF2-40B4-BE49-F238E27FC236}">
                <a16:creationId xmlns:a16="http://schemas.microsoft.com/office/drawing/2014/main" id="{BD64E978-341B-459F-89B7-5615C4BD81F2}"/>
              </a:ext>
            </a:extLst>
          </p:cNvPr>
          <p:cNvSpPr>
            <a:spLocks noGrp="1"/>
          </p:cNvSpPr>
          <p:nvPr/>
        </p:nvSpPr>
        <p:spPr>
          <a:xfrm rot="10800000">
            <a:off x="17398751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2" name="Circle">
            <a:extLst>
              <a:ext uri="{FF2B5EF4-FFF2-40B4-BE49-F238E27FC236}">
                <a16:creationId xmlns:a16="http://schemas.microsoft.com/office/drawing/2014/main" id="{394CF2CF-E081-4167-A053-7F7CE6A3CCB2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3" name="Circle">
            <a:extLst>
              <a:ext uri="{FF2B5EF4-FFF2-40B4-BE49-F238E27FC236}">
                <a16:creationId xmlns:a16="http://schemas.microsoft.com/office/drawing/2014/main" id="{382A32F0-2079-4DDE-B15C-F6DBD9D9C3FA}"/>
              </a:ext>
            </a:extLst>
          </p:cNvPr>
          <p:cNvSpPr>
            <a:spLocks noGrp="1"/>
          </p:cNvSpPr>
          <p:nvPr/>
        </p:nvSpPr>
        <p:spPr>
          <a:xfrm flipH="1">
            <a:off x="17398751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4" name="Circle">
            <a:extLst>
              <a:ext uri="{FF2B5EF4-FFF2-40B4-BE49-F238E27FC236}">
                <a16:creationId xmlns:a16="http://schemas.microsoft.com/office/drawing/2014/main" id="{4F106B47-0E11-4B28-9508-DA04ADAD7B4B}"/>
              </a:ext>
            </a:extLst>
          </p:cNvPr>
          <p:cNvSpPr>
            <a:spLocks noGrp="1"/>
          </p:cNvSpPr>
          <p:nvPr/>
        </p:nvSpPr>
        <p:spPr>
          <a:xfrm rot="10800000">
            <a:off x="17016267" y="570814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6" name="Rounded Rectangle">
            <a:extLst>
              <a:ext uri="{FF2B5EF4-FFF2-40B4-BE49-F238E27FC236}">
                <a16:creationId xmlns:a16="http://schemas.microsoft.com/office/drawing/2014/main" id="{F810DA07-DFF5-4A8F-B1B8-EE6E0FBC271E}"/>
              </a:ext>
            </a:extLst>
          </p:cNvPr>
          <p:cNvSpPr>
            <a:spLocks noGrp="1"/>
          </p:cNvSpPr>
          <p:nvPr/>
        </p:nvSpPr>
        <p:spPr>
          <a:xfrm>
            <a:off x="20326018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7" name="Circle">
            <a:extLst>
              <a:ext uri="{FF2B5EF4-FFF2-40B4-BE49-F238E27FC236}">
                <a16:creationId xmlns:a16="http://schemas.microsoft.com/office/drawing/2014/main" id="{C3B7B47E-5700-4483-BE46-54A8BBB16355}"/>
              </a:ext>
            </a:extLst>
          </p:cNvPr>
          <p:cNvSpPr>
            <a:spLocks noGrp="1"/>
          </p:cNvSpPr>
          <p:nvPr/>
        </p:nvSpPr>
        <p:spPr>
          <a:xfrm>
            <a:off x="20425745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8" name="Circle">
            <a:extLst>
              <a:ext uri="{FF2B5EF4-FFF2-40B4-BE49-F238E27FC236}">
                <a16:creationId xmlns:a16="http://schemas.microsoft.com/office/drawing/2014/main" id="{223469EE-8E3C-480E-8A16-826D563CB287}"/>
              </a:ext>
            </a:extLst>
          </p:cNvPr>
          <p:cNvSpPr>
            <a:spLocks noGrp="1"/>
          </p:cNvSpPr>
          <p:nvPr/>
        </p:nvSpPr>
        <p:spPr>
          <a:xfrm rot="10800000">
            <a:off x="21190714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9" name="Circle">
            <a:extLst>
              <a:ext uri="{FF2B5EF4-FFF2-40B4-BE49-F238E27FC236}">
                <a16:creationId xmlns:a16="http://schemas.microsoft.com/office/drawing/2014/main" id="{4E6BB53F-B406-46F5-A0E1-E91765ADB474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0" name="Circle">
            <a:extLst>
              <a:ext uri="{FF2B5EF4-FFF2-40B4-BE49-F238E27FC236}">
                <a16:creationId xmlns:a16="http://schemas.microsoft.com/office/drawing/2014/main" id="{BBD266FE-F166-42D6-94F8-DC42BD9D365F}"/>
              </a:ext>
            </a:extLst>
          </p:cNvPr>
          <p:cNvSpPr>
            <a:spLocks noGrp="1"/>
          </p:cNvSpPr>
          <p:nvPr/>
        </p:nvSpPr>
        <p:spPr>
          <a:xfrm flipH="1">
            <a:off x="21190714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1" name="Circle">
            <a:extLst>
              <a:ext uri="{FF2B5EF4-FFF2-40B4-BE49-F238E27FC236}">
                <a16:creationId xmlns:a16="http://schemas.microsoft.com/office/drawing/2014/main" id="{47471D85-FAD3-4ADE-84AC-4ECF4C7F6ADD}"/>
              </a:ext>
            </a:extLst>
          </p:cNvPr>
          <p:cNvSpPr>
            <a:spLocks noGrp="1"/>
          </p:cNvSpPr>
          <p:nvPr/>
        </p:nvSpPr>
        <p:spPr>
          <a:xfrm rot="10800000">
            <a:off x="20425745" y="570814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2" name="Circle">
            <a:extLst>
              <a:ext uri="{FF2B5EF4-FFF2-40B4-BE49-F238E27FC236}">
                <a16:creationId xmlns:a16="http://schemas.microsoft.com/office/drawing/2014/main" id="{C522C15C-8A82-4EF4-85ED-DF6F64EDDC61}"/>
              </a:ext>
            </a:extLst>
          </p:cNvPr>
          <p:cNvSpPr>
            <a:spLocks noGrp="1"/>
          </p:cNvSpPr>
          <p:nvPr/>
        </p:nvSpPr>
        <p:spPr>
          <a:xfrm rot="10800000">
            <a:off x="21190714" y="570814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4" name="Rounded Rectangle">
            <a:extLst>
              <a:ext uri="{FF2B5EF4-FFF2-40B4-BE49-F238E27FC236}">
                <a16:creationId xmlns:a16="http://schemas.microsoft.com/office/drawing/2014/main" id="{832E649B-A6EC-482A-B353-977C55D97B8E}"/>
              </a:ext>
            </a:extLst>
          </p:cNvPr>
          <p:cNvSpPr>
            <a:spLocks noGrp="1"/>
          </p:cNvSpPr>
          <p:nvPr/>
        </p:nvSpPr>
        <p:spPr>
          <a:xfrm>
            <a:off x="1366203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5" name="Circle">
            <a:extLst>
              <a:ext uri="{FF2B5EF4-FFF2-40B4-BE49-F238E27FC236}">
                <a16:creationId xmlns:a16="http://schemas.microsoft.com/office/drawing/2014/main" id="{61013097-7372-4804-9E60-498EA89413C6}"/>
              </a:ext>
            </a:extLst>
          </p:cNvPr>
          <p:cNvSpPr>
            <a:spLocks noGrp="1"/>
          </p:cNvSpPr>
          <p:nvPr/>
        </p:nvSpPr>
        <p:spPr>
          <a:xfrm>
            <a:off x="1848415" y="77022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7" name="Rounded Rectangle">
            <a:extLst>
              <a:ext uri="{FF2B5EF4-FFF2-40B4-BE49-F238E27FC236}">
                <a16:creationId xmlns:a16="http://schemas.microsoft.com/office/drawing/2014/main" id="{C4F8060E-F4AB-4BAF-9AF0-C81A241BA5FA}"/>
              </a:ext>
            </a:extLst>
          </p:cNvPr>
          <p:cNvSpPr>
            <a:spLocks noGrp="1"/>
          </p:cNvSpPr>
          <p:nvPr/>
        </p:nvSpPr>
        <p:spPr>
          <a:xfrm>
            <a:off x="5158166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8" name="Circle">
            <a:extLst>
              <a:ext uri="{FF2B5EF4-FFF2-40B4-BE49-F238E27FC236}">
                <a16:creationId xmlns:a16="http://schemas.microsoft.com/office/drawing/2014/main" id="{506D664A-D6F3-4459-B9DE-E143D6ECF79B}"/>
              </a:ext>
            </a:extLst>
          </p:cNvPr>
          <p:cNvSpPr>
            <a:spLocks noGrp="1"/>
          </p:cNvSpPr>
          <p:nvPr/>
        </p:nvSpPr>
        <p:spPr>
          <a:xfrm>
            <a:off x="5257893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9" name="Circle">
            <a:extLst>
              <a:ext uri="{FF2B5EF4-FFF2-40B4-BE49-F238E27FC236}">
                <a16:creationId xmlns:a16="http://schemas.microsoft.com/office/drawing/2014/main" id="{A0CADD94-D240-4C02-8FC5-4C57A3EDD373}"/>
              </a:ext>
            </a:extLst>
          </p:cNvPr>
          <p:cNvSpPr>
            <a:spLocks noGrp="1"/>
          </p:cNvSpPr>
          <p:nvPr/>
        </p:nvSpPr>
        <p:spPr>
          <a:xfrm rot="10800000">
            <a:off x="6022862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1" name="Rounded Rectangle">
            <a:extLst>
              <a:ext uri="{FF2B5EF4-FFF2-40B4-BE49-F238E27FC236}">
                <a16:creationId xmlns:a16="http://schemas.microsoft.com/office/drawing/2014/main" id="{8CCD3EC3-D386-4313-A1AF-ECFC2E8F8E0D}"/>
              </a:ext>
            </a:extLst>
          </p:cNvPr>
          <p:cNvSpPr>
            <a:spLocks noGrp="1"/>
          </p:cNvSpPr>
          <p:nvPr/>
        </p:nvSpPr>
        <p:spPr>
          <a:xfrm>
            <a:off x="8950128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2" name="Circle">
            <a:extLst>
              <a:ext uri="{FF2B5EF4-FFF2-40B4-BE49-F238E27FC236}">
                <a16:creationId xmlns:a16="http://schemas.microsoft.com/office/drawing/2014/main" id="{276B99F0-2327-4E91-A3CB-DC46FBB8BD4A}"/>
              </a:ext>
            </a:extLst>
          </p:cNvPr>
          <p:cNvSpPr>
            <a:spLocks noGrp="1"/>
          </p:cNvSpPr>
          <p:nvPr/>
        </p:nvSpPr>
        <p:spPr>
          <a:xfrm>
            <a:off x="9049855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3" name="Circle">
            <a:extLst>
              <a:ext uri="{FF2B5EF4-FFF2-40B4-BE49-F238E27FC236}">
                <a16:creationId xmlns:a16="http://schemas.microsoft.com/office/drawing/2014/main" id="{A16B9E14-1B5C-4F66-9B17-501700127E3F}"/>
              </a:ext>
            </a:extLst>
          </p:cNvPr>
          <p:cNvSpPr>
            <a:spLocks noGrp="1"/>
          </p:cNvSpPr>
          <p:nvPr/>
        </p:nvSpPr>
        <p:spPr>
          <a:xfrm rot="10800000">
            <a:off x="9814824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4" name="Circle">
            <a:extLst>
              <a:ext uri="{FF2B5EF4-FFF2-40B4-BE49-F238E27FC236}">
                <a16:creationId xmlns:a16="http://schemas.microsoft.com/office/drawing/2014/main" id="{DC2074CD-8F98-4F47-A77A-5FDE155E9139}"/>
              </a:ext>
            </a:extLst>
          </p:cNvPr>
          <p:cNvSpPr>
            <a:spLocks noGrp="1"/>
          </p:cNvSpPr>
          <p:nvPr/>
        </p:nvSpPr>
        <p:spPr>
          <a:xfrm rot="10800000">
            <a:off x="9432340" y="77022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6" name="Rounded Rectangle">
            <a:extLst>
              <a:ext uri="{FF2B5EF4-FFF2-40B4-BE49-F238E27FC236}">
                <a16:creationId xmlns:a16="http://schemas.microsoft.com/office/drawing/2014/main" id="{DEDD3C43-C813-4954-9F3F-26B16CF38927}"/>
              </a:ext>
            </a:extLst>
          </p:cNvPr>
          <p:cNvSpPr>
            <a:spLocks noGrp="1"/>
          </p:cNvSpPr>
          <p:nvPr/>
        </p:nvSpPr>
        <p:spPr>
          <a:xfrm>
            <a:off x="12742092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7" name="Circle">
            <a:extLst>
              <a:ext uri="{FF2B5EF4-FFF2-40B4-BE49-F238E27FC236}">
                <a16:creationId xmlns:a16="http://schemas.microsoft.com/office/drawing/2014/main" id="{E35F9A3B-AE4B-45A2-855E-A10A5B6758D4}"/>
              </a:ext>
            </a:extLst>
          </p:cNvPr>
          <p:cNvSpPr>
            <a:spLocks noGrp="1"/>
          </p:cNvSpPr>
          <p:nvPr/>
        </p:nvSpPr>
        <p:spPr>
          <a:xfrm>
            <a:off x="12841819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8" name="Circle">
            <a:extLst>
              <a:ext uri="{FF2B5EF4-FFF2-40B4-BE49-F238E27FC236}">
                <a16:creationId xmlns:a16="http://schemas.microsoft.com/office/drawing/2014/main" id="{EF97C840-E3DC-47E7-8422-4900C6351147}"/>
              </a:ext>
            </a:extLst>
          </p:cNvPr>
          <p:cNvSpPr>
            <a:spLocks noGrp="1"/>
          </p:cNvSpPr>
          <p:nvPr/>
        </p:nvSpPr>
        <p:spPr>
          <a:xfrm rot="10800000">
            <a:off x="13606788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9" name="Circle">
            <a:extLst>
              <a:ext uri="{FF2B5EF4-FFF2-40B4-BE49-F238E27FC236}">
                <a16:creationId xmlns:a16="http://schemas.microsoft.com/office/drawing/2014/main" id="{9CB56EA7-6092-437E-8C30-D6236709A58F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0" name="Circle">
            <a:extLst>
              <a:ext uri="{FF2B5EF4-FFF2-40B4-BE49-F238E27FC236}">
                <a16:creationId xmlns:a16="http://schemas.microsoft.com/office/drawing/2014/main" id="{9F3DA43D-9E4A-4953-B28E-BF87C6A4F4D7}"/>
              </a:ext>
            </a:extLst>
          </p:cNvPr>
          <p:cNvSpPr>
            <a:spLocks noGrp="1"/>
          </p:cNvSpPr>
          <p:nvPr/>
        </p:nvSpPr>
        <p:spPr>
          <a:xfrm flipH="1">
            <a:off x="13606788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2" name="Rounded Rectangle">
            <a:extLst>
              <a:ext uri="{FF2B5EF4-FFF2-40B4-BE49-F238E27FC236}">
                <a16:creationId xmlns:a16="http://schemas.microsoft.com/office/drawing/2014/main" id="{C4F0B02E-F38D-47FE-B64A-AFD1684B0D62}"/>
              </a:ext>
            </a:extLst>
          </p:cNvPr>
          <p:cNvSpPr>
            <a:spLocks noGrp="1"/>
          </p:cNvSpPr>
          <p:nvPr/>
        </p:nvSpPr>
        <p:spPr>
          <a:xfrm>
            <a:off x="16534055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3" name="Circle">
            <a:extLst>
              <a:ext uri="{FF2B5EF4-FFF2-40B4-BE49-F238E27FC236}">
                <a16:creationId xmlns:a16="http://schemas.microsoft.com/office/drawing/2014/main" id="{BEF5F002-9927-44DF-9B9B-76680129DED5}"/>
              </a:ext>
            </a:extLst>
          </p:cNvPr>
          <p:cNvSpPr>
            <a:spLocks noGrp="1"/>
          </p:cNvSpPr>
          <p:nvPr/>
        </p:nvSpPr>
        <p:spPr>
          <a:xfrm>
            <a:off x="16633782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4" name="Circle">
            <a:extLst>
              <a:ext uri="{FF2B5EF4-FFF2-40B4-BE49-F238E27FC236}">
                <a16:creationId xmlns:a16="http://schemas.microsoft.com/office/drawing/2014/main" id="{15AD8974-BCAC-4DC7-86D0-7942448E882D}"/>
              </a:ext>
            </a:extLst>
          </p:cNvPr>
          <p:cNvSpPr>
            <a:spLocks noGrp="1"/>
          </p:cNvSpPr>
          <p:nvPr/>
        </p:nvSpPr>
        <p:spPr>
          <a:xfrm rot="10800000">
            <a:off x="17398751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5" name="Circle">
            <a:extLst>
              <a:ext uri="{FF2B5EF4-FFF2-40B4-BE49-F238E27FC236}">
                <a16:creationId xmlns:a16="http://schemas.microsoft.com/office/drawing/2014/main" id="{EF82EF7C-3B3C-479E-844E-E387B0E5B5A0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6" name="Circle">
            <a:extLst>
              <a:ext uri="{FF2B5EF4-FFF2-40B4-BE49-F238E27FC236}">
                <a16:creationId xmlns:a16="http://schemas.microsoft.com/office/drawing/2014/main" id="{D64FCD0A-E8E9-4F2F-B216-57EE2AB068E6}"/>
              </a:ext>
            </a:extLst>
          </p:cNvPr>
          <p:cNvSpPr>
            <a:spLocks noGrp="1"/>
          </p:cNvSpPr>
          <p:nvPr/>
        </p:nvSpPr>
        <p:spPr>
          <a:xfrm flipH="1">
            <a:off x="17398751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7" name="Circle">
            <a:extLst>
              <a:ext uri="{FF2B5EF4-FFF2-40B4-BE49-F238E27FC236}">
                <a16:creationId xmlns:a16="http://schemas.microsoft.com/office/drawing/2014/main" id="{5E7381CD-3120-4E0E-AE16-8BB1433CB0A7}"/>
              </a:ext>
            </a:extLst>
          </p:cNvPr>
          <p:cNvSpPr>
            <a:spLocks noGrp="1"/>
          </p:cNvSpPr>
          <p:nvPr/>
        </p:nvSpPr>
        <p:spPr>
          <a:xfrm rot="10800000">
            <a:off x="17016267" y="77022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9" name="Rounded Rectangle">
            <a:extLst>
              <a:ext uri="{FF2B5EF4-FFF2-40B4-BE49-F238E27FC236}">
                <a16:creationId xmlns:a16="http://schemas.microsoft.com/office/drawing/2014/main" id="{4DC19563-935B-4259-A7D7-01BCD61131E7}"/>
              </a:ext>
            </a:extLst>
          </p:cNvPr>
          <p:cNvSpPr>
            <a:spLocks noGrp="1"/>
          </p:cNvSpPr>
          <p:nvPr/>
        </p:nvSpPr>
        <p:spPr>
          <a:xfrm>
            <a:off x="20326018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10" name="Circle">
            <a:extLst>
              <a:ext uri="{FF2B5EF4-FFF2-40B4-BE49-F238E27FC236}">
                <a16:creationId xmlns:a16="http://schemas.microsoft.com/office/drawing/2014/main" id="{04AEBD82-047C-4DA5-BF06-77A2BFEBD364}"/>
              </a:ext>
            </a:extLst>
          </p:cNvPr>
          <p:cNvSpPr>
            <a:spLocks noGrp="1"/>
          </p:cNvSpPr>
          <p:nvPr/>
        </p:nvSpPr>
        <p:spPr>
          <a:xfrm>
            <a:off x="20425745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11" name="Circle">
            <a:extLst>
              <a:ext uri="{FF2B5EF4-FFF2-40B4-BE49-F238E27FC236}">
                <a16:creationId xmlns:a16="http://schemas.microsoft.com/office/drawing/2014/main" id="{653C0671-837C-4A43-9A86-AF81FD43577C}"/>
              </a:ext>
            </a:extLst>
          </p:cNvPr>
          <p:cNvSpPr>
            <a:spLocks noGrp="1"/>
          </p:cNvSpPr>
          <p:nvPr/>
        </p:nvSpPr>
        <p:spPr>
          <a:xfrm rot="10800000">
            <a:off x="21190714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12" name="Circle">
            <a:extLst>
              <a:ext uri="{FF2B5EF4-FFF2-40B4-BE49-F238E27FC236}">
                <a16:creationId xmlns:a16="http://schemas.microsoft.com/office/drawing/2014/main" id="{1502AFFA-CAD7-47B0-971C-381DB9B5CB54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13" name="Circle">
            <a:extLst>
              <a:ext uri="{FF2B5EF4-FFF2-40B4-BE49-F238E27FC236}">
                <a16:creationId xmlns:a16="http://schemas.microsoft.com/office/drawing/2014/main" id="{1144EB31-B9F7-4787-BCAC-A859DB519AD3}"/>
              </a:ext>
            </a:extLst>
          </p:cNvPr>
          <p:cNvSpPr>
            <a:spLocks noGrp="1"/>
          </p:cNvSpPr>
          <p:nvPr/>
        </p:nvSpPr>
        <p:spPr>
          <a:xfrm flipH="1">
            <a:off x="21190714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14" name="Circle">
            <a:extLst>
              <a:ext uri="{FF2B5EF4-FFF2-40B4-BE49-F238E27FC236}">
                <a16:creationId xmlns:a16="http://schemas.microsoft.com/office/drawing/2014/main" id="{2C486698-53D0-4FDF-B29E-B24406923187}"/>
              </a:ext>
            </a:extLst>
          </p:cNvPr>
          <p:cNvSpPr>
            <a:spLocks noGrp="1"/>
          </p:cNvSpPr>
          <p:nvPr/>
        </p:nvSpPr>
        <p:spPr>
          <a:xfrm rot="10800000">
            <a:off x="20425745" y="77022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15" name="Circle">
            <a:extLst>
              <a:ext uri="{FF2B5EF4-FFF2-40B4-BE49-F238E27FC236}">
                <a16:creationId xmlns:a16="http://schemas.microsoft.com/office/drawing/2014/main" id="{C31FB91F-A703-4928-B804-7614EDDF632F}"/>
              </a:ext>
            </a:extLst>
          </p:cNvPr>
          <p:cNvSpPr>
            <a:spLocks noGrp="1"/>
          </p:cNvSpPr>
          <p:nvPr/>
        </p:nvSpPr>
        <p:spPr>
          <a:xfrm rot="10800000">
            <a:off x="21190714" y="77022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17" name="Rounded Rectangle">
            <a:extLst>
              <a:ext uri="{FF2B5EF4-FFF2-40B4-BE49-F238E27FC236}">
                <a16:creationId xmlns:a16="http://schemas.microsoft.com/office/drawing/2014/main" id="{77B75FE1-1AF6-4784-B0A4-2B9CFC62D145}"/>
              </a:ext>
            </a:extLst>
          </p:cNvPr>
          <p:cNvSpPr>
            <a:spLocks noGrp="1"/>
          </p:cNvSpPr>
          <p:nvPr/>
        </p:nvSpPr>
        <p:spPr>
          <a:xfrm>
            <a:off x="1366203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18" name="Circle">
            <a:extLst>
              <a:ext uri="{FF2B5EF4-FFF2-40B4-BE49-F238E27FC236}">
                <a16:creationId xmlns:a16="http://schemas.microsoft.com/office/drawing/2014/main" id="{9DACD1EC-5D8D-4E22-B575-F429F848D18B}"/>
              </a:ext>
            </a:extLst>
          </p:cNvPr>
          <p:cNvSpPr>
            <a:spLocks noGrp="1"/>
          </p:cNvSpPr>
          <p:nvPr/>
        </p:nvSpPr>
        <p:spPr>
          <a:xfrm>
            <a:off x="1848415" y="969641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20" name="Rounded Rectangle">
            <a:extLst>
              <a:ext uri="{FF2B5EF4-FFF2-40B4-BE49-F238E27FC236}">
                <a16:creationId xmlns:a16="http://schemas.microsoft.com/office/drawing/2014/main" id="{4D6C3077-D112-4825-B10F-240FBB8053AE}"/>
              </a:ext>
            </a:extLst>
          </p:cNvPr>
          <p:cNvSpPr>
            <a:spLocks noGrp="1"/>
          </p:cNvSpPr>
          <p:nvPr/>
        </p:nvSpPr>
        <p:spPr>
          <a:xfrm>
            <a:off x="5158166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21" name="Circle">
            <a:extLst>
              <a:ext uri="{FF2B5EF4-FFF2-40B4-BE49-F238E27FC236}">
                <a16:creationId xmlns:a16="http://schemas.microsoft.com/office/drawing/2014/main" id="{69EB2A8C-A879-4B3A-8F34-76849942259E}"/>
              </a:ext>
            </a:extLst>
          </p:cNvPr>
          <p:cNvSpPr>
            <a:spLocks noGrp="1"/>
          </p:cNvSpPr>
          <p:nvPr/>
        </p:nvSpPr>
        <p:spPr>
          <a:xfrm>
            <a:off x="5257893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22" name="Circle">
            <a:extLst>
              <a:ext uri="{FF2B5EF4-FFF2-40B4-BE49-F238E27FC236}">
                <a16:creationId xmlns:a16="http://schemas.microsoft.com/office/drawing/2014/main" id="{3AC91761-EA4C-4BD5-8E71-7BC33CA5362A}"/>
              </a:ext>
            </a:extLst>
          </p:cNvPr>
          <p:cNvSpPr>
            <a:spLocks noGrp="1"/>
          </p:cNvSpPr>
          <p:nvPr/>
        </p:nvSpPr>
        <p:spPr>
          <a:xfrm rot="10800000">
            <a:off x="6022862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24" name="Rounded Rectangle">
            <a:extLst>
              <a:ext uri="{FF2B5EF4-FFF2-40B4-BE49-F238E27FC236}">
                <a16:creationId xmlns:a16="http://schemas.microsoft.com/office/drawing/2014/main" id="{23160FBE-DA4E-4471-9073-A8C00EDB7A0F}"/>
              </a:ext>
            </a:extLst>
          </p:cNvPr>
          <p:cNvSpPr>
            <a:spLocks noGrp="1"/>
          </p:cNvSpPr>
          <p:nvPr/>
        </p:nvSpPr>
        <p:spPr>
          <a:xfrm>
            <a:off x="8950128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25" name="Circle">
            <a:extLst>
              <a:ext uri="{FF2B5EF4-FFF2-40B4-BE49-F238E27FC236}">
                <a16:creationId xmlns:a16="http://schemas.microsoft.com/office/drawing/2014/main" id="{332E7A84-41D5-45D3-9011-89462F2BAA8B}"/>
              </a:ext>
            </a:extLst>
          </p:cNvPr>
          <p:cNvSpPr>
            <a:spLocks noGrp="1"/>
          </p:cNvSpPr>
          <p:nvPr/>
        </p:nvSpPr>
        <p:spPr>
          <a:xfrm>
            <a:off x="9049855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26" name="Circle">
            <a:extLst>
              <a:ext uri="{FF2B5EF4-FFF2-40B4-BE49-F238E27FC236}">
                <a16:creationId xmlns:a16="http://schemas.microsoft.com/office/drawing/2014/main" id="{E982A53B-8D04-464C-B257-92B5A5D1B4A7}"/>
              </a:ext>
            </a:extLst>
          </p:cNvPr>
          <p:cNvSpPr>
            <a:spLocks noGrp="1"/>
          </p:cNvSpPr>
          <p:nvPr/>
        </p:nvSpPr>
        <p:spPr>
          <a:xfrm rot="10800000">
            <a:off x="9814824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27" name="Circle">
            <a:extLst>
              <a:ext uri="{FF2B5EF4-FFF2-40B4-BE49-F238E27FC236}">
                <a16:creationId xmlns:a16="http://schemas.microsoft.com/office/drawing/2014/main" id="{FF665B06-0422-46EB-95FE-00BC0852618C}"/>
              </a:ext>
            </a:extLst>
          </p:cNvPr>
          <p:cNvSpPr>
            <a:spLocks noGrp="1"/>
          </p:cNvSpPr>
          <p:nvPr/>
        </p:nvSpPr>
        <p:spPr>
          <a:xfrm rot="10800000">
            <a:off x="9432340" y="969641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29" name="Rounded Rectangle">
            <a:extLst>
              <a:ext uri="{FF2B5EF4-FFF2-40B4-BE49-F238E27FC236}">
                <a16:creationId xmlns:a16="http://schemas.microsoft.com/office/drawing/2014/main" id="{67AB63E6-8E29-4BED-85C2-706D5C3FFE24}"/>
              </a:ext>
            </a:extLst>
          </p:cNvPr>
          <p:cNvSpPr>
            <a:spLocks noGrp="1"/>
          </p:cNvSpPr>
          <p:nvPr/>
        </p:nvSpPr>
        <p:spPr>
          <a:xfrm>
            <a:off x="12742092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0" name="Circle">
            <a:extLst>
              <a:ext uri="{FF2B5EF4-FFF2-40B4-BE49-F238E27FC236}">
                <a16:creationId xmlns:a16="http://schemas.microsoft.com/office/drawing/2014/main" id="{BB068F37-7547-4085-9BB9-93039B24A7D3}"/>
              </a:ext>
            </a:extLst>
          </p:cNvPr>
          <p:cNvSpPr>
            <a:spLocks noGrp="1"/>
          </p:cNvSpPr>
          <p:nvPr/>
        </p:nvSpPr>
        <p:spPr>
          <a:xfrm>
            <a:off x="12841819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1" name="Circle">
            <a:extLst>
              <a:ext uri="{FF2B5EF4-FFF2-40B4-BE49-F238E27FC236}">
                <a16:creationId xmlns:a16="http://schemas.microsoft.com/office/drawing/2014/main" id="{6E363A80-D81B-4A1D-BF2F-B0EEA2D832D6}"/>
              </a:ext>
            </a:extLst>
          </p:cNvPr>
          <p:cNvSpPr>
            <a:spLocks noGrp="1"/>
          </p:cNvSpPr>
          <p:nvPr/>
        </p:nvSpPr>
        <p:spPr>
          <a:xfrm rot="10800000">
            <a:off x="13606788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2" name="Circle">
            <a:extLst>
              <a:ext uri="{FF2B5EF4-FFF2-40B4-BE49-F238E27FC236}">
                <a16:creationId xmlns:a16="http://schemas.microsoft.com/office/drawing/2014/main" id="{FD9C5789-44B8-45C2-A77B-7D5A2A8D2E7B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3" name="Circle">
            <a:extLst>
              <a:ext uri="{FF2B5EF4-FFF2-40B4-BE49-F238E27FC236}">
                <a16:creationId xmlns:a16="http://schemas.microsoft.com/office/drawing/2014/main" id="{1E86F2CB-A9CA-4EBE-ACE6-C508DFC157AB}"/>
              </a:ext>
            </a:extLst>
          </p:cNvPr>
          <p:cNvSpPr>
            <a:spLocks noGrp="1"/>
          </p:cNvSpPr>
          <p:nvPr/>
        </p:nvSpPr>
        <p:spPr>
          <a:xfrm flipH="1">
            <a:off x="13606788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5" name="Rounded Rectangle">
            <a:extLst>
              <a:ext uri="{FF2B5EF4-FFF2-40B4-BE49-F238E27FC236}">
                <a16:creationId xmlns:a16="http://schemas.microsoft.com/office/drawing/2014/main" id="{561F1836-2A11-49D5-8186-73FABEE862D7}"/>
              </a:ext>
            </a:extLst>
          </p:cNvPr>
          <p:cNvSpPr>
            <a:spLocks noGrp="1"/>
          </p:cNvSpPr>
          <p:nvPr/>
        </p:nvSpPr>
        <p:spPr>
          <a:xfrm>
            <a:off x="16534055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6" name="Circle">
            <a:extLst>
              <a:ext uri="{FF2B5EF4-FFF2-40B4-BE49-F238E27FC236}">
                <a16:creationId xmlns:a16="http://schemas.microsoft.com/office/drawing/2014/main" id="{E9C58C74-9C60-4882-8A87-6DF1EDEA46B6}"/>
              </a:ext>
            </a:extLst>
          </p:cNvPr>
          <p:cNvSpPr>
            <a:spLocks noGrp="1"/>
          </p:cNvSpPr>
          <p:nvPr/>
        </p:nvSpPr>
        <p:spPr>
          <a:xfrm>
            <a:off x="16633782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7" name="Circle">
            <a:extLst>
              <a:ext uri="{FF2B5EF4-FFF2-40B4-BE49-F238E27FC236}">
                <a16:creationId xmlns:a16="http://schemas.microsoft.com/office/drawing/2014/main" id="{A9B0372C-8D93-4B5B-BC3E-675DBC265BDC}"/>
              </a:ext>
            </a:extLst>
          </p:cNvPr>
          <p:cNvSpPr>
            <a:spLocks noGrp="1"/>
          </p:cNvSpPr>
          <p:nvPr/>
        </p:nvSpPr>
        <p:spPr>
          <a:xfrm rot="10800000">
            <a:off x="17398751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8" name="Circle">
            <a:extLst>
              <a:ext uri="{FF2B5EF4-FFF2-40B4-BE49-F238E27FC236}">
                <a16:creationId xmlns:a16="http://schemas.microsoft.com/office/drawing/2014/main" id="{6AA4C493-EAD1-49F5-8A2C-6461BE0BE173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9" name="Circle">
            <a:extLst>
              <a:ext uri="{FF2B5EF4-FFF2-40B4-BE49-F238E27FC236}">
                <a16:creationId xmlns:a16="http://schemas.microsoft.com/office/drawing/2014/main" id="{1DAFCD2B-4254-476C-84E1-D41B2B081053}"/>
              </a:ext>
            </a:extLst>
          </p:cNvPr>
          <p:cNvSpPr>
            <a:spLocks noGrp="1"/>
          </p:cNvSpPr>
          <p:nvPr/>
        </p:nvSpPr>
        <p:spPr>
          <a:xfrm flipH="1">
            <a:off x="17398751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0" name="Circle">
            <a:extLst>
              <a:ext uri="{FF2B5EF4-FFF2-40B4-BE49-F238E27FC236}">
                <a16:creationId xmlns:a16="http://schemas.microsoft.com/office/drawing/2014/main" id="{42C12B24-18F5-4758-BB5F-C95E90CC4C47}"/>
              </a:ext>
            </a:extLst>
          </p:cNvPr>
          <p:cNvSpPr>
            <a:spLocks noGrp="1"/>
          </p:cNvSpPr>
          <p:nvPr/>
        </p:nvSpPr>
        <p:spPr>
          <a:xfrm rot="10800000">
            <a:off x="17016267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2" name="Rounded Rectangle">
            <a:extLst>
              <a:ext uri="{FF2B5EF4-FFF2-40B4-BE49-F238E27FC236}">
                <a16:creationId xmlns:a16="http://schemas.microsoft.com/office/drawing/2014/main" id="{81BB4DE1-AFEE-4756-9307-C13316359328}"/>
              </a:ext>
            </a:extLst>
          </p:cNvPr>
          <p:cNvSpPr>
            <a:spLocks noGrp="1"/>
          </p:cNvSpPr>
          <p:nvPr/>
        </p:nvSpPr>
        <p:spPr>
          <a:xfrm>
            <a:off x="20326018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3" name="Circle">
            <a:extLst>
              <a:ext uri="{FF2B5EF4-FFF2-40B4-BE49-F238E27FC236}">
                <a16:creationId xmlns:a16="http://schemas.microsoft.com/office/drawing/2014/main" id="{70A24A57-6323-4B89-8E9A-0C8C2A2E84F0}"/>
              </a:ext>
            </a:extLst>
          </p:cNvPr>
          <p:cNvSpPr>
            <a:spLocks noGrp="1"/>
          </p:cNvSpPr>
          <p:nvPr/>
        </p:nvSpPr>
        <p:spPr>
          <a:xfrm>
            <a:off x="20425745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4" name="Circle">
            <a:extLst>
              <a:ext uri="{FF2B5EF4-FFF2-40B4-BE49-F238E27FC236}">
                <a16:creationId xmlns:a16="http://schemas.microsoft.com/office/drawing/2014/main" id="{8BBC762A-65C3-4770-9EFD-DA775C4CBC1D}"/>
              </a:ext>
            </a:extLst>
          </p:cNvPr>
          <p:cNvSpPr>
            <a:spLocks noGrp="1"/>
          </p:cNvSpPr>
          <p:nvPr/>
        </p:nvSpPr>
        <p:spPr>
          <a:xfrm rot="10800000">
            <a:off x="21190714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5" name="Circle">
            <a:extLst>
              <a:ext uri="{FF2B5EF4-FFF2-40B4-BE49-F238E27FC236}">
                <a16:creationId xmlns:a16="http://schemas.microsoft.com/office/drawing/2014/main" id="{4AF8B465-FD55-4ECE-825D-5E2CA939FDD0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6" name="Circle">
            <a:extLst>
              <a:ext uri="{FF2B5EF4-FFF2-40B4-BE49-F238E27FC236}">
                <a16:creationId xmlns:a16="http://schemas.microsoft.com/office/drawing/2014/main" id="{3908154A-4372-431B-BE04-2A4BE972E7F0}"/>
              </a:ext>
            </a:extLst>
          </p:cNvPr>
          <p:cNvSpPr>
            <a:spLocks noGrp="1"/>
          </p:cNvSpPr>
          <p:nvPr/>
        </p:nvSpPr>
        <p:spPr>
          <a:xfrm flipH="1">
            <a:off x="21190714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7" name="Circle">
            <a:extLst>
              <a:ext uri="{FF2B5EF4-FFF2-40B4-BE49-F238E27FC236}">
                <a16:creationId xmlns:a16="http://schemas.microsoft.com/office/drawing/2014/main" id="{6B3D96DC-3B92-454B-A7FC-624A46DE68DA}"/>
              </a:ext>
            </a:extLst>
          </p:cNvPr>
          <p:cNvSpPr>
            <a:spLocks noGrp="1"/>
          </p:cNvSpPr>
          <p:nvPr/>
        </p:nvSpPr>
        <p:spPr>
          <a:xfrm rot="10800000">
            <a:off x="20425745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8" name="Circle">
            <a:extLst>
              <a:ext uri="{FF2B5EF4-FFF2-40B4-BE49-F238E27FC236}">
                <a16:creationId xmlns:a16="http://schemas.microsoft.com/office/drawing/2014/main" id="{5B7B0E80-5525-4A2F-8FD6-6334649307C0}"/>
              </a:ext>
            </a:extLst>
          </p:cNvPr>
          <p:cNvSpPr>
            <a:spLocks noGrp="1"/>
          </p:cNvSpPr>
          <p:nvPr/>
        </p:nvSpPr>
        <p:spPr>
          <a:xfrm rot="10800000">
            <a:off x="21190714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0" name="Rounded Rectangle">
            <a:extLst>
              <a:ext uri="{FF2B5EF4-FFF2-40B4-BE49-F238E27FC236}">
                <a16:creationId xmlns:a16="http://schemas.microsoft.com/office/drawing/2014/main" id="{5C08A0AD-63CD-4B72-A933-2A1B42B1B5D4}"/>
              </a:ext>
            </a:extLst>
          </p:cNvPr>
          <p:cNvSpPr>
            <a:spLocks noGrp="1"/>
          </p:cNvSpPr>
          <p:nvPr/>
        </p:nvSpPr>
        <p:spPr>
          <a:xfrm>
            <a:off x="1366203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1" name="Circle">
            <a:extLst>
              <a:ext uri="{FF2B5EF4-FFF2-40B4-BE49-F238E27FC236}">
                <a16:creationId xmlns:a16="http://schemas.microsoft.com/office/drawing/2014/main" id="{4074872A-EC22-4EDB-9667-C3B6AF561FC4}"/>
              </a:ext>
            </a:extLst>
          </p:cNvPr>
          <p:cNvSpPr>
            <a:spLocks noGrp="1"/>
          </p:cNvSpPr>
          <p:nvPr/>
        </p:nvSpPr>
        <p:spPr>
          <a:xfrm>
            <a:off x="1848415" y="116905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3" name="Rounded Rectangle">
            <a:extLst>
              <a:ext uri="{FF2B5EF4-FFF2-40B4-BE49-F238E27FC236}">
                <a16:creationId xmlns:a16="http://schemas.microsoft.com/office/drawing/2014/main" id="{4EC914D5-DA68-490F-A98E-D9C6D7F9BB15}"/>
              </a:ext>
            </a:extLst>
          </p:cNvPr>
          <p:cNvSpPr>
            <a:spLocks noGrp="1"/>
          </p:cNvSpPr>
          <p:nvPr/>
        </p:nvSpPr>
        <p:spPr>
          <a:xfrm>
            <a:off x="5158166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4" name="Circle">
            <a:extLst>
              <a:ext uri="{FF2B5EF4-FFF2-40B4-BE49-F238E27FC236}">
                <a16:creationId xmlns:a16="http://schemas.microsoft.com/office/drawing/2014/main" id="{C3C6FE6D-96B2-4639-BC8B-E3DAC1AF5C13}"/>
              </a:ext>
            </a:extLst>
          </p:cNvPr>
          <p:cNvSpPr>
            <a:spLocks noGrp="1"/>
          </p:cNvSpPr>
          <p:nvPr/>
        </p:nvSpPr>
        <p:spPr>
          <a:xfrm>
            <a:off x="5257893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5" name="Circle">
            <a:extLst>
              <a:ext uri="{FF2B5EF4-FFF2-40B4-BE49-F238E27FC236}">
                <a16:creationId xmlns:a16="http://schemas.microsoft.com/office/drawing/2014/main" id="{2A722DA8-883C-4B32-B772-1BC79D64B9A9}"/>
              </a:ext>
            </a:extLst>
          </p:cNvPr>
          <p:cNvSpPr>
            <a:spLocks noGrp="1"/>
          </p:cNvSpPr>
          <p:nvPr/>
        </p:nvSpPr>
        <p:spPr>
          <a:xfrm rot="10800000">
            <a:off x="6022862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7" name="Rounded Rectangle">
            <a:extLst>
              <a:ext uri="{FF2B5EF4-FFF2-40B4-BE49-F238E27FC236}">
                <a16:creationId xmlns:a16="http://schemas.microsoft.com/office/drawing/2014/main" id="{FA0265C8-FB8D-4F54-81AF-98804796BC13}"/>
              </a:ext>
            </a:extLst>
          </p:cNvPr>
          <p:cNvSpPr>
            <a:spLocks noGrp="1"/>
          </p:cNvSpPr>
          <p:nvPr/>
        </p:nvSpPr>
        <p:spPr>
          <a:xfrm>
            <a:off x="895012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8" name="Circle">
            <a:extLst>
              <a:ext uri="{FF2B5EF4-FFF2-40B4-BE49-F238E27FC236}">
                <a16:creationId xmlns:a16="http://schemas.microsoft.com/office/drawing/2014/main" id="{46E63C55-A3A9-4B8D-AADB-5FFAE0AE3ABB}"/>
              </a:ext>
            </a:extLst>
          </p:cNvPr>
          <p:cNvSpPr>
            <a:spLocks noGrp="1"/>
          </p:cNvSpPr>
          <p:nvPr/>
        </p:nvSpPr>
        <p:spPr>
          <a:xfrm>
            <a:off x="9049855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9" name="Circle">
            <a:extLst>
              <a:ext uri="{FF2B5EF4-FFF2-40B4-BE49-F238E27FC236}">
                <a16:creationId xmlns:a16="http://schemas.microsoft.com/office/drawing/2014/main" id="{1A542C00-C56E-48D8-9C1F-1D987BE838FF}"/>
              </a:ext>
            </a:extLst>
          </p:cNvPr>
          <p:cNvSpPr>
            <a:spLocks noGrp="1"/>
          </p:cNvSpPr>
          <p:nvPr/>
        </p:nvSpPr>
        <p:spPr>
          <a:xfrm rot="10800000">
            <a:off x="9814824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0" name="Circle">
            <a:extLst>
              <a:ext uri="{FF2B5EF4-FFF2-40B4-BE49-F238E27FC236}">
                <a16:creationId xmlns:a16="http://schemas.microsoft.com/office/drawing/2014/main" id="{86D6549E-91AF-4E72-8CFD-536325E17EFB}"/>
              </a:ext>
            </a:extLst>
          </p:cNvPr>
          <p:cNvSpPr>
            <a:spLocks noGrp="1"/>
          </p:cNvSpPr>
          <p:nvPr/>
        </p:nvSpPr>
        <p:spPr>
          <a:xfrm rot="10800000">
            <a:off x="9432340" y="116905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2" name="Rounded Rectangle">
            <a:extLst>
              <a:ext uri="{FF2B5EF4-FFF2-40B4-BE49-F238E27FC236}">
                <a16:creationId xmlns:a16="http://schemas.microsoft.com/office/drawing/2014/main" id="{3AD90115-5472-4B76-8969-233DBC71EE20}"/>
              </a:ext>
            </a:extLst>
          </p:cNvPr>
          <p:cNvSpPr>
            <a:spLocks noGrp="1"/>
          </p:cNvSpPr>
          <p:nvPr/>
        </p:nvSpPr>
        <p:spPr>
          <a:xfrm>
            <a:off x="12742092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3" name="Circle">
            <a:extLst>
              <a:ext uri="{FF2B5EF4-FFF2-40B4-BE49-F238E27FC236}">
                <a16:creationId xmlns:a16="http://schemas.microsoft.com/office/drawing/2014/main" id="{C6F22B50-AF89-43FC-B2BE-90E9A5F3ADF2}"/>
              </a:ext>
            </a:extLst>
          </p:cNvPr>
          <p:cNvSpPr>
            <a:spLocks noGrp="1"/>
          </p:cNvSpPr>
          <p:nvPr/>
        </p:nvSpPr>
        <p:spPr>
          <a:xfrm>
            <a:off x="12841819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4" name="Circle">
            <a:extLst>
              <a:ext uri="{FF2B5EF4-FFF2-40B4-BE49-F238E27FC236}">
                <a16:creationId xmlns:a16="http://schemas.microsoft.com/office/drawing/2014/main" id="{76F54CE2-1263-4E74-AAE2-DE05A1F32184}"/>
              </a:ext>
            </a:extLst>
          </p:cNvPr>
          <p:cNvSpPr>
            <a:spLocks noGrp="1"/>
          </p:cNvSpPr>
          <p:nvPr/>
        </p:nvSpPr>
        <p:spPr>
          <a:xfrm rot="10800000">
            <a:off x="13606788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5" name="Circle">
            <a:extLst>
              <a:ext uri="{FF2B5EF4-FFF2-40B4-BE49-F238E27FC236}">
                <a16:creationId xmlns:a16="http://schemas.microsoft.com/office/drawing/2014/main" id="{76A88EA5-1DDD-4E40-A368-CE4A2B862FC5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19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6" name="Circle">
            <a:extLst>
              <a:ext uri="{FF2B5EF4-FFF2-40B4-BE49-F238E27FC236}">
                <a16:creationId xmlns:a16="http://schemas.microsoft.com/office/drawing/2014/main" id="{539A2381-E268-460C-84C2-394D81715718}"/>
              </a:ext>
            </a:extLst>
          </p:cNvPr>
          <p:cNvSpPr>
            <a:spLocks noGrp="1"/>
          </p:cNvSpPr>
          <p:nvPr/>
        </p:nvSpPr>
        <p:spPr>
          <a:xfrm flipH="1">
            <a:off x="13606788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8" name="Rounded Rectangle">
            <a:extLst>
              <a:ext uri="{FF2B5EF4-FFF2-40B4-BE49-F238E27FC236}">
                <a16:creationId xmlns:a16="http://schemas.microsoft.com/office/drawing/2014/main" id="{B5E178DB-AD02-4E43-9850-E9F8A4D7DAC4}"/>
              </a:ext>
            </a:extLst>
          </p:cNvPr>
          <p:cNvSpPr>
            <a:spLocks noGrp="1"/>
          </p:cNvSpPr>
          <p:nvPr/>
        </p:nvSpPr>
        <p:spPr>
          <a:xfrm>
            <a:off x="16534055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9" name="Circle">
            <a:extLst>
              <a:ext uri="{FF2B5EF4-FFF2-40B4-BE49-F238E27FC236}">
                <a16:creationId xmlns:a16="http://schemas.microsoft.com/office/drawing/2014/main" id="{CFB322D6-77BB-4FAC-813E-FDFAC036C72C}"/>
              </a:ext>
            </a:extLst>
          </p:cNvPr>
          <p:cNvSpPr>
            <a:spLocks noGrp="1"/>
          </p:cNvSpPr>
          <p:nvPr/>
        </p:nvSpPr>
        <p:spPr>
          <a:xfrm>
            <a:off x="16633782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0" name="Circle">
            <a:extLst>
              <a:ext uri="{FF2B5EF4-FFF2-40B4-BE49-F238E27FC236}">
                <a16:creationId xmlns:a16="http://schemas.microsoft.com/office/drawing/2014/main" id="{AE0E330B-70D9-4DC1-A50D-9C8824345508}"/>
              </a:ext>
            </a:extLst>
          </p:cNvPr>
          <p:cNvSpPr>
            <a:spLocks noGrp="1"/>
          </p:cNvSpPr>
          <p:nvPr/>
        </p:nvSpPr>
        <p:spPr>
          <a:xfrm rot="10800000">
            <a:off x="17398751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1" name="Circle">
            <a:extLst>
              <a:ext uri="{FF2B5EF4-FFF2-40B4-BE49-F238E27FC236}">
                <a16:creationId xmlns:a16="http://schemas.microsoft.com/office/drawing/2014/main" id="{5F9A9EA5-13C4-4003-97DA-F547235366F0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2" name="Circle">
            <a:extLst>
              <a:ext uri="{FF2B5EF4-FFF2-40B4-BE49-F238E27FC236}">
                <a16:creationId xmlns:a16="http://schemas.microsoft.com/office/drawing/2014/main" id="{AE0BE3C5-C936-4D1C-B523-47B92779B03B}"/>
              </a:ext>
            </a:extLst>
          </p:cNvPr>
          <p:cNvSpPr>
            <a:spLocks noGrp="1"/>
          </p:cNvSpPr>
          <p:nvPr/>
        </p:nvSpPr>
        <p:spPr>
          <a:xfrm flipH="1">
            <a:off x="17398751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3" name="Circle">
            <a:extLst>
              <a:ext uri="{FF2B5EF4-FFF2-40B4-BE49-F238E27FC236}">
                <a16:creationId xmlns:a16="http://schemas.microsoft.com/office/drawing/2014/main" id="{CE4B4948-B06E-48D1-B6DC-9B579D688AE5}"/>
              </a:ext>
            </a:extLst>
          </p:cNvPr>
          <p:cNvSpPr>
            <a:spLocks noGrp="1"/>
          </p:cNvSpPr>
          <p:nvPr/>
        </p:nvSpPr>
        <p:spPr>
          <a:xfrm rot="10800000">
            <a:off x="17016267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5" name="Rounded Rectangle">
            <a:extLst>
              <a:ext uri="{FF2B5EF4-FFF2-40B4-BE49-F238E27FC236}">
                <a16:creationId xmlns:a16="http://schemas.microsoft.com/office/drawing/2014/main" id="{53CDBB31-9731-4B3F-A6AB-273E741DA3DB}"/>
              </a:ext>
            </a:extLst>
          </p:cNvPr>
          <p:cNvSpPr>
            <a:spLocks noGrp="1"/>
          </p:cNvSpPr>
          <p:nvPr/>
        </p:nvSpPr>
        <p:spPr>
          <a:xfrm>
            <a:off x="2032601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6" name="Circle">
            <a:extLst>
              <a:ext uri="{FF2B5EF4-FFF2-40B4-BE49-F238E27FC236}">
                <a16:creationId xmlns:a16="http://schemas.microsoft.com/office/drawing/2014/main" id="{409C2209-C101-4747-B636-931CAD485065}"/>
              </a:ext>
            </a:extLst>
          </p:cNvPr>
          <p:cNvSpPr>
            <a:spLocks noGrp="1"/>
          </p:cNvSpPr>
          <p:nvPr/>
        </p:nvSpPr>
        <p:spPr>
          <a:xfrm>
            <a:off x="20425745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7" name="Circle">
            <a:extLst>
              <a:ext uri="{FF2B5EF4-FFF2-40B4-BE49-F238E27FC236}">
                <a16:creationId xmlns:a16="http://schemas.microsoft.com/office/drawing/2014/main" id="{637B4E61-DCE7-4A5C-B3F6-54E5C308361F}"/>
              </a:ext>
            </a:extLst>
          </p:cNvPr>
          <p:cNvSpPr>
            <a:spLocks noGrp="1"/>
          </p:cNvSpPr>
          <p:nvPr/>
        </p:nvSpPr>
        <p:spPr>
          <a:xfrm rot="10800000">
            <a:off x="21190714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8" name="Circle">
            <a:extLst>
              <a:ext uri="{FF2B5EF4-FFF2-40B4-BE49-F238E27FC236}">
                <a16:creationId xmlns:a16="http://schemas.microsoft.com/office/drawing/2014/main" id="{AC742C2A-E5A8-4D85-8B6E-5FACECD64D17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9" name="Circle">
            <a:extLst>
              <a:ext uri="{FF2B5EF4-FFF2-40B4-BE49-F238E27FC236}">
                <a16:creationId xmlns:a16="http://schemas.microsoft.com/office/drawing/2014/main" id="{EF0B07B6-E1D6-4D40-83B1-F54FCC60972B}"/>
              </a:ext>
            </a:extLst>
          </p:cNvPr>
          <p:cNvSpPr>
            <a:spLocks noGrp="1"/>
          </p:cNvSpPr>
          <p:nvPr/>
        </p:nvSpPr>
        <p:spPr>
          <a:xfrm flipH="1">
            <a:off x="21190714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0" name="Circle">
            <a:extLst>
              <a:ext uri="{FF2B5EF4-FFF2-40B4-BE49-F238E27FC236}">
                <a16:creationId xmlns:a16="http://schemas.microsoft.com/office/drawing/2014/main" id="{AD96993D-48EA-4A64-B334-ACC165079FE3}"/>
              </a:ext>
            </a:extLst>
          </p:cNvPr>
          <p:cNvSpPr>
            <a:spLocks noGrp="1"/>
          </p:cNvSpPr>
          <p:nvPr/>
        </p:nvSpPr>
        <p:spPr>
          <a:xfrm rot="10800000">
            <a:off x="20425745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1" name="Circle">
            <a:extLst>
              <a:ext uri="{FF2B5EF4-FFF2-40B4-BE49-F238E27FC236}">
                <a16:creationId xmlns:a16="http://schemas.microsoft.com/office/drawing/2014/main" id="{6BFC71A6-7229-4867-8083-D5AE34575426}"/>
              </a:ext>
            </a:extLst>
          </p:cNvPr>
          <p:cNvSpPr>
            <a:spLocks noGrp="1"/>
          </p:cNvSpPr>
          <p:nvPr/>
        </p:nvSpPr>
        <p:spPr>
          <a:xfrm rot="10800000">
            <a:off x="21190714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3" name="Rounded Rectangle">
            <a:extLst>
              <a:ext uri="{FF2B5EF4-FFF2-40B4-BE49-F238E27FC236}">
                <a16:creationId xmlns:a16="http://schemas.microsoft.com/office/drawing/2014/main" id="{6671363B-FF1C-4646-95B2-8709FDDD36DE}"/>
              </a:ext>
            </a:extLst>
          </p:cNvPr>
          <p:cNvSpPr>
            <a:spLocks noGrp="1"/>
          </p:cNvSpPr>
          <p:nvPr/>
        </p:nvSpPr>
        <p:spPr>
          <a:xfrm>
            <a:off x="6579945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4" name="Circle">
            <a:extLst>
              <a:ext uri="{FF2B5EF4-FFF2-40B4-BE49-F238E27FC236}">
                <a16:creationId xmlns:a16="http://schemas.microsoft.com/office/drawing/2014/main" id="{A08F6A57-7165-4074-BA55-BF1462BB85F7}"/>
              </a:ext>
            </a:extLst>
          </p:cNvPr>
          <p:cNvSpPr>
            <a:spLocks noGrp="1"/>
          </p:cNvSpPr>
          <p:nvPr/>
        </p:nvSpPr>
        <p:spPr>
          <a:xfrm>
            <a:off x="7062157" y="171986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6" name="Rounded Rectangle">
            <a:extLst>
              <a:ext uri="{FF2B5EF4-FFF2-40B4-BE49-F238E27FC236}">
                <a16:creationId xmlns:a16="http://schemas.microsoft.com/office/drawing/2014/main" id="{B06E5ECA-8CA4-4E54-897E-E4387C94A340}"/>
              </a:ext>
            </a:extLst>
          </p:cNvPr>
          <p:cNvSpPr>
            <a:spLocks noGrp="1"/>
          </p:cNvSpPr>
          <p:nvPr/>
        </p:nvSpPr>
        <p:spPr>
          <a:xfrm>
            <a:off x="10371907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7" name="Circle">
            <a:extLst>
              <a:ext uri="{FF2B5EF4-FFF2-40B4-BE49-F238E27FC236}">
                <a16:creationId xmlns:a16="http://schemas.microsoft.com/office/drawing/2014/main" id="{DB36DF35-D5D9-48A8-9220-CC73D8F0A5B6}"/>
              </a:ext>
            </a:extLst>
          </p:cNvPr>
          <p:cNvSpPr>
            <a:spLocks noGrp="1"/>
          </p:cNvSpPr>
          <p:nvPr/>
        </p:nvSpPr>
        <p:spPr>
          <a:xfrm>
            <a:off x="10854119" y="171986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9" name="Rounded Rectangle">
            <a:extLst>
              <a:ext uri="{FF2B5EF4-FFF2-40B4-BE49-F238E27FC236}">
                <a16:creationId xmlns:a16="http://schemas.microsoft.com/office/drawing/2014/main" id="{D8B075CB-1BDE-4035-9312-73BDC3B336E1}"/>
              </a:ext>
            </a:extLst>
          </p:cNvPr>
          <p:cNvSpPr>
            <a:spLocks noGrp="1"/>
          </p:cNvSpPr>
          <p:nvPr/>
        </p:nvSpPr>
        <p:spPr>
          <a:xfrm>
            <a:off x="14163870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0" name="Circle">
            <a:extLst>
              <a:ext uri="{FF2B5EF4-FFF2-40B4-BE49-F238E27FC236}">
                <a16:creationId xmlns:a16="http://schemas.microsoft.com/office/drawing/2014/main" id="{6FFF9A39-02C5-465E-811D-63368F73E79E}"/>
              </a:ext>
            </a:extLst>
          </p:cNvPr>
          <p:cNvSpPr>
            <a:spLocks noGrp="1"/>
          </p:cNvSpPr>
          <p:nvPr/>
        </p:nvSpPr>
        <p:spPr>
          <a:xfrm>
            <a:off x="14646082" y="171986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2" name="Rounded Rectangle">
            <a:extLst>
              <a:ext uri="{FF2B5EF4-FFF2-40B4-BE49-F238E27FC236}">
                <a16:creationId xmlns:a16="http://schemas.microsoft.com/office/drawing/2014/main" id="{0B1AC985-803A-4EA6-9B4A-B1FC04DD4543}"/>
              </a:ext>
            </a:extLst>
          </p:cNvPr>
          <p:cNvSpPr>
            <a:spLocks noGrp="1"/>
          </p:cNvSpPr>
          <p:nvPr/>
        </p:nvSpPr>
        <p:spPr>
          <a:xfrm>
            <a:off x="17955834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3" name="Circle">
            <a:extLst>
              <a:ext uri="{FF2B5EF4-FFF2-40B4-BE49-F238E27FC236}">
                <a16:creationId xmlns:a16="http://schemas.microsoft.com/office/drawing/2014/main" id="{CC69523F-1A47-4B9F-8563-9EB219BBC772}"/>
              </a:ext>
            </a:extLst>
          </p:cNvPr>
          <p:cNvSpPr>
            <a:spLocks noGrp="1"/>
          </p:cNvSpPr>
          <p:nvPr/>
        </p:nvSpPr>
        <p:spPr>
          <a:xfrm>
            <a:off x="18438046" y="171986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5" name="Rounded Rectangle">
            <a:extLst>
              <a:ext uri="{FF2B5EF4-FFF2-40B4-BE49-F238E27FC236}">
                <a16:creationId xmlns:a16="http://schemas.microsoft.com/office/drawing/2014/main" id="{99BEFB8A-1C49-4AD9-94B2-F9E1840BDD4B}"/>
              </a:ext>
            </a:extLst>
          </p:cNvPr>
          <p:cNvSpPr>
            <a:spLocks noGrp="1"/>
          </p:cNvSpPr>
          <p:nvPr/>
        </p:nvSpPr>
        <p:spPr>
          <a:xfrm>
            <a:off x="21747796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6" name="Circle">
            <a:extLst>
              <a:ext uri="{FF2B5EF4-FFF2-40B4-BE49-F238E27FC236}">
                <a16:creationId xmlns:a16="http://schemas.microsoft.com/office/drawing/2014/main" id="{5DA4583B-DA47-4BEA-97D9-58FDDE3B7A08}"/>
              </a:ext>
            </a:extLst>
          </p:cNvPr>
          <p:cNvSpPr>
            <a:spLocks noGrp="1"/>
          </p:cNvSpPr>
          <p:nvPr/>
        </p:nvSpPr>
        <p:spPr>
          <a:xfrm>
            <a:off x="22230008" y="171986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8" name="Rounded Rectangle">
            <a:extLst>
              <a:ext uri="{FF2B5EF4-FFF2-40B4-BE49-F238E27FC236}">
                <a16:creationId xmlns:a16="http://schemas.microsoft.com/office/drawing/2014/main" id="{68C4C992-5E81-4705-B65D-51577FCB330D}"/>
              </a:ext>
            </a:extLst>
          </p:cNvPr>
          <p:cNvSpPr>
            <a:spLocks noGrp="1"/>
          </p:cNvSpPr>
          <p:nvPr/>
        </p:nvSpPr>
        <p:spPr>
          <a:xfrm>
            <a:off x="6579945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9" name="Circle">
            <a:extLst>
              <a:ext uri="{FF2B5EF4-FFF2-40B4-BE49-F238E27FC236}">
                <a16:creationId xmlns:a16="http://schemas.microsoft.com/office/drawing/2014/main" id="{54E7B534-B267-4FBC-860D-F6AEC0CFA2B5}"/>
              </a:ext>
            </a:extLst>
          </p:cNvPr>
          <p:cNvSpPr>
            <a:spLocks noGrp="1"/>
          </p:cNvSpPr>
          <p:nvPr/>
        </p:nvSpPr>
        <p:spPr>
          <a:xfrm>
            <a:off x="6679672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0" name="Circle">
            <a:extLst>
              <a:ext uri="{FF2B5EF4-FFF2-40B4-BE49-F238E27FC236}">
                <a16:creationId xmlns:a16="http://schemas.microsoft.com/office/drawing/2014/main" id="{462544FB-BDAF-4957-AC55-697A6868B52D}"/>
              </a:ext>
            </a:extLst>
          </p:cNvPr>
          <p:cNvSpPr>
            <a:spLocks noGrp="1"/>
          </p:cNvSpPr>
          <p:nvPr/>
        </p:nvSpPr>
        <p:spPr>
          <a:xfrm rot="10800000">
            <a:off x="7444641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2" name="Rounded Rectangle">
            <a:extLst>
              <a:ext uri="{FF2B5EF4-FFF2-40B4-BE49-F238E27FC236}">
                <a16:creationId xmlns:a16="http://schemas.microsoft.com/office/drawing/2014/main" id="{EAE276C3-8C9F-4B13-9092-3ADC077F8284}"/>
              </a:ext>
            </a:extLst>
          </p:cNvPr>
          <p:cNvSpPr>
            <a:spLocks noGrp="1"/>
          </p:cNvSpPr>
          <p:nvPr/>
        </p:nvSpPr>
        <p:spPr>
          <a:xfrm>
            <a:off x="6579945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3" name="Circle">
            <a:extLst>
              <a:ext uri="{FF2B5EF4-FFF2-40B4-BE49-F238E27FC236}">
                <a16:creationId xmlns:a16="http://schemas.microsoft.com/office/drawing/2014/main" id="{338CAB1E-1B21-4813-90D1-EB7687FBC479}"/>
              </a:ext>
            </a:extLst>
          </p:cNvPr>
          <p:cNvSpPr>
            <a:spLocks noGrp="1"/>
          </p:cNvSpPr>
          <p:nvPr/>
        </p:nvSpPr>
        <p:spPr>
          <a:xfrm>
            <a:off x="6679672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4" name="Circle">
            <a:extLst>
              <a:ext uri="{FF2B5EF4-FFF2-40B4-BE49-F238E27FC236}">
                <a16:creationId xmlns:a16="http://schemas.microsoft.com/office/drawing/2014/main" id="{71611684-8711-41D5-A8C2-2071CD0B9BBF}"/>
              </a:ext>
            </a:extLst>
          </p:cNvPr>
          <p:cNvSpPr>
            <a:spLocks noGrp="1"/>
          </p:cNvSpPr>
          <p:nvPr/>
        </p:nvSpPr>
        <p:spPr>
          <a:xfrm rot="10800000">
            <a:off x="7444641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5" name="Circle">
            <a:extLst>
              <a:ext uri="{FF2B5EF4-FFF2-40B4-BE49-F238E27FC236}">
                <a16:creationId xmlns:a16="http://schemas.microsoft.com/office/drawing/2014/main" id="{3E11DCCC-21F6-4040-BD90-7C4CBC736C8E}"/>
              </a:ext>
            </a:extLst>
          </p:cNvPr>
          <p:cNvSpPr>
            <a:spLocks noGrp="1"/>
          </p:cNvSpPr>
          <p:nvPr/>
        </p:nvSpPr>
        <p:spPr>
          <a:xfrm rot="10800000">
            <a:off x="7062157" y="57081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7" name="Rounded Rectangle">
            <a:extLst>
              <a:ext uri="{FF2B5EF4-FFF2-40B4-BE49-F238E27FC236}">
                <a16:creationId xmlns:a16="http://schemas.microsoft.com/office/drawing/2014/main" id="{F0AFD17C-5EBA-4138-B13B-50B3C9DCB3A0}"/>
              </a:ext>
            </a:extLst>
          </p:cNvPr>
          <p:cNvSpPr>
            <a:spLocks noGrp="1"/>
          </p:cNvSpPr>
          <p:nvPr/>
        </p:nvSpPr>
        <p:spPr>
          <a:xfrm>
            <a:off x="6579945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8" name="Circle">
            <a:extLst>
              <a:ext uri="{FF2B5EF4-FFF2-40B4-BE49-F238E27FC236}">
                <a16:creationId xmlns:a16="http://schemas.microsoft.com/office/drawing/2014/main" id="{DECD007D-ECF2-442E-8817-4AD7FF5906EC}"/>
              </a:ext>
            </a:extLst>
          </p:cNvPr>
          <p:cNvSpPr>
            <a:spLocks noGrp="1"/>
          </p:cNvSpPr>
          <p:nvPr/>
        </p:nvSpPr>
        <p:spPr>
          <a:xfrm>
            <a:off x="6679672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9" name="Circle">
            <a:extLst>
              <a:ext uri="{FF2B5EF4-FFF2-40B4-BE49-F238E27FC236}">
                <a16:creationId xmlns:a16="http://schemas.microsoft.com/office/drawing/2014/main" id="{F5839E9B-84D3-4FBC-BE69-987E6835CAC3}"/>
              </a:ext>
            </a:extLst>
          </p:cNvPr>
          <p:cNvSpPr>
            <a:spLocks noGrp="1"/>
          </p:cNvSpPr>
          <p:nvPr/>
        </p:nvSpPr>
        <p:spPr>
          <a:xfrm rot="10800000">
            <a:off x="7444641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0" name="Circle">
            <a:extLst>
              <a:ext uri="{FF2B5EF4-FFF2-40B4-BE49-F238E27FC236}">
                <a16:creationId xmlns:a16="http://schemas.microsoft.com/office/drawing/2014/main" id="{41C5497D-0C6E-43B9-9932-B78565D9604F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1" name="Circle">
            <a:extLst>
              <a:ext uri="{FF2B5EF4-FFF2-40B4-BE49-F238E27FC236}">
                <a16:creationId xmlns:a16="http://schemas.microsoft.com/office/drawing/2014/main" id="{8601378E-AA35-4F12-A056-6461474D5B6D}"/>
              </a:ext>
            </a:extLst>
          </p:cNvPr>
          <p:cNvSpPr>
            <a:spLocks noGrp="1"/>
          </p:cNvSpPr>
          <p:nvPr/>
        </p:nvSpPr>
        <p:spPr>
          <a:xfrm flipH="1">
            <a:off x="7444641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3" name="Rounded Rectangle">
            <a:extLst>
              <a:ext uri="{FF2B5EF4-FFF2-40B4-BE49-F238E27FC236}">
                <a16:creationId xmlns:a16="http://schemas.microsoft.com/office/drawing/2014/main" id="{0F54CB3B-B9F1-4040-884C-084CE501F93A}"/>
              </a:ext>
            </a:extLst>
          </p:cNvPr>
          <p:cNvSpPr>
            <a:spLocks noGrp="1"/>
          </p:cNvSpPr>
          <p:nvPr/>
        </p:nvSpPr>
        <p:spPr>
          <a:xfrm>
            <a:off x="6579945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4" name="Circle">
            <a:extLst>
              <a:ext uri="{FF2B5EF4-FFF2-40B4-BE49-F238E27FC236}">
                <a16:creationId xmlns:a16="http://schemas.microsoft.com/office/drawing/2014/main" id="{9932368E-7744-4AC8-B585-98D82212B60E}"/>
              </a:ext>
            </a:extLst>
          </p:cNvPr>
          <p:cNvSpPr>
            <a:spLocks noGrp="1"/>
          </p:cNvSpPr>
          <p:nvPr/>
        </p:nvSpPr>
        <p:spPr>
          <a:xfrm>
            <a:off x="6679672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5" name="Circle">
            <a:extLst>
              <a:ext uri="{FF2B5EF4-FFF2-40B4-BE49-F238E27FC236}">
                <a16:creationId xmlns:a16="http://schemas.microsoft.com/office/drawing/2014/main" id="{0A2BC86E-B9F1-4ADE-A534-9CFE89B581E4}"/>
              </a:ext>
            </a:extLst>
          </p:cNvPr>
          <p:cNvSpPr>
            <a:spLocks noGrp="1"/>
          </p:cNvSpPr>
          <p:nvPr/>
        </p:nvSpPr>
        <p:spPr>
          <a:xfrm rot="10800000">
            <a:off x="7444641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6" name="Circle">
            <a:extLst>
              <a:ext uri="{FF2B5EF4-FFF2-40B4-BE49-F238E27FC236}">
                <a16:creationId xmlns:a16="http://schemas.microsoft.com/office/drawing/2014/main" id="{A004B599-9AC3-45B3-8BCD-E48AC1EF1862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7" name="Circle">
            <a:extLst>
              <a:ext uri="{FF2B5EF4-FFF2-40B4-BE49-F238E27FC236}">
                <a16:creationId xmlns:a16="http://schemas.microsoft.com/office/drawing/2014/main" id="{A071C684-9D3C-4373-B7E5-328F4F32D111}"/>
              </a:ext>
            </a:extLst>
          </p:cNvPr>
          <p:cNvSpPr>
            <a:spLocks noGrp="1"/>
          </p:cNvSpPr>
          <p:nvPr/>
        </p:nvSpPr>
        <p:spPr>
          <a:xfrm flipH="1">
            <a:off x="7444641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8" name="Circle">
            <a:extLst>
              <a:ext uri="{FF2B5EF4-FFF2-40B4-BE49-F238E27FC236}">
                <a16:creationId xmlns:a16="http://schemas.microsoft.com/office/drawing/2014/main" id="{2FDCC080-F375-4CE5-811E-88B3E3AC83C3}"/>
              </a:ext>
            </a:extLst>
          </p:cNvPr>
          <p:cNvSpPr>
            <a:spLocks noGrp="1"/>
          </p:cNvSpPr>
          <p:nvPr/>
        </p:nvSpPr>
        <p:spPr>
          <a:xfrm rot="10800000">
            <a:off x="7062157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0" name="Rounded Rectangle">
            <a:extLst>
              <a:ext uri="{FF2B5EF4-FFF2-40B4-BE49-F238E27FC236}">
                <a16:creationId xmlns:a16="http://schemas.microsoft.com/office/drawing/2014/main" id="{F65EF798-712F-4BFE-B493-2C8F565D73C1}"/>
              </a:ext>
            </a:extLst>
          </p:cNvPr>
          <p:cNvSpPr>
            <a:spLocks noGrp="1"/>
          </p:cNvSpPr>
          <p:nvPr/>
        </p:nvSpPr>
        <p:spPr>
          <a:xfrm>
            <a:off x="6579945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1" name="Circle">
            <a:extLst>
              <a:ext uri="{FF2B5EF4-FFF2-40B4-BE49-F238E27FC236}">
                <a16:creationId xmlns:a16="http://schemas.microsoft.com/office/drawing/2014/main" id="{FDBB571A-5730-4E0F-A833-8162464B571B}"/>
              </a:ext>
            </a:extLst>
          </p:cNvPr>
          <p:cNvSpPr>
            <a:spLocks noGrp="1"/>
          </p:cNvSpPr>
          <p:nvPr/>
        </p:nvSpPr>
        <p:spPr>
          <a:xfrm>
            <a:off x="6679672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2" name="Circle">
            <a:extLst>
              <a:ext uri="{FF2B5EF4-FFF2-40B4-BE49-F238E27FC236}">
                <a16:creationId xmlns:a16="http://schemas.microsoft.com/office/drawing/2014/main" id="{3CC95C70-F227-464D-B390-43B5F67C540C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3" name="Circle">
            <a:extLst>
              <a:ext uri="{FF2B5EF4-FFF2-40B4-BE49-F238E27FC236}">
                <a16:creationId xmlns:a16="http://schemas.microsoft.com/office/drawing/2014/main" id="{7932BA30-D545-47BB-82BD-3209970A4F48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4" name="Circle">
            <a:extLst>
              <a:ext uri="{FF2B5EF4-FFF2-40B4-BE49-F238E27FC236}">
                <a16:creationId xmlns:a16="http://schemas.microsoft.com/office/drawing/2014/main" id="{175A3355-412C-48C1-8F20-2FE0F9A9BC0E}"/>
              </a:ext>
            </a:extLst>
          </p:cNvPr>
          <p:cNvSpPr>
            <a:spLocks noGrp="1"/>
          </p:cNvSpPr>
          <p:nvPr/>
        </p:nvSpPr>
        <p:spPr>
          <a:xfrm flipH="1">
            <a:off x="7444641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5" name="Circle">
            <a:extLst>
              <a:ext uri="{FF2B5EF4-FFF2-40B4-BE49-F238E27FC236}">
                <a16:creationId xmlns:a16="http://schemas.microsoft.com/office/drawing/2014/main" id="{63EBBB2F-0317-4EDE-8D83-4013AA1FEC15}"/>
              </a:ext>
            </a:extLst>
          </p:cNvPr>
          <p:cNvSpPr>
            <a:spLocks noGrp="1"/>
          </p:cNvSpPr>
          <p:nvPr/>
        </p:nvSpPr>
        <p:spPr>
          <a:xfrm rot="10800000">
            <a:off x="6679672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6" name="Circle">
            <a:extLst>
              <a:ext uri="{FF2B5EF4-FFF2-40B4-BE49-F238E27FC236}">
                <a16:creationId xmlns:a16="http://schemas.microsoft.com/office/drawing/2014/main" id="{C44BFE41-5DB0-4CA9-B0A3-6C1AEB3E7CB0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8" name="Rounded Rectangle">
            <a:extLst>
              <a:ext uri="{FF2B5EF4-FFF2-40B4-BE49-F238E27FC236}">
                <a16:creationId xmlns:a16="http://schemas.microsoft.com/office/drawing/2014/main" id="{A3E11FC3-C1A4-4EB6-8349-2B53598AA39B}"/>
              </a:ext>
            </a:extLst>
          </p:cNvPr>
          <p:cNvSpPr>
            <a:spLocks noGrp="1"/>
          </p:cNvSpPr>
          <p:nvPr/>
        </p:nvSpPr>
        <p:spPr>
          <a:xfrm>
            <a:off x="10371907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9" name="Circle">
            <a:extLst>
              <a:ext uri="{FF2B5EF4-FFF2-40B4-BE49-F238E27FC236}">
                <a16:creationId xmlns:a16="http://schemas.microsoft.com/office/drawing/2014/main" id="{EEC48A8F-1049-4E7C-9FBE-11D397292C35}"/>
              </a:ext>
            </a:extLst>
          </p:cNvPr>
          <p:cNvSpPr>
            <a:spLocks noGrp="1"/>
          </p:cNvSpPr>
          <p:nvPr/>
        </p:nvSpPr>
        <p:spPr>
          <a:xfrm>
            <a:off x="10471634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30" name="Circle">
            <a:extLst>
              <a:ext uri="{FF2B5EF4-FFF2-40B4-BE49-F238E27FC236}">
                <a16:creationId xmlns:a16="http://schemas.microsoft.com/office/drawing/2014/main" id="{F9EDE3F1-6F35-4EFF-97CC-9A8BB1C503E6}"/>
              </a:ext>
            </a:extLst>
          </p:cNvPr>
          <p:cNvSpPr>
            <a:spLocks noGrp="1"/>
          </p:cNvSpPr>
          <p:nvPr/>
        </p:nvSpPr>
        <p:spPr>
          <a:xfrm rot="10800000">
            <a:off x="11236603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32" name="Rounded Rectangle">
            <a:extLst>
              <a:ext uri="{FF2B5EF4-FFF2-40B4-BE49-F238E27FC236}">
                <a16:creationId xmlns:a16="http://schemas.microsoft.com/office/drawing/2014/main" id="{1CE28732-57EA-4F8E-B9D9-3097E8E35067}"/>
              </a:ext>
            </a:extLst>
          </p:cNvPr>
          <p:cNvSpPr>
            <a:spLocks noGrp="1"/>
          </p:cNvSpPr>
          <p:nvPr/>
        </p:nvSpPr>
        <p:spPr>
          <a:xfrm>
            <a:off x="10371907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33" name="Circle">
            <a:extLst>
              <a:ext uri="{FF2B5EF4-FFF2-40B4-BE49-F238E27FC236}">
                <a16:creationId xmlns:a16="http://schemas.microsoft.com/office/drawing/2014/main" id="{3A305996-5D5E-4F1F-B982-ABCAB0E63D5D}"/>
              </a:ext>
            </a:extLst>
          </p:cNvPr>
          <p:cNvSpPr>
            <a:spLocks noGrp="1"/>
          </p:cNvSpPr>
          <p:nvPr/>
        </p:nvSpPr>
        <p:spPr>
          <a:xfrm>
            <a:off x="10471634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34" name="Circle">
            <a:extLst>
              <a:ext uri="{FF2B5EF4-FFF2-40B4-BE49-F238E27FC236}">
                <a16:creationId xmlns:a16="http://schemas.microsoft.com/office/drawing/2014/main" id="{5AF4C47B-F9F2-4988-8C48-1B9DB98D9F40}"/>
              </a:ext>
            </a:extLst>
          </p:cNvPr>
          <p:cNvSpPr>
            <a:spLocks noGrp="1"/>
          </p:cNvSpPr>
          <p:nvPr/>
        </p:nvSpPr>
        <p:spPr>
          <a:xfrm rot="10800000">
            <a:off x="11236603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35" name="Circle">
            <a:extLst>
              <a:ext uri="{FF2B5EF4-FFF2-40B4-BE49-F238E27FC236}">
                <a16:creationId xmlns:a16="http://schemas.microsoft.com/office/drawing/2014/main" id="{3370C301-FF69-42F1-8E2A-84EA96C8A739}"/>
              </a:ext>
            </a:extLst>
          </p:cNvPr>
          <p:cNvSpPr>
            <a:spLocks noGrp="1"/>
          </p:cNvSpPr>
          <p:nvPr/>
        </p:nvSpPr>
        <p:spPr>
          <a:xfrm rot="10800000">
            <a:off x="10854119" y="57081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37" name="Rounded Rectangle">
            <a:extLst>
              <a:ext uri="{FF2B5EF4-FFF2-40B4-BE49-F238E27FC236}">
                <a16:creationId xmlns:a16="http://schemas.microsoft.com/office/drawing/2014/main" id="{08485602-099D-48C2-9710-3068720E35B9}"/>
              </a:ext>
            </a:extLst>
          </p:cNvPr>
          <p:cNvSpPr>
            <a:spLocks noGrp="1"/>
          </p:cNvSpPr>
          <p:nvPr/>
        </p:nvSpPr>
        <p:spPr>
          <a:xfrm>
            <a:off x="10371907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38" name="Circle">
            <a:extLst>
              <a:ext uri="{FF2B5EF4-FFF2-40B4-BE49-F238E27FC236}">
                <a16:creationId xmlns:a16="http://schemas.microsoft.com/office/drawing/2014/main" id="{0F504C56-D277-49F8-B43A-3A1D99CA19EE}"/>
              </a:ext>
            </a:extLst>
          </p:cNvPr>
          <p:cNvSpPr>
            <a:spLocks noGrp="1"/>
          </p:cNvSpPr>
          <p:nvPr/>
        </p:nvSpPr>
        <p:spPr>
          <a:xfrm>
            <a:off x="10471634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39" name="Circle">
            <a:extLst>
              <a:ext uri="{FF2B5EF4-FFF2-40B4-BE49-F238E27FC236}">
                <a16:creationId xmlns:a16="http://schemas.microsoft.com/office/drawing/2014/main" id="{C8CD7B30-6ECB-40AD-B377-3C3B88549D10}"/>
              </a:ext>
            </a:extLst>
          </p:cNvPr>
          <p:cNvSpPr>
            <a:spLocks noGrp="1"/>
          </p:cNvSpPr>
          <p:nvPr/>
        </p:nvSpPr>
        <p:spPr>
          <a:xfrm rot="10800000">
            <a:off x="11236603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0" name="Circle">
            <a:extLst>
              <a:ext uri="{FF2B5EF4-FFF2-40B4-BE49-F238E27FC236}">
                <a16:creationId xmlns:a16="http://schemas.microsoft.com/office/drawing/2014/main" id="{C5DAD04F-A97D-4E80-B59D-EC54A9E5EE44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4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1" name="Circle">
            <a:extLst>
              <a:ext uri="{FF2B5EF4-FFF2-40B4-BE49-F238E27FC236}">
                <a16:creationId xmlns:a16="http://schemas.microsoft.com/office/drawing/2014/main" id="{B13D0DAB-B8A8-4161-B3FB-A5D164D37585}"/>
              </a:ext>
            </a:extLst>
          </p:cNvPr>
          <p:cNvSpPr>
            <a:spLocks noGrp="1"/>
          </p:cNvSpPr>
          <p:nvPr/>
        </p:nvSpPr>
        <p:spPr>
          <a:xfrm flipH="1">
            <a:off x="11236603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3" name="Rounded Rectangle">
            <a:extLst>
              <a:ext uri="{FF2B5EF4-FFF2-40B4-BE49-F238E27FC236}">
                <a16:creationId xmlns:a16="http://schemas.microsoft.com/office/drawing/2014/main" id="{EE978C19-840C-4CD5-94BF-01DA2AAF4BC8}"/>
              </a:ext>
            </a:extLst>
          </p:cNvPr>
          <p:cNvSpPr>
            <a:spLocks noGrp="1"/>
          </p:cNvSpPr>
          <p:nvPr/>
        </p:nvSpPr>
        <p:spPr>
          <a:xfrm>
            <a:off x="10371907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4" name="Circle">
            <a:extLst>
              <a:ext uri="{FF2B5EF4-FFF2-40B4-BE49-F238E27FC236}">
                <a16:creationId xmlns:a16="http://schemas.microsoft.com/office/drawing/2014/main" id="{9AB903D8-8388-493C-B0BE-B2D9BF895B02}"/>
              </a:ext>
            </a:extLst>
          </p:cNvPr>
          <p:cNvSpPr>
            <a:spLocks noGrp="1"/>
          </p:cNvSpPr>
          <p:nvPr/>
        </p:nvSpPr>
        <p:spPr>
          <a:xfrm>
            <a:off x="10471634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5" name="Circle">
            <a:extLst>
              <a:ext uri="{FF2B5EF4-FFF2-40B4-BE49-F238E27FC236}">
                <a16:creationId xmlns:a16="http://schemas.microsoft.com/office/drawing/2014/main" id="{0E93D441-D6E3-4E36-BD30-AF13FBDD0A08}"/>
              </a:ext>
            </a:extLst>
          </p:cNvPr>
          <p:cNvSpPr>
            <a:spLocks noGrp="1"/>
          </p:cNvSpPr>
          <p:nvPr/>
        </p:nvSpPr>
        <p:spPr>
          <a:xfrm rot="10800000">
            <a:off x="11236603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6" name="Circle">
            <a:extLst>
              <a:ext uri="{FF2B5EF4-FFF2-40B4-BE49-F238E27FC236}">
                <a16:creationId xmlns:a16="http://schemas.microsoft.com/office/drawing/2014/main" id="{4DECD51E-79D1-4E42-A62C-590D72609163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4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7" name="Circle">
            <a:extLst>
              <a:ext uri="{FF2B5EF4-FFF2-40B4-BE49-F238E27FC236}">
                <a16:creationId xmlns:a16="http://schemas.microsoft.com/office/drawing/2014/main" id="{BD617CCD-4A3D-4E97-8157-EFC152BBCFD0}"/>
              </a:ext>
            </a:extLst>
          </p:cNvPr>
          <p:cNvSpPr>
            <a:spLocks noGrp="1"/>
          </p:cNvSpPr>
          <p:nvPr/>
        </p:nvSpPr>
        <p:spPr>
          <a:xfrm flipH="1">
            <a:off x="11236603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8" name="Circle">
            <a:extLst>
              <a:ext uri="{FF2B5EF4-FFF2-40B4-BE49-F238E27FC236}">
                <a16:creationId xmlns:a16="http://schemas.microsoft.com/office/drawing/2014/main" id="{1F2C8DAF-9F4F-41D2-BE3D-5836F0DB1C5B}"/>
              </a:ext>
            </a:extLst>
          </p:cNvPr>
          <p:cNvSpPr>
            <a:spLocks noGrp="1"/>
          </p:cNvSpPr>
          <p:nvPr/>
        </p:nvSpPr>
        <p:spPr>
          <a:xfrm rot="10800000">
            <a:off x="10854119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50" name="Rounded Rectangle">
            <a:extLst>
              <a:ext uri="{FF2B5EF4-FFF2-40B4-BE49-F238E27FC236}">
                <a16:creationId xmlns:a16="http://schemas.microsoft.com/office/drawing/2014/main" id="{EF751724-3988-4101-A9D8-CBE4EBF2892E}"/>
              </a:ext>
            </a:extLst>
          </p:cNvPr>
          <p:cNvSpPr>
            <a:spLocks noGrp="1"/>
          </p:cNvSpPr>
          <p:nvPr/>
        </p:nvSpPr>
        <p:spPr>
          <a:xfrm>
            <a:off x="10371907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51" name="Circle">
            <a:extLst>
              <a:ext uri="{FF2B5EF4-FFF2-40B4-BE49-F238E27FC236}">
                <a16:creationId xmlns:a16="http://schemas.microsoft.com/office/drawing/2014/main" id="{81CC928B-E3F9-4376-AAF1-920BCBE50BA6}"/>
              </a:ext>
            </a:extLst>
          </p:cNvPr>
          <p:cNvSpPr>
            <a:spLocks noGrp="1"/>
          </p:cNvSpPr>
          <p:nvPr/>
        </p:nvSpPr>
        <p:spPr>
          <a:xfrm>
            <a:off x="10471634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52" name="Circle">
            <a:extLst>
              <a:ext uri="{FF2B5EF4-FFF2-40B4-BE49-F238E27FC236}">
                <a16:creationId xmlns:a16="http://schemas.microsoft.com/office/drawing/2014/main" id="{27AF7D20-CEC3-47EE-A2A1-FCE029ED783F}"/>
              </a:ext>
            </a:extLst>
          </p:cNvPr>
          <p:cNvSpPr>
            <a:spLocks noGrp="1"/>
          </p:cNvSpPr>
          <p:nvPr/>
        </p:nvSpPr>
        <p:spPr>
          <a:xfrm rot="10800000">
            <a:off x="11236603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53" name="Circle">
            <a:extLst>
              <a:ext uri="{FF2B5EF4-FFF2-40B4-BE49-F238E27FC236}">
                <a16:creationId xmlns:a16="http://schemas.microsoft.com/office/drawing/2014/main" id="{527B2B78-9103-4277-A858-041763141015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4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54" name="Circle">
            <a:extLst>
              <a:ext uri="{FF2B5EF4-FFF2-40B4-BE49-F238E27FC236}">
                <a16:creationId xmlns:a16="http://schemas.microsoft.com/office/drawing/2014/main" id="{95D6D40E-0794-4099-B6CA-2547AEDD73E6}"/>
              </a:ext>
            </a:extLst>
          </p:cNvPr>
          <p:cNvSpPr>
            <a:spLocks noGrp="1"/>
          </p:cNvSpPr>
          <p:nvPr/>
        </p:nvSpPr>
        <p:spPr>
          <a:xfrm flipH="1">
            <a:off x="11236603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55" name="Circle">
            <a:extLst>
              <a:ext uri="{FF2B5EF4-FFF2-40B4-BE49-F238E27FC236}">
                <a16:creationId xmlns:a16="http://schemas.microsoft.com/office/drawing/2014/main" id="{BF5547BC-C45A-4A52-8489-94F2D51E54F3}"/>
              </a:ext>
            </a:extLst>
          </p:cNvPr>
          <p:cNvSpPr>
            <a:spLocks noGrp="1"/>
          </p:cNvSpPr>
          <p:nvPr/>
        </p:nvSpPr>
        <p:spPr>
          <a:xfrm rot="10800000">
            <a:off x="10471634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56" name="Circle">
            <a:extLst>
              <a:ext uri="{FF2B5EF4-FFF2-40B4-BE49-F238E27FC236}">
                <a16:creationId xmlns:a16="http://schemas.microsoft.com/office/drawing/2014/main" id="{545C5D7B-257F-4F31-91C0-22F89557120F}"/>
              </a:ext>
            </a:extLst>
          </p:cNvPr>
          <p:cNvSpPr>
            <a:spLocks noGrp="1"/>
          </p:cNvSpPr>
          <p:nvPr/>
        </p:nvSpPr>
        <p:spPr>
          <a:xfrm rot="10800000">
            <a:off x="11236603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58" name="Rounded Rectangle">
            <a:extLst>
              <a:ext uri="{FF2B5EF4-FFF2-40B4-BE49-F238E27FC236}">
                <a16:creationId xmlns:a16="http://schemas.microsoft.com/office/drawing/2014/main" id="{531A80DE-FCFF-4E49-A6F3-B5C74F52C8CF}"/>
              </a:ext>
            </a:extLst>
          </p:cNvPr>
          <p:cNvSpPr>
            <a:spLocks noGrp="1"/>
          </p:cNvSpPr>
          <p:nvPr/>
        </p:nvSpPr>
        <p:spPr>
          <a:xfrm>
            <a:off x="14163870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59" name="Circle">
            <a:extLst>
              <a:ext uri="{FF2B5EF4-FFF2-40B4-BE49-F238E27FC236}">
                <a16:creationId xmlns:a16="http://schemas.microsoft.com/office/drawing/2014/main" id="{22E5490C-D214-4648-B89C-970035ECCDE3}"/>
              </a:ext>
            </a:extLst>
          </p:cNvPr>
          <p:cNvSpPr>
            <a:spLocks noGrp="1"/>
          </p:cNvSpPr>
          <p:nvPr/>
        </p:nvSpPr>
        <p:spPr>
          <a:xfrm>
            <a:off x="14263597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60" name="Circle">
            <a:extLst>
              <a:ext uri="{FF2B5EF4-FFF2-40B4-BE49-F238E27FC236}">
                <a16:creationId xmlns:a16="http://schemas.microsoft.com/office/drawing/2014/main" id="{491DEE24-C60A-4536-A427-451771019C82}"/>
              </a:ext>
            </a:extLst>
          </p:cNvPr>
          <p:cNvSpPr>
            <a:spLocks noGrp="1"/>
          </p:cNvSpPr>
          <p:nvPr/>
        </p:nvSpPr>
        <p:spPr>
          <a:xfrm rot="10800000">
            <a:off x="15028566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62" name="Rounded Rectangle">
            <a:extLst>
              <a:ext uri="{FF2B5EF4-FFF2-40B4-BE49-F238E27FC236}">
                <a16:creationId xmlns:a16="http://schemas.microsoft.com/office/drawing/2014/main" id="{CF9EBD0C-328B-485E-9A48-0BCD2E378C11}"/>
              </a:ext>
            </a:extLst>
          </p:cNvPr>
          <p:cNvSpPr>
            <a:spLocks noGrp="1"/>
          </p:cNvSpPr>
          <p:nvPr/>
        </p:nvSpPr>
        <p:spPr>
          <a:xfrm>
            <a:off x="14163870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63" name="Circle">
            <a:extLst>
              <a:ext uri="{FF2B5EF4-FFF2-40B4-BE49-F238E27FC236}">
                <a16:creationId xmlns:a16="http://schemas.microsoft.com/office/drawing/2014/main" id="{0AEB1D59-5876-4595-8B8B-5415A99EEE04}"/>
              </a:ext>
            </a:extLst>
          </p:cNvPr>
          <p:cNvSpPr>
            <a:spLocks noGrp="1"/>
          </p:cNvSpPr>
          <p:nvPr/>
        </p:nvSpPr>
        <p:spPr>
          <a:xfrm>
            <a:off x="14263597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64" name="Circle">
            <a:extLst>
              <a:ext uri="{FF2B5EF4-FFF2-40B4-BE49-F238E27FC236}">
                <a16:creationId xmlns:a16="http://schemas.microsoft.com/office/drawing/2014/main" id="{03E2AACB-ACCE-40E7-B3BD-6C3F5C546A12}"/>
              </a:ext>
            </a:extLst>
          </p:cNvPr>
          <p:cNvSpPr>
            <a:spLocks noGrp="1"/>
          </p:cNvSpPr>
          <p:nvPr/>
        </p:nvSpPr>
        <p:spPr>
          <a:xfrm rot="10800000">
            <a:off x="15028566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65" name="Circle">
            <a:extLst>
              <a:ext uri="{FF2B5EF4-FFF2-40B4-BE49-F238E27FC236}">
                <a16:creationId xmlns:a16="http://schemas.microsoft.com/office/drawing/2014/main" id="{874E7B56-7811-46B1-AB5E-B26B48DD308C}"/>
              </a:ext>
            </a:extLst>
          </p:cNvPr>
          <p:cNvSpPr>
            <a:spLocks noGrp="1"/>
          </p:cNvSpPr>
          <p:nvPr/>
        </p:nvSpPr>
        <p:spPr>
          <a:xfrm rot="10800000">
            <a:off x="14646082" y="57081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67" name="Rounded Rectangle">
            <a:extLst>
              <a:ext uri="{FF2B5EF4-FFF2-40B4-BE49-F238E27FC236}">
                <a16:creationId xmlns:a16="http://schemas.microsoft.com/office/drawing/2014/main" id="{0FF8EB71-7A6F-40AB-888F-589DF38317F4}"/>
              </a:ext>
            </a:extLst>
          </p:cNvPr>
          <p:cNvSpPr>
            <a:spLocks noGrp="1"/>
          </p:cNvSpPr>
          <p:nvPr/>
        </p:nvSpPr>
        <p:spPr>
          <a:xfrm>
            <a:off x="14163870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68" name="Circle">
            <a:extLst>
              <a:ext uri="{FF2B5EF4-FFF2-40B4-BE49-F238E27FC236}">
                <a16:creationId xmlns:a16="http://schemas.microsoft.com/office/drawing/2014/main" id="{988A21B8-4DEB-4C69-926B-9B2C59124DBD}"/>
              </a:ext>
            </a:extLst>
          </p:cNvPr>
          <p:cNvSpPr>
            <a:spLocks noGrp="1"/>
          </p:cNvSpPr>
          <p:nvPr/>
        </p:nvSpPr>
        <p:spPr>
          <a:xfrm>
            <a:off x="14263597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69" name="Circle">
            <a:extLst>
              <a:ext uri="{FF2B5EF4-FFF2-40B4-BE49-F238E27FC236}">
                <a16:creationId xmlns:a16="http://schemas.microsoft.com/office/drawing/2014/main" id="{E19D23E9-1C26-4C8C-AA6B-6E2391E9860E}"/>
              </a:ext>
            </a:extLst>
          </p:cNvPr>
          <p:cNvSpPr>
            <a:spLocks noGrp="1"/>
          </p:cNvSpPr>
          <p:nvPr/>
        </p:nvSpPr>
        <p:spPr>
          <a:xfrm rot="10800000">
            <a:off x="15028566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0" name="Circle">
            <a:extLst>
              <a:ext uri="{FF2B5EF4-FFF2-40B4-BE49-F238E27FC236}">
                <a16:creationId xmlns:a16="http://schemas.microsoft.com/office/drawing/2014/main" id="{E303E38E-49EE-4855-B4F4-3255942F134E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7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1" name="Circle">
            <a:extLst>
              <a:ext uri="{FF2B5EF4-FFF2-40B4-BE49-F238E27FC236}">
                <a16:creationId xmlns:a16="http://schemas.microsoft.com/office/drawing/2014/main" id="{3A790956-9E0C-44EE-8467-10E8CC10E94B}"/>
              </a:ext>
            </a:extLst>
          </p:cNvPr>
          <p:cNvSpPr>
            <a:spLocks noGrp="1"/>
          </p:cNvSpPr>
          <p:nvPr/>
        </p:nvSpPr>
        <p:spPr>
          <a:xfrm flipH="1">
            <a:off x="15028566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3" name="Rounded Rectangle">
            <a:extLst>
              <a:ext uri="{FF2B5EF4-FFF2-40B4-BE49-F238E27FC236}">
                <a16:creationId xmlns:a16="http://schemas.microsoft.com/office/drawing/2014/main" id="{29A0D149-9920-45BD-9286-C8E2FBCB1706}"/>
              </a:ext>
            </a:extLst>
          </p:cNvPr>
          <p:cNvSpPr>
            <a:spLocks noGrp="1"/>
          </p:cNvSpPr>
          <p:nvPr/>
        </p:nvSpPr>
        <p:spPr>
          <a:xfrm>
            <a:off x="14163870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4" name="Circle">
            <a:extLst>
              <a:ext uri="{FF2B5EF4-FFF2-40B4-BE49-F238E27FC236}">
                <a16:creationId xmlns:a16="http://schemas.microsoft.com/office/drawing/2014/main" id="{02652460-70E3-441D-83B2-D2A4E818D9AE}"/>
              </a:ext>
            </a:extLst>
          </p:cNvPr>
          <p:cNvSpPr>
            <a:spLocks noGrp="1"/>
          </p:cNvSpPr>
          <p:nvPr/>
        </p:nvSpPr>
        <p:spPr>
          <a:xfrm>
            <a:off x="14263597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5" name="Circle">
            <a:extLst>
              <a:ext uri="{FF2B5EF4-FFF2-40B4-BE49-F238E27FC236}">
                <a16:creationId xmlns:a16="http://schemas.microsoft.com/office/drawing/2014/main" id="{4649E51F-14F2-4BFE-907D-AE6F8AB56F3C}"/>
              </a:ext>
            </a:extLst>
          </p:cNvPr>
          <p:cNvSpPr>
            <a:spLocks noGrp="1"/>
          </p:cNvSpPr>
          <p:nvPr/>
        </p:nvSpPr>
        <p:spPr>
          <a:xfrm rot="10800000">
            <a:off x="15028566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6" name="Circle">
            <a:extLst>
              <a:ext uri="{FF2B5EF4-FFF2-40B4-BE49-F238E27FC236}">
                <a16:creationId xmlns:a16="http://schemas.microsoft.com/office/drawing/2014/main" id="{3A55A9BA-34FF-43C2-9F57-648A1E7A0809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7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7" name="Circle">
            <a:extLst>
              <a:ext uri="{FF2B5EF4-FFF2-40B4-BE49-F238E27FC236}">
                <a16:creationId xmlns:a16="http://schemas.microsoft.com/office/drawing/2014/main" id="{359AD9A7-7DAD-485D-9F6C-B635F08307D1}"/>
              </a:ext>
            </a:extLst>
          </p:cNvPr>
          <p:cNvSpPr>
            <a:spLocks noGrp="1"/>
          </p:cNvSpPr>
          <p:nvPr/>
        </p:nvSpPr>
        <p:spPr>
          <a:xfrm flipH="1">
            <a:off x="15028566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8" name="Circle">
            <a:extLst>
              <a:ext uri="{FF2B5EF4-FFF2-40B4-BE49-F238E27FC236}">
                <a16:creationId xmlns:a16="http://schemas.microsoft.com/office/drawing/2014/main" id="{274040EF-D387-45EA-8E61-70431C064C14}"/>
              </a:ext>
            </a:extLst>
          </p:cNvPr>
          <p:cNvSpPr>
            <a:spLocks noGrp="1"/>
          </p:cNvSpPr>
          <p:nvPr/>
        </p:nvSpPr>
        <p:spPr>
          <a:xfrm rot="10800000">
            <a:off x="14646082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80" name="Rounded Rectangle">
            <a:extLst>
              <a:ext uri="{FF2B5EF4-FFF2-40B4-BE49-F238E27FC236}">
                <a16:creationId xmlns:a16="http://schemas.microsoft.com/office/drawing/2014/main" id="{A5DAD78F-CDE5-461E-A3F5-9888E8F90284}"/>
              </a:ext>
            </a:extLst>
          </p:cNvPr>
          <p:cNvSpPr>
            <a:spLocks noGrp="1"/>
          </p:cNvSpPr>
          <p:nvPr/>
        </p:nvSpPr>
        <p:spPr>
          <a:xfrm>
            <a:off x="14163870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81" name="Circle">
            <a:extLst>
              <a:ext uri="{FF2B5EF4-FFF2-40B4-BE49-F238E27FC236}">
                <a16:creationId xmlns:a16="http://schemas.microsoft.com/office/drawing/2014/main" id="{9ECE9CC0-8262-4D51-A4A9-280B90C4B0D5}"/>
              </a:ext>
            </a:extLst>
          </p:cNvPr>
          <p:cNvSpPr>
            <a:spLocks noGrp="1"/>
          </p:cNvSpPr>
          <p:nvPr/>
        </p:nvSpPr>
        <p:spPr>
          <a:xfrm>
            <a:off x="14263597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82" name="Circle">
            <a:extLst>
              <a:ext uri="{FF2B5EF4-FFF2-40B4-BE49-F238E27FC236}">
                <a16:creationId xmlns:a16="http://schemas.microsoft.com/office/drawing/2014/main" id="{BDD8CFB9-C858-4153-BD2C-4C46B9E55A7F}"/>
              </a:ext>
            </a:extLst>
          </p:cNvPr>
          <p:cNvSpPr>
            <a:spLocks noGrp="1"/>
          </p:cNvSpPr>
          <p:nvPr/>
        </p:nvSpPr>
        <p:spPr>
          <a:xfrm rot="10800000">
            <a:off x="15028566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83" name="Circle">
            <a:extLst>
              <a:ext uri="{FF2B5EF4-FFF2-40B4-BE49-F238E27FC236}">
                <a16:creationId xmlns:a16="http://schemas.microsoft.com/office/drawing/2014/main" id="{758CC78B-CB33-4D58-B4D6-9AC9FC3F429E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7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84" name="Circle">
            <a:extLst>
              <a:ext uri="{FF2B5EF4-FFF2-40B4-BE49-F238E27FC236}">
                <a16:creationId xmlns:a16="http://schemas.microsoft.com/office/drawing/2014/main" id="{0F6B14DA-EDFC-40B6-8B4C-CA6717DC6766}"/>
              </a:ext>
            </a:extLst>
          </p:cNvPr>
          <p:cNvSpPr>
            <a:spLocks noGrp="1"/>
          </p:cNvSpPr>
          <p:nvPr/>
        </p:nvSpPr>
        <p:spPr>
          <a:xfrm flipH="1">
            <a:off x="15028566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85" name="Circle">
            <a:extLst>
              <a:ext uri="{FF2B5EF4-FFF2-40B4-BE49-F238E27FC236}">
                <a16:creationId xmlns:a16="http://schemas.microsoft.com/office/drawing/2014/main" id="{584D84B8-6F7E-4B68-A9FB-B72F34F5A6F2}"/>
              </a:ext>
            </a:extLst>
          </p:cNvPr>
          <p:cNvSpPr>
            <a:spLocks noGrp="1"/>
          </p:cNvSpPr>
          <p:nvPr/>
        </p:nvSpPr>
        <p:spPr>
          <a:xfrm rot="10800000">
            <a:off x="14263597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86" name="Circle">
            <a:extLst>
              <a:ext uri="{FF2B5EF4-FFF2-40B4-BE49-F238E27FC236}">
                <a16:creationId xmlns:a16="http://schemas.microsoft.com/office/drawing/2014/main" id="{3A903EC5-B415-4EA9-8BF6-91822D5E83E1}"/>
              </a:ext>
            </a:extLst>
          </p:cNvPr>
          <p:cNvSpPr>
            <a:spLocks noGrp="1"/>
          </p:cNvSpPr>
          <p:nvPr/>
        </p:nvSpPr>
        <p:spPr>
          <a:xfrm rot="10800000">
            <a:off x="15028566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88" name="Rounded Rectangle">
            <a:extLst>
              <a:ext uri="{FF2B5EF4-FFF2-40B4-BE49-F238E27FC236}">
                <a16:creationId xmlns:a16="http://schemas.microsoft.com/office/drawing/2014/main" id="{C80F67BE-88D5-4DAC-911A-EDDC82449624}"/>
              </a:ext>
            </a:extLst>
          </p:cNvPr>
          <p:cNvSpPr>
            <a:spLocks noGrp="1"/>
          </p:cNvSpPr>
          <p:nvPr/>
        </p:nvSpPr>
        <p:spPr>
          <a:xfrm>
            <a:off x="17955834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89" name="Circle">
            <a:extLst>
              <a:ext uri="{FF2B5EF4-FFF2-40B4-BE49-F238E27FC236}">
                <a16:creationId xmlns:a16="http://schemas.microsoft.com/office/drawing/2014/main" id="{CB10E06F-BEAC-43FF-B5DC-4DF62C045646}"/>
              </a:ext>
            </a:extLst>
          </p:cNvPr>
          <p:cNvSpPr>
            <a:spLocks noGrp="1"/>
          </p:cNvSpPr>
          <p:nvPr/>
        </p:nvSpPr>
        <p:spPr>
          <a:xfrm>
            <a:off x="18055561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90" name="Circle">
            <a:extLst>
              <a:ext uri="{FF2B5EF4-FFF2-40B4-BE49-F238E27FC236}">
                <a16:creationId xmlns:a16="http://schemas.microsoft.com/office/drawing/2014/main" id="{BEB7712B-6889-4B20-AD2D-30CD67963F47}"/>
              </a:ext>
            </a:extLst>
          </p:cNvPr>
          <p:cNvSpPr>
            <a:spLocks noGrp="1"/>
          </p:cNvSpPr>
          <p:nvPr/>
        </p:nvSpPr>
        <p:spPr>
          <a:xfrm rot="10800000">
            <a:off x="18820530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92" name="Rounded Rectangle">
            <a:extLst>
              <a:ext uri="{FF2B5EF4-FFF2-40B4-BE49-F238E27FC236}">
                <a16:creationId xmlns:a16="http://schemas.microsoft.com/office/drawing/2014/main" id="{B19C3C71-92A3-4200-BE39-35A1D54991F4}"/>
              </a:ext>
            </a:extLst>
          </p:cNvPr>
          <p:cNvSpPr>
            <a:spLocks noGrp="1"/>
          </p:cNvSpPr>
          <p:nvPr/>
        </p:nvSpPr>
        <p:spPr>
          <a:xfrm>
            <a:off x="17955834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93" name="Circle">
            <a:extLst>
              <a:ext uri="{FF2B5EF4-FFF2-40B4-BE49-F238E27FC236}">
                <a16:creationId xmlns:a16="http://schemas.microsoft.com/office/drawing/2014/main" id="{01568A89-5513-4EC4-B565-9CA6123F085C}"/>
              </a:ext>
            </a:extLst>
          </p:cNvPr>
          <p:cNvSpPr>
            <a:spLocks noGrp="1"/>
          </p:cNvSpPr>
          <p:nvPr/>
        </p:nvSpPr>
        <p:spPr>
          <a:xfrm>
            <a:off x="18055561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94" name="Circle">
            <a:extLst>
              <a:ext uri="{FF2B5EF4-FFF2-40B4-BE49-F238E27FC236}">
                <a16:creationId xmlns:a16="http://schemas.microsoft.com/office/drawing/2014/main" id="{30E799C5-FB51-4382-93E1-FF98B7128871}"/>
              </a:ext>
            </a:extLst>
          </p:cNvPr>
          <p:cNvSpPr>
            <a:spLocks noGrp="1"/>
          </p:cNvSpPr>
          <p:nvPr/>
        </p:nvSpPr>
        <p:spPr>
          <a:xfrm rot="10800000">
            <a:off x="18820530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95" name="Circle">
            <a:extLst>
              <a:ext uri="{FF2B5EF4-FFF2-40B4-BE49-F238E27FC236}">
                <a16:creationId xmlns:a16="http://schemas.microsoft.com/office/drawing/2014/main" id="{9FDBDEB2-D1F9-4345-BC4C-8F2F76F1E64C}"/>
              </a:ext>
            </a:extLst>
          </p:cNvPr>
          <p:cNvSpPr>
            <a:spLocks noGrp="1"/>
          </p:cNvSpPr>
          <p:nvPr/>
        </p:nvSpPr>
        <p:spPr>
          <a:xfrm rot="10800000">
            <a:off x="18438046" y="57081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97" name="Rounded Rectangle">
            <a:extLst>
              <a:ext uri="{FF2B5EF4-FFF2-40B4-BE49-F238E27FC236}">
                <a16:creationId xmlns:a16="http://schemas.microsoft.com/office/drawing/2014/main" id="{85FBD001-1F89-4DDB-9914-E65817E0DCA9}"/>
              </a:ext>
            </a:extLst>
          </p:cNvPr>
          <p:cNvSpPr>
            <a:spLocks noGrp="1"/>
          </p:cNvSpPr>
          <p:nvPr/>
        </p:nvSpPr>
        <p:spPr>
          <a:xfrm>
            <a:off x="17955834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98" name="Circle">
            <a:extLst>
              <a:ext uri="{FF2B5EF4-FFF2-40B4-BE49-F238E27FC236}">
                <a16:creationId xmlns:a16="http://schemas.microsoft.com/office/drawing/2014/main" id="{11655373-7B12-43F5-B16D-21A93CBEDCF0}"/>
              </a:ext>
            </a:extLst>
          </p:cNvPr>
          <p:cNvSpPr>
            <a:spLocks noGrp="1"/>
          </p:cNvSpPr>
          <p:nvPr/>
        </p:nvSpPr>
        <p:spPr>
          <a:xfrm>
            <a:off x="18055561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99" name="Circle">
            <a:extLst>
              <a:ext uri="{FF2B5EF4-FFF2-40B4-BE49-F238E27FC236}">
                <a16:creationId xmlns:a16="http://schemas.microsoft.com/office/drawing/2014/main" id="{527E2FFD-4FB4-4466-8296-C5C5F667613A}"/>
              </a:ext>
            </a:extLst>
          </p:cNvPr>
          <p:cNvSpPr>
            <a:spLocks noGrp="1"/>
          </p:cNvSpPr>
          <p:nvPr/>
        </p:nvSpPr>
        <p:spPr>
          <a:xfrm rot="10800000">
            <a:off x="18820530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00" name="Circle">
            <a:extLst>
              <a:ext uri="{FF2B5EF4-FFF2-40B4-BE49-F238E27FC236}">
                <a16:creationId xmlns:a16="http://schemas.microsoft.com/office/drawing/2014/main" id="{5E773FEC-65A1-4BEC-B333-4AA01CBCD9CA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1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01" name="Circle">
            <a:extLst>
              <a:ext uri="{FF2B5EF4-FFF2-40B4-BE49-F238E27FC236}">
                <a16:creationId xmlns:a16="http://schemas.microsoft.com/office/drawing/2014/main" id="{BE682A15-47E1-447A-80B1-BA9ACA1DB815}"/>
              </a:ext>
            </a:extLst>
          </p:cNvPr>
          <p:cNvSpPr>
            <a:spLocks noGrp="1"/>
          </p:cNvSpPr>
          <p:nvPr/>
        </p:nvSpPr>
        <p:spPr>
          <a:xfrm flipH="1">
            <a:off x="18820530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03" name="Rounded Rectangle">
            <a:extLst>
              <a:ext uri="{FF2B5EF4-FFF2-40B4-BE49-F238E27FC236}">
                <a16:creationId xmlns:a16="http://schemas.microsoft.com/office/drawing/2014/main" id="{3A348CE6-0FA8-4DEE-A362-6DE6AFBE42B5}"/>
              </a:ext>
            </a:extLst>
          </p:cNvPr>
          <p:cNvSpPr>
            <a:spLocks noGrp="1"/>
          </p:cNvSpPr>
          <p:nvPr/>
        </p:nvSpPr>
        <p:spPr>
          <a:xfrm>
            <a:off x="17955834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04" name="Circle">
            <a:extLst>
              <a:ext uri="{FF2B5EF4-FFF2-40B4-BE49-F238E27FC236}">
                <a16:creationId xmlns:a16="http://schemas.microsoft.com/office/drawing/2014/main" id="{38B93625-D09C-464A-88F5-AAD8F2BFD435}"/>
              </a:ext>
            </a:extLst>
          </p:cNvPr>
          <p:cNvSpPr>
            <a:spLocks noGrp="1"/>
          </p:cNvSpPr>
          <p:nvPr/>
        </p:nvSpPr>
        <p:spPr>
          <a:xfrm>
            <a:off x="18055561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05" name="Circle">
            <a:extLst>
              <a:ext uri="{FF2B5EF4-FFF2-40B4-BE49-F238E27FC236}">
                <a16:creationId xmlns:a16="http://schemas.microsoft.com/office/drawing/2014/main" id="{272B63EF-04EC-41B4-95A1-ABEBB50D4C70}"/>
              </a:ext>
            </a:extLst>
          </p:cNvPr>
          <p:cNvSpPr>
            <a:spLocks noGrp="1"/>
          </p:cNvSpPr>
          <p:nvPr/>
        </p:nvSpPr>
        <p:spPr>
          <a:xfrm rot="10800000">
            <a:off x="18820530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06" name="Circle">
            <a:extLst>
              <a:ext uri="{FF2B5EF4-FFF2-40B4-BE49-F238E27FC236}">
                <a16:creationId xmlns:a16="http://schemas.microsoft.com/office/drawing/2014/main" id="{7F20B90B-C5A2-4F6A-AC2C-C8749BDC6CB8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1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07" name="Circle">
            <a:extLst>
              <a:ext uri="{FF2B5EF4-FFF2-40B4-BE49-F238E27FC236}">
                <a16:creationId xmlns:a16="http://schemas.microsoft.com/office/drawing/2014/main" id="{7D1E6A52-DF70-46A1-9380-BE880E040D7A}"/>
              </a:ext>
            </a:extLst>
          </p:cNvPr>
          <p:cNvSpPr>
            <a:spLocks noGrp="1"/>
          </p:cNvSpPr>
          <p:nvPr/>
        </p:nvSpPr>
        <p:spPr>
          <a:xfrm flipH="1">
            <a:off x="18820530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08" name="Circle">
            <a:extLst>
              <a:ext uri="{FF2B5EF4-FFF2-40B4-BE49-F238E27FC236}">
                <a16:creationId xmlns:a16="http://schemas.microsoft.com/office/drawing/2014/main" id="{BB645271-DCD9-4803-838F-9AE229D67C2A}"/>
              </a:ext>
            </a:extLst>
          </p:cNvPr>
          <p:cNvSpPr>
            <a:spLocks noGrp="1"/>
          </p:cNvSpPr>
          <p:nvPr/>
        </p:nvSpPr>
        <p:spPr>
          <a:xfrm rot="10800000">
            <a:off x="18438046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0" name="Rounded Rectangle">
            <a:extLst>
              <a:ext uri="{FF2B5EF4-FFF2-40B4-BE49-F238E27FC236}">
                <a16:creationId xmlns:a16="http://schemas.microsoft.com/office/drawing/2014/main" id="{3B5D7A61-AA4E-4B96-98A2-E2C59D006EE9}"/>
              </a:ext>
            </a:extLst>
          </p:cNvPr>
          <p:cNvSpPr>
            <a:spLocks noGrp="1"/>
          </p:cNvSpPr>
          <p:nvPr/>
        </p:nvSpPr>
        <p:spPr>
          <a:xfrm>
            <a:off x="17955834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1" name="Circle">
            <a:extLst>
              <a:ext uri="{FF2B5EF4-FFF2-40B4-BE49-F238E27FC236}">
                <a16:creationId xmlns:a16="http://schemas.microsoft.com/office/drawing/2014/main" id="{7CFA41FC-229F-4A9C-9571-0641FC4A732D}"/>
              </a:ext>
            </a:extLst>
          </p:cNvPr>
          <p:cNvSpPr>
            <a:spLocks noGrp="1"/>
          </p:cNvSpPr>
          <p:nvPr/>
        </p:nvSpPr>
        <p:spPr>
          <a:xfrm>
            <a:off x="18055561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2" name="Circle">
            <a:extLst>
              <a:ext uri="{FF2B5EF4-FFF2-40B4-BE49-F238E27FC236}">
                <a16:creationId xmlns:a16="http://schemas.microsoft.com/office/drawing/2014/main" id="{AA9925D5-A1E5-4587-AADE-DA0D2CCAB323}"/>
              </a:ext>
            </a:extLst>
          </p:cNvPr>
          <p:cNvSpPr>
            <a:spLocks noGrp="1"/>
          </p:cNvSpPr>
          <p:nvPr/>
        </p:nvSpPr>
        <p:spPr>
          <a:xfrm rot="10800000">
            <a:off x="18820530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3" name="Circle">
            <a:extLst>
              <a:ext uri="{FF2B5EF4-FFF2-40B4-BE49-F238E27FC236}">
                <a16:creationId xmlns:a16="http://schemas.microsoft.com/office/drawing/2014/main" id="{49FAAB7B-D6B9-4341-B990-DC14CC4A3B47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1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4" name="Circle">
            <a:extLst>
              <a:ext uri="{FF2B5EF4-FFF2-40B4-BE49-F238E27FC236}">
                <a16:creationId xmlns:a16="http://schemas.microsoft.com/office/drawing/2014/main" id="{4705900A-1C48-4D6C-AA13-5A3237BAA051}"/>
              </a:ext>
            </a:extLst>
          </p:cNvPr>
          <p:cNvSpPr>
            <a:spLocks noGrp="1"/>
          </p:cNvSpPr>
          <p:nvPr/>
        </p:nvSpPr>
        <p:spPr>
          <a:xfrm flipH="1">
            <a:off x="18820530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5" name="Circle">
            <a:extLst>
              <a:ext uri="{FF2B5EF4-FFF2-40B4-BE49-F238E27FC236}">
                <a16:creationId xmlns:a16="http://schemas.microsoft.com/office/drawing/2014/main" id="{7FE9EEB1-6F7D-46B7-A9CC-13FD9E12DD79}"/>
              </a:ext>
            </a:extLst>
          </p:cNvPr>
          <p:cNvSpPr>
            <a:spLocks noGrp="1"/>
          </p:cNvSpPr>
          <p:nvPr/>
        </p:nvSpPr>
        <p:spPr>
          <a:xfrm rot="10800000">
            <a:off x="18055561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6" name="Circle">
            <a:extLst>
              <a:ext uri="{FF2B5EF4-FFF2-40B4-BE49-F238E27FC236}">
                <a16:creationId xmlns:a16="http://schemas.microsoft.com/office/drawing/2014/main" id="{E97B0129-50D2-4E6C-A129-293CB8BB063F}"/>
              </a:ext>
            </a:extLst>
          </p:cNvPr>
          <p:cNvSpPr>
            <a:spLocks noGrp="1"/>
          </p:cNvSpPr>
          <p:nvPr/>
        </p:nvSpPr>
        <p:spPr>
          <a:xfrm rot="10800000">
            <a:off x="18820530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8" name="Rounded Rectangle">
            <a:extLst>
              <a:ext uri="{FF2B5EF4-FFF2-40B4-BE49-F238E27FC236}">
                <a16:creationId xmlns:a16="http://schemas.microsoft.com/office/drawing/2014/main" id="{0EF46A69-1DFA-4784-A8C6-9802E3381859}"/>
              </a:ext>
            </a:extLst>
          </p:cNvPr>
          <p:cNvSpPr>
            <a:spLocks noGrp="1"/>
          </p:cNvSpPr>
          <p:nvPr/>
        </p:nvSpPr>
        <p:spPr>
          <a:xfrm>
            <a:off x="21747796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9" name="Circle">
            <a:extLst>
              <a:ext uri="{FF2B5EF4-FFF2-40B4-BE49-F238E27FC236}">
                <a16:creationId xmlns:a16="http://schemas.microsoft.com/office/drawing/2014/main" id="{D0BEC0B6-1AFB-458F-8C41-AB6EF9429DA7}"/>
              </a:ext>
            </a:extLst>
          </p:cNvPr>
          <p:cNvSpPr>
            <a:spLocks noGrp="1"/>
          </p:cNvSpPr>
          <p:nvPr/>
        </p:nvSpPr>
        <p:spPr>
          <a:xfrm>
            <a:off x="21847523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20" name="Circle">
            <a:extLst>
              <a:ext uri="{FF2B5EF4-FFF2-40B4-BE49-F238E27FC236}">
                <a16:creationId xmlns:a16="http://schemas.microsoft.com/office/drawing/2014/main" id="{B711A2D7-8594-4E95-A042-56F3B16CDD10}"/>
              </a:ext>
            </a:extLst>
          </p:cNvPr>
          <p:cNvSpPr>
            <a:spLocks noGrp="1"/>
          </p:cNvSpPr>
          <p:nvPr/>
        </p:nvSpPr>
        <p:spPr>
          <a:xfrm rot="10800000">
            <a:off x="22612492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22" name="Rounded Rectangle">
            <a:extLst>
              <a:ext uri="{FF2B5EF4-FFF2-40B4-BE49-F238E27FC236}">
                <a16:creationId xmlns:a16="http://schemas.microsoft.com/office/drawing/2014/main" id="{FCA242B1-5574-4632-A941-EA02020B4B3E}"/>
              </a:ext>
            </a:extLst>
          </p:cNvPr>
          <p:cNvSpPr>
            <a:spLocks noGrp="1"/>
          </p:cNvSpPr>
          <p:nvPr/>
        </p:nvSpPr>
        <p:spPr>
          <a:xfrm>
            <a:off x="21747796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23" name="Circle">
            <a:extLst>
              <a:ext uri="{FF2B5EF4-FFF2-40B4-BE49-F238E27FC236}">
                <a16:creationId xmlns:a16="http://schemas.microsoft.com/office/drawing/2014/main" id="{FE2690F7-5A94-4D02-A893-4041001209F7}"/>
              </a:ext>
            </a:extLst>
          </p:cNvPr>
          <p:cNvSpPr>
            <a:spLocks noGrp="1"/>
          </p:cNvSpPr>
          <p:nvPr/>
        </p:nvSpPr>
        <p:spPr>
          <a:xfrm>
            <a:off x="21847523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24" name="Circle">
            <a:extLst>
              <a:ext uri="{FF2B5EF4-FFF2-40B4-BE49-F238E27FC236}">
                <a16:creationId xmlns:a16="http://schemas.microsoft.com/office/drawing/2014/main" id="{23E174EF-0ABB-44C3-9EE3-324789864C5F}"/>
              </a:ext>
            </a:extLst>
          </p:cNvPr>
          <p:cNvSpPr>
            <a:spLocks noGrp="1"/>
          </p:cNvSpPr>
          <p:nvPr/>
        </p:nvSpPr>
        <p:spPr>
          <a:xfrm rot="10800000">
            <a:off x="22612492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25" name="Circle">
            <a:extLst>
              <a:ext uri="{FF2B5EF4-FFF2-40B4-BE49-F238E27FC236}">
                <a16:creationId xmlns:a16="http://schemas.microsoft.com/office/drawing/2014/main" id="{9CF0DD82-1948-4D02-8421-1463B3341B0E}"/>
              </a:ext>
            </a:extLst>
          </p:cNvPr>
          <p:cNvSpPr>
            <a:spLocks noGrp="1"/>
          </p:cNvSpPr>
          <p:nvPr/>
        </p:nvSpPr>
        <p:spPr>
          <a:xfrm rot="10800000">
            <a:off x="22230008" y="57081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27" name="Rounded Rectangle">
            <a:extLst>
              <a:ext uri="{FF2B5EF4-FFF2-40B4-BE49-F238E27FC236}">
                <a16:creationId xmlns:a16="http://schemas.microsoft.com/office/drawing/2014/main" id="{77F5620F-2A82-4A2E-9E59-A367DB8B6648}"/>
              </a:ext>
            </a:extLst>
          </p:cNvPr>
          <p:cNvSpPr>
            <a:spLocks noGrp="1"/>
          </p:cNvSpPr>
          <p:nvPr/>
        </p:nvSpPr>
        <p:spPr>
          <a:xfrm>
            <a:off x="21747796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28" name="Circle">
            <a:extLst>
              <a:ext uri="{FF2B5EF4-FFF2-40B4-BE49-F238E27FC236}">
                <a16:creationId xmlns:a16="http://schemas.microsoft.com/office/drawing/2014/main" id="{FF5BAD03-146B-4D3D-8296-E54355286222}"/>
              </a:ext>
            </a:extLst>
          </p:cNvPr>
          <p:cNvSpPr>
            <a:spLocks noGrp="1"/>
          </p:cNvSpPr>
          <p:nvPr/>
        </p:nvSpPr>
        <p:spPr>
          <a:xfrm>
            <a:off x="21847523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29" name="Circle">
            <a:extLst>
              <a:ext uri="{FF2B5EF4-FFF2-40B4-BE49-F238E27FC236}">
                <a16:creationId xmlns:a16="http://schemas.microsoft.com/office/drawing/2014/main" id="{340D33F7-6CE9-45D0-BF5A-C6D6F7162F62}"/>
              </a:ext>
            </a:extLst>
          </p:cNvPr>
          <p:cNvSpPr>
            <a:spLocks noGrp="1"/>
          </p:cNvSpPr>
          <p:nvPr/>
        </p:nvSpPr>
        <p:spPr>
          <a:xfrm rot="10800000">
            <a:off x="22612492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30" name="Circle">
            <a:extLst>
              <a:ext uri="{FF2B5EF4-FFF2-40B4-BE49-F238E27FC236}">
                <a16:creationId xmlns:a16="http://schemas.microsoft.com/office/drawing/2014/main" id="{2F467461-D29B-4CD7-9F5E-72FF089CC778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31" name="Circle">
            <a:extLst>
              <a:ext uri="{FF2B5EF4-FFF2-40B4-BE49-F238E27FC236}">
                <a16:creationId xmlns:a16="http://schemas.microsoft.com/office/drawing/2014/main" id="{4766926F-82AB-4B4B-B75E-C3F77A0A03FF}"/>
              </a:ext>
            </a:extLst>
          </p:cNvPr>
          <p:cNvSpPr>
            <a:spLocks noGrp="1"/>
          </p:cNvSpPr>
          <p:nvPr/>
        </p:nvSpPr>
        <p:spPr>
          <a:xfrm flipH="1">
            <a:off x="22612492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33" name="Rounded Rectangle">
            <a:extLst>
              <a:ext uri="{FF2B5EF4-FFF2-40B4-BE49-F238E27FC236}">
                <a16:creationId xmlns:a16="http://schemas.microsoft.com/office/drawing/2014/main" id="{5E419079-BCE7-4099-A9D8-87F480972F43}"/>
              </a:ext>
            </a:extLst>
          </p:cNvPr>
          <p:cNvSpPr>
            <a:spLocks noGrp="1"/>
          </p:cNvSpPr>
          <p:nvPr/>
        </p:nvSpPr>
        <p:spPr>
          <a:xfrm>
            <a:off x="21747796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34" name="Circle">
            <a:extLst>
              <a:ext uri="{FF2B5EF4-FFF2-40B4-BE49-F238E27FC236}">
                <a16:creationId xmlns:a16="http://schemas.microsoft.com/office/drawing/2014/main" id="{743CB42D-3534-4AC6-AB4A-1A75BAEB296C}"/>
              </a:ext>
            </a:extLst>
          </p:cNvPr>
          <p:cNvSpPr>
            <a:spLocks noGrp="1"/>
          </p:cNvSpPr>
          <p:nvPr/>
        </p:nvSpPr>
        <p:spPr>
          <a:xfrm>
            <a:off x="21847523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35" name="Circle">
            <a:extLst>
              <a:ext uri="{FF2B5EF4-FFF2-40B4-BE49-F238E27FC236}">
                <a16:creationId xmlns:a16="http://schemas.microsoft.com/office/drawing/2014/main" id="{ABED17DB-E27E-4E40-A6DD-E6A3D366E302}"/>
              </a:ext>
            </a:extLst>
          </p:cNvPr>
          <p:cNvSpPr>
            <a:spLocks noGrp="1"/>
          </p:cNvSpPr>
          <p:nvPr/>
        </p:nvSpPr>
        <p:spPr>
          <a:xfrm rot="10800000">
            <a:off x="22612492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36" name="Circle">
            <a:extLst>
              <a:ext uri="{FF2B5EF4-FFF2-40B4-BE49-F238E27FC236}">
                <a16:creationId xmlns:a16="http://schemas.microsoft.com/office/drawing/2014/main" id="{FC534078-D076-444B-B2F1-956154E379D1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37" name="Circle">
            <a:extLst>
              <a:ext uri="{FF2B5EF4-FFF2-40B4-BE49-F238E27FC236}">
                <a16:creationId xmlns:a16="http://schemas.microsoft.com/office/drawing/2014/main" id="{935F4B84-122F-48E0-8797-D6CE6A43BB11}"/>
              </a:ext>
            </a:extLst>
          </p:cNvPr>
          <p:cNvSpPr>
            <a:spLocks noGrp="1"/>
          </p:cNvSpPr>
          <p:nvPr/>
        </p:nvSpPr>
        <p:spPr>
          <a:xfrm flipH="1">
            <a:off x="22612492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38" name="Circle">
            <a:extLst>
              <a:ext uri="{FF2B5EF4-FFF2-40B4-BE49-F238E27FC236}">
                <a16:creationId xmlns:a16="http://schemas.microsoft.com/office/drawing/2014/main" id="{6C3F9716-31F7-499E-AC07-F5A09F1FDC11}"/>
              </a:ext>
            </a:extLst>
          </p:cNvPr>
          <p:cNvSpPr>
            <a:spLocks noGrp="1"/>
          </p:cNvSpPr>
          <p:nvPr/>
        </p:nvSpPr>
        <p:spPr>
          <a:xfrm rot="10800000">
            <a:off x="22230008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40" name="Rounded Rectangle">
            <a:extLst>
              <a:ext uri="{FF2B5EF4-FFF2-40B4-BE49-F238E27FC236}">
                <a16:creationId xmlns:a16="http://schemas.microsoft.com/office/drawing/2014/main" id="{24C37BB3-9B87-4C9A-A710-A3918B46E033}"/>
              </a:ext>
            </a:extLst>
          </p:cNvPr>
          <p:cNvSpPr>
            <a:spLocks noGrp="1"/>
          </p:cNvSpPr>
          <p:nvPr/>
        </p:nvSpPr>
        <p:spPr>
          <a:xfrm>
            <a:off x="21747796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41" name="Circle">
            <a:extLst>
              <a:ext uri="{FF2B5EF4-FFF2-40B4-BE49-F238E27FC236}">
                <a16:creationId xmlns:a16="http://schemas.microsoft.com/office/drawing/2014/main" id="{70D5B505-F56F-4F58-BCCE-83BB65D1C19B}"/>
              </a:ext>
            </a:extLst>
          </p:cNvPr>
          <p:cNvSpPr>
            <a:spLocks noGrp="1"/>
          </p:cNvSpPr>
          <p:nvPr/>
        </p:nvSpPr>
        <p:spPr>
          <a:xfrm>
            <a:off x="21847523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42" name="Circle">
            <a:extLst>
              <a:ext uri="{FF2B5EF4-FFF2-40B4-BE49-F238E27FC236}">
                <a16:creationId xmlns:a16="http://schemas.microsoft.com/office/drawing/2014/main" id="{CB7A80D9-005C-4B3C-A157-9ECE51752498}"/>
              </a:ext>
            </a:extLst>
          </p:cNvPr>
          <p:cNvSpPr>
            <a:spLocks noGrp="1"/>
          </p:cNvSpPr>
          <p:nvPr/>
        </p:nvSpPr>
        <p:spPr>
          <a:xfrm rot="10800000">
            <a:off x="22612492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43" name="Circle">
            <a:extLst>
              <a:ext uri="{FF2B5EF4-FFF2-40B4-BE49-F238E27FC236}">
                <a16:creationId xmlns:a16="http://schemas.microsoft.com/office/drawing/2014/main" id="{A7614294-D82A-4B56-AFFE-E34FB15F3103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44" name="Circle">
            <a:extLst>
              <a:ext uri="{FF2B5EF4-FFF2-40B4-BE49-F238E27FC236}">
                <a16:creationId xmlns:a16="http://schemas.microsoft.com/office/drawing/2014/main" id="{B72C0E54-A4B7-4E91-BE15-698B83458516}"/>
              </a:ext>
            </a:extLst>
          </p:cNvPr>
          <p:cNvSpPr>
            <a:spLocks noGrp="1"/>
          </p:cNvSpPr>
          <p:nvPr/>
        </p:nvSpPr>
        <p:spPr>
          <a:xfrm flipH="1">
            <a:off x="22612492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45" name="Circle">
            <a:extLst>
              <a:ext uri="{FF2B5EF4-FFF2-40B4-BE49-F238E27FC236}">
                <a16:creationId xmlns:a16="http://schemas.microsoft.com/office/drawing/2014/main" id="{8D042A24-2F07-4492-8CAB-C1B2BB7F7327}"/>
              </a:ext>
            </a:extLst>
          </p:cNvPr>
          <p:cNvSpPr>
            <a:spLocks noGrp="1"/>
          </p:cNvSpPr>
          <p:nvPr/>
        </p:nvSpPr>
        <p:spPr>
          <a:xfrm rot="10800000">
            <a:off x="21847523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46" name="Circle">
            <a:extLst>
              <a:ext uri="{FF2B5EF4-FFF2-40B4-BE49-F238E27FC236}">
                <a16:creationId xmlns:a16="http://schemas.microsoft.com/office/drawing/2014/main" id="{55325D72-5029-4F88-960C-957D71DDFB4B}"/>
              </a:ext>
            </a:extLst>
          </p:cNvPr>
          <p:cNvSpPr>
            <a:spLocks noGrp="1"/>
          </p:cNvSpPr>
          <p:nvPr/>
        </p:nvSpPr>
        <p:spPr>
          <a:xfrm rot="10800000">
            <a:off x="22612492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41082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82FF9-8457-C41C-A69B-157BCC5A6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7" name="Rounded Rectangle">
            <a:extLst>
              <a:ext uri="{FF2B5EF4-FFF2-40B4-BE49-F238E27FC236}">
                <a16:creationId xmlns:a16="http://schemas.microsoft.com/office/drawing/2014/main" id="{BCDBB3AC-CD56-1A7A-3E7E-F74998C05F82}"/>
              </a:ext>
            </a:extLst>
          </p:cNvPr>
          <p:cNvSpPr>
            <a:spLocks noGrp="1"/>
          </p:cNvSpPr>
          <p:nvPr/>
        </p:nvSpPr>
        <p:spPr>
          <a:xfrm>
            <a:off x="2032601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498" name="Circle">
            <a:extLst>
              <a:ext uri="{FF2B5EF4-FFF2-40B4-BE49-F238E27FC236}">
                <a16:creationId xmlns:a16="http://schemas.microsoft.com/office/drawing/2014/main" id="{88EA6832-032C-3894-D251-1A9B953C4C23}"/>
              </a:ext>
            </a:extLst>
          </p:cNvPr>
          <p:cNvSpPr>
            <a:spLocks noGrp="1"/>
          </p:cNvSpPr>
          <p:nvPr/>
        </p:nvSpPr>
        <p:spPr>
          <a:xfrm>
            <a:off x="20425745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499" name="Circle">
            <a:extLst>
              <a:ext uri="{FF2B5EF4-FFF2-40B4-BE49-F238E27FC236}">
                <a16:creationId xmlns:a16="http://schemas.microsoft.com/office/drawing/2014/main" id="{1A1F8365-95AE-0874-3125-8AB92ADDBC4D}"/>
              </a:ext>
            </a:extLst>
          </p:cNvPr>
          <p:cNvSpPr>
            <a:spLocks noGrp="1"/>
          </p:cNvSpPr>
          <p:nvPr/>
        </p:nvSpPr>
        <p:spPr>
          <a:xfrm rot="10800000">
            <a:off x="21190714" y="113141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500" name="Circle">
            <a:extLst>
              <a:ext uri="{FF2B5EF4-FFF2-40B4-BE49-F238E27FC236}">
                <a16:creationId xmlns:a16="http://schemas.microsoft.com/office/drawing/2014/main" id="{A322D23A-DD84-66E7-00D2-480A69C9BD8D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113141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501" name="Circle">
            <a:extLst>
              <a:ext uri="{FF2B5EF4-FFF2-40B4-BE49-F238E27FC236}">
                <a16:creationId xmlns:a16="http://schemas.microsoft.com/office/drawing/2014/main" id="{395288D1-EFCE-7558-E190-F9ACF48F5288}"/>
              </a:ext>
            </a:extLst>
          </p:cNvPr>
          <p:cNvSpPr>
            <a:spLocks noGrp="1"/>
          </p:cNvSpPr>
          <p:nvPr/>
        </p:nvSpPr>
        <p:spPr>
          <a:xfrm flipH="1">
            <a:off x="21190714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502" name="Circle">
            <a:extLst>
              <a:ext uri="{FF2B5EF4-FFF2-40B4-BE49-F238E27FC236}">
                <a16:creationId xmlns:a16="http://schemas.microsoft.com/office/drawing/2014/main" id="{1C20C8E6-DFB2-731D-25C5-183A60DFD94D}"/>
              </a:ext>
            </a:extLst>
          </p:cNvPr>
          <p:cNvSpPr>
            <a:spLocks noGrp="1"/>
          </p:cNvSpPr>
          <p:nvPr/>
        </p:nvSpPr>
        <p:spPr>
          <a:xfrm rot="10800000">
            <a:off x="20425745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503" name="Circle">
            <a:extLst>
              <a:ext uri="{FF2B5EF4-FFF2-40B4-BE49-F238E27FC236}">
                <a16:creationId xmlns:a16="http://schemas.microsoft.com/office/drawing/2014/main" id="{EA036C38-659D-05C6-31EB-9DBD148C5B64}"/>
              </a:ext>
            </a:extLst>
          </p:cNvPr>
          <p:cNvSpPr>
            <a:spLocks noGrp="1"/>
          </p:cNvSpPr>
          <p:nvPr/>
        </p:nvSpPr>
        <p:spPr>
          <a:xfrm rot="10800000">
            <a:off x="21190714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505" name="Rounded Rectangle">
            <a:extLst>
              <a:ext uri="{FF2B5EF4-FFF2-40B4-BE49-F238E27FC236}">
                <a16:creationId xmlns:a16="http://schemas.microsoft.com/office/drawing/2014/main" id="{71075E7A-26FF-EC29-C785-07013D76EB32}"/>
              </a:ext>
            </a:extLst>
          </p:cNvPr>
          <p:cNvSpPr>
            <a:spLocks noGrp="1"/>
          </p:cNvSpPr>
          <p:nvPr/>
        </p:nvSpPr>
        <p:spPr>
          <a:xfrm>
            <a:off x="1366203" y="1237658"/>
            <a:ext cx="1270000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6" name="Circle">
            <a:extLst>
              <a:ext uri="{FF2B5EF4-FFF2-40B4-BE49-F238E27FC236}">
                <a16:creationId xmlns:a16="http://schemas.microsoft.com/office/drawing/2014/main" id="{A796D3B9-7396-67EF-94BD-F43FBD339513}"/>
              </a:ext>
            </a:extLst>
          </p:cNvPr>
          <p:cNvSpPr>
            <a:spLocks noGrp="1"/>
          </p:cNvSpPr>
          <p:nvPr/>
        </p:nvSpPr>
        <p:spPr>
          <a:xfrm>
            <a:off x="1848415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7" name="Rounded Rectangle">
            <a:extLst>
              <a:ext uri="{FF2B5EF4-FFF2-40B4-BE49-F238E27FC236}">
                <a16:creationId xmlns:a16="http://schemas.microsoft.com/office/drawing/2014/main" id="{54E65FA9-979F-F02D-B2D5-2CA28428BFEA}"/>
              </a:ext>
            </a:extLst>
          </p:cNvPr>
          <p:cNvSpPr>
            <a:spLocks noGrp="1"/>
          </p:cNvSpPr>
          <p:nvPr/>
        </p:nvSpPr>
        <p:spPr>
          <a:xfrm>
            <a:off x="5158165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8" name="Circle">
            <a:extLst>
              <a:ext uri="{FF2B5EF4-FFF2-40B4-BE49-F238E27FC236}">
                <a16:creationId xmlns:a16="http://schemas.microsoft.com/office/drawing/2014/main" id="{6C42B1A1-1151-3CF2-E56C-E8F5A47AF8F2}"/>
              </a:ext>
            </a:extLst>
          </p:cNvPr>
          <p:cNvSpPr>
            <a:spLocks noGrp="1"/>
          </p:cNvSpPr>
          <p:nvPr/>
        </p:nvSpPr>
        <p:spPr>
          <a:xfrm>
            <a:off x="5257893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9" name="Circle">
            <a:extLst>
              <a:ext uri="{FF2B5EF4-FFF2-40B4-BE49-F238E27FC236}">
                <a16:creationId xmlns:a16="http://schemas.microsoft.com/office/drawing/2014/main" id="{0850E933-2DAF-8721-409B-3C5391C39AE7}"/>
              </a:ext>
            </a:extLst>
          </p:cNvPr>
          <p:cNvSpPr>
            <a:spLocks noGrp="1"/>
          </p:cNvSpPr>
          <p:nvPr/>
        </p:nvSpPr>
        <p:spPr>
          <a:xfrm rot="10800000">
            <a:off x="6022862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0" name="Rounded Rectangle">
            <a:extLst>
              <a:ext uri="{FF2B5EF4-FFF2-40B4-BE49-F238E27FC236}">
                <a16:creationId xmlns:a16="http://schemas.microsoft.com/office/drawing/2014/main" id="{F26DD58D-69BE-506E-E188-A5F23C4B3AD6}"/>
              </a:ext>
            </a:extLst>
          </p:cNvPr>
          <p:cNvSpPr>
            <a:spLocks noGrp="1"/>
          </p:cNvSpPr>
          <p:nvPr/>
        </p:nvSpPr>
        <p:spPr>
          <a:xfrm>
            <a:off x="8950128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1" name="Circle">
            <a:extLst>
              <a:ext uri="{FF2B5EF4-FFF2-40B4-BE49-F238E27FC236}">
                <a16:creationId xmlns:a16="http://schemas.microsoft.com/office/drawing/2014/main" id="{69057CBA-FCD9-45D8-064E-AA6534C8BAE0}"/>
              </a:ext>
            </a:extLst>
          </p:cNvPr>
          <p:cNvSpPr>
            <a:spLocks noGrp="1"/>
          </p:cNvSpPr>
          <p:nvPr/>
        </p:nvSpPr>
        <p:spPr>
          <a:xfrm>
            <a:off x="9049856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2" name="Circle">
            <a:extLst>
              <a:ext uri="{FF2B5EF4-FFF2-40B4-BE49-F238E27FC236}">
                <a16:creationId xmlns:a16="http://schemas.microsoft.com/office/drawing/2014/main" id="{6A8C596B-5263-C69A-C42E-2AC7D92AB074}"/>
              </a:ext>
            </a:extLst>
          </p:cNvPr>
          <p:cNvSpPr>
            <a:spLocks noGrp="1"/>
          </p:cNvSpPr>
          <p:nvPr/>
        </p:nvSpPr>
        <p:spPr>
          <a:xfrm rot="10800000">
            <a:off x="9814825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3" name="Circle">
            <a:extLst>
              <a:ext uri="{FF2B5EF4-FFF2-40B4-BE49-F238E27FC236}">
                <a16:creationId xmlns:a16="http://schemas.microsoft.com/office/drawing/2014/main" id="{59C5F4EF-50F3-A304-7A39-B9C921B7795E}"/>
              </a:ext>
            </a:extLst>
          </p:cNvPr>
          <p:cNvSpPr>
            <a:spLocks noGrp="1"/>
          </p:cNvSpPr>
          <p:nvPr/>
        </p:nvSpPr>
        <p:spPr>
          <a:xfrm rot="10800000">
            <a:off x="9432340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4" name="Rounded Rectangle">
            <a:extLst>
              <a:ext uri="{FF2B5EF4-FFF2-40B4-BE49-F238E27FC236}">
                <a16:creationId xmlns:a16="http://schemas.microsoft.com/office/drawing/2014/main" id="{47640F21-E624-D294-8B2F-9D5BDC7CB74C}"/>
              </a:ext>
            </a:extLst>
          </p:cNvPr>
          <p:cNvSpPr>
            <a:spLocks noGrp="1"/>
          </p:cNvSpPr>
          <p:nvPr/>
        </p:nvSpPr>
        <p:spPr>
          <a:xfrm>
            <a:off x="12742092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5" name="Circle">
            <a:extLst>
              <a:ext uri="{FF2B5EF4-FFF2-40B4-BE49-F238E27FC236}">
                <a16:creationId xmlns:a16="http://schemas.microsoft.com/office/drawing/2014/main" id="{F82EB5A5-BA4E-6BCE-52A0-F97CD897FE72}"/>
              </a:ext>
            </a:extLst>
          </p:cNvPr>
          <p:cNvSpPr>
            <a:spLocks noGrp="1"/>
          </p:cNvSpPr>
          <p:nvPr/>
        </p:nvSpPr>
        <p:spPr>
          <a:xfrm>
            <a:off x="12841820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6" name="Circle">
            <a:extLst>
              <a:ext uri="{FF2B5EF4-FFF2-40B4-BE49-F238E27FC236}">
                <a16:creationId xmlns:a16="http://schemas.microsoft.com/office/drawing/2014/main" id="{69B3D5AC-7FCA-ADF3-EB3D-120202A2E747}"/>
              </a:ext>
            </a:extLst>
          </p:cNvPr>
          <p:cNvSpPr>
            <a:spLocks noGrp="1"/>
          </p:cNvSpPr>
          <p:nvPr/>
        </p:nvSpPr>
        <p:spPr>
          <a:xfrm rot="10800000">
            <a:off x="13606790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7" name="Circle">
            <a:extLst>
              <a:ext uri="{FF2B5EF4-FFF2-40B4-BE49-F238E27FC236}">
                <a16:creationId xmlns:a16="http://schemas.microsoft.com/office/drawing/2014/main" id="{CBF4DD50-6B05-F079-C97B-09848DE68859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8" name="Circle">
            <a:extLst>
              <a:ext uri="{FF2B5EF4-FFF2-40B4-BE49-F238E27FC236}">
                <a16:creationId xmlns:a16="http://schemas.microsoft.com/office/drawing/2014/main" id="{717018B6-480B-63C2-B406-7B2CB9CA56FC}"/>
              </a:ext>
            </a:extLst>
          </p:cNvPr>
          <p:cNvSpPr>
            <a:spLocks noGrp="1"/>
          </p:cNvSpPr>
          <p:nvPr/>
        </p:nvSpPr>
        <p:spPr>
          <a:xfrm flipH="1">
            <a:off x="13606790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9" name="Rounded Rectangle">
            <a:extLst>
              <a:ext uri="{FF2B5EF4-FFF2-40B4-BE49-F238E27FC236}">
                <a16:creationId xmlns:a16="http://schemas.microsoft.com/office/drawing/2014/main" id="{015E87EE-F520-F185-A650-127E2F0CF25D}"/>
              </a:ext>
            </a:extLst>
          </p:cNvPr>
          <p:cNvSpPr>
            <a:spLocks noGrp="1"/>
          </p:cNvSpPr>
          <p:nvPr/>
        </p:nvSpPr>
        <p:spPr>
          <a:xfrm>
            <a:off x="1653405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0" name="Circle">
            <a:extLst>
              <a:ext uri="{FF2B5EF4-FFF2-40B4-BE49-F238E27FC236}">
                <a16:creationId xmlns:a16="http://schemas.microsoft.com/office/drawing/2014/main" id="{D9DAB9DF-76FB-2725-B8A7-7BBBA689C302}"/>
              </a:ext>
            </a:extLst>
          </p:cNvPr>
          <p:cNvSpPr>
            <a:spLocks noGrp="1"/>
          </p:cNvSpPr>
          <p:nvPr/>
        </p:nvSpPr>
        <p:spPr>
          <a:xfrm>
            <a:off x="16633782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1" name="Circle">
            <a:extLst>
              <a:ext uri="{FF2B5EF4-FFF2-40B4-BE49-F238E27FC236}">
                <a16:creationId xmlns:a16="http://schemas.microsoft.com/office/drawing/2014/main" id="{B000A2F0-3905-8F61-C755-8AE8167E6477}"/>
              </a:ext>
            </a:extLst>
          </p:cNvPr>
          <p:cNvSpPr>
            <a:spLocks noGrp="1"/>
          </p:cNvSpPr>
          <p:nvPr/>
        </p:nvSpPr>
        <p:spPr>
          <a:xfrm rot="10800000">
            <a:off x="17398752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2" name="Circle">
            <a:extLst>
              <a:ext uri="{FF2B5EF4-FFF2-40B4-BE49-F238E27FC236}">
                <a16:creationId xmlns:a16="http://schemas.microsoft.com/office/drawing/2014/main" id="{EA7C38E3-7029-0F56-9F08-CA23DB371463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3" name="Circle">
            <a:extLst>
              <a:ext uri="{FF2B5EF4-FFF2-40B4-BE49-F238E27FC236}">
                <a16:creationId xmlns:a16="http://schemas.microsoft.com/office/drawing/2014/main" id="{CF5EC576-414D-5134-C601-9780539EF30F}"/>
              </a:ext>
            </a:extLst>
          </p:cNvPr>
          <p:cNvSpPr>
            <a:spLocks noGrp="1"/>
          </p:cNvSpPr>
          <p:nvPr/>
        </p:nvSpPr>
        <p:spPr>
          <a:xfrm flipH="1">
            <a:off x="17398752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4" name="Circle">
            <a:extLst>
              <a:ext uri="{FF2B5EF4-FFF2-40B4-BE49-F238E27FC236}">
                <a16:creationId xmlns:a16="http://schemas.microsoft.com/office/drawing/2014/main" id="{60BB9941-3BFE-D0B6-70A6-D59C04D2F443}"/>
              </a:ext>
            </a:extLst>
          </p:cNvPr>
          <p:cNvSpPr>
            <a:spLocks noGrp="1"/>
          </p:cNvSpPr>
          <p:nvPr/>
        </p:nvSpPr>
        <p:spPr>
          <a:xfrm rot="10800000">
            <a:off x="17016267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5" name="Rounded Rectangle">
            <a:extLst>
              <a:ext uri="{FF2B5EF4-FFF2-40B4-BE49-F238E27FC236}">
                <a16:creationId xmlns:a16="http://schemas.microsoft.com/office/drawing/2014/main" id="{377A3BE0-09A5-C2C6-6690-55C3B40EDF0A}"/>
              </a:ext>
            </a:extLst>
          </p:cNvPr>
          <p:cNvSpPr>
            <a:spLocks noGrp="1"/>
          </p:cNvSpPr>
          <p:nvPr/>
        </p:nvSpPr>
        <p:spPr>
          <a:xfrm>
            <a:off x="2787982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6" name="Circle">
            <a:extLst>
              <a:ext uri="{FF2B5EF4-FFF2-40B4-BE49-F238E27FC236}">
                <a16:creationId xmlns:a16="http://schemas.microsoft.com/office/drawing/2014/main" id="{B9450641-4D7B-3808-021D-E3474B1AD944}"/>
              </a:ext>
            </a:extLst>
          </p:cNvPr>
          <p:cNvSpPr>
            <a:spLocks noGrp="1"/>
          </p:cNvSpPr>
          <p:nvPr/>
        </p:nvSpPr>
        <p:spPr>
          <a:xfrm>
            <a:off x="3270194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7" name="Rounded Rectangle">
            <a:extLst>
              <a:ext uri="{FF2B5EF4-FFF2-40B4-BE49-F238E27FC236}">
                <a16:creationId xmlns:a16="http://schemas.microsoft.com/office/drawing/2014/main" id="{793ACD4B-5CA6-0DBE-37BC-1DD3AD9BFBBD}"/>
              </a:ext>
            </a:extLst>
          </p:cNvPr>
          <p:cNvSpPr>
            <a:spLocks noGrp="1"/>
          </p:cNvSpPr>
          <p:nvPr/>
        </p:nvSpPr>
        <p:spPr>
          <a:xfrm>
            <a:off x="2787982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8" name="Circle">
            <a:extLst>
              <a:ext uri="{FF2B5EF4-FFF2-40B4-BE49-F238E27FC236}">
                <a16:creationId xmlns:a16="http://schemas.microsoft.com/office/drawing/2014/main" id="{888DBC65-43B8-F926-1026-937ABA9B8F19}"/>
              </a:ext>
            </a:extLst>
          </p:cNvPr>
          <p:cNvSpPr>
            <a:spLocks noGrp="1"/>
          </p:cNvSpPr>
          <p:nvPr/>
        </p:nvSpPr>
        <p:spPr>
          <a:xfrm>
            <a:off x="2887709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9" name="Circle">
            <a:extLst>
              <a:ext uri="{FF2B5EF4-FFF2-40B4-BE49-F238E27FC236}">
                <a16:creationId xmlns:a16="http://schemas.microsoft.com/office/drawing/2014/main" id="{8BD68DE7-32FF-DA26-0EED-AF9EEDCAD418}"/>
              </a:ext>
            </a:extLst>
          </p:cNvPr>
          <p:cNvSpPr>
            <a:spLocks noGrp="1"/>
          </p:cNvSpPr>
          <p:nvPr/>
        </p:nvSpPr>
        <p:spPr>
          <a:xfrm rot="10800000">
            <a:off x="3652678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0" name="Rounded Rectangle">
            <a:extLst>
              <a:ext uri="{FF2B5EF4-FFF2-40B4-BE49-F238E27FC236}">
                <a16:creationId xmlns:a16="http://schemas.microsoft.com/office/drawing/2014/main" id="{B1712967-495D-0D36-3739-75B1021BE4F6}"/>
              </a:ext>
            </a:extLst>
          </p:cNvPr>
          <p:cNvSpPr>
            <a:spLocks noGrp="1"/>
          </p:cNvSpPr>
          <p:nvPr/>
        </p:nvSpPr>
        <p:spPr>
          <a:xfrm>
            <a:off x="2787982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1" name="Circle">
            <a:extLst>
              <a:ext uri="{FF2B5EF4-FFF2-40B4-BE49-F238E27FC236}">
                <a16:creationId xmlns:a16="http://schemas.microsoft.com/office/drawing/2014/main" id="{6D7BA118-B15C-B558-3345-D8B922BC2968}"/>
              </a:ext>
            </a:extLst>
          </p:cNvPr>
          <p:cNvSpPr>
            <a:spLocks noGrp="1"/>
          </p:cNvSpPr>
          <p:nvPr/>
        </p:nvSpPr>
        <p:spPr>
          <a:xfrm>
            <a:off x="288771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2" name="Circle">
            <a:extLst>
              <a:ext uri="{FF2B5EF4-FFF2-40B4-BE49-F238E27FC236}">
                <a16:creationId xmlns:a16="http://schemas.microsoft.com/office/drawing/2014/main" id="{6BAD2D98-B3B7-C3EC-F917-F84ED99594A3}"/>
              </a:ext>
            </a:extLst>
          </p:cNvPr>
          <p:cNvSpPr>
            <a:spLocks noGrp="1"/>
          </p:cNvSpPr>
          <p:nvPr/>
        </p:nvSpPr>
        <p:spPr>
          <a:xfrm rot="10800000">
            <a:off x="3652678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3" name="Circle">
            <a:extLst>
              <a:ext uri="{FF2B5EF4-FFF2-40B4-BE49-F238E27FC236}">
                <a16:creationId xmlns:a16="http://schemas.microsoft.com/office/drawing/2014/main" id="{CCD4EDB0-22C3-4775-2674-A735619B473D}"/>
              </a:ext>
            </a:extLst>
          </p:cNvPr>
          <p:cNvSpPr>
            <a:spLocks noGrp="1"/>
          </p:cNvSpPr>
          <p:nvPr/>
        </p:nvSpPr>
        <p:spPr>
          <a:xfrm rot="10800000">
            <a:off x="3270194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4" name="Rounded Rectangle">
            <a:extLst>
              <a:ext uri="{FF2B5EF4-FFF2-40B4-BE49-F238E27FC236}">
                <a16:creationId xmlns:a16="http://schemas.microsoft.com/office/drawing/2014/main" id="{2C68B237-00A6-E52D-C286-1EECEF34B7A2}"/>
              </a:ext>
            </a:extLst>
          </p:cNvPr>
          <p:cNvSpPr>
            <a:spLocks noGrp="1"/>
          </p:cNvSpPr>
          <p:nvPr/>
        </p:nvSpPr>
        <p:spPr>
          <a:xfrm>
            <a:off x="2787982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5" name="Circle">
            <a:extLst>
              <a:ext uri="{FF2B5EF4-FFF2-40B4-BE49-F238E27FC236}">
                <a16:creationId xmlns:a16="http://schemas.microsoft.com/office/drawing/2014/main" id="{7F3ED12C-CC10-B8EE-141A-2B58A7FA305F}"/>
              </a:ext>
            </a:extLst>
          </p:cNvPr>
          <p:cNvSpPr>
            <a:spLocks noGrp="1"/>
          </p:cNvSpPr>
          <p:nvPr/>
        </p:nvSpPr>
        <p:spPr>
          <a:xfrm>
            <a:off x="288771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6" name="Circle">
            <a:extLst>
              <a:ext uri="{FF2B5EF4-FFF2-40B4-BE49-F238E27FC236}">
                <a16:creationId xmlns:a16="http://schemas.microsoft.com/office/drawing/2014/main" id="{756A465B-F8B3-BAD0-3AE0-F45D0524171F}"/>
              </a:ext>
            </a:extLst>
          </p:cNvPr>
          <p:cNvSpPr>
            <a:spLocks noGrp="1"/>
          </p:cNvSpPr>
          <p:nvPr/>
        </p:nvSpPr>
        <p:spPr>
          <a:xfrm rot="10800000">
            <a:off x="3652678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7" name="Circle">
            <a:extLst>
              <a:ext uri="{FF2B5EF4-FFF2-40B4-BE49-F238E27FC236}">
                <a16:creationId xmlns:a16="http://schemas.microsoft.com/office/drawing/2014/main" id="{32C3DBB4-E805-8946-A490-0822355A0299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8" name="Circle">
            <a:extLst>
              <a:ext uri="{FF2B5EF4-FFF2-40B4-BE49-F238E27FC236}">
                <a16:creationId xmlns:a16="http://schemas.microsoft.com/office/drawing/2014/main" id="{7CE1C938-E177-C2D1-FC65-64106F764C8B}"/>
              </a:ext>
            </a:extLst>
          </p:cNvPr>
          <p:cNvSpPr>
            <a:spLocks noGrp="1"/>
          </p:cNvSpPr>
          <p:nvPr/>
        </p:nvSpPr>
        <p:spPr>
          <a:xfrm flipH="1">
            <a:off x="3652678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9" name="Rounded Rectangle">
            <a:extLst>
              <a:ext uri="{FF2B5EF4-FFF2-40B4-BE49-F238E27FC236}">
                <a16:creationId xmlns:a16="http://schemas.microsoft.com/office/drawing/2014/main" id="{1DB148E3-5044-1C06-84EC-91326D4F11FD}"/>
              </a:ext>
            </a:extLst>
          </p:cNvPr>
          <p:cNvSpPr>
            <a:spLocks noGrp="1"/>
          </p:cNvSpPr>
          <p:nvPr/>
        </p:nvSpPr>
        <p:spPr>
          <a:xfrm>
            <a:off x="2787982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0" name="Circle">
            <a:extLst>
              <a:ext uri="{FF2B5EF4-FFF2-40B4-BE49-F238E27FC236}">
                <a16:creationId xmlns:a16="http://schemas.microsoft.com/office/drawing/2014/main" id="{A80C9AEB-D657-3A7E-793C-A954A789CBCD}"/>
              </a:ext>
            </a:extLst>
          </p:cNvPr>
          <p:cNvSpPr>
            <a:spLocks noGrp="1"/>
          </p:cNvSpPr>
          <p:nvPr/>
        </p:nvSpPr>
        <p:spPr>
          <a:xfrm>
            <a:off x="2887710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1" name="Circle">
            <a:extLst>
              <a:ext uri="{FF2B5EF4-FFF2-40B4-BE49-F238E27FC236}">
                <a16:creationId xmlns:a16="http://schemas.microsoft.com/office/drawing/2014/main" id="{02E100AB-4655-4E72-14FA-732360416CA4}"/>
              </a:ext>
            </a:extLst>
          </p:cNvPr>
          <p:cNvSpPr>
            <a:spLocks noGrp="1"/>
          </p:cNvSpPr>
          <p:nvPr/>
        </p:nvSpPr>
        <p:spPr>
          <a:xfrm rot="10800000">
            <a:off x="3652678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2" name="Circle">
            <a:extLst>
              <a:ext uri="{FF2B5EF4-FFF2-40B4-BE49-F238E27FC236}">
                <a16:creationId xmlns:a16="http://schemas.microsoft.com/office/drawing/2014/main" id="{E5FE0EE2-17F0-D501-A705-0EF41992B6E7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3" name="Circle">
            <a:extLst>
              <a:ext uri="{FF2B5EF4-FFF2-40B4-BE49-F238E27FC236}">
                <a16:creationId xmlns:a16="http://schemas.microsoft.com/office/drawing/2014/main" id="{58AE73FF-22BF-C369-AD3F-30F08C4DD1C1}"/>
              </a:ext>
            </a:extLst>
          </p:cNvPr>
          <p:cNvSpPr>
            <a:spLocks noGrp="1"/>
          </p:cNvSpPr>
          <p:nvPr/>
        </p:nvSpPr>
        <p:spPr>
          <a:xfrm flipH="1">
            <a:off x="3652678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4" name="Circle">
            <a:extLst>
              <a:ext uri="{FF2B5EF4-FFF2-40B4-BE49-F238E27FC236}">
                <a16:creationId xmlns:a16="http://schemas.microsoft.com/office/drawing/2014/main" id="{A2A0810E-87F1-619A-50CE-705D5206A778}"/>
              </a:ext>
            </a:extLst>
          </p:cNvPr>
          <p:cNvSpPr>
            <a:spLocks noGrp="1"/>
          </p:cNvSpPr>
          <p:nvPr/>
        </p:nvSpPr>
        <p:spPr>
          <a:xfrm rot="10800000">
            <a:off x="3270194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5" name="Rounded Rectangle">
            <a:extLst>
              <a:ext uri="{FF2B5EF4-FFF2-40B4-BE49-F238E27FC236}">
                <a16:creationId xmlns:a16="http://schemas.microsoft.com/office/drawing/2014/main" id="{1FCF2A63-556C-2BCB-05F4-A08922B3C7D6}"/>
              </a:ext>
            </a:extLst>
          </p:cNvPr>
          <p:cNvSpPr>
            <a:spLocks noGrp="1"/>
          </p:cNvSpPr>
          <p:nvPr/>
        </p:nvSpPr>
        <p:spPr>
          <a:xfrm>
            <a:off x="2787982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6" name="Circle">
            <a:extLst>
              <a:ext uri="{FF2B5EF4-FFF2-40B4-BE49-F238E27FC236}">
                <a16:creationId xmlns:a16="http://schemas.microsoft.com/office/drawing/2014/main" id="{D0B45E3D-BF43-E85F-0B3D-5E9334CA77CB}"/>
              </a:ext>
            </a:extLst>
          </p:cNvPr>
          <p:cNvSpPr>
            <a:spLocks noGrp="1"/>
          </p:cNvSpPr>
          <p:nvPr/>
        </p:nvSpPr>
        <p:spPr>
          <a:xfrm>
            <a:off x="2887710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7" name="Circle">
            <a:extLst>
              <a:ext uri="{FF2B5EF4-FFF2-40B4-BE49-F238E27FC236}">
                <a16:creationId xmlns:a16="http://schemas.microsoft.com/office/drawing/2014/main" id="{8BCF62C2-E22D-1E86-B621-613DF98EC8D6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8" name="Circle">
            <a:extLst>
              <a:ext uri="{FF2B5EF4-FFF2-40B4-BE49-F238E27FC236}">
                <a16:creationId xmlns:a16="http://schemas.microsoft.com/office/drawing/2014/main" id="{5CDD2A7F-2115-D53C-8CDD-DC785D823D85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9" name="Circle">
            <a:extLst>
              <a:ext uri="{FF2B5EF4-FFF2-40B4-BE49-F238E27FC236}">
                <a16:creationId xmlns:a16="http://schemas.microsoft.com/office/drawing/2014/main" id="{F5719960-A53F-946C-6D9A-64DF937643C7}"/>
              </a:ext>
            </a:extLst>
          </p:cNvPr>
          <p:cNvSpPr>
            <a:spLocks noGrp="1"/>
          </p:cNvSpPr>
          <p:nvPr/>
        </p:nvSpPr>
        <p:spPr>
          <a:xfrm flipH="1">
            <a:off x="3652678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0" name="Circle">
            <a:extLst>
              <a:ext uri="{FF2B5EF4-FFF2-40B4-BE49-F238E27FC236}">
                <a16:creationId xmlns:a16="http://schemas.microsoft.com/office/drawing/2014/main" id="{062CA4F3-B61B-3E75-8645-C8F5BC56D55C}"/>
              </a:ext>
            </a:extLst>
          </p:cNvPr>
          <p:cNvSpPr>
            <a:spLocks noGrp="1"/>
          </p:cNvSpPr>
          <p:nvPr/>
        </p:nvSpPr>
        <p:spPr>
          <a:xfrm rot="10800000">
            <a:off x="2887710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1" name="Circle">
            <a:extLst>
              <a:ext uri="{FF2B5EF4-FFF2-40B4-BE49-F238E27FC236}">
                <a16:creationId xmlns:a16="http://schemas.microsoft.com/office/drawing/2014/main" id="{253764F9-8E59-1244-6EA8-A2A43A8C8C70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2" name="Rounded Rectangle">
            <a:extLst>
              <a:ext uri="{FF2B5EF4-FFF2-40B4-BE49-F238E27FC236}">
                <a16:creationId xmlns:a16="http://schemas.microsoft.com/office/drawing/2014/main" id="{8AF0C237-DD19-0F67-0515-78DA90F992DE}"/>
              </a:ext>
            </a:extLst>
          </p:cNvPr>
          <p:cNvSpPr>
            <a:spLocks noGrp="1"/>
          </p:cNvSpPr>
          <p:nvPr/>
        </p:nvSpPr>
        <p:spPr>
          <a:xfrm>
            <a:off x="1366203" y="3231794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3" name="Circle">
            <a:extLst>
              <a:ext uri="{FF2B5EF4-FFF2-40B4-BE49-F238E27FC236}">
                <a16:creationId xmlns:a16="http://schemas.microsoft.com/office/drawing/2014/main" id="{41FF0E55-F728-5501-C442-7AD57280C6FA}"/>
              </a:ext>
            </a:extLst>
          </p:cNvPr>
          <p:cNvSpPr>
            <a:spLocks noGrp="1"/>
          </p:cNvSpPr>
          <p:nvPr/>
        </p:nvSpPr>
        <p:spPr>
          <a:xfrm>
            <a:off x="1848415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4" name="Rounded Rectangle">
            <a:extLst>
              <a:ext uri="{FF2B5EF4-FFF2-40B4-BE49-F238E27FC236}">
                <a16:creationId xmlns:a16="http://schemas.microsoft.com/office/drawing/2014/main" id="{6553ADB3-EAAF-718F-EE2E-D177BD672BCE}"/>
              </a:ext>
            </a:extLst>
          </p:cNvPr>
          <p:cNvSpPr>
            <a:spLocks noGrp="1"/>
          </p:cNvSpPr>
          <p:nvPr/>
        </p:nvSpPr>
        <p:spPr>
          <a:xfrm>
            <a:off x="5158165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5" name="Circle">
            <a:extLst>
              <a:ext uri="{FF2B5EF4-FFF2-40B4-BE49-F238E27FC236}">
                <a16:creationId xmlns:a16="http://schemas.microsoft.com/office/drawing/2014/main" id="{EE800548-F0AC-262F-58BB-EEE79CA11A4D}"/>
              </a:ext>
            </a:extLst>
          </p:cNvPr>
          <p:cNvSpPr>
            <a:spLocks noGrp="1"/>
          </p:cNvSpPr>
          <p:nvPr/>
        </p:nvSpPr>
        <p:spPr>
          <a:xfrm>
            <a:off x="525789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6" name="Circle">
            <a:extLst>
              <a:ext uri="{FF2B5EF4-FFF2-40B4-BE49-F238E27FC236}">
                <a16:creationId xmlns:a16="http://schemas.microsoft.com/office/drawing/2014/main" id="{93E657A4-5A47-9471-CB33-C99FA13ABE64}"/>
              </a:ext>
            </a:extLst>
          </p:cNvPr>
          <p:cNvSpPr>
            <a:spLocks noGrp="1"/>
          </p:cNvSpPr>
          <p:nvPr/>
        </p:nvSpPr>
        <p:spPr>
          <a:xfrm rot="10800000">
            <a:off x="6022861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7" name="Rounded Rectangle">
            <a:extLst>
              <a:ext uri="{FF2B5EF4-FFF2-40B4-BE49-F238E27FC236}">
                <a16:creationId xmlns:a16="http://schemas.microsoft.com/office/drawing/2014/main" id="{4DAE16DF-4C05-FFC5-4852-7A26044C29BB}"/>
              </a:ext>
            </a:extLst>
          </p:cNvPr>
          <p:cNvSpPr>
            <a:spLocks noGrp="1"/>
          </p:cNvSpPr>
          <p:nvPr/>
        </p:nvSpPr>
        <p:spPr>
          <a:xfrm>
            <a:off x="8950128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8" name="Circle">
            <a:extLst>
              <a:ext uri="{FF2B5EF4-FFF2-40B4-BE49-F238E27FC236}">
                <a16:creationId xmlns:a16="http://schemas.microsoft.com/office/drawing/2014/main" id="{F30938CD-6470-CF0F-DF17-DC404292C72B}"/>
              </a:ext>
            </a:extLst>
          </p:cNvPr>
          <p:cNvSpPr>
            <a:spLocks noGrp="1"/>
          </p:cNvSpPr>
          <p:nvPr/>
        </p:nvSpPr>
        <p:spPr>
          <a:xfrm>
            <a:off x="9049856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9" name="Circle">
            <a:extLst>
              <a:ext uri="{FF2B5EF4-FFF2-40B4-BE49-F238E27FC236}">
                <a16:creationId xmlns:a16="http://schemas.microsoft.com/office/drawing/2014/main" id="{3E2863AB-884C-D1BE-3EDE-8E11ABA54F6D}"/>
              </a:ext>
            </a:extLst>
          </p:cNvPr>
          <p:cNvSpPr>
            <a:spLocks noGrp="1"/>
          </p:cNvSpPr>
          <p:nvPr/>
        </p:nvSpPr>
        <p:spPr>
          <a:xfrm rot="10800000">
            <a:off x="9814825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0" name="Circle">
            <a:extLst>
              <a:ext uri="{FF2B5EF4-FFF2-40B4-BE49-F238E27FC236}">
                <a16:creationId xmlns:a16="http://schemas.microsoft.com/office/drawing/2014/main" id="{82B1FCCB-DB70-CE2B-A3FF-00CA88494E22}"/>
              </a:ext>
            </a:extLst>
          </p:cNvPr>
          <p:cNvSpPr>
            <a:spLocks noGrp="1"/>
          </p:cNvSpPr>
          <p:nvPr/>
        </p:nvSpPr>
        <p:spPr>
          <a:xfrm rot="10800000">
            <a:off x="9432340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1" name="Rounded Rectangle">
            <a:extLst>
              <a:ext uri="{FF2B5EF4-FFF2-40B4-BE49-F238E27FC236}">
                <a16:creationId xmlns:a16="http://schemas.microsoft.com/office/drawing/2014/main" id="{EB1E3820-FCBA-ACC0-2C0C-ABC654401BC0}"/>
              </a:ext>
            </a:extLst>
          </p:cNvPr>
          <p:cNvSpPr>
            <a:spLocks noGrp="1"/>
          </p:cNvSpPr>
          <p:nvPr/>
        </p:nvSpPr>
        <p:spPr>
          <a:xfrm>
            <a:off x="12742092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2" name="Circle">
            <a:extLst>
              <a:ext uri="{FF2B5EF4-FFF2-40B4-BE49-F238E27FC236}">
                <a16:creationId xmlns:a16="http://schemas.microsoft.com/office/drawing/2014/main" id="{B16605A5-D585-D7FC-FE8D-17EE7959B5C5}"/>
              </a:ext>
            </a:extLst>
          </p:cNvPr>
          <p:cNvSpPr>
            <a:spLocks noGrp="1"/>
          </p:cNvSpPr>
          <p:nvPr/>
        </p:nvSpPr>
        <p:spPr>
          <a:xfrm>
            <a:off x="12841820" y="4090379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3" name="Circle">
            <a:extLst>
              <a:ext uri="{FF2B5EF4-FFF2-40B4-BE49-F238E27FC236}">
                <a16:creationId xmlns:a16="http://schemas.microsoft.com/office/drawing/2014/main" id="{4C0AC52B-5B9F-D6F0-172D-5F88588E8EFC}"/>
              </a:ext>
            </a:extLst>
          </p:cNvPr>
          <p:cNvSpPr>
            <a:spLocks noGrp="1"/>
          </p:cNvSpPr>
          <p:nvPr/>
        </p:nvSpPr>
        <p:spPr>
          <a:xfrm rot="10800000">
            <a:off x="13606790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4" name="Circle">
            <a:extLst>
              <a:ext uri="{FF2B5EF4-FFF2-40B4-BE49-F238E27FC236}">
                <a16:creationId xmlns:a16="http://schemas.microsoft.com/office/drawing/2014/main" id="{97BDE5FB-31F7-6B65-AA1A-FCEF5AFB121A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5" name="Circle">
            <a:extLst>
              <a:ext uri="{FF2B5EF4-FFF2-40B4-BE49-F238E27FC236}">
                <a16:creationId xmlns:a16="http://schemas.microsoft.com/office/drawing/2014/main" id="{6690CBD9-9CD7-6955-B6D2-DF49065F62B9}"/>
              </a:ext>
            </a:extLst>
          </p:cNvPr>
          <p:cNvSpPr>
            <a:spLocks noGrp="1"/>
          </p:cNvSpPr>
          <p:nvPr/>
        </p:nvSpPr>
        <p:spPr>
          <a:xfrm flipH="1">
            <a:off x="13606790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6" name="Rounded Rectangle">
            <a:extLst>
              <a:ext uri="{FF2B5EF4-FFF2-40B4-BE49-F238E27FC236}">
                <a16:creationId xmlns:a16="http://schemas.microsoft.com/office/drawing/2014/main" id="{964CC729-081D-EF77-57DB-7368DE40B27B}"/>
              </a:ext>
            </a:extLst>
          </p:cNvPr>
          <p:cNvSpPr>
            <a:spLocks noGrp="1"/>
          </p:cNvSpPr>
          <p:nvPr/>
        </p:nvSpPr>
        <p:spPr>
          <a:xfrm>
            <a:off x="16534056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7" name="Circle">
            <a:extLst>
              <a:ext uri="{FF2B5EF4-FFF2-40B4-BE49-F238E27FC236}">
                <a16:creationId xmlns:a16="http://schemas.microsoft.com/office/drawing/2014/main" id="{2A84E3F8-E91D-C9BE-1E20-47B41C84E1A1}"/>
              </a:ext>
            </a:extLst>
          </p:cNvPr>
          <p:cNvSpPr>
            <a:spLocks noGrp="1"/>
          </p:cNvSpPr>
          <p:nvPr/>
        </p:nvSpPr>
        <p:spPr>
          <a:xfrm>
            <a:off x="16633783" y="4090379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8" name="Circle">
            <a:extLst>
              <a:ext uri="{FF2B5EF4-FFF2-40B4-BE49-F238E27FC236}">
                <a16:creationId xmlns:a16="http://schemas.microsoft.com/office/drawing/2014/main" id="{2F63987F-2A8E-7521-2B31-7322A8784651}"/>
              </a:ext>
            </a:extLst>
          </p:cNvPr>
          <p:cNvSpPr>
            <a:spLocks noGrp="1"/>
          </p:cNvSpPr>
          <p:nvPr/>
        </p:nvSpPr>
        <p:spPr>
          <a:xfrm rot="10800000">
            <a:off x="17398754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9" name="Circle">
            <a:extLst>
              <a:ext uri="{FF2B5EF4-FFF2-40B4-BE49-F238E27FC236}">
                <a16:creationId xmlns:a16="http://schemas.microsoft.com/office/drawing/2014/main" id="{E952DA8B-AFA5-A496-CFB9-E1E80A3683DD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0" name="Circle">
            <a:extLst>
              <a:ext uri="{FF2B5EF4-FFF2-40B4-BE49-F238E27FC236}">
                <a16:creationId xmlns:a16="http://schemas.microsoft.com/office/drawing/2014/main" id="{5D5BEE0A-74D2-439D-C7CC-29AE3D2A2DF9}"/>
              </a:ext>
            </a:extLst>
          </p:cNvPr>
          <p:cNvSpPr>
            <a:spLocks noGrp="1"/>
          </p:cNvSpPr>
          <p:nvPr/>
        </p:nvSpPr>
        <p:spPr>
          <a:xfrm flipH="1">
            <a:off x="17398754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1" name="Circle">
            <a:extLst>
              <a:ext uri="{FF2B5EF4-FFF2-40B4-BE49-F238E27FC236}">
                <a16:creationId xmlns:a16="http://schemas.microsoft.com/office/drawing/2014/main" id="{69F8194B-3AD9-1263-28C3-D370F6ACEE62}"/>
              </a:ext>
            </a:extLst>
          </p:cNvPr>
          <p:cNvSpPr>
            <a:spLocks noGrp="1"/>
          </p:cNvSpPr>
          <p:nvPr/>
        </p:nvSpPr>
        <p:spPr>
          <a:xfrm rot="10800000">
            <a:off x="17016268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2" name="Rounded Rectangle">
            <a:extLst>
              <a:ext uri="{FF2B5EF4-FFF2-40B4-BE49-F238E27FC236}">
                <a16:creationId xmlns:a16="http://schemas.microsoft.com/office/drawing/2014/main" id="{08F4FDFD-0884-C177-ED5A-D4D06378B212}"/>
              </a:ext>
            </a:extLst>
          </p:cNvPr>
          <p:cNvSpPr>
            <a:spLocks noGrp="1"/>
          </p:cNvSpPr>
          <p:nvPr/>
        </p:nvSpPr>
        <p:spPr>
          <a:xfrm>
            <a:off x="1366203" y="5225930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3" name="Circle">
            <a:extLst>
              <a:ext uri="{FF2B5EF4-FFF2-40B4-BE49-F238E27FC236}">
                <a16:creationId xmlns:a16="http://schemas.microsoft.com/office/drawing/2014/main" id="{FEAC323F-35B9-3E8D-0EF0-B2A138BCEC23}"/>
              </a:ext>
            </a:extLst>
          </p:cNvPr>
          <p:cNvSpPr>
            <a:spLocks noGrp="1"/>
          </p:cNvSpPr>
          <p:nvPr/>
        </p:nvSpPr>
        <p:spPr>
          <a:xfrm>
            <a:off x="1848415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4" name="Rounded Rectangle">
            <a:extLst>
              <a:ext uri="{FF2B5EF4-FFF2-40B4-BE49-F238E27FC236}">
                <a16:creationId xmlns:a16="http://schemas.microsoft.com/office/drawing/2014/main" id="{7994CA2E-1D38-B3B5-8269-3C18EDD6FD37}"/>
              </a:ext>
            </a:extLst>
          </p:cNvPr>
          <p:cNvSpPr>
            <a:spLocks noGrp="1"/>
          </p:cNvSpPr>
          <p:nvPr/>
        </p:nvSpPr>
        <p:spPr>
          <a:xfrm>
            <a:off x="5158165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5" name="Circle">
            <a:extLst>
              <a:ext uri="{FF2B5EF4-FFF2-40B4-BE49-F238E27FC236}">
                <a16:creationId xmlns:a16="http://schemas.microsoft.com/office/drawing/2014/main" id="{83620E03-132E-347C-7745-93B1D09F115C}"/>
              </a:ext>
            </a:extLst>
          </p:cNvPr>
          <p:cNvSpPr>
            <a:spLocks noGrp="1"/>
          </p:cNvSpPr>
          <p:nvPr/>
        </p:nvSpPr>
        <p:spPr>
          <a:xfrm>
            <a:off x="525789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6" name="Circle">
            <a:extLst>
              <a:ext uri="{FF2B5EF4-FFF2-40B4-BE49-F238E27FC236}">
                <a16:creationId xmlns:a16="http://schemas.microsoft.com/office/drawing/2014/main" id="{1FA12CC3-BF5B-1F6C-3954-C33A0A996AE3}"/>
              </a:ext>
            </a:extLst>
          </p:cNvPr>
          <p:cNvSpPr>
            <a:spLocks noGrp="1"/>
          </p:cNvSpPr>
          <p:nvPr/>
        </p:nvSpPr>
        <p:spPr>
          <a:xfrm rot="10800000">
            <a:off x="602286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7" name="Rounded Rectangle">
            <a:extLst>
              <a:ext uri="{FF2B5EF4-FFF2-40B4-BE49-F238E27FC236}">
                <a16:creationId xmlns:a16="http://schemas.microsoft.com/office/drawing/2014/main" id="{EDE45F73-C64A-90CB-2B16-D761FCD42821}"/>
              </a:ext>
            </a:extLst>
          </p:cNvPr>
          <p:cNvSpPr>
            <a:spLocks noGrp="1"/>
          </p:cNvSpPr>
          <p:nvPr/>
        </p:nvSpPr>
        <p:spPr>
          <a:xfrm>
            <a:off x="8950128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8" name="Circle">
            <a:extLst>
              <a:ext uri="{FF2B5EF4-FFF2-40B4-BE49-F238E27FC236}">
                <a16:creationId xmlns:a16="http://schemas.microsoft.com/office/drawing/2014/main" id="{CCA05B75-2F38-5FD7-78E0-AA6AFFDF8B65}"/>
              </a:ext>
            </a:extLst>
          </p:cNvPr>
          <p:cNvSpPr>
            <a:spLocks noGrp="1"/>
          </p:cNvSpPr>
          <p:nvPr/>
        </p:nvSpPr>
        <p:spPr>
          <a:xfrm>
            <a:off x="9049856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9" name="Circle">
            <a:extLst>
              <a:ext uri="{FF2B5EF4-FFF2-40B4-BE49-F238E27FC236}">
                <a16:creationId xmlns:a16="http://schemas.microsoft.com/office/drawing/2014/main" id="{54861788-C742-3D52-B77C-3DA7DE0D886A}"/>
              </a:ext>
            </a:extLst>
          </p:cNvPr>
          <p:cNvSpPr>
            <a:spLocks noGrp="1"/>
          </p:cNvSpPr>
          <p:nvPr/>
        </p:nvSpPr>
        <p:spPr>
          <a:xfrm rot="10800000">
            <a:off x="981482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0" name="Circle">
            <a:extLst>
              <a:ext uri="{FF2B5EF4-FFF2-40B4-BE49-F238E27FC236}">
                <a16:creationId xmlns:a16="http://schemas.microsoft.com/office/drawing/2014/main" id="{A5EDB5C6-C9DB-C312-EA2A-87A58FD4B69B}"/>
              </a:ext>
            </a:extLst>
          </p:cNvPr>
          <p:cNvSpPr>
            <a:spLocks noGrp="1"/>
          </p:cNvSpPr>
          <p:nvPr/>
        </p:nvSpPr>
        <p:spPr>
          <a:xfrm rot="10800000">
            <a:off x="9432340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1" name="Rounded Rectangle">
            <a:extLst>
              <a:ext uri="{FF2B5EF4-FFF2-40B4-BE49-F238E27FC236}">
                <a16:creationId xmlns:a16="http://schemas.microsoft.com/office/drawing/2014/main" id="{57B82B67-AA22-66F6-0655-CA445B9342B3}"/>
              </a:ext>
            </a:extLst>
          </p:cNvPr>
          <p:cNvSpPr>
            <a:spLocks noGrp="1"/>
          </p:cNvSpPr>
          <p:nvPr/>
        </p:nvSpPr>
        <p:spPr>
          <a:xfrm>
            <a:off x="12742092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2" name="Circle">
            <a:extLst>
              <a:ext uri="{FF2B5EF4-FFF2-40B4-BE49-F238E27FC236}">
                <a16:creationId xmlns:a16="http://schemas.microsoft.com/office/drawing/2014/main" id="{60C8D92D-4F76-7F28-C72D-29B2DBCB0160}"/>
              </a:ext>
            </a:extLst>
          </p:cNvPr>
          <p:cNvSpPr>
            <a:spLocks noGrp="1"/>
          </p:cNvSpPr>
          <p:nvPr/>
        </p:nvSpPr>
        <p:spPr>
          <a:xfrm>
            <a:off x="1284182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3" name="Circle">
            <a:extLst>
              <a:ext uri="{FF2B5EF4-FFF2-40B4-BE49-F238E27FC236}">
                <a16:creationId xmlns:a16="http://schemas.microsoft.com/office/drawing/2014/main" id="{FB49A465-E5B2-989A-6A8C-038581357786}"/>
              </a:ext>
            </a:extLst>
          </p:cNvPr>
          <p:cNvSpPr>
            <a:spLocks noGrp="1"/>
          </p:cNvSpPr>
          <p:nvPr/>
        </p:nvSpPr>
        <p:spPr>
          <a:xfrm rot="10800000">
            <a:off x="13606790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4" name="Circle">
            <a:extLst>
              <a:ext uri="{FF2B5EF4-FFF2-40B4-BE49-F238E27FC236}">
                <a16:creationId xmlns:a16="http://schemas.microsoft.com/office/drawing/2014/main" id="{67D1AC90-C47C-032B-94EA-9FF2537BD247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5" name="Circle">
            <a:extLst>
              <a:ext uri="{FF2B5EF4-FFF2-40B4-BE49-F238E27FC236}">
                <a16:creationId xmlns:a16="http://schemas.microsoft.com/office/drawing/2014/main" id="{0CB9E356-12FA-9F54-6974-6237302DC473}"/>
              </a:ext>
            </a:extLst>
          </p:cNvPr>
          <p:cNvSpPr>
            <a:spLocks noGrp="1"/>
          </p:cNvSpPr>
          <p:nvPr/>
        </p:nvSpPr>
        <p:spPr>
          <a:xfrm flipH="1">
            <a:off x="1360679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6" name="Rounded Rectangle">
            <a:extLst>
              <a:ext uri="{FF2B5EF4-FFF2-40B4-BE49-F238E27FC236}">
                <a16:creationId xmlns:a16="http://schemas.microsoft.com/office/drawing/2014/main" id="{2B1A9E92-643A-0326-63F1-3CE086B1B6A2}"/>
              </a:ext>
            </a:extLst>
          </p:cNvPr>
          <p:cNvSpPr>
            <a:spLocks noGrp="1"/>
          </p:cNvSpPr>
          <p:nvPr/>
        </p:nvSpPr>
        <p:spPr>
          <a:xfrm>
            <a:off x="16534056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7" name="Circle">
            <a:extLst>
              <a:ext uri="{FF2B5EF4-FFF2-40B4-BE49-F238E27FC236}">
                <a16:creationId xmlns:a16="http://schemas.microsoft.com/office/drawing/2014/main" id="{C579435A-362A-FDB2-C63F-A15BD00553A4}"/>
              </a:ext>
            </a:extLst>
          </p:cNvPr>
          <p:cNvSpPr>
            <a:spLocks noGrp="1"/>
          </p:cNvSpPr>
          <p:nvPr/>
        </p:nvSpPr>
        <p:spPr>
          <a:xfrm>
            <a:off x="16633783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8" name="Circle">
            <a:extLst>
              <a:ext uri="{FF2B5EF4-FFF2-40B4-BE49-F238E27FC236}">
                <a16:creationId xmlns:a16="http://schemas.microsoft.com/office/drawing/2014/main" id="{C6390CD3-B069-81A1-6AE4-1A4AB53FF855}"/>
              </a:ext>
            </a:extLst>
          </p:cNvPr>
          <p:cNvSpPr>
            <a:spLocks noGrp="1"/>
          </p:cNvSpPr>
          <p:nvPr/>
        </p:nvSpPr>
        <p:spPr>
          <a:xfrm rot="10800000">
            <a:off x="17398754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9" name="Circle">
            <a:extLst>
              <a:ext uri="{FF2B5EF4-FFF2-40B4-BE49-F238E27FC236}">
                <a16:creationId xmlns:a16="http://schemas.microsoft.com/office/drawing/2014/main" id="{FAAAB63B-8781-C601-4E1F-CEE58FF7B39D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0" name="Circle">
            <a:extLst>
              <a:ext uri="{FF2B5EF4-FFF2-40B4-BE49-F238E27FC236}">
                <a16:creationId xmlns:a16="http://schemas.microsoft.com/office/drawing/2014/main" id="{07B71092-AB65-3816-4158-C9A6D038BFC0}"/>
              </a:ext>
            </a:extLst>
          </p:cNvPr>
          <p:cNvSpPr>
            <a:spLocks noGrp="1"/>
          </p:cNvSpPr>
          <p:nvPr/>
        </p:nvSpPr>
        <p:spPr>
          <a:xfrm flipH="1">
            <a:off x="17398754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1" name="Circle">
            <a:extLst>
              <a:ext uri="{FF2B5EF4-FFF2-40B4-BE49-F238E27FC236}">
                <a16:creationId xmlns:a16="http://schemas.microsoft.com/office/drawing/2014/main" id="{FA8B5A1C-BB3D-D73E-E618-7342D80BF657}"/>
              </a:ext>
            </a:extLst>
          </p:cNvPr>
          <p:cNvSpPr>
            <a:spLocks noGrp="1"/>
          </p:cNvSpPr>
          <p:nvPr/>
        </p:nvSpPr>
        <p:spPr>
          <a:xfrm rot="10800000">
            <a:off x="17016268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2" name="Rounded Rectangle">
            <a:extLst>
              <a:ext uri="{FF2B5EF4-FFF2-40B4-BE49-F238E27FC236}">
                <a16:creationId xmlns:a16="http://schemas.microsoft.com/office/drawing/2014/main" id="{A18D94CE-8074-ACB4-1508-9B57D0F6D38C}"/>
              </a:ext>
            </a:extLst>
          </p:cNvPr>
          <p:cNvSpPr>
            <a:spLocks noGrp="1"/>
          </p:cNvSpPr>
          <p:nvPr/>
        </p:nvSpPr>
        <p:spPr>
          <a:xfrm>
            <a:off x="1366203" y="7220069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3" name="Circle">
            <a:extLst>
              <a:ext uri="{FF2B5EF4-FFF2-40B4-BE49-F238E27FC236}">
                <a16:creationId xmlns:a16="http://schemas.microsoft.com/office/drawing/2014/main" id="{14C4F386-F67E-79D1-85AD-5DC42E5F8490}"/>
              </a:ext>
            </a:extLst>
          </p:cNvPr>
          <p:cNvSpPr>
            <a:spLocks noGrp="1"/>
          </p:cNvSpPr>
          <p:nvPr/>
        </p:nvSpPr>
        <p:spPr>
          <a:xfrm>
            <a:off x="1848415" y="77022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4" name="Rounded Rectangle">
            <a:extLst>
              <a:ext uri="{FF2B5EF4-FFF2-40B4-BE49-F238E27FC236}">
                <a16:creationId xmlns:a16="http://schemas.microsoft.com/office/drawing/2014/main" id="{BF063180-C149-3AAE-09A6-5B1434440728}"/>
              </a:ext>
            </a:extLst>
          </p:cNvPr>
          <p:cNvSpPr>
            <a:spLocks noGrp="1"/>
          </p:cNvSpPr>
          <p:nvPr/>
        </p:nvSpPr>
        <p:spPr>
          <a:xfrm>
            <a:off x="5158165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5" name="Circle">
            <a:extLst>
              <a:ext uri="{FF2B5EF4-FFF2-40B4-BE49-F238E27FC236}">
                <a16:creationId xmlns:a16="http://schemas.microsoft.com/office/drawing/2014/main" id="{CD73A6AC-E755-E39D-9D50-1F21C5B739E0}"/>
              </a:ext>
            </a:extLst>
          </p:cNvPr>
          <p:cNvSpPr>
            <a:spLocks noGrp="1"/>
          </p:cNvSpPr>
          <p:nvPr/>
        </p:nvSpPr>
        <p:spPr>
          <a:xfrm>
            <a:off x="525789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6" name="Circle">
            <a:extLst>
              <a:ext uri="{FF2B5EF4-FFF2-40B4-BE49-F238E27FC236}">
                <a16:creationId xmlns:a16="http://schemas.microsoft.com/office/drawing/2014/main" id="{34AEC237-FFCA-052E-9F0F-784E9CDD40B1}"/>
              </a:ext>
            </a:extLst>
          </p:cNvPr>
          <p:cNvSpPr>
            <a:spLocks noGrp="1"/>
          </p:cNvSpPr>
          <p:nvPr/>
        </p:nvSpPr>
        <p:spPr>
          <a:xfrm rot="10800000">
            <a:off x="602286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7" name="Rounded Rectangle">
            <a:extLst>
              <a:ext uri="{FF2B5EF4-FFF2-40B4-BE49-F238E27FC236}">
                <a16:creationId xmlns:a16="http://schemas.microsoft.com/office/drawing/2014/main" id="{F7F180C2-8F24-1A6C-68B7-3CA25D0080CF}"/>
              </a:ext>
            </a:extLst>
          </p:cNvPr>
          <p:cNvSpPr>
            <a:spLocks noGrp="1"/>
          </p:cNvSpPr>
          <p:nvPr/>
        </p:nvSpPr>
        <p:spPr>
          <a:xfrm>
            <a:off x="8950128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8" name="Circle">
            <a:extLst>
              <a:ext uri="{FF2B5EF4-FFF2-40B4-BE49-F238E27FC236}">
                <a16:creationId xmlns:a16="http://schemas.microsoft.com/office/drawing/2014/main" id="{7F801666-65A9-0B65-5331-CD97A73EA4DF}"/>
              </a:ext>
            </a:extLst>
          </p:cNvPr>
          <p:cNvSpPr>
            <a:spLocks noGrp="1"/>
          </p:cNvSpPr>
          <p:nvPr/>
        </p:nvSpPr>
        <p:spPr>
          <a:xfrm>
            <a:off x="9049856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9" name="Circle">
            <a:extLst>
              <a:ext uri="{FF2B5EF4-FFF2-40B4-BE49-F238E27FC236}">
                <a16:creationId xmlns:a16="http://schemas.microsoft.com/office/drawing/2014/main" id="{4E0FCC8E-62CE-A87F-E038-EFB1D5274937}"/>
              </a:ext>
            </a:extLst>
          </p:cNvPr>
          <p:cNvSpPr>
            <a:spLocks noGrp="1"/>
          </p:cNvSpPr>
          <p:nvPr/>
        </p:nvSpPr>
        <p:spPr>
          <a:xfrm rot="10800000">
            <a:off x="981482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0" name="Circle">
            <a:extLst>
              <a:ext uri="{FF2B5EF4-FFF2-40B4-BE49-F238E27FC236}">
                <a16:creationId xmlns:a16="http://schemas.microsoft.com/office/drawing/2014/main" id="{324ABFFC-840C-7121-6548-4CDE4B6C97A0}"/>
              </a:ext>
            </a:extLst>
          </p:cNvPr>
          <p:cNvSpPr>
            <a:spLocks noGrp="1"/>
          </p:cNvSpPr>
          <p:nvPr/>
        </p:nvSpPr>
        <p:spPr>
          <a:xfrm rot="10800000">
            <a:off x="9432340" y="77022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1" name="Rounded Rectangle">
            <a:extLst>
              <a:ext uri="{FF2B5EF4-FFF2-40B4-BE49-F238E27FC236}">
                <a16:creationId xmlns:a16="http://schemas.microsoft.com/office/drawing/2014/main" id="{D6EFECE4-36BA-9B10-0F04-158040ADE0BB}"/>
              </a:ext>
            </a:extLst>
          </p:cNvPr>
          <p:cNvSpPr>
            <a:spLocks noGrp="1"/>
          </p:cNvSpPr>
          <p:nvPr/>
        </p:nvSpPr>
        <p:spPr>
          <a:xfrm>
            <a:off x="12742092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2" name="Circle">
            <a:extLst>
              <a:ext uri="{FF2B5EF4-FFF2-40B4-BE49-F238E27FC236}">
                <a16:creationId xmlns:a16="http://schemas.microsoft.com/office/drawing/2014/main" id="{0582B03E-2BB3-DB6E-1E95-920579477DBA}"/>
              </a:ext>
            </a:extLst>
          </p:cNvPr>
          <p:cNvSpPr>
            <a:spLocks noGrp="1"/>
          </p:cNvSpPr>
          <p:nvPr/>
        </p:nvSpPr>
        <p:spPr>
          <a:xfrm>
            <a:off x="1284182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3" name="Circle">
            <a:extLst>
              <a:ext uri="{FF2B5EF4-FFF2-40B4-BE49-F238E27FC236}">
                <a16:creationId xmlns:a16="http://schemas.microsoft.com/office/drawing/2014/main" id="{9EC87BAD-CE5E-06F8-F990-B327F395E643}"/>
              </a:ext>
            </a:extLst>
          </p:cNvPr>
          <p:cNvSpPr>
            <a:spLocks noGrp="1"/>
          </p:cNvSpPr>
          <p:nvPr/>
        </p:nvSpPr>
        <p:spPr>
          <a:xfrm rot="10800000">
            <a:off x="13606790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4" name="Circle">
            <a:extLst>
              <a:ext uri="{FF2B5EF4-FFF2-40B4-BE49-F238E27FC236}">
                <a16:creationId xmlns:a16="http://schemas.microsoft.com/office/drawing/2014/main" id="{BFC62181-50D7-DE7A-083F-48191E16E058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5" name="Circle">
            <a:extLst>
              <a:ext uri="{FF2B5EF4-FFF2-40B4-BE49-F238E27FC236}">
                <a16:creationId xmlns:a16="http://schemas.microsoft.com/office/drawing/2014/main" id="{A8E76F94-9A23-DD54-CF73-B4AA33903036}"/>
              </a:ext>
            </a:extLst>
          </p:cNvPr>
          <p:cNvSpPr>
            <a:spLocks noGrp="1"/>
          </p:cNvSpPr>
          <p:nvPr/>
        </p:nvSpPr>
        <p:spPr>
          <a:xfrm flipH="1">
            <a:off x="1360679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6" name="Rounded Rectangle">
            <a:extLst>
              <a:ext uri="{FF2B5EF4-FFF2-40B4-BE49-F238E27FC236}">
                <a16:creationId xmlns:a16="http://schemas.microsoft.com/office/drawing/2014/main" id="{CCFF6AC2-96B9-1FEB-E7E3-240108A30A1F}"/>
              </a:ext>
            </a:extLst>
          </p:cNvPr>
          <p:cNvSpPr>
            <a:spLocks noGrp="1"/>
          </p:cNvSpPr>
          <p:nvPr/>
        </p:nvSpPr>
        <p:spPr>
          <a:xfrm>
            <a:off x="16534056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7" name="Circle">
            <a:extLst>
              <a:ext uri="{FF2B5EF4-FFF2-40B4-BE49-F238E27FC236}">
                <a16:creationId xmlns:a16="http://schemas.microsoft.com/office/drawing/2014/main" id="{214D28E9-238C-FFE3-7BC2-744E0BCE7966}"/>
              </a:ext>
            </a:extLst>
          </p:cNvPr>
          <p:cNvSpPr>
            <a:spLocks noGrp="1"/>
          </p:cNvSpPr>
          <p:nvPr/>
        </p:nvSpPr>
        <p:spPr>
          <a:xfrm>
            <a:off x="16633783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8" name="Circle">
            <a:extLst>
              <a:ext uri="{FF2B5EF4-FFF2-40B4-BE49-F238E27FC236}">
                <a16:creationId xmlns:a16="http://schemas.microsoft.com/office/drawing/2014/main" id="{84D2B699-E5EA-65A7-D9D5-B1E9C5AC471B}"/>
              </a:ext>
            </a:extLst>
          </p:cNvPr>
          <p:cNvSpPr>
            <a:spLocks noGrp="1"/>
          </p:cNvSpPr>
          <p:nvPr/>
        </p:nvSpPr>
        <p:spPr>
          <a:xfrm rot="10800000">
            <a:off x="17398754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9" name="Circle">
            <a:extLst>
              <a:ext uri="{FF2B5EF4-FFF2-40B4-BE49-F238E27FC236}">
                <a16:creationId xmlns:a16="http://schemas.microsoft.com/office/drawing/2014/main" id="{5F4C11D2-A664-1367-0A1E-4441A8392BF3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0" name="Circle">
            <a:extLst>
              <a:ext uri="{FF2B5EF4-FFF2-40B4-BE49-F238E27FC236}">
                <a16:creationId xmlns:a16="http://schemas.microsoft.com/office/drawing/2014/main" id="{E6935ADC-1A57-0145-0859-395974A6A112}"/>
              </a:ext>
            </a:extLst>
          </p:cNvPr>
          <p:cNvSpPr>
            <a:spLocks noGrp="1"/>
          </p:cNvSpPr>
          <p:nvPr/>
        </p:nvSpPr>
        <p:spPr>
          <a:xfrm flipH="1">
            <a:off x="1739875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1" name="Circle">
            <a:extLst>
              <a:ext uri="{FF2B5EF4-FFF2-40B4-BE49-F238E27FC236}">
                <a16:creationId xmlns:a16="http://schemas.microsoft.com/office/drawing/2014/main" id="{7338C096-5EE1-2A74-A4D2-66D01EF88968}"/>
              </a:ext>
            </a:extLst>
          </p:cNvPr>
          <p:cNvSpPr>
            <a:spLocks noGrp="1"/>
          </p:cNvSpPr>
          <p:nvPr/>
        </p:nvSpPr>
        <p:spPr>
          <a:xfrm rot="10800000">
            <a:off x="17016268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2" name="Rounded Rectangle">
            <a:extLst>
              <a:ext uri="{FF2B5EF4-FFF2-40B4-BE49-F238E27FC236}">
                <a16:creationId xmlns:a16="http://schemas.microsoft.com/office/drawing/2014/main" id="{081890AB-1715-4471-0093-7C40C99A9527}"/>
              </a:ext>
            </a:extLst>
          </p:cNvPr>
          <p:cNvSpPr>
            <a:spLocks noGrp="1"/>
          </p:cNvSpPr>
          <p:nvPr/>
        </p:nvSpPr>
        <p:spPr>
          <a:xfrm>
            <a:off x="1366203" y="9214205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3" name="Circle">
            <a:extLst>
              <a:ext uri="{FF2B5EF4-FFF2-40B4-BE49-F238E27FC236}">
                <a16:creationId xmlns:a16="http://schemas.microsoft.com/office/drawing/2014/main" id="{547E6667-CBEE-8D38-70F5-C14B5C3BF7BE}"/>
              </a:ext>
            </a:extLst>
          </p:cNvPr>
          <p:cNvSpPr>
            <a:spLocks noGrp="1"/>
          </p:cNvSpPr>
          <p:nvPr/>
        </p:nvSpPr>
        <p:spPr>
          <a:xfrm>
            <a:off x="1848415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4" name="Rounded Rectangle">
            <a:extLst>
              <a:ext uri="{FF2B5EF4-FFF2-40B4-BE49-F238E27FC236}">
                <a16:creationId xmlns:a16="http://schemas.microsoft.com/office/drawing/2014/main" id="{AC58726C-D697-9717-F774-B3E6693E3462}"/>
              </a:ext>
            </a:extLst>
          </p:cNvPr>
          <p:cNvSpPr>
            <a:spLocks noGrp="1"/>
          </p:cNvSpPr>
          <p:nvPr/>
        </p:nvSpPr>
        <p:spPr>
          <a:xfrm>
            <a:off x="5158165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5" name="Circle">
            <a:extLst>
              <a:ext uri="{FF2B5EF4-FFF2-40B4-BE49-F238E27FC236}">
                <a16:creationId xmlns:a16="http://schemas.microsoft.com/office/drawing/2014/main" id="{8F1214BC-A5CC-4A92-9B5E-FCB2140F059B}"/>
              </a:ext>
            </a:extLst>
          </p:cNvPr>
          <p:cNvSpPr>
            <a:spLocks noGrp="1"/>
          </p:cNvSpPr>
          <p:nvPr/>
        </p:nvSpPr>
        <p:spPr>
          <a:xfrm>
            <a:off x="525789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6" name="Circle">
            <a:extLst>
              <a:ext uri="{FF2B5EF4-FFF2-40B4-BE49-F238E27FC236}">
                <a16:creationId xmlns:a16="http://schemas.microsoft.com/office/drawing/2014/main" id="{3572C580-94B0-C45E-AAC5-50B6A04FF014}"/>
              </a:ext>
            </a:extLst>
          </p:cNvPr>
          <p:cNvSpPr>
            <a:spLocks noGrp="1"/>
          </p:cNvSpPr>
          <p:nvPr/>
        </p:nvSpPr>
        <p:spPr>
          <a:xfrm rot="10800000">
            <a:off x="6022861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7" name="Rounded Rectangle">
            <a:extLst>
              <a:ext uri="{FF2B5EF4-FFF2-40B4-BE49-F238E27FC236}">
                <a16:creationId xmlns:a16="http://schemas.microsoft.com/office/drawing/2014/main" id="{C25EA111-D4E4-ED44-4639-D4A56D833527}"/>
              </a:ext>
            </a:extLst>
          </p:cNvPr>
          <p:cNvSpPr>
            <a:spLocks noGrp="1"/>
          </p:cNvSpPr>
          <p:nvPr/>
        </p:nvSpPr>
        <p:spPr>
          <a:xfrm>
            <a:off x="8950128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8" name="Circle">
            <a:extLst>
              <a:ext uri="{FF2B5EF4-FFF2-40B4-BE49-F238E27FC236}">
                <a16:creationId xmlns:a16="http://schemas.microsoft.com/office/drawing/2014/main" id="{8F775BB2-0089-75DF-49FF-D0FAB0458A8B}"/>
              </a:ext>
            </a:extLst>
          </p:cNvPr>
          <p:cNvSpPr>
            <a:spLocks noGrp="1"/>
          </p:cNvSpPr>
          <p:nvPr/>
        </p:nvSpPr>
        <p:spPr>
          <a:xfrm>
            <a:off x="9049856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9" name="Circle">
            <a:extLst>
              <a:ext uri="{FF2B5EF4-FFF2-40B4-BE49-F238E27FC236}">
                <a16:creationId xmlns:a16="http://schemas.microsoft.com/office/drawing/2014/main" id="{022FDB75-101E-6276-BBD9-EE6BAF11BB17}"/>
              </a:ext>
            </a:extLst>
          </p:cNvPr>
          <p:cNvSpPr>
            <a:spLocks noGrp="1"/>
          </p:cNvSpPr>
          <p:nvPr/>
        </p:nvSpPr>
        <p:spPr>
          <a:xfrm rot="10800000">
            <a:off x="9814825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0" name="Circle">
            <a:extLst>
              <a:ext uri="{FF2B5EF4-FFF2-40B4-BE49-F238E27FC236}">
                <a16:creationId xmlns:a16="http://schemas.microsoft.com/office/drawing/2014/main" id="{ED3E4104-EF4C-D788-456E-200F85F8ABF9}"/>
              </a:ext>
            </a:extLst>
          </p:cNvPr>
          <p:cNvSpPr>
            <a:spLocks noGrp="1"/>
          </p:cNvSpPr>
          <p:nvPr/>
        </p:nvSpPr>
        <p:spPr>
          <a:xfrm rot="10800000">
            <a:off x="9432340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1" name="Rounded Rectangle">
            <a:extLst>
              <a:ext uri="{FF2B5EF4-FFF2-40B4-BE49-F238E27FC236}">
                <a16:creationId xmlns:a16="http://schemas.microsoft.com/office/drawing/2014/main" id="{2ECAC6E3-78EB-5772-56AC-45DFDE657803}"/>
              </a:ext>
            </a:extLst>
          </p:cNvPr>
          <p:cNvSpPr>
            <a:spLocks noGrp="1"/>
          </p:cNvSpPr>
          <p:nvPr/>
        </p:nvSpPr>
        <p:spPr>
          <a:xfrm>
            <a:off x="12742092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2" name="Circle">
            <a:extLst>
              <a:ext uri="{FF2B5EF4-FFF2-40B4-BE49-F238E27FC236}">
                <a16:creationId xmlns:a16="http://schemas.microsoft.com/office/drawing/2014/main" id="{62C5896C-AD25-C3FC-AFCC-D4BE11994377}"/>
              </a:ext>
            </a:extLst>
          </p:cNvPr>
          <p:cNvSpPr>
            <a:spLocks noGrp="1"/>
          </p:cNvSpPr>
          <p:nvPr/>
        </p:nvSpPr>
        <p:spPr>
          <a:xfrm>
            <a:off x="12841820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3" name="Circle">
            <a:extLst>
              <a:ext uri="{FF2B5EF4-FFF2-40B4-BE49-F238E27FC236}">
                <a16:creationId xmlns:a16="http://schemas.microsoft.com/office/drawing/2014/main" id="{B4DBC536-7A09-8A36-7277-7B9AB0B1A0FC}"/>
              </a:ext>
            </a:extLst>
          </p:cNvPr>
          <p:cNvSpPr>
            <a:spLocks noGrp="1"/>
          </p:cNvSpPr>
          <p:nvPr/>
        </p:nvSpPr>
        <p:spPr>
          <a:xfrm rot="10800000">
            <a:off x="13606790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4" name="Circle">
            <a:extLst>
              <a:ext uri="{FF2B5EF4-FFF2-40B4-BE49-F238E27FC236}">
                <a16:creationId xmlns:a16="http://schemas.microsoft.com/office/drawing/2014/main" id="{FC9E00AA-78B7-BD15-97EB-EEDAE834660F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5" name="Circle">
            <a:extLst>
              <a:ext uri="{FF2B5EF4-FFF2-40B4-BE49-F238E27FC236}">
                <a16:creationId xmlns:a16="http://schemas.microsoft.com/office/drawing/2014/main" id="{D7BEE4D1-AF09-4626-590E-F9D1E571410C}"/>
              </a:ext>
            </a:extLst>
          </p:cNvPr>
          <p:cNvSpPr>
            <a:spLocks noGrp="1"/>
          </p:cNvSpPr>
          <p:nvPr/>
        </p:nvSpPr>
        <p:spPr>
          <a:xfrm flipH="1">
            <a:off x="13606790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6" name="Rounded Rectangle">
            <a:extLst>
              <a:ext uri="{FF2B5EF4-FFF2-40B4-BE49-F238E27FC236}">
                <a16:creationId xmlns:a16="http://schemas.microsoft.com/office/drawing/2014/main" id="{0B0015C1-C2EA-0D70-EB72-FD797689830A}"/>
              </a:ext>
            </a:extLst>
          </p:cNvPr>
          <p:cNvSpPr>
            <a:spLocks noGrp="1"/>
          </p:cNvSpPr>
          <p:nvPr/>
        </p:nvSpPr>
        <p:spPr>
          <a:xfrm>
            <a:off x="16534056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7" name="Circle">
            <a:extLst>
              <a:ext uri="{FF2B5EF4-FFF2-40B4-BE49-F238E27FC236}">
                <a16:creationId xmlns:a16="http://schemas.microsoft.com/office/drawing/2014/main" id="{5D0017EF-E1FE-FE5B-14CA-B635F67E695F}"/>
              </a:ext>
            </a:extLst>
          </p:cNvPr>
          <p:cNvSpPr>
            <a:spLocks noGrp="1"/>
          </p:cNvSpPr>
          <p:nvPr/>
        </p:nvSpPr>
        <p:spPr>
          <a:xfrm>
            <a:off x="16633783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8" name="Circle">
            <a:extLst>
              <a:ext uri="{FF2B5EF4-FFF2-40B4-BE49-F238E27FC236}">
                <a16:creationId xmlns:a16="http://schemas.microsoft.com/office/drawing/2014/main" id="{21AE0126-9C81-8343-3E03-2BCF9C89E027}"/>
              </a:ext>
            </a:extLst>
          </p:cNvPr>
          <p:cNvSpPr>
            <a:spLocks noGrp="1"/>
          </p:cNvSpPr>
          <p:nvPr/>
        </p:nvSpPr>
        <p:spPr>
          <a:xfrm rot="10800000">
            <a:off x="17398754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9" name="Circle">
            <a:extLst>
              <a:ext uri="{FF2B5EF4-FFF2-40B4-BE49-F238E27FC236}">
                <a16:creationId xmlns:a16="http://schemas.microsoft.com/office/drawing/2014/main" id="{276F7D4E-3894-9D52-3AC5-11E0B9723D06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0" name="Circle">
            <a:extLst>
              <a:ext uri="{FF2B5EF4-FFF2-40B4-BE49-F238E27FC236}">
                <a16:creationId xmlns:a16="http://schemas.microsoft.com/office/drawing/2014/main" id="{B2C1492F-779B-7136-6286-CB82E10F4DEF}"/>
              </a:ext>
            </a:extLst>
          </p:cNvPr>
          <p:cNvSpPr>
            <a:spLocks noGrp="1"/>
          </p:cNvSpPr>
          <p:nvPr/>
        </p:nvSpPr>
        <p:spPr>
          <a:xfrm flipH="1">
            <a:off x="17398754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1" name="Circle">
            <a:extLst>
              <a:ext uri="{FF2B5EF4-FFF2-40B4-BE49-F238E27FC236}">
                <a16:creationId xmlns:a16="http://schemas.microsoft.com/office/drawing/2014/main" id="{1C155FC4-90DA-56E9-5FF1-496A0574CD23}"/>
              </a:ext>
            </a:extLst>
          </p:cNvPr>
          <p:cNvSpPr>
            <a:spLocks noGrp="1"/>
          </p:cNvSpPr>
          <p:nvPr/>
        </p:nvSpPr>
        <p:spPr>
          <a:xfrm rot="10800000">
            <a:off x="17016268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2" name="Rounded Rectangle">
            <a:extLst>
              <a:ext uri="{FF2B5EF4-FFF2-40B4-BE49-F238E27FC236}">
                <a16:creationId xmlns:a16="http://schemas.microsoft.com/office/drawing/2014/main" id="{295E2E2A-F544-D726-1396-DF18D62B6603}"/>
              </a:ext>
            </a:extLst>
          </p:cNvPr>
          <p:cNvSpPr>
            <a:spLocks noGrp="1"/>
          </p:cNvSpPr>
          <p:nvPr/>
        </p:nvSpPr>
        <p:spPr>
          <a:xfrm>
            <a:off x="1366203" y="11208341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3" name="Circle">
            <a:extLst>
              <a:ext uri="{FF2B5EF4-FFF2-40B4-BE49-F238E27FC236}">
                <a16:creationId xmlns:a16="http://schemas.microsoft.com/office/drawing/2014/main" id="{953F7999-F852-2495-1A9D-3601ACB498CC}"/>
              </a:ext>
            </a:extLst>
          </p:cNvPr>
          <p:cNvSpPr>
            <a:spLocks noGrp="1"/>
          </p:cNvSpPr>
          <p:nvPr/>
        </p:nvSpPr>
        <p:spPr>
          <a:xfrm>
            <a:off x="1848415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4" name="Rounded Rectangle">
            <a:extLst>
              <a:ext uri="{FF2B5EF4-FFF2-40B4-BE49-F238E27FC236}">
                <a16:creationId xmlns:a16="http://schemas.microsoft.com/office/drawing/2014/main" id="{9073C2F9-CD5C-500A-4430-834FA254173E}"/>
              </a:ext>
            </a:extLst>
          </p:cNvPr>
          <p:cNvSpPr>
            <a:spLocks noGrp="1"/>
          </p:cNvSpPr>
          <p:nvPr/>
        </p:nvSpPr>
        <p:spPr>
          <a:xfrm>
            <a:off x="5158165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5" name="Circle">
            <a:extLst>
              <a:ext uri="{FF2B5EF4-FFF2-40B4-BE49-F238E27FC236}">
                <a16:creationId xmlns:a16="http://schemas.microsoft.com/office/drawing/2014/main" id="{52EE4493-5145-6518-DBFE-8BC41E1FBD59}"/>
              </a:ext>
            </a:extLst>
          </p:cNvPr>
          <p:cNvSpPr>
            <a:spLocks noGrp="1"/>
          </p:cNvSpPr>
          <p:nvPr/>
        </p:nvSpPr>
        <p:spPr>
          <a:xfrm>
            <a:off x="5257892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6" name="Circle">
            <a:extLst>
              <a:ext uri="{FF2B5EF4-FFF2-40B4-BE49-F238E27FC236}">
                <a16:creationId xmlns:a16="http://schemas.microsoft.com/office/drawing/2014/main" id="{B072AD86-7E0E-B7BC-97BD-8ECD1ED341FB}"/>
              </a:ext>
            </a:extLst>
          </p:cNvPr>
          <p:cNvSpPr>
            <a:spLocks noGrp="1"/>
          </p:cNvSpPr>
          <p:nvPr/>
        </p:nvSpPr>
        <p:spPr>
          <a:xfrm rot="10800000">
            <a:off x="602286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7" name="Rounded Rectangle">
            <a:extLst>
              <a:ext uri="{FF2B5EF4-FFF2-40B4-BE49-F238E27FC236}">
                <a16:creationId xmlns:a16="http://schemas.microsoft.com/office/drawing/2014/main" id="{5FD17DD7-99D2-8182-0C92-E9AF7D007FBE}"/>
              </a:ext>
            </a:extLst>
          </p:cNvPr>
          <p:cNvSpPr>
            <a:spLocks noGrp="1"/>
          </p:cNvSpPr>
          <p:nvPr/>
        </p:nvSpPr>
        <p:spPr>
          <a:xfrm>
            <a:off x="895012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8" name="Circle">
            <a:extLst>
              <a:ext uri="{FF2B5EF4-FFF2-40B4-BE49-F238E27FC236}">
                <a16:creationId xmlns:a16="http://schemas.microsoft.com/office/drawing/2014/main" id="{7BF917FA-79E3-5615-8BC8-28F786236F73}"/>
              </a:ext>
            </a:extLst>
          </p:cNvPr>
          <p:cNvSpPr>
            <a:spLocks noGrp="1"/>
          </p:cNvSpPr>
          <p:nvPr/>
        </p:nvSpPr>
        <p:spPr>
          <a:xfrm>
            <a:off x="9049856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9" name="Circle">
            <a:extLst>
              <a:ext uri="{FF2B5EF4-FFF2-40B4-BE49-F238E27FC236}">
                <a16:creationId xmlns:a16="http://schemas.microsoft.com/office/drawing/2014/main" id="{E6057391-B9D2-8109-239E-FCD8DF64994B}"/>
              </a:ext>
            </a:extLst>
          </p:cNvPr>
          <p:cNvSpPr>
            <a:spLocks noGrp="1"/>
          </p:cNvSpPr>
          <p:nvPr/>
        </p:nvSpPr>
        <p:spPr>
          <a:xfrm rot="10800000">
            <a:off x="981482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0" name="Circle">
            <a:extLst>
              <a:ext uri="{FF2B5EF4-FFF2-40B4-BE49-F238E27FC236}">
                <a16:creationId xmlns:a16="http://schemas.microsoft.com/office/drawing/2014/main" id="{0D407A9A-3FF7-D89F-B7FF-DDCC2B725660}"/>
              </a:ext>
            </a:extLst>
          </p:cNvPr>
          <p:cNvSpPr>
            <a:spLocks noGrp="1"/>
          </p:cNvSpPr>
          <p:nvPr/>
        </p:nvSpPr>
        <p:spPr>
          <a:xfrm rot="10800000">
            <a:off x="9432340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1" name="Rounded Rectangle">
            <a:extLst>
              <a:ext uri="{FF2B5EF4-FFF2-40B4-BE49-F238E27FC236}">
                <a16:creationId xmlns:a16="http://schemas.microsoft.com/office/drawing/2014/main" id="{9FAE83F1-0F6C-D7BB-C080-D98F4CC06BAD}"/>
              </a:ext>
            </a:extLst>
          </p:cNvPr>
          <p:cNvSpPr>
            <a:spLocks noGrp="1"/>
          </p:cNvSpPr>
          <p:nvPr/>
        </p:nvSpPr>
        <p:spPr>
          <a:xfrm>
            <a:off x="12742092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2" name="Circle">
            <a:extLst>
              <a:ext uri="{FF2B5EF4-FFF2-40B4-BE49-F238E27FC236}">
                <a16:creationId xmlns:a16="http://schemas.microsoft.com/office/drawing/2014/main" id="{32C13FDF-1142-9FD8-2A59-338240AE0F91}"/>
              </a:ext>
            </a:extLst>
          </p:cNvPr>
          <p:cNvSpPr>
            <a:spLocks noGrp="1"/>
          </p:cNvSpPr>
          <p:nvPr/>
        </p:nvSpPr>
        <p:spPr>
          <a:xfrm>
            <a:off x="12841820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3" name="Circle">
            <a:extLst>
              <a:ext uri="{FF2B5EF4-FFF2-40B4-BE49-F238E27FC236}">
                <a16:creationId xmlns:a16="http://schemas.microsoft.com/office/drawing/2014/main" id="{9A66BB1D-806C-19F8-964D-22D6C4B67826}"/>
              </a:ext>
            </a:extLst>
          </p:cNvPr>
          <p:cNvSpPr>
            <a:spLocks noGrp="1"/>
          </p:cNvSpPr>
          <p:nvPr/>
        </p:nvSpPr>
        <p:spPr>
          <a:xfrm rot="10800000">
            <a:off x="1360679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4" name="Circle">
            <a:extLst>
              <a:ext uri="{FF2B5EF4-FFF2-40B4-BE49-F238E27FC236}">
                <a16:creationId xmlns:a16="http://schemas.microsoft.com/office/drawing/2014/main" id="{69FC5A9B-EA30-418A-93E5-8E9031931DBD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5" name="Circle">
            <a:extLst>
              <a:ext uri="{FF2B5EF4-FFF2-40B4-BE49-F238E27FC236}">
                <a16:creationId xmlns:a16="http://schemas.microsoft.com/office/drawing/2014/main" id="{C614136D-4A51-5744-ED82-2412A04DD7CE}"/>
              </a:ext>
            </a:extLst>
          </p:cNvPr>
          <p:cNvSpPr>
            <a:spLocks noGrp="1"/>
          </p:cNvSpPr>
          <p:nvPr/>
        </p:nvSpPr>
        <p:spPr>
          <a:xfrm flipH="1">
            <a:off x="13606790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6" name="Rounded Rectangle">
            <a:extLst>
              <a:ext uri="{FF2B5EF4-FFF2-40B4-BE49-F238E27FC236}">
                <a16:creationId xmlns:a16="http://schemas.microsoft.com/office/drawing/2014/main" id="{F31583E4-9BC3-0A45-33B0-72E76EA8F921}"/>
              </a:ext>
            </a:extLst>
          </p:cNvPr>
          <p:cNvSpPr>
            <a:spLocks noGrp="1"/>
          </p:cNvSpPr>
          <p:nvPr/>
        </p:nvSpPr>
        <p:spPr>
          <a:xfrm>
            <a:off x="16534056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7" name="Circle">
            <a:extLst>
              <a:ext uri="{FF2B5EF4-FFF2-40B4-BE49-F238E27FC236}">
                <a16:creationId xmlns:a16="http://schemas.microsoft.com/office/drawing/2014/main" id="{CB4C291A-FFE7-8DA2-8F64-FC211E79C9C4}"/>
              </a:ext>
            </a:extLst>
          </p:cNvPr>
          <p:cNvSpPr>
            <a:spLocks noGrp="1"/>
          </p:cNvSpPr>
          <p:nvPr/>
        </p:nvSpPr>
        <p:spPr>
          <a:xfrm>
            <a:off x="16633783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8" name="Circle">
            <a:extLst>
              <a:ext uri="{FF2B5EF4-FFF2-40B4-BE49-F238E27FC236}">
                <a16:creationId xmlns:a16="http://schemas.microsoft.com/office/drawing/2014/main" id="{07A25C77-A63D-E8CC-05F4-13E25E14A769}"/>
              </a:ext>
            </a:extLst>
          </p:cNvPr>
          <p:cNvSpPr>
            <a:spLocks noGrp="1"/>
          </p:cNvSpPr>
          <p:nvPr/>
        </p:nvSpPr>
        <p:spPr>
          <a:xfrm rot="10800000">
            <a:off x="17398754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9" name="Circle">
            <a:extLst>
              <a:ext uri="{FF2B5EF4-FFF2-40B4-BE49-F238E27FC236}">
                <a16:creationId xmlns:a16="http://schemas.microsoft.com/office/drawing/2014/main" id="{215F974C-E5E5-1246-A794-E2448084C862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0" name="Circle">
            <a:extLst>
              <a:ext uri="{FF2B5EF4-FFF2-40B4-BE49-F238E27FC236}">
                <a16:creationId xmlns:a16="http://schemas.microsoft.com/office/drawing/2014/main" id="{13E8DAED-E292-DFA7-7BA1-A92CD2360E5A}"/>
              </a:ext>
            </a:extLst>
          </p:cNvPr>
          <p:cNvSpPr>
            <a:spLocks noGrp="1"/>
          </p:cNvSpPr>
          <p:nvPr/>
        </p:nvSpPr>
        <p:spPr>
          <a:xfrm flipH="1">
            <a:off x="17398754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1" name="Circle">
            <a:extLst>
              <a:ext uri="{FF2B5EF4-FFF2-40B4-BE49-F238E27FC236}">
                <a16:creationId xmlns:a16="http://schemas.microsoft.com/office/drawing/2014/main" id="{8626F035-6A1E-B286-DD97-8DDB0744B6BC}"/>
              </a:ext>
            </a:extLst>
          </p:cNvPr>
          <p:cNvSpPr>
            <a:spLocks noGrp="1"/>
          </p:cNvSpPr>
          <p:nvPr/>
        </p:nvSpPr>
        <p:spPr>
          <a:xfrm rot="10800000">
            <a:off x="1701626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2" name="Rounded Rectangle">
            <a:extLst>
              <a:ext uri="{FF2B5EF4-FFF2-40B4-BE49-F238E27FC236}">
                <a16:creationId xmlns:a16="http://schemas.microsoft.com/office/drawing/2014/main" id="{8B6C0ABE-8BB7-B7CE-6D9C-B8DEE2B82780}"/>
              </a:ext>
            </a:extLst>
          </p:cNvPr>
          <p:cNvSpPr>
            <a:spLocks noGrp="1"/>
          </p:cNvSpPr>
          <p:nvPr/>
        </p:nvSpPr>
        <p:spPr>
          <a:xfrm>
            <a:off x="657994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3" name="Circle">
            <a:extLst>
              <a:ext uri="{FF2B5EF4-FFF2-40B4-BE49-F238E27FC236}">
                <a16:creationId xmlns:a16="http://schemas.microsoft.com/office/drawing/2014/main" id="{5A008120-E27A-EA4F-296F-5DD068D862D9}"/>
              </a:ext>
            </a:extLst>
          </p:cNvPr>
          <p:cNvSpPr>
            <a:spLocks noGrp="1"/>
          </p:cNvSpPr>
          <p:nvPr/>
        </p:nvSpPr>
        <p:spPr>
          <a:xfrm>
            <a:off x="7062157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4" name="Rounded Rectangle">
            <a:extLst>
              <a:ext uri="{FF2B5EF4-FFF2-40B4-BE49-F238E27FC236}">
                <a16:creationId xmlns:a16="http://schemas.microsoft.com/office/drawing/2014/main" id="{630B9243-5557-8E6B-A270-FF6E22885AE2}"/>
              </a:ext>
            </a:extLst>
          </p:cNvPr>
          <p:cNvSpPr>
            <a:spLocks noGrp="1"/>
          </p:cNvSpPr>
          <p:nvPr/>
        </p:nvSpPr>
        <p:spPr>
          <a:xfrm>
            <a:off x="10371908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5" name="Circle">
            <a:extLst>
              <a:ext uri="{FF2B5EF4-FFF2-40B4-BE49-F238E27FC236}">
                <a16:creationId xmlns:a16="http://schemas.microsoft.com/office/drawing/2014/main" id="{2F38D1A3-1811-6AED-4733-93F2923FA5FE}"/>
              </a:ext>
            </a:extLst>
          </p:cNvPr>
          <p:cNvSpPr>
            <a:spLocks noGrp="1"/>
          </p:cNvSpPr>
          <p:nvPr/>
        </p:nvSpPr>
        <p:spPr>
          <a:xfrm>
            <a:off x="10854120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6" name="Rounded Rectangle">
            <a:extLst>
              <a:ext uri="{FF2B5EF4-FFF2-40B4-BE49-F238E27FC236}">
                <a16:creationId xmlns:a16="http://schemas.microsoft.com/office/drawing/2014/main" id="{4038C239-7DF6-D1B9-81FE-7C91E4520439}"/>
              </a:ext>
            </a:extLst>
          </p:cNvPr>
          <p:cNvSpPr>
            <a:spLocks noGrp="1"/>
          </p:cNvSpPr>
          <p:nvPr/>
        </p:nvSpPr>
        <p:spPr>
          <a:xfrm>
            <a:off x="14163870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7" name="Circle">
            <a:extLst>
              <a:ext uri="{FF2B5EF4-FFF2-40B4-BE49-F238E27FC236}">
                <a16:creationId xmlns:a16="http://schemas.microsoft.com/office/drawing/2014/main" id="{C916197C-2A1E-4B4A-FF7B-38906998AEE3}"/>
              </a:ext>
            </a:extLst>
          </p:cNvPr>
          <p:cNvSpPr>
            <a:spLocks noGrp="1"/>
          </p:cNvSpPr>
          <p:nvPr/>
        </p:nvSpPr>
        <p:spPr>
          <a:xfrm>
            <a:off x="14646083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8" name="Rounded Rectangle">
            <a:extLst>
              <a:ext uri="{FF2B5EF4-FFF2-40B4-BE49-F238E27FC236}">
                <a16:creationId xmlns:a16="http://schemas.microsoft.com/office/drawing/2014/main" id="{A63AB403-7D69-5C3C-80D9-770507858396}"/>
              </a:ext>
            </a:extLst>
          </p:cNvPr>
          <p:cNvSpPr>
            <a:spLocks noGrp="1"/>
          </p:cNvSpPr>
          <p:nvPr/>
        </p:nvSpPr>
        <p:spPr>
          <a:xfrm>
            <a:off x="1795583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9" name="Circle">
            <a:extLst>
              <a:ext uri="{FF2B5EF4-FFF2-40B4-BE49-F238E27FC236}">
                <a16:creationId xmlns:a16="http://schemas.microsoft.com/office/drawing/2014/main" id="{60314C66-7DCD-24E8-47C4-276E011DC2D0}"/>
              </a:ext>
            </a:extLst>
          </p:cNvPr>
          <p:cNvSpPr>
            <a:spLocks noGrp="1"/>
          </p:cNvSpPr>
          <p:nvPr/>
        </p:nvSpPr>
        <p:spPr>
          <a:xfrm>
            <a:off x="18438047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0" name="Rounded Rectangle">
            <a:extLst>
              <a:ext uri="{FF2B5EF4-FFF2-40B4-BE49-F238E27FC236}">
                <a16:creationId xmlns:a16="http://schemas.microsoft.com/office/drawing/2014/main" id="{54C5B706-D2D6-CC0A-C42F-80CDDEF4BB77}"/>
              </a:ext>
            </a:extLst>
          </p:cNvPr>
          <p:cNvSpPr>
            <a:spLocks noGrp="1"/>
          </p:cNvSpPr>
          <p:nvPr/>
        </p:nvSpPr>
        <p:spPr>
          <a:xfrm>
            <a:off x="6579944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1" name="Circle">
            <a:extLst>
              <a:ext uri="{FF2B5EF4-FFF2-40B4-BE49-F238E27FC236}">
                <a16:creationId xmlns:a16="http://schemas.microsoft.com/office/drawing/2014/main" id="{7E1167C4-42D1-8E27-5205-E7C5827CC0CD}"/>
              </a:ext>
            </a:extLst>
          </p:cNvPr>
          <p:cNvSpPr>
            <a:spLocks noGrp="1"/>
          </p:cNvSpPr>
          <p:nvPr/>
        </p:nvSpPr>
        <p:spPr>
          <a:xfrm>
            <a:off x="667967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2" name="Circle">
            <a:extLst>
              <a:ext uri="{FF2B5EF4-FFF2-40B4-BE49-F238E27FC236}">
                <a16:creationId xmlns:a16="http://schemas.microsoft.com/office/drawing/2014/main" id="{3995354D-B95E-AA25-D121-D6864128CA06}"/>
              </a:ext>
            </a:extLst>
          </p:cNvPr>
          <p:cNvSpPr>
            <a:spLocks noGrp="1"/>
          </p:cNvSpPr>
          <p:nvPr/>
        </p:nvSpPr>
        <p:spPr>
          <a:xfrm rot="10800000">
            <a:off x="7444641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3" name="Rounded Rectangle">
            <a:extLst>
              <a:ext uri="{FF2B5EF4-FFF2-40B4-BE49-F238E27FC236}">
                <a16:creationId xmlns:a16="http://schemas.microsoft.com/office/drawing/2014/main" id="{08E23293-97B5-1B0C-1D8B-6BDF3FA453F9}"/>
              </a:ext>
            </a:extLst>
          </p:cNvPr>
          <p:cNvSpPr>
            <a:spLocks noGrp="1"/>
          </p:cNvSpPr>
          <p:nvPr/>
        </p:nvSpPr>
        <p:spPr>
          <a:xfrm>
            <a:off x="6579944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4" name="Circle">
            <a:extLst>
              <a:ext uri="{FF2B5EF4-FFF2-40B4-BE49-F238E27FC236}">
                <a16:creationId xmlns:a16="http://schemas.microsoft.com/office/drawing/2014/main" id="{4350ED8C-94E1-00CE-30A3-7FA9467AF93B}"/>
              </a:ext>
            </a:extLst>
          </p:cNvPr>
          <p:cNvSpPr>
            <a:spLocks noGrp="1"/>
          </p:cNvSpPr>
          <p:nvPr/>
        </p:nvSpPr>
        <p:spPr>
          <a:xfrm>
            <a:off x="667967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5" name="Circle">
            <a:extLst>
              <a:ext uri="{FF2B5EF4-FFF2-40B4-BE49-F238E27FC236}">
                <a16:creationId xmlns:a16="http://schemas.microsoft.com/office/drawing/2014/main" id="{E232CB57-7EA3-5131-9E20-C6933CD36959}"/>
              </a:ext>
            </a:extLst>
          </p:cNvPr>
          <p:cNvSpPr>
            <a:spLocks noGrp="1"/>
          </p:cNvSpPr>
          <p:nvPr/>
        </p:nvSpPr>
        <p:spPr>
          <a:xfrm rot="10800000">
            <a:off x="744464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6" name="Circle">
            <a:extLst>
              <a:ext uri="{FF2B5EF4-FFF2-40B4-BE49-F238E27FC236}">
                <a16:creationId xmlns:a16="http://schemas.microsoft.com/office/drawing/2014/main" id="{4A3746CF-7A32-8760-810B-8B66468E517D}"/>
              </a:ext>
            </a:extLst>
          </p:cNvPr>
          <p:cNvSpPr>
            <a:spLocks noGrp="1"/>
          </p:cNvSpPr>
          <p:nvPr/>
        </p:nvSpPr>
        <p:spPr>
          <a:xfrm rot="10800000">
            <a:off x="7062157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7" name="Rounded Rectangle">
            <a:extLst>
              <a:ext uri="{FF2B5EF4-FFF2-40B4-BE49-F238E27FC236}">
                <a16:creationId xmlns:a16="http://schemas.microsoft.com/office/drawing/2014/main" id="{93B0AB84-D9E6-573F-76BA-D7EEB2BF6063}"/>
              </a:ext>
            </a:extLst>
          </p:cNvPr>
          <p:cNvSpPr>
            <a:spLocks noGrp="1"/>
          </p:cNvSpPr>
          <p:nvPr/>
        </p:nvSpPr>
        <p:spPr>
          <a:xfrm>
            <a:off x="6579944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8" name="Circle">
            <a:extLst>
              <a:ext uri="{FF2B5EF4-FFF2-40B4-BE49-F238E27FC236}">
                <a16:creationId xmlns:a16="http://schemas.microsoft.com/office/drawing/2014/main" id="{2428048A-2B3B-7B6F-71BA-8F370366ECFF}"/>
              </a:ext>
            </a:extLst>
          </p:cNvPr>
          <p:cNvSpPr>
            <a:spLocks noGrp="1"/>
          </p:cNvSpPr>
          <p:nvPr/>
        </p:nvSpPr>
        <p:spPr>
          <a:xfrm>
            <a:off x="667967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9" name="Circle">
            <a:extLst>
              <a:ext uri="{FF2B5EF4-FFF2-40B4-BE49-F238E27FC236}">
                <a16:creationId xmlns:a16="http://schemas.microsoft.com/office/drawing/2014/main" id="{3A14CD44-B48F-AE58-73F9-603A1ACA778D}"/>
              </a:ext>
            </a:extLst>
          </p:cNvPr>
          <p:cNvSpPr>
            <a:spLocks noGrp="1"/>
          </p:cNvSpPr>
          <p:nvPr/>
        </p:nvSpPr>
        <p:spPr>
          <a:xfrm rot="10800000">
            <a:off x="744464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0" name="Circle">
            <a:extLst>
              <a:ext uri="{FF2B5EF4-FFF2-40B4-BE49-F238E27FC236}">
                <a16:creationId xmlns:a16="http://schemas.microsoft.com/office/drawing/2014/main" id="{1D9A9604-5E07-24F0-7006-0F9826F8C2E0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1" name="Circle">
            <a:extLst>
              <a:ext uri="{FF2B5EF4-FFF2-40B4-BE49-F238E27FC236}">
                <a16:creationId xmlns:a16="http://schemas.microsoft.com/office/drawing/2014/main" id="{364D45D7-E138-686B-1674-B436F2D5342F}"/>
              </a:ext>
            </a:extLst>
          </p:cNvPr>
          <p:cNvSpPr>
            <a:spLocks noGrp="1"/>
          </p:cNvSpPr>
          <p:nvPr/>
        </p:nvSpPr>
        <p:spPr>
          <a:xfrm flipH="1">
            <a:off x="7444641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2" name="Rounded Rectangle">
            <a:extLst>
              <a:ext uri="{FF2B5EF4-FFF2-40B4-BE49-F238E27FC236}">
                <a16:creationId xmlns:a16="http://schemas.microsoft.com/office/drawing/2014/main" id="{05EAB6ED-3D04-B131-9A52-FD3D271C20B1}"/>
              </a:ext>
            </a:extLst>
          </p:cNvPr>
          <p:cNvSpPr>
            <a:spLocks noGrp="1"/>
          </p:cNvSpPr>
          <p:nvPr/>
        </p:nvSpPr>
        <p:spPr>
          <a:xfrm>
            <a:off x="6579944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3" name="Circle">
            <a:extLst>
              <a:ext uri="{FF2B5EF4-FFF2-40B4-BE49-F238E27FC236}">
                <a16:creationId xmlns:a16="http://schemas.microsoft.com/office/drawing/2014/main" id="{AE3460AD-FE20-884C-2329-EE6E019F11E0}"/>
              </a:ext>
            </a:extLst>
          </p:cNvPr>
          <p:cNvSpPr>
            <a:spLocks noGrp="1"/>
          </p:cNvSpPr>
          <p:nvPr/>
        </p:nvSpPr>
        <p:spPr>
          <a:xfrm>
            <a:off x="6679672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4" name="Circle">
            <a:extLst>
              <a:ext uri="{FF2B5EF4-FFF2-40B4-BE49-F238E27FC236}">
                <a16:creationId xmlns:a16="http://schemas.microsoft.com/office/drawing/2014/main" id="{92C5C127-89B5-4B30-96C7-E7DA98A957B7}"/>
              </a:ext>
            </a:extLst>
          </p:cNvPr>
          <p:cNvSpPr>
            <a:spLocks noGrp="1"/>
          </p:cNvSpPr>
          <p:nvPr/>
        </p:nvSpPr>
        <p:spPr>
          <a:xfrm rot="10800000">
            <a:off x="7444641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5" name="Circle">
            <a:extLst>
              <a:ext uri="{FF2B5EF4-FFF2-40B4-BE49-F238E27FC236}">
                <a16:creationId xmlns:a16="http://schemas.microsoft.com/office/drawing/2014/main" id="{82CEE48E-C59D-9B5C-9706-9D3E266411C8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6" name="Circle">
            <a:extLst>
              <a:ext uri="{FF2B5EF4-FFF2-40B4-BE49-F238E27FC236}">
                <a16:creationId xmlns:a16="http://schemas.microsoft.com/office/drawing/2014/main" id="{43B945F0-F2D5-D186-31DF-F521496F0DDE}"/>
              </a:ext>
            </a:extLst>
          </p:cNvPr>
          <p:cNvSpPr>
            <a:spLocks noGrp="1"/>
          </p:cNvSpPr>
          <p:nvPr/>
        </p:nvSpPr>
        <p:spPr>
          <a:xfrm flipH="1">
            <a:off x="7444641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7" name="Circle">
            <a:extLst>
              <a:ext uri="{FF2B5EF4-FFF2-40B4-BE49-F238E27FC236}">
                <a16:creationId xmlns:a16="http://schemas.microsoft.com/office/drawing/2014/main" id="{D4CDC16A-A1A6-E668-69AF-BD2A0DE64E9C}"/>
              </a:ext>
            </a:extLst>
          </p:cNvPr>
          <p:cNvSpPr>
            <a:spLocks noGrp="1"/>
          </p:cNvSpPr>
          <p:nvPr/>
        </p:nvSpPr>
        <p:spPr>
          <a:xfrm rot="10800000">
            <a:off x="7062157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8" name="Rounded Rectangle">
            <a:extLst>
              <a:ext uri="{FF2B5EF4-FFF2-40B4-BE49-F238E27FC236}">
                <a16:creationId xmlns:a16="http://schemas.microsoft.com/office/drawing/2014/main" id="{F03AE06A-529A-4D9B-47BE-A85FCF95432C}"/>
              </a:ext>
            </a:extLst>
          </p:cNvPr>
          <p:cNvSpPr>
            <a:spLocks noGrp="1"/>
          </p:cNvSpPr>
          <p:nvPr/>
        </p:nvSpPr>
        <p:spPr>
          <a:xfrm>
            <a:off x="6579944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9" name="Circle">
            <a:extLst>
              <a:ext uri="{FF2B5EF4-FFF2-40B4-BE49-F238E27FC236}">
                <a16:creationId xmlns:a16="http://schemas.microsoft.com/office/drawing/2014/main" id="{C6DB0B19-6E6A-5EC9-FA77-A50594437D5A}"/>
              </a:ext>
            </a:extLst>
          </p:cNvPr>
          <p:cNvSpPr>
            <a:spLocks noGrp="1"/>
          </p:cNvSpPr>
          <p:nvPr/>
        </p:nvSpPr>
        <p:spPr>
          <a:xfrm>
            <a:off x="6679672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0" name="Circle">
            <a:extLst>
              <a:ext uri="{FF2B5EF4-FFF2-40B4-BE49-F238E27FC236}">
                <a16:creationId xmlns:a16="http://schemas.microsoft.com/office/drawing/2014/main" id="{9D2CE4F0-1423-B2CF-88B2-2CFA5C76573E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1" name="Circle">
            <a:extLst>
              <a:ext uri="{FF2B5EF4-FFF2-40B4-BE49-F238E27FC236}">
                <a16:creationId xmlns:a16="http://schemas.microsoft.com/office/drawing/2014/main" id="{B27094EA-0D23-A8F2-4BFC-DF0FE8035464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2" name="Circle">
            <a:extLst>
              <a:ext uri="{FF2B5EF4-FFF2-40B4-BE49-F238E27FC236}">
                <a16:creationId xmlns:a16="http://schemas.microsoft.com/office/drawing/2014/main" id="{BB8FD691-D3CD-5BA9-19CD-8485B8CD22B2}"/>
              </a:ext>
            </a:extLst>
          </p:cNvPr>
          <p:cNvSpPr>
            <a:spLocks noGrp="1"/>
          </p:cNvSpPr>
          <p:nvPr/>
        </p:nvSpPr>
        <p:spPr>
          <a:xfrm flipH="1">
            <a:off x="7444641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3" name="Circle">
            <a:extLst>
              <a:ext uri="{FF2B5EF4-FFF2-40B4-BE49-F238E27FC236}">
                <a16:creationId xmlns:a16="http://schemas.microsoft.com/office/drawing/2014/main" id="{006F1B58-5B8F-6EFD-B9F2-49DFE43FE7AC}"/>
              </a:ext>
            </a:extLst>
          </p:cNvPr>
          <p:cNvSpPr>
            <a:spLocks noGrp="1"/>
          </p:cNvSpPr>
          <p:nvPr/>
        </p:nvSpPr>
        <p:spPr>
          <a:xfrm rot="10800000">
            <a:off x="667967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4" name="Circle">
            <a:extLst>
              <a:ext uri="{FF2B5EF4-FFF2-40B4-BE49-F238E27FC236}">
                <a16:creationId xmlns:a16="http://schemas.microsoft.com/office/drawing/2014/main" id="{A68954CE-631E-506B-4E58-CEFF17668DAC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5" name="Rounded Rectangle">
            <a:extLst>
              <a:ext uri="{FF2B5EF4-FFF2-40B4-BE49-F238E27FC236}">
                <a16:creationId xmlns:a16="http://schemas.microsoft.com/office/drawing/2014/main" id="{5C62DA96-2D09-9CC8-2FE3-E428396F8E9A}"/>
              </a:ext>
            </a:extLst>
          </p:cNvPr>
          <p:cNvSpPr>
            <a:spLocks noGrp="1"/>
          </p:cNvSpPr>
          <p:nvPr/>
        </p:nvSpPr>
        <p:spPr>
          <a:xfrm>
            <a:off x="10371908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6" name="Circle">
            <a:extLst>
              <a:ext uri="{FF2B5EF4-FFF2-40B4-BE49-F238E27FC236}">
                <a16:creationId xmlns:a16="http://schemas.microsoft.com/office/drawing/2014/main" id="{2331527E-5EBA-E36F-67B9-6D39F121A384}"/>
              </a:ext>
            </a:extLst>
          </p:cNvPr>
          <p:cNvSpPr>
            <a:spLocks noGrp="1"/>
          </p:cNvSpPr>
          <p:nvPr/>
        </p:nvSpPr>
        <p:spPr>
          <a:xfrm>
            <a:off x="10471635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7" name="Circle">
            <a:extLst>
              <a:ext uri="{FF2B5EF4-FFF2-40B4-BE49-F238E27FC236}">
                <a16:creationId xmlns:a16="http://schemas.microsoft.com/office/drawing/2014/main" id="{0908C66E-DC9C-5589-E58E-1BC9916E01AF}"/>
              </a:ext>
            </a:extLst>
          </p:cNvPr>
          <p:cNvSpPr>
            <a:spLocks noGrp="1"/>
          </p:cNvSpPr>
          <p:nvPr/>
        </p:nvSpPr>
        <p:spPr>
          <a:xfrm rot="10800000">
            <a:off x="11236605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8" name="Rounded Rectangle">
            <a:extLst>
              <a:ext uri="{FF2B5EF4-FFF2-40B4-BE49-F238E27FC236}">
                <a16:creationId xmlns:a16="http://schemas.microsoft.com/office/drawing/2014/main" id="{8798E206-E1A2-FE2D-57C2-8C7E1768C2FE}"/>
              </a:ext>
            </a:extLst>
          </p:cNvPr>
          <p:cNvSpPr>
            <a:spLocks noGrp="1"/>
          </p:cNvSpPr>
          <p:nvPr/>
        </p:nvSpPr>
        <p:spPr>
          <a:xfrm>
            <a:off x="10371908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9" name="Circle">
            <a:extLst>
              <a:ext uri="{FF2B5EF4-FFF2-40B4-BE49-F238E27FC236}">
                <a16:creationId xmlns:a16="http://schemas.microsoft.com/office/drawing/2014/main" id="{DDDA5BBE-0110-C2C3-56E1-D172047FE5BE}"/>
              </a:ext>
            </a:extLst>
          </p:cNvPr>
          <p:cNvSpPr>
            <a:spLocks noGrp="1"/>
          </p:cNvSpPr>
          <p:nvPr/>
        </p:nvSpPr>
        <p:spPr>
          <a:xfrm>
            <a:off x="10471636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0" name="Circle">
            <a:extLst>
              <a:ext uri="{FF2B5EF4-FFF2-40B4-BE49-F238E27FC236}">
                <a16:creationId xmlns:a16="http://schemas.microsoft.com/office/drawing/2014/main" id="{2F9EFBF5-67BB-DCA8-2E3C-2E1047CC15AE}"/>
              </a:ext>
            </a:extLst>
          </p:cNvPr>
          <p:cNvSpPr>
            <a:spLocks noGrp="1"/>
          </p:cNvSpPr>
          <p:nvPr/>
        </p:nvSpPr>
        <p:spPr>
          <a:xfrm rot="10800000">
            <a:off x="1123660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1" name="Circle">
            <a:extLst>
              <a:ext uri="{FF2B5EF4-FFF2-40B4-BE49-F238E27FC236}">
                <a16:creationId xmlns:a16="http://schemas.microsoft.com/office/drawing/2014/main" id="{941B0648-7BBE-F23F-B8F0-BECCD1617BFF}"/>
              </a:ext>
            </a:extLst>
          </p:cNvPr>
          <p:cNvSpPr>
            <a:spLocks noGrp="1"/>
          </p:cNvSpPr>
          <p:nvPr/>
        </p:nvSpPr>
        <p:spPr>
          <a:xfrm rot="10800000">
            <a:off x="10854120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2" name="Rounded Rectangle">
            <a:extLst>
              <a:ext uri="{FF2B5EF4-FFF2-40B4-BE49-F238E27FC236}">
                <a16:creationId xmlns:a16="http://schemas.microsoft.com/office/drawing/2014/main" id="{51292E38-93AF-CA35-0F9F-3B0393C6D528}"/>
              </a:ext>
            </a:extLst>
          </p:cNvPr>
          <p:cNvSpPr>
            <a:spLocks noGrp="1"/>
          </p:cNvSpPr>
          <p:nvPr/>
        </p:nvSpPr>
        <p:spPr>
          <a:xfrm>
            <a:off x="10371908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3" name="Circle">
            <a:extLst>
              <a:ext uri="{FF2B5EF4-FFF2-40B4-BE49-F238E27FC236}">
                <a16:creationId xmlns:a16="http://schemas.microsoft.com/office/drawing/2014/main" id="{6B450137-9434-915F-958D-0521A1E24F3B}"/>
              </a:ext>
            </a:extLst>
          </p:cNvPr>
          <p:cNvSpPr>
            <a:spLocks noGrp="1"/>
          </p:cNvSpPr>
          <p:nvPr/>
        </p:nvSpPr>
        <p:spPr>
          <a:xfrm>
            <a:off x="10471636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4" name="Circle">
            <a:extLst>
              <a:ext uri="{FF2B5EF4-FFF2-40B4-BE49-F238E27FC236}">
                <a16:creationId xmlns:a16="http://schemas.microsoft.com/office/drawing/2014/main" id="{1B853E2D-D5C1-AC34-3CE7-9C4E8E793C95}"/>
              </a:ext>
            </a:extLst>
          </p:cNvPr>
          <p:cNvSpPr>
            <a:spLocks noGrp="1"/>
          </p:cNvSpPr>
          <p:nvPr/>
        </p:nvSpPr>
        <p:spPr>
          <a:xfrm rot="10800000">
            <a:off x="1123660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5" name="Circle">
            <a:extLst>
              <a:ext uri="{FF2B5EF4-FFF2-40B4-BE49-F238E27FC236}">
                <a16:creationId xmlns:a16="http://schemas.microsoft.com/office/drawing/2014/main" id="{401DD158-A74B-B829-8AB0-BA38C7B194BB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6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6" name="Circle">
            <a:extLst>
              <a:ext uri="{FF2B5EF4-FFF2-40B4-BE49-F238E27FC236}">
                <a16:creationId xmlns:a16="http://schemas.microsoft.com/office/drawing/2014/main" id="{02B9C40F-FA95-3943-B83F-08B3DF8B9B89}"/>
              </a:ext>
            </a:extLst>
          </p:cNvPr>
          <p:cNvSpPr>
            <a:spLocks noGrp="1"/>
          </p:cNvSpPr>
          <p:nvPr/>
        </p:nvSpPr>
        <p:spPr>
          <a:xfrm flipH="1">
            <a:off x="11236605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7" name="Rounded Rectangle">
            <a:extLst>
              <a:ext uri="{FF2B5EF4-FFF2-40B4-BE49-F238E27FC236}">
                <a16:creationId xmlns:a16="http://schemas.microsoft.com/office/drawing/2014/main" id="{DEDF10F8-5470-0852-0664-C4BA837EB9C1}"/>
              </a:ext>
            </a:extLst>
          </p:cNvPr>
          <p:cNvSpPr>
            <a:spLocks noGrp="1"/>
          </p:cNvSpPr>
          <p:nvPr/>
        </p:nvSpPr>
        <p:spPr>
          <a:xfrm>
            <a:off x="10371908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8" name="Circle">
            <a:extLst>
              <a:ext uri="{FF2B5EF4-FFF2-40B4-BE49-F238E27FC236}">
                <a16:creationId xmlns:a16="http://schemas.microsoft.com/office/drawing/2014/main" id="{C0450A9A-6D26-252A-ECF5-0A09E6E444BD}"/>
              </a:ext>
            </a:extLst>
          </p:cNvPr>
          <p:cNvSpPr>
            <a:spLocks noGrp="1"/>
          </p:cNvSpPr>
          <p:nvPr/>
        </p:nvSpPr>
        <p:spPr>
          <a:xfrm>
            <a:off x="10471636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9" name="Circle">
            <a:extLst>
              <a:ext uri="{FF2B5EF4-FFF2-40B4-BE49-F238E27FC236}">
                <a16:creationId xmlns:a16="http://schemas.microsoft.com/office/drawing/2014/main" id="{E4BB36DC-B59C-D2FA-E38C-AD30116792A1}"/>
              </a:ext>
            </a:extLst>
          </p:cNvPr>
          <p:cNvSpPr>
            <a:spLocks noGrp="1"/>
          </p:cNvSpPr>
          <p:nvPr/>
        </p:nvSpPr>
        <p:spPr>
          <a:xfrm rot="10800000">
            <a:off x="11236605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0" name="Circle">
            <a:extLst>
              <a:ext uri="{FF2B5EF4-FFF2-40B4-BE49-F238E27FC236}">
                <a16:creationId xmlns:a16="http://schemas.microsoft.com/office/drawing/2014/main" id="{C7634AAD-4950-BC96-781D-9C2FF0650E29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6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1" name="Circle">
            <a:extLst>
              <a:ext uri="{FF2B5EF4-FFF2-40B4-BE49-F238E27FC236}">
                <a16:creationId xmlns:a16="http://schemas.microsoft.com/office/drawing/2014/main" id="{1DC9EF34-6E52-3FBF-5A5C-C7DE635EF638}"/>
              </a:ext>
            </a:extLst>
          </p:cNvPr>
          <p:cNvSpPr>
            <a:spLocks noGrp="1"/>
          </p:cNvSpPr>
          <p:nvPr/>
        </p:nvSpPr>
        <p:spPr>
          <a:xfrm flipH="1">
            <a:off x="11236605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2" name="Circle">
            <a:extLst>
              <a:ext uri="{FF2B5EF4-FFF2-40B4-BE49-F238E27FC236}">
                <a16:creationId xmlns:a16="http://schemas.microsoft.com/office/drawing/2014/main" id="{06AF0206-EA5B-B36B-7826-9FF2619C097C}"/>
              </a:ext>
            </a:extLst>
          </p:cNvPr>
          <p:cNvSpPr>
            <a:spLocks noGrp="1"/>
          </p:cNvSpPr>
          <p:nvPr/>
        </p:nvSpPr>
        <p:spPr>
          <a:xfrm rot="10800000">
            <a:off x="10854120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3" name="Rounded Rectangle">
            <a:extLst>
              <a:ext uri="{FF2B5EF4-FFF2-40B4-BE49-F238E27FC236}">
                <a16:creationId xmlns:a16="http://schemas.microsoft.com/office/drawing/2014/main" id="{A7E5EFF1-00F6-0AAF-F6F9-17DE3F74AF09}"/>
              </a:ext>
            </a:extLst>
          </p:cNvPr>
          <p:cNvSpPr>
            <a:spLocks noGrp="1"/>
          </p:cNvSpPr>
          <p:nvPr/>
        </p:nvSpPr>
        <p:spPr>
          <a:xfrm>
            <a:off x="1037190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4" name="Circle">
            <a:extLst>
              <a:ext uri="{FF2B5EF4-FFF2-40B4-BE49-F238E27FC236}">
                <a16:creationId xmlns:a16="http://schemas.microsoft.com/office/drawing/2014/main" id="{B4B77BC3-111A-F50C-1DEE-98CECD75B443}"/>
              </a:ext>
            </a:extLst>
          </p:cNvPr>
          <p:cNvSpPr>
            <a:spLocks noGrp="1"/>
          </p:cNvSpPr>
          <p:nvPr/>
        </p:nvSpPr>
        <p:spPr>
          <a:xfrm>
            <a:off x="10471636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5" name="Circle">
            <a:extLst>
              <a:ext uri="{FF2B5EF4-FFF2-40B4-BE49-F238E27FC236}">
                <a16:creationId xmlns:a16="http://schemas.microsoft.com/office/drawing/2014/main" id="{EC37C1D9-23D0-A40F-3CFF-FCBC068D682B}"/>
              </a:ext>
            </a:extLst>
          </p:cNvPr>
          <p:cNvSpPr>
            <a:spLocks noGrp="1"/>
          </p:cNvSpPr>
          <p:nvPr/>
        </p:nvSpPr>
        <p:spPr>
          <a:xfrm rot="10800000">
            <a:off x="1123660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6" name="Circle">
            <a:extLst>
              <a:ext uri="{FF2B5EF4-FFF2-40B4-BE49-F238E27FC236}">
                <a16:creationId xmlns:a16="http://schemas.microsoft.com/office/drawing/2014/main" id="{C3BCE658-9B5D-78AC-6149-2EC7B762BC35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6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7" name="Circle">
            <a:extLst>
              <a:ext uri="{FF2B5EF4-FFF2-40B4-BE49-F238E27FC236}">
                <a16:creationId xmlns:a16="http://schemas.microsoft.com/office/drawing/2014/main" id="{B1A0A81C-0F56-C224-CCC7-5852560E9818}"/>
              </a:ext>
            </a:extLst>
          </p:cNvPr>
          <p:cNvSpPr>
            <a:spLocks noGrp="1"/>
          </p:cNvSpPr>
          <p:nvPr/>
        </p:nvSpPr>
        <p:spPr>
          <a:xfrm flipH="1">
            <a:off x="11236605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8" name="Circle">
            <a:extLst>
              <a:ext uri="{FF2B5EF4-FFF2-40B4-BE49-F238E27FC236}">
                <a16:creationId xmlns:a16="http://schemas.microsoft.com/office/drawing/2014/main" id="{0792D9E2-71FB-357E-0DFB-8E834FF4A6DE}"/>
              </a:ext>
            </a:extLst>
          </p:cNvPr>
          <p:cNvSpPr>
            <a:spLocks noGrp="1"/>
          </p:cNvSpPr>
          <p:nvPr/>
        </p:nvSpPr>
        <p:spPr>
          <a:xfrm rot="10800000">
            <a:off x="10471636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9" name="Circle">
            <a:extLst>
              <a:ext uri="{FF2B5EF4-FFF2-40B4-BE49-F238E27FC236}">
                <a16:creationId xmlns:a16="http://schemas.microsoft.com/office/drawing/2014/main" id="{1B1F751F-CA2C-5DE0-0DDE-3DDB275ABB34}"/>
              </a:ext>
            </a:extLst>
          </p:cNvPr>
          <p:cNvSpPr>
            <a:spLocks noGrp="1"/>
          </p:cNvSpPr>
          <p:nvPr/>
        </p:nvSpPr>
        <p:spPr>
          <a:xfrm rot="10800000">
            <a:off x="11236605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0" name="Rounded Rectangle">
            <a:extLst>
              <a:ext uri="{FF2B5EF4-FFF2-40B4-BE49-F238E27FC236}">
                <a16:creationId xmlns:a16="http://schemas.microsoft.com/office/drawing/2014/main" id="{151DFC11-1528-950D-5DBF-3CF1B2310AA6}"/>
              </a:ext>
            </a:extLst>
          </p:cNvPr>
          <p:cNvSpPr>
            <a:spLocks noGrp="1"/>
          </p:cNvSpPr>
          <p:nvPr/>
        </p:nvSpPr>
        <p:spPr>
          <a:xfrm>
            <a:off x="14163870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1" name="Circle">
            <a:extLst>
              <a:ext uri="{FF2B5EF4-FFF2-40B4-BE49-F238E27FC236}">
                <a16:creationId xmlns:a16="http://schemas.microsoft.com/office/drawing/2014/main" id="{0FD6FDCB-ED83-7227-15B7-9D9E3FBDE3F9}"/>
              </a:ext>
            </a:extLst>
          </p:cNvPr>
          <p:cNvSpPr>
            <a:spLocks noGrp="1"/>
          </p:cNvSpPr>
          <p:nvPr/>
        </p:nvSpPr>
        <p:spPr>
          <a:xfrm>
            <a:off x="14263598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2" name="Circle">
            <a:extLst>
              <a:ext uri="{FF2B5EF4-FFF2-40B4-BE49-F238E27FC236}">
                <a16:creationId xmlns:a16="http://schemas.microsoft.com/office/drawing/2014/main" id="{CD9660DB-3CD5-4616-89C6-4F702FC114D2}"/>
              </a:ext>
            </a:extLst>
          </p:cNvPr>
          <p:cNvSpPr>
            <a:spLocks noGrp="1"/>
          </p:cNvSpPr>
          <p:nvPr/>
        </p:nvSpPr>
        <p:spPr>
          <a:xfrm rot="10800000">
            <a:off x="15028566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3" name="Rounded Rectangle">
            <a:extLst>
              <a:ext uri="{FF2B5EF4-FFF2-40B4-BE49-F238E27FC236}">
                <a16:creationId xmlns:a16="http://schemas.microsoft.com/office/drawing/2014/main" id="{D453B7D1-9670-027A-7262-068B9AF6D2E6}"/>
              </a:ext>
            </a:extLst>
          </p:cNvPr>
          <p:cNvSpPr>
            <a:spLocks noGrp="1"/>
          </p:cNvSpPr>
          <p:nvPr/>
        </p:nvSpPr>
        <p:spPr>
          <a:xfrm>
            <a:off x="14163870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4" name="Circle">
            <a:extLst>
              <a:ext uri="{FF2B5EF4-FFF2-40B4-BE49-F238E27FC236}">
                <a16:creationId xmlns:a16="http://schemas.microsoft.com/office/drawing/2014/main" id="{F02E5C65-67BA-02EA-D860-362F659E4F98}"/>
              </a:ext>
            </a:extLst>
          </p:cNvPr>
          <p:cNvSpPr>
            <a:spLocks noGrp="1"/>
          </p:cNvSpPr>
          <p:nvPr/>
        </p:nvSpPr>
        <p:spPr>
          <a:xfrm>
            <a:off x="14263598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5" name="Circle">
            <a:extLst>
              <a:ext uri="{FF2B5EF4-FFF2-40B4-BE49-F238E27FC236}">
                <a16:creationId xmlns:a16="http://schemas.microsoft.com/office/drawing/2014/main" id="{2C2DD1E9-E121-7F6E-B79D-E87A6E41BF3F}"/>
              </a:ext>
            </a:extLst>
          </p:cNvPr>
          <p:cNvSpPr>
            <a:spLocks noGrp="1"/>
          </p:cNvSpPr>
          <p:nvPr/>
        </p:nvSpPr>
        <p:spPr>
          <a:xfrm rot="10800000">
            <a:off x="15028568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6" name="Circle">
            <a:extLst>
              <a:ext uri="{FF2B5EF4-FFF2-40B4-BE49-F238E27FC236}">
                <a16:creationId xmlns:a16="http://schemas.microsoft.com/office/drawing/2014/main" id="{40E63FBE-B97F-1714-1F33-F7B1DAF7F043}"/>
              </a:ext>
            </a:extLst>
          </p:cNvPr>
          <p:cNvSpPr>
            <a:spLocks noGrp="1"/>
          </p:cNvSpPr>
          <p:nvPr/>
        </p:nvSpPr>
        <p:spPr>
          <a:xfrm rot="10800000">
            <a:off x="14646083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7" name="Rounded Rectangle">
            <a:extLst>
              <a:ext uri="{FF2B5EF4-FFF2-40B4-BE49-F238E27FC236}">
                <a16:creationId xmlns:a16="http://schemas.microsoft.com/office/drawing/2014/main" id="{7008F837-F74A-5866-943B-A73962B6C823}"/>
              </a:ext>
            </a:extLst>
          </p:cNvPr>
          <p:cNvSpPr>
            <a:spLocks noGrp="1"/>
          </p:cNvSpPr>
          <p:nvPr/>
        </p:nvSpPr>
        <p:spPr>
          <a:xfrm>
            <a:off x="14163870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8" name="Circle">
            <a:extLst>
              <a:ext uri="{FF2B5EF4-FFF2-40B4-BE49-F238E27FC236}">
                <a16:creationId xmlns:a16="http://schemas.microsoft.com/office/drawing/2014/main" id="{101835BE-E002-878C-189E-25E29391C804}"/>
              </a:ext>
            </a:extLst>
          </p:cNvPr>
          <p:cNvSpPr>
            <a:spLocks noGrp="1"/>
          </p:cNvSpPr>
          <p:nvPr/>
        </p:nvSpPr>
        <p:spPr>
          <a:xfrm>
            <a:off x="14263598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9" name="Circle">
            <a:extLst>
              <a:ext uri="{FF2B5EF4-FFF2-40B4-BE49-F238E27FC236}">
                <a16:creationId xmlns:a16="http://schemas.microsoft.com/office/drawing/2014/main" id="{987A27F4-7EDA-7ECF-7D8B-E3036414CB93}"/>
              </a:ext>
            </a:extLst>
          </p:cNvPr>
          <p:cNvSpPr>
            <a:spLocks noGrp="1"/>
          </p:cNvSpPr>
          <p:nvPr/>
        </p:nvSpPr>
        <p:spPr>
          <a:xfrm rot="10800000">
            <a:off x="15028568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0" name="Circle">
            <a:extLst>
              <a:ext uri="{FF2B5EF4-FFF2-40B4-BE49-F238E27FC236}">
                <a16:creationId xmlns:a16="http://schemas.microsoft.com/office/drawing/2014/main" id="{531B1387-B044-BBE0-F7ED-2E0BCAFD6F1E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8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1" name="Circle">
            <a:extLst>
              <a:ext uri="{FF2B5EF4-FFF2-40B4-BE49-F238E27FC236}">
                <a16:creationId xmlns:a16="http://schemas.microsoft.com/office/drawing/2014/main" id="{1F8F30E7-A926-CFA8-29C4-EBBE2A862ABA}"/>
              </a:ext>
            </a:extLst>
          </p:cNvPr>
          <p:cNvSpPr>
            <a:spLocks noGrp="1"/>
          </p:cNvSpPr>
          <p:nvPr/>
        </p:nvSpPr>
        <p:spPr>
          <a:xfrm flipH="1">
            <a:off x="15028568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2" name="Rounded Rectangle">
            <a:extLst>
              <a:ext uri="{FF2B5EF4-FFF2-40B4-BE49-F238E27FC236}">
                <a16:creationId xmlns:a16="http://schemas.microsoft.com/office/drawing/2014/main" id="{99A61CA5-E4A8-6354-EB54-022AF75080B6}"/>
              </a:ext>
            </a:extLst>
          </p:cNvPr>
          <p:cNvSpPr>
            <a:spLocks noGrp="1"/>
          </p:cNvSpPr>
          <p:nvPr/>
        </p:nvSpPr>
        <p:spPr>
          <a:xfrm>
            <a:off x="14163870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3" name="Circle">
            <a:extLst>
              <a:ext uri="{FF2B5EF4-FFF2-40B4-BE49-F238E27FC236}">
                <a16:creationId xmlns:a16="http://schemas.microsoft.com/office/drawing/2014/main" id="{1199EB45-AA36-83EB-3742-69CE393A9936}"/>
              </a:ext>
            </a:extLst>
          </p:cNvPr>
          <p:cNvSpPr>
            <a:spLocks noGrp="1"/>
          </p:cNvSpPr>
          <p:nvPr/>
        </p:nvSpPr>
        <p:spPr>
          <a:xfrm>
            <a:off x="14263598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4" name="Circle">
            <a:extLst>
              <a:ext uri="{FF2B5EF4-FFF2-40B4-BE49-F238E27FC236}">
                <a16:creationId xmlns:a16="http://schemas.microsoft.com/office/drawing/2014/main" id="{ECC76040-B043-21FD-21DB-64B529ECC865}"/>
              </a:ext>
            </a:extLst>
          </p:cNvPr>
          <p:cNvSpPr>
            <a:spLocks noGrp="1"/>
          </p:cNvSpPr>
          <p:nvPr/>
        </p:nvSpPr>
        <p:spPr>
          <a:xfrm rot="10800000">
            <a:off x="15028568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5" name="Circle">
            <a:extLst>
              <a:ext uri="{FF2B5EF4-FFF2-40B4-BE49-F238E27FC236}">
                <a16:creationId xmlns:a16="http://schemas.microsoft.com/office/drawing/2014/main" id="{DEED5C56-122D-5E89-106C-C9450D3A7B45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8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6" name="Circle">
            <a:extLst>
              <a:ext uri="{FF2B5EF4-FFF2-40B4-BE49-F238E27FC236}">
                <a16:creationId xmlns:a16="http://schemas.microsoft.com/office/drawing/2014/main" id="{E14CF111-8EE2-BF3F-6A50-F9AD79D4B40C}"/>
              </a:ext>
            </a:extLst>
          </p:cNvPr>
          <p:cNvSpPr>
            <a:spLocks noGrp="1"/>
          </p:cNvSpPr>
          <p:nvPr/>
        </p:nvSpPr>
        <p:spPr>
          <a:xfrm flipH="1">
            <a:off x="15028568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7" name="Circle">
            <a:extLst>
              <a:ext uri="{FF2B5EF4-FFF2-40B4-BE49-F238E27FC236}">
                <a16:creationId xmlns:a16="http://schemas.microsoft.com/office/drawing/2014/main" id="{7505A9D4-FF43-8709-3917-75403CD6B42C}"/>
              </a:ext>
            </a:extLst>
          </p:cNvPr>
          <p:cNvSpPr>
            <a:spLocks noGrp="1"/>
          </p:cNvSpPr>
          <p:nvPr/>
        </p:nvSpPr>
        <p:spPr>
          <a:xfrm rot="10800000">
            <a:off x="14646083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8" name="Rounded Rectangle">
            <a:extLst>
              <a:ext uri="{FF2B5EF4-FFF2-40B4-BE49-F238E27FC236}">
                <a16:creationId xmlns:a16="http://schemas.microsoft.com/office/drawing/2014/main" id="{F2CE61D6-4417-A5A9-4B2B-C4A137BA9CCC}"/>
              </a:ext>
            </a:extLst>
          </p:cNvPr>
          <p:cNvSpPr>
            <a:spLocks noGrp="1"/>
          </p:cNvSpPr>
          <p:nvPr/>
        </p:nvSpPr>
        <p:spPr>
          <a:xfrm>
            <a:off x="14163870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9" name="Circle">
            <a:extLst>
              <a:ext uri="{FF2B5EF4-FFF2-40B4-BE49-F238E27FC236}">
                <a16:creationId xmlns:a16="http://schemas.microsoft.com/office/drawing/2014/main" id="{F94B7D64-B518-4B58-EE83-68254DE4DE20}"/>
              </a:ext>
            </a:extLst>
          </p:cNvPr>
          <p:cNvSpPr>
            <a:spLocks noGrp="1"/>
          </p:cNvSpPr>
          <p:nvPr/>
        </p:nvSpPr>
        <p:spPr>
          <a:xfrm>
            <a:off x="14263598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0" name="Circle">
            <a:extLst>
              <a:ext uri="{FF2B5EF4-FFF2-40B4-BE49-F238E27FC236}">
                <a16:creationId xmlns:a16="http://schemas.microsoft.com/office/drawing/2014/main" id="{34812CAB-0216-6243-DBCF-E90EB7E8A02A}"/>
              </a:ext>
            </a:extLst>
          </p:cNvPr>
          <p:cNvSpPr>
            <a:spLocks noGrp="1"/>
          </p:cNvSpPr>
          <p:nvPr/>
        </p:nvSpPr>
        <p:spPr>
          <a:xfrm rot="10800000">
            <a:off x="1502856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1" name="Circle">
            <a:extLst>
              <a:ext uri="{FF2B5EF4-FFF2-40B4-BE49-F238E27FC236}">
                <a16:creationId xmlns:a16="http://schemas.microsoft.com/office/drawing/2014/main" id="{390FEF1F-FFBB-E97E-692F-02E692CE1000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2" name="Circle">
            <a:extLst>
              <a:ext uri="{FF2B5EF4-FFF2-40B4-BE49-F238E27FC236}">
                <a16:creationId xmlns:a16="http://schemas.microsoft.com/office/drawing/2014/main" id="{6B8746DE-B54A-13B1-ECF3-7025113DEEB2}"/>
              </a:ext>
            </a:extLst>
          </p:cNvPr>
          <p:cNvSpPr>
            <a:spLocks noGrp="1"/>
          </p:cNvSpPr>
          <p:nvPr/>
        </p:nvSpPr>
        <p:spPr>
          <a:xfrm flipH="1">
            <a:off x="15028568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3" name="Circle">
            <a:extLst>
              <a:ext uri="{FF2B5EF4-FFF2-40B4-BE49-F238E27FC236}">
                <a16:creationId xmlns:a16="http://schemas.microsoft.com/office/drawing/2014/main" id="{985A45EB-4039-683F-1222-0A6A45F467DA}"/>
              </a:ext>
            </a:extLst>
          </p:cNvPr>
          <p:cNvSpPr>
            <a:spLocks noGrp="1"/>
          </p:cNvSpPr>
          <p:nvPr/>
        </p:nvSpPr>
        <p:spPr>
          <a:xfrm rot="10800000">
            <a:off x="1426359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4" name="Circle">
            <a:extLst>
              <a:ext uri="{FF2B5EF4-FFF2-40B4-BE49-F238E27FC236}">
                <a16:creationId xmlns:a16="http://schemas.microsoft.com/office/drawing/2014/main" id="{F0075F1F-BCE6-3AE8-5FDA-6D31D59D3560}"/>
              </a:ext>
            </a:extLst>
          </p:cNvPr>
          <p:cNvSpPr>
            <a:spLocks noGrp="1"/>
          </p:cNvSpPr>
          <p:nvPr/>
        </p:nvSpPr>
        <p:spPr>
          <a:xfrm rot="10800000">
            <a:off x="1502856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5" name="Rounded Rectangle">
            <a:extLst>
              <a:ext uri="{FF2B5EF4-FFF2-40B4-BE49-F238E27FC236}">
                <a16:creationId xmlns:a16="http://schemas.microsoft.com/office/drawing/2014/main" id="{91A3A798-7F8D-4853-468B-4202EB110116}"/>
              </a:ext>
            </a:extLst>
          </p:cNvPr>
          <p:cNvSpPr>
            <a:spLocks noGrp="1"/>
          </p:cNvSpPr>
          <p:nvPr/>
        </p:nvSpPr>
        <p:spPr>
          <a:xfrm>
            <a:off x="17955834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6" name="Circle">
            <a:extLst>
              <a:ext uri="{FF2B5EF4-FFF2-40B4-BE49-F238E27FC236}">
                <a16:creationId xmlns:a16="http://schemas.microsoft.com/office/drawing/2014/main" id="{711B95FD-4D87-259B-FB34-D63792706F06}"/>
              </a:ext>
            </a:extLst>
          </p:cNvPr>
          <p:cNvSpPr>
            <a:spLocks noGrp="1"/>
          </p:cNvSpPr>
          <p:nvPr/>
        </p:nvSpPr>
        <p:spPr>
          <a:xfrm>
            <a:off x="1805556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7" name="Circle">
            <a:extLst>
              <a:ext uri="{FF2B5EF4-FFF2-40B4-BE49-F238E27FC236}">
                <a16:creationId xmlns:a16="http://schemas.microsoft.com/office/drawing/2014/main" id="{07939220-E410-FA43-CB4B-5B593692D0F1}"/>
              </a:ext>
            </a:extLst>
          </p:cNvPr>
          <p:cNvSpPr>
            <a:spLocks noGrp="1"/>
          </p:cNvSpPr>
          <p:nvPr/>
        </p:nvSpPr>
        <p:spPr>
          <a:xfrm rot="10800000">
            <a:off x="18820530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8" name="Rounded Rectangle">
            <a:extLst>
              <a:ext uri="{FF2B5EF4-FFF2-40B4-BE49-F238E27FC236}">
                <a16:creationId xmlns:a16="http://schemas.microsoft.com/office/drawing/2014/main" id="{73E0F4A8-CFF4-5524-185E-51C0A1CBF489}"/>
              </a:ext>
            </a:extLst>
          </p:cNvPr>
          <p:cNvSpPr>
            <a:spLocks noGrp="1"/>
          </p:cNvSpPr>
          <p:nvPr/>
        </p:nvSpPr>
        <p:spPr>
          <a:xfrm>
            <a:off x="17955834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9" name="Circle">
            <a:extLst>
              <a:ext uri="{FF2B5EF4-FFF2-40B4-BE49-F238E27FC236}">
                <a16:creationId xmlns:a16="http://schemas.microsoft.com/office/drawing/2014/main" id="{FA75AE9A-DE7C-35E4-F909-4401355771A5}"/>
              </a:ext>
            </a:extLst>
          </p:cNvPr>
          <p:cNvSpPr>
            <a:spLocks noGrp="1"/>
          </p:cNvSpPr>
          <p:nvPr/>
        </p:nvSpPr>
        <p:spPr>
          <a:xfrm>
            <a:off x="1805556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0" name="Circle">
            <a:extLst>
              <a:ext uri="{FF2B5EF4-FFF2-40B4-BE49-F238E27FC236}">
                <a16:creationId xmlns:a16="http://schemas.microsoft.com/office/drawing/2014/main" id="{4E77549C-AC9D-3672-4218-DA320C72DB8D}"/>
              </a:ext>
            </a:extLst>
          </p:cNvPr>
          <p:cNvSpPr>
            <a:spLocks noGrp="1"/>
          </p:cNvSpPr>
          <p:nvPr/>
        </p:nvSpPr>
        <p:spPr>
          <a:xfrm rot="10800000">
            <a:off x="18820532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1" name="Circle">
            <a:extLst>
              <a:ext uri="{FF2B5EF4-FFF2-40B4-BE49-F238E27FC236}">
                <a16:creationId xmlns:a16="http://schemas.microsoft.com/office/drawing/2014/main" id="{6085C79F-FB52-3E1D-18F8-5853989D261F}"/>
              </a:ext>
            </a:extLst>
          </p:cNvPr>
          <p:cNvSpPr>
            <a:spLocks noGrp="1"/>
          </p:cNvSpPr>
          <p:nvPr/>
        </p:nvSpPr>
        <p:spPr>
          <a:xfrm rot="10800000">
            <a:off x="18438047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2" name="Rounded Rectangle">
            <a:extLst>
              <a:ext uri="{FF2B5EF4-FFF2-40B4-BE49-F238E27FC236}">
                <a16:creationId xmlns:a16="http://schemas.microsoft.com/office/drawing/2014/main" id="{CC05C5CD-4260-4F82-6D2C-CD6B1E6E7373}"/>
              </a:ext>
            </a:extLst>
          </p:cNvPr>
          <p:cNvSpPr>
            <a:spLocks noGrp="1"/>
          </p:cNvSpPr>
          <p:nvPr/>
        </p:nvSpPr>
        <p:spPr>
          <a:xfrm>
            <a:off x="17955834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3" name="Circle">
            <a:extLst>
              <a:ext uri="{FF2B5EF4-FFF2-40B4-BE49-F238E27FC236}">
                <a16:creationId xmlns:a16="http://schemas.microsoft.com/office/drawing/2014/main" id="{FC95E85F-7CBF-932A-AD1D-8FAD1B0449C3}"/>
              </a:ext>
            </a:extLst>
          </p:cNvPr>
          <p:cNvSpPr>
            <a:spLocks noGrp="1"/>
          </p:cNvSpPr>
          <p:nvPr/>
        </p:nvSpPr>
        <p:spPr>
          <a:xfrm>
            <a:off x="1805556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4" name="Circle">
            <a:extLst>
              <a:ext uri="{FF2B5EF4-FFF2-40B4-BE49-F238E27FC236}">
                <a16:creationId xmlns:a16="http://schemas.microsoft.com/office/drawing/2014/main" id="{FB22A90C-C488-9F96-1A04-20DD74BDD1D2}"/>
              </a:ext>
            </a:extLst>
          </p:cNvPr>
          <p:cNvSpPr>
            <a:spLocks noGrp="1"/>
          </p:cNvSpPr>
          <p:nvPr/>
        </p:nvSpPr>
        <p:spPr>
          <a:xfrm rot="10800000">
            <a:off x="18820532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5" name="Circle">
            <a:extLst>
              <a:ext uri="{FF2B5EF4-FFF2-40B4-BE49-F238E27FC236}">
                <a16:creationId xmlns:a16="http://schemas.microsoft.com/office/drawing/2014/main" id="{3CF426EB-81C9-4B7C-68C4-7CCB44BF7BA8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2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6" name="Circle">
            <a:extLst>
              <a:ext uri="{FF2B5EF4-FFF2-40B4-BE49-F238E27FC236}">
                <a16:creationId xmlns:a16="http://schemas.microsoft.com/office/drawing/2014/main" id="{4C60F3D2-2017-EE55-0398-8D1DBD3B4F3F}"/>
              </a:ext>
            </a:extLst>
          </p:cNvPr>
          <p:cNvSpPr>
            <a:spLocks noGrp="1"/>
          </p:cNvSpPr>
          <p:nvPr/>
        </p:nvSpPr>
        <p:spPr>
          <a:xfrm flipH="1">
            <a:off x="1882053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7" name="Rounded Rectangle">
            <a:extLst>
              <a:ext uri="{FF2B5EF4-FFF2-40B4-BE49-F238E27FC236}">
                <a16:creationId xmlns:a16="http://schemas.microsoft.com/office/drawing/2014/main" id="{5509BD5B-9838-991D-0F4A-E8E58D29F6A4}"/>
              </a:ext>
            </a:extLst>
          </p:cNvPr>
          <p:cNvSpPr>
            <a:spLocks noGrp="1"/>
          </p:cNvSpPr>
          <p:nvPr/>
        </p:nvSpPr>
        <p:spPr>
          <a:xfrm>
            <a:off x="17955834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8" name="Circle">
            <a:extLst>
              <a:ext uri="{FF2B5EF4-FFF2-40B4-BE49-F238E27FC236}">
                <a16:creationId xmlns:a16="http://schemas.microsoft.com/office/drawing/2014/main" id="{F267AE7D-DC33-297C-F6DC-0365F59E56F6}"/>
              </a:ext>
            </a:extLst>
          </p:cNvPr>
          <p:cNvSpPr>
            <a:spLocks noGrp="1"/>
          </p:cNvSpPr>
          <p:nvPr/>
        </p:nvSpPr>
        <p:spPr>
          <a:xfrm>
            <a:off x="18055562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9" name="Circle">
            <a:extLst>
              <a:ext uri="{FF2B5EF4-FFF2-40B4-BE49-F238E27FC236}">
                <a16:creationId xmlns:a16="http://schemas.microsoft.com/office/drawing/2014/main" id="{AA6A40F0-FAC0-A694-3947-49C57C797709}"/>
              </a:ext>
            </a:extLst>
          </p:cNvPr>
          <p:cNvSpPr>
            <a:spLocks noGrp="1"/>
          </p:cNvSpPr>
          <p:nvPr/>
        </p:nvSpPr>
        <p:spPr>
          <a:xfrm rot="10800000">
            <a:off x="18820532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0" name="Circle">
            <a:extLst>
              <a:ext uri="{FF2B5EF4-FFF2-40B4-BE49-F238E27FC236}">
                <a16:creationId xmlns:a16="http://schemas.microsoft.com/office/drawing/2014/main" id="{DFE4412E-46E9-30C5-82EC-612EAF7A04B6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2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1" name="Circle">
            <a:extLst>
              <a:ext uri="{FF2B5EF4-FFF2-40B4-BE49-F238E27FC236}">
                <a16:creationId xmlns:a16="http://schemas.microsoft.com/office/drawing/2014/main" id="{D95F7BBA-E599-B185-6E9E-18AE3FC9E13E}"/>
              </a:ext>
            </a:extLst>
          </p:cNvPr>
          <p:cNvSpPr>
            <a:spLocks noGrp="1"/>
          </p:cNvSpPr>
          <p:nvPr/>
        </p:nvSpPr>
        <p:spPr>
          <a:xfrm flipH="1">
            <a:off x="1882053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2" name="Circle">
            <a:extLst>
              <a:ext uri="{FF2B5EF4-FFF2-40B4-BE49-F238E27FC236}">
                <a16:creationId xmlns:a16="http://schemas.microsoft.com/office/drawing/2014/main" id="{3806F39B-2BF4-D3CB-7C1F-D82DD8B18EF6}"/>
              </a:ext>
            </a:extLst>
          </p:cNvPr>
          <p:cNvSpPr>
            <a:spLocks noGrp="1"/>
          </p:cNvSpPr>
          <p:nvPr/>
        </p:nvSpPr>
        <p:spPr>
          <a:xfrm rot="10800000">
            <a:off x="18438047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3" name="Rounded Rectangle">
            <a:extLst>
              <a:ext uri="{FF2B5EF4-FFF2-40B4-BE49-F238E27FC236}">
                <a16:creationId xmlns:a16="http://schemas.microsoft.com/office/drawing/2014/main" id="{AEF9B852-9B61-DA35-06DC-5DFE32D4FBDD}"/>
              </a:ext>
            </a:extLst>
          </p:cNvPr>
          <p:cNvSpPr>
            <a:spLocks noGrp="1"/>
          </p:cNvSpPr>
          <p:nvPr/>
        </p:nvSpPr>
        <p:spPr>
          <a:xfrm>
            <a:off x="17955834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4" name="Circle">
            <a:extLst>
              <a:ext uri="{FF2B5EF4-FFF2-40B4-BE49-F238E27FC236}">
                <a16:creationId xmlns:a16="http://schemas.microsoft.com/office/drawing/2014/main" id="{ACB9DEA7-BB8F-2992-4DF5-23A1C2A7F2C0}"/>
              </a:ext>
            </a:extLst>
          </p:cNvPr>
          <p:cNvSpPr>
            <a:spLocks noGrp="1"/>
          </p:cNvSpPr>
          <p:nvPr/>
        </p:nvSpPr>
        <p:spPr>
          <a:xfrm>
            <a:off x="18055562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5" name="Circle">
            <a:extLst>
              <a:ext uri="{FF2B5EF4-FFF2-40B4-BE49-F238E27FC236}">
                <a16:creationId xmlns:a16="http://schemas.microsoft.com/office/drawing/2014/main" id="{3BD4B392-2FBE-A935-652B-6D3BC4BE82F1}"/>
              </a:ext>
            </a:extLst>
          </p:cNvPr>
          <p:cNvSpPr>
            <a:spLocks noGrp="1"/>
          </p:cNvSpPr>
          <p:nvPr/>
        </p:nvSpPr>
        <p:spPr>
          <a:xfrm rot="10800000">
            <a:off x="1882053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6" name="Circle">
            <a:extLst>
              <a:ext uri="{FF2B5EF4-FFF2-40B4-BE49-F238E27FC236}">
                <a16:creationId xmlns:a16="http://schemas.microsoft.com/office/drawing/2014/main" id="{96535411-BF13-B85F-EFF6-50AE879D4EA8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7" name="Circle">
            <a:extLst>
              <a:ext uri="{FF2B5EF4-FFF2-40B4-BE49-F238E27FC236}">
                <a16:creationId xmlns:a16="http://schemas.microsoft.com/office/drawing/2014/main" id="{CB7104B9-4394-0DC0-E02C-B562BD70B64E}"/>
              </a:ext>
            </a:extLst>
          </p:cNvPr>
          <p:cNvSpPr>
            <a:spLocks noGrp="1"/>
          </p:cNvSpPr>
          <p:nvPr/>
        </p:nvSpPr>
        <p:spPr>
          <a:xfrm flipH="1">
            <a:off x="18820532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8" name="Circle">
            <a:extLst>
              <a:ext uri="{FF2B5EF4-FFF2-40B4-BE49-F238E27FC236}">
                <a16:creationId xmlns:a16="http://schemas.microsoft.com/office/drawing/2014/main" id="{539D2B97-FF70-B933-6F68-8B819F00903D}"/>
              </a:ext>
            </a:extLst>
          </p:cNvPr>
          <p:cNvSpPr>
            <a:spLocks noGrp="1"/>
          </p:cNvSpPr>
          <p:nvPr/>
        </p:nvSpPr>
        <p:spPr>
          <a:xfrm rot="10800000">
            <a:off x="1805556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9" name="Circle">
            <a:extLst>
              <a:ext uri="{FF2B5EF4-FFF2-40B4-BE49-F238E27FC236}">
                <a16:creationId xmlns:a16="http://schemas.microsoft.com/office/drawing/2014/main" id="{A16A69B9-4D47-60C0-6F01-B46114C88E86}"/>
              </a:ext>
            </a:extLst>
          </p:cNvPr>
          <p:cNvSpPr>
            <a:spLocks noGrp="1"/>
          </p:cNvSpPr>
          <p:nvPr/>
        </p:nvSpPr>
        <p:spPr>
          <a:xfrm rot="10800000">
            <a:off x="1882053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1" name="Rounded Rectangle">
            <a:extLst>
              <a:ext uri="{FF2B5EF4-FFF2-40B4-BE49-F238E27FC236}">
                <a16:creationId xmlns:a16="http://schemas.microsoft.com/office/drawing/2014/main" id="{DD1F4AC3-1747-FF35-3F2E-1379D942C310}"/>
              </a:ext>
            </a:extLst>
          </p:cNvPr>
          <p:cNvSpPr>
            <a:spLocks noGrp="1"/>
          </p:cNvSpPr>
          <p:nvPr/>
        </p:nvSpPr>
        <p:spPr>
          <a:xfrm>
            <a:off x="20326016" y="1237658"/>
            <a:ext cx="1270000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2" name="Circle">
            <a:extLst>
              <a:ext uri="{FF2B5EF4-FFF2-40B4-BE49-F238E27FC236}">
                <a16:creationId xmlns:a16="http://schemas.microsoft.com/office/drawing/2014/main" id="{2BE4AAF3-4870-DD0A-FF19-F5AED9EE8672}"/>
              </a:ext>
            </a:extLst>
          </p:cNvPr>
          <p:cNvSpPr>
            <a:spLocks noGrp="1"/>
          </p:cNvSpPr>
          <p:nvPr/>
        </p:nvSpPr>
        <p:spPr>
          <a:xfrm>
            <a:off x="20425743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3" name="Circle">
            <a:extLst>
              <a:ext uri="{FF2B5EF4-FFF2-40B4-BE49-F238E27FC236}">
                <a16:creationId xmlns:a16="http://schemas.microsoft.com/office/drawing/2014/main" id="{CD8019DE-F20F-CF35-DEBF-C6603559FB6E}"/>
              </a:ext>
            </a:extLst>
          </p:cNvPr>
          <p:cNvSpPr>
            <a:spLocks noGrp="1"/>
          </p:cNvSpPr>
          <p:nvPr/>
        </p:nvSpPr>
        <p:spPr>
          <a:xfrm rot="10800000">
            <a:off x="21190713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4" name="Circle">
            <a:extLst>
              <a:ext uri="{FF2B5EF4-FFF2-40B4-BE49-F238E27FC236}">
                <a16:creationId xmlns:a16="http://schemas.microsoft.com/office/drawing/2014/main" id="{ADA44451-A10D-C735-72AB-1E8F64994CA9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3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5" name="Circle">
            <a:extLst>
              <a:ext uri="{FF2B5EF4-FFF2-40B4-BE49-F238E27FC236}">
                <a16:creationId xmlns:a16="http://schemas.microsoft.com/office/drawing/2014/main" id="{11DFBA02-94A8-89A1-8D1E-F3F599BB3803}"/>
              </a:ext>
            </a:extLst>
          </p:cNvPr>
          <p:cNvSpPr>
            <a:spLocks noGrp="1"/>
          </p:cNvSpPr>
          <p:nvPr/>
        </p:nvSpPr>
        <p:spPr>
          <a:xfrm flipH="1">
            <a:off x="21190713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6" name="Circle">
            <a:extLst>
              <a:ext uri="{FF2B5EF4-FFF2-40B4-BE49-F238E27FC236}">
                <a16:creationId xmlns:a16="http://schemas.microsoft.com/office/drawing/2014/main" id="{B3903371-A5F2-B198-B038-3C34938AA02D}"/>
              </a:ext>
            </a:extLst>
          </p:cNvPr>
          <p:cNvSpPr>
            <a:spLocks noGrp="1"/>
          </p:cNvSpPr>
          <p:nvPr/>
        </p:nvSpPr>
        <p:spPr>
          <a:xfrm rot="10800000">
            <a:off x="20425743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7" name="Circle">
            <a:extLst>
              <a:ext uri="{FF2B5EF4-FFF2-40B4-BE49-F238E27FC236}">
                <a16:creationId xmlns:a16="http://schemas.microsoft.com/office/drawing/2014/main" id="{6F4C5656-403E-69DE-908B-F63E5D9759D8}"/>
              </a:ext>
            </a:extLst>
          </p:cNvPr>
          <p:cNvSpPr>
            <a:spLocks noGrp="1"/>
          </p:cNvSpPr>
          <p:nvPr/>
        </p:nvSpPr>
        <p:spPr>
          <a:xfrm rot="10800000">
            <a:off x="21190713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8" name="Rounded Rectangle">
            <a:extLst>
              <a:ext uri="{FF2B5EF4-FFF2-40B4-BE49-F238E27FC236}">
                <a16:creationId xmlns:a16="http://schemas.microsoft.com/office/drawing/2014/main" id="{ADA41DCB-FD32-4478-2598-28A7261284E6}"/>
              </a:ext>
            </a:extLst>
          </p:cNvPr>
          <p:cNvSpPr>
            <a:spLocks noGrp="1"/>
          </p:cNvSpPr>
          <p:nvPr/>
        </p:nvSpPr>
        <p:spPr>
          <a:xfrm>
            <a:off x="20326017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9" name="Circle">
            <a:extLst>
              <a:ext uri="{FF2B5EF4-FFF2-40B4-BE49-F238E27FC236}">
                <a16:creationId xmlns:a16="http://schemas.microsoft.com/office/drawing/2014/main" id="{482DFCCF-EB04-5E75-7B1B-FDD5E5A018DD}"/>
              </a:ext>
            </a:extLst>
          </p:cNvPr>
          <p:cNvSpPr>
            <a:spLocks noGrp="1"/>
          </p:cNvSpPr>
          <p:nvPr/>
        </p:nvSpPr>
        <p:spPr>
          <a:xfrm>
            <a:off x="20425744" y="4090379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0" name="Circle">
            <a:extLst>
              <a:ext uri="{FF2B5EF4-FFF2-40B4-BE49-F238E27FC236}">
                <a16:creationId xmlns:a16="http://schemas.microsoft.com/office/drawing/2014/main" id="{E92FC328-1D82-4E85-ECEA-24F3FBF36E84}"/>
              </a:ext>
            </a:extLst>
          </p:cNvPr>
          <p:cNvSpPr>
            <a:spLocks noGrp="1"/>
          </p:cNvSpPr>
          <p:nvPr/>
        </p:nvSpPr>
        <p:spPr>
          <a:xfrm rot="10800000">
            <a:off x="21190715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1" name="Circle">
            <a:extLst>
              <a:ext uri="{FF2B5EF4-FFF2-40B4-BE49-F238E27FC236}">
                <a16:creationId xmlns:a16="http://schemas.microsoft.com/office/drawing/2014/main" id="{036058BB-7705-659E-BA84-2A3AE50B0B4F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4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2" name="Circle">
            <a:extLst>
              <a:ext uri="{FF2B5EF4-FFF2-40B4-BE49-F238E27FC236}">
                <a16:creationId xmlns:a16="http://schemas.microsoft.com/office/drawing/2014/main" id="{99ED17AC-F99E-0C14-28B2-7C6EE0F799A4}"/>
              </a:ext>
            </a:extLst>
          </p:cNvPr>
          <p:cNvSpPr>
            <a:spLocks noGrp="1"/>
          </p:cNvSpPr>
          <p:nvPr/>
        </p:nvSpPr>
        <p:spPr>
          <a:xfrm flipH="1">
            <a:off x="21190715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3" name="Circle">
            <a:extLst>
              <a:ext uri="{FF2B5EF4-FFF2-40B4-BE49-F238E27FC236}">
                <a16:creationId xmlns:a16="http://schemas.microsoft.com/office/drawing/2014/main" id="{AF2E8EA1-B942-2CA6-83C9-CE720A7DC293}"/>
              </a:ext>
            </a:extLst>
          </p:cNvPr>
          <p:cNvSpPr>
            <a:spLocks noGrp="1"/>
          </p:cNvSpPr>
          <p:nvPr/>
        </p:nvSpPr>
        <p:spPr>
          <a:xfrm rot="10800000">
            <a:off x="20425744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4" name="Circle">
            <a:extLst>
              <a:ext uri="{FF2B5EF4-FFF2-40B4-BE49-F238E27FC236}">
                <a16:creationId xmlns:a16="http://schemas.microsoft.com/office/drawing/2014/main" id="{8309778F-6D45-23DD-BC6F-8B5E78C7D737}"/>
              </a:ext>
            </a:extLst>
          </p:cNvPr>
          <p:cNvSpPr>
            <a:spLocks noGrp="1"/>
          </p:cNvSpPr>
          <p:nvPr/>
        </p:nvSpPr>
        <p:spPr>
          <a:xfrm rot="10800000">
            <a:off x="21190715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5" name="Rounded Rectangle">
            <a:extLst>
              <a:ext uri="{FF2B5EF4-FFF2-40B4-BE49-F238E27FC236}">
                <a16:creationId xmlns:a16="http://schemas.microsoft.com/office/drawing/2014/main" id="{7E87ABAD-1F31-E6A8-894C-B452FC8971C6}"/>
              </a:ext>
            </a:extLst>
          </p:cNvPr>
          <p:cNvSpPr>
            <a:spLocks noGrp="1"/>
          </p:cNvSpPr>
          <p:nvPr/>
        </p:nvSpPr>
        <p:spPr>
          <a:xfrm>
            <a:off x="20326017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6" name="Circle">
            <a:extLst>
              <a:ext uri="{FF2B5EF4-FFF2-40B4-BE49-F238E27FC236}">
                <a16:creationId xmlns:a16="http://schemas.microsoft.com/office/drawing/2014/main" id="{A00F0513-504C-C467-CFAD-0BFF564B4FD0}"/>
              </a:ext>
            </a:extLst>
          </p:cNvPr>
          <p:cNvSpPr>
            <a:spLocks noGrp="1"/>
          </p:cNvSpPr>
          <p:nvPr/>
        </p:nvSpPr>
        <p:spPr>
          <a:xfrm>
            <a:off x="20425744" y="608451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7" name="Circle">
            <a:extLst>
              <a:ext uri="{FF2B5EF4-FFF2-40B4-BE49-F238E27FC236}">
                <a16:creationId xmlns:a16="http://schemas.microsoft.com/office/drawing/2014/main" id="{09C3B9B6-B991-904A-0D44-C485E84BA507}"/>
              </a:ext>
            </a:extLst>
          </p:cNvPr>
          <p:cNvSpPr>
            <a:spLocks noGrp="1"/>
          </p:cNvSpPr>
          <p:nvPr/>
        </p:nvSpPr>
        <p:spPr>
          <a:xfrm rot="10800000">
            <a:off x="2119071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8" name="Circle">
            <a:extLst>
              <a:ext uri="{FF2B5EF4-FFF2-40B4-BE49-F238E27FC236}">
                <a16:creationId xmlns:a16="http://schemas.microsoft.com/office/drawing/2014/main" id="{5DE66325-BF95-D102-3D81-8CC1126455F7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4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9" name="Circle">
            <a:extLst>
              <a:ext uri="{FF2B5EF4-FFF2-40B4-BE49-F238E27FC236}">
                <a16:creationId xmlns:a16="http://schemas.microsoft.com/office/drawing/2014/main" id="{1D0830F8-E0AB-A02A-306A-D95660DEE89A}"/>
              </a:ext>
            </a:extLst>
          </p:cNvPr>
          <p:cNvSpPr>
            <a:spLocks noGrp="1"/>
          </p:cNvSpPr>
          <p:nvPr/>
        </p:nvSpPr>
        <p:spPr>
          <a:xfrm flipH="1">
            <a:off x="21190715" y="608451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0" name="Circle">
            <a:extLst>
              <a:ext uri="{FF2B5EF4-FFF2-40B4-BE49-F238E27FC236}">
                <a16:creationId xmlns:a16="http://schemas.microsoft.com/office/drawing/2014/main" id="{880FCCE6-B4DC-19ED-3DA6-2FEDFF8123F5}"/>
              </a:ext>
            </a:extLst>
          </p:cNvPr>
          <p:cNvSpPr>
            <a:spLocks noGrp="1"/>
          </p:cNvSpPr>
          <p:nvPr/>
        </p:nvSpPr>
        <p:spPr>
          <a:xfrm rot="10800000">
            <a:off x="20425744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1" name="Circle">
            <a:extLst>
              <a:ext uri="{FF2B5EF4-FFF2-40B4-BE49-F238E27FC236}">
                <a16:creationId xmlns:a16="http://schemas.microsoft.com/office/drawing/2014/main" id="{A4D75FC6-C900-2A2C-F429-8F1B536ECE27}"/>
              </a:ext>
            </a:extLst>
          </p:cNvPr>
          <p:cNvSpPr>
            <a:spLocks noGrp="1"/>
          </p:cNvSpPr>
          <p:nvPr/>
        </p:nvSpPr>
        <p:spPr>
          <a:xfrm rot="10800000">
            <a:off x="21190715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2" name="Rounded Rectangle">
            <a:extLst>
              <a:ext uri="{FF2B5EF4-FFF2-40B4-BE49-F238E27FC236}">
                <a16:creationId xmlns:a16="http://schemas.microsoft.com/office/drawing/2014/main" id="{7962CA4E-3C7C-154C-7364-564F1378A361}"/>
              </a:ext>
            </a:extLst>
          </p:cNvPr>
          <p:cNvSpPr>
            <a:spLocks noGrp="1"/>
          </p:cNvSpPr>
          <p:nvPr/>
        </p:nvSpPr>
        <p:spPr>
          <a:xfrm>
            <a:off x="20326017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3" name="Circle">
            <a:extLst>
              <a:ext uri="{FF2B5EF4-FFF2-40B4-BE49-F238E27FC236}">
                <a16:creationId xmlns:a16="http://schemas.microsoft.com/office/drawing/2014/main" id="{362777F4-231D-AA38-B341-1BEAC9AC5F0D}"/>
              </a:ext>
            </a:extLst>
          </p:cNvPr>
          <p:cNvSpPr>
            <a:spLocks noGrp="1"/>
          </p:cNvSpPr>
          <p:nvPr/>
        </p:nvSpPr>
        <p:spPr>
          <a:xfrm>
            <a:off x="2042574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4" name="Circle">
            <a:extLst>
              <a:ext uri="{FF2B5EF4-FFF2-40B4-BE49-F238E27FC236}">
                <a16:creationId xmlns:a16="http://schemas.microsoft.com/office/drawing/2014/main" id="{CAF9DA72-00DA-843B-7D89-10F2C0941B43}"/>
              </a:ext>
            </a:extLst>
          </p:cNvPr>
          <p:cNvSpPr>
            <a:spLocks noGrp="1"/>
          </p:cNvSpPr>
          <p:nvPr/>
        </p:nvSpPr>
        <p:spPr>
          <a:xfrm rot="10800000">
            <a:off x="2119071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5" name="Circle">
            <a:extLst>
              <a:ext uri="{FF2B5EF4-FFF2-40B4-BE49-F238E27FC236}">
                <a16:creationId xmlns:a16="http://schemas.microsoft.com/office/drawing/2014/main" id="{30832493-975C-10AA-D4F9-AACDE246F4D5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4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6" name="Circle">
            <a:extLst>
              <a:ext uri="{FF2B5EF4-FFF2-40B4-BE49-F238E27FC236}">
                <a16:creationId xmlns:a16="http://schemas.microsoft.com/office/drawing/2014/main" id="{41F91A6D-9FB5-9CCF-6487-5FFB166BE5D1}"/>
              </a:ext>
            </a:extLst>
          </p:cNvPr>
          <p:cNvSpPr>
            <a:spLocks noGrp="1"/>
          </p:cNvSpPr>
          <p:nvPr/>
        </p:nvSpPr>
        <p:spPr>
          <a:xfrm flipH="1">
            <a:off x="21190715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7" name="Circle">
            <a:extLst>
              <a:ext uri="{FF2B5EF4-FFF2-40B4-BE49-F238E27FC236}">
                <a16:creationId xmlns:a16="http://schemas.microsoft.com/office/drawing/2014/main" id="{50300273-3FFF-2A20-B617-3479F1E18100}"/>
              </a:ext>
            </a:extLst>
          </p:cNvPr>
          <p:cNvSpPr>
            <a:spLocks noGrp="1"/>
          </p:cNvSpPr>
          <p:nvPr/>
        </p:nvSpPr>
        <p:spPr>
          <a:xfrm rot="10800000">
            <a:off x="20425744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8" name="Circle">
            <a:extLst>
              <a:ext uri="{FF2B5EF4-FFF2-40B4-BE49-F238E27FC236}">
                <a16:creationId xmlns:a16="http://schemas.microsoft.com/office/drawing/2014/main" id="{299DFF94-8840-5AA4-F994-6A7BE78003EF}"/>
              </a:ext>
            </a:extLst>
          </p:cNvPr>
          <p:cNvSpPr>
            <a:spLocks noGrp="1"/>
          </p:cNvSpPr>
          <p:nvPr/>
        </p:nvSpPr>
        <p:spPr>
          <a:xfrm rot="10800000">
            <a:off x="21190715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9" name="Rounded Rectangle">
            <a:extLst>
              <a:ext uri="{FF2B5EF4-FFF2-40B4-BE49-F238E27FC236}">
                <a16:creationId xmlns:a16="http://schemas.microsoft.com/office/drawing/2014/main" id="{D66F2944-7738-B2BD-385E-35616082A435}"/>
              </a:ext>
            </a:extLst>
          </p:cNvPr>
          <p:cNvSpPr>
            <a:spLocks noGrp="1"/>
          </p:cNvSpPr>
          <p:nvPr/>
        </p:nvSpPr>
        <p:spPr>
          <a:xfrm>
            <a:off x="20326017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0" name="Circle">
            <a:extLst>
              <a:ext uri="{FF2B5EF4-FFF2-40B4-BE49-F238E27FC236}">
                <a16:creationId xmlns:a16="http://schemas.microsoft.com/office/drawing/2014/main" id="{57422630-52E3-418F-83E8-C4B0B86D5B13}"/>
              </a:ext>
            </a:extLst>
          </p:cNvPr>
          <p:cNvSpPr>
            <a:spLocks noGrp="1"/>
          </p:cNvSpPr>
          <p:nvPr/>
        </p:nvSpPr>
        <p:spPr>
          <a:xfrm>
            <a:off x="20425744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1" name="Circle">
            <a:extLst>
              <a:ext uri="{FF2B5EF4-FFF2-40B4-BE49-F238E27FC236}">
                <a16:creationId xmlns:a16="http://schemas.microsoft.com/office/drawing/2014/main" id="{E0D439F4-3515-8118-D3BE-918BD9277753}"/>
              </a:ext>
            </a:extLst>
          </p:cNvPr>
          <p:cNvSpPr>
            <a:spLocks noGrp="1"/>
          </p:cNvSpPr>
          <p:nvPr/>
        </p:nvSpPr>
        <p:spPr>
          <a:xfrm rot="10800000">
            <a:off x="21190715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2" name="Circle">
            <a:extLst>
              <a:ext uri="{FF2B5EF4-FFF2-40B4-BE49-F238E27FC236}">
                <a16:creationId xmlns:a16="http://schemas.microsoft.com/office/drawing/2014/main" id="{E81C17AB-9E64-5615-2690-AE8F0731AFB5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4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3" name="Circle">
            <a:extLst>
              <a:ext uri="{FF2B5EF4-FFF2-40B4-BE49-F238E27FC236}">
                <a16:creationId xmlns:a16="http://schemas.microsoft.com/office/drawing/2014/main" id="{38651F66-20E9-F995-8AEA-32D9376F73F7}"/>
              </a:ext>
            </a:extLst>
          </p:cNvPr>
          <p:cNvSpPr>
            <a:spLocks noGrp="1"/>
          </p:cNvSpPr>
          <p:nvPr/>
        </p:nvSpPr>
        <p:spPr>
          <a:xfrm flipH="1">
            <a:off x="21190715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4" name="Circle">
            <a:extLst>
              <a:ext uri="{FF2B5EF4-FFF2-40B4-BE49-F238E27FC236}">
                <a16:creationId xmlns:a16="http://schemas.microsoft.com/office/drawing/2014/main" id="{8A7AE683-84E8-5FAD-EF40-06007FD79C92}"/>
              </a:ext>
            </a:extLst>
          </p:cNvPr>
          <p:cNvSpPr>
            <a:spLocks noGrp="1"/>
          </p:cNvSpPr>
          <p:nvPr/>
        </p:nvSpPr>
        <p:spPr>
          <a:xfrm rot="10800000">
            <a:off x="20425744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5" name="Circle">
            <a:extLst>
              <a:ext uri="{FF2B5EF4-FFF2-40B4-BE49-F238E27FC236}">
                <a16:creationId xmlns:a16="http://schemas.microsoft.com/office/drawing/2014/main" id="{CD5E4DB3-B594-0BBE-9BD9-B6BDB8151178}"/>
              </a:ext>
            </a:extLst>
          </p:cNvPr>
          <p:cNvSpPr>
            <a:spLocks noGrp="1"/>
          </p:cNvSpPr>
          <p:nvPr/>
        </p:nvSpPr>
        <p:spPr>
          <a:xfrm rot="10800000">
            <a:off x="21190715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6" name="Rounded Rectangle">
            <a:extLst>
              <a:ext uri="{FF2B5EF4-FFF2-40B4-BE49-F238E27FC236}">
                <a16:creationId xmlns:a16="http://schemas.microsoft.com/office/drawing/2014/main" id="{EC38840C-A88C-2DA4-1888-3A727A2335F3}"/>
              </a:ext>
            </a:extLst>
          </p:cNvPr>
          <p:cNvSpPr>
            <a:spLocks noGrp="1"/>
          </p:cNvSpPr>
          <p:nvPr/>
        </p:nvSpPr>
        <p:spPr>
          <a:xfrm>
            <a:off x="21747796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7" name="Circle">
            <a:extLst>
              <a:ext uri="{FF2B5EF4-FFF2-40B4-BE49-F238E27FC236}">
                <a16:creationId xmlns:a16="http://schemas.microsoft.com/office/drawing/2014/main" id="{846B7851-9837-A1DA-ADB0-B79C4AE3BD83}"/>
              </a:ext>
            </a:extLst>
          </p:cNvPr>
          <p:cNvSpPr>
            <a:spLocks noGrp="1"/>
          </p:cNvSpPr>
          <p:nvPr/>
        </p:nvSpPr>
        <p:spPr>
          <a:xfrm>
            <a:off x="22230009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8" name="Rounded Rectangle">
            <a:extLst>
              <a:ext uri="{FF2B5EF4-FFF2-40B4-BE49-F238E27FC236}">
                <a16:creationId xmlns:a16="http://schemas.microsoft.com/office/drawing/2014/main" id="{0A08A0ED-7E04-207F-01EA-198714968E5D}"/>
              </a:ext>
            </a:extLst>
          </p:cNvPr>
          <p:cNvSpPr>
            <a:spLocks noGrp="1"/>
          </p:cNvSpPr>
          <p:nvPr/>
        </p:nvSpPr>
        <p:spPr>
          <a:xfrm>
            <a:off x="21747796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9" name="Circle">
            <a:extLst>
              <a:ext uri="{FF2B5EF4-FFF2-40B4-BE49-F238E27FC236}">
                <a16:creationId xmlns:a16="http://schemas.microsoft.com/office/drawing/2014/main" id="{935783A4-385A-CDEF-2A69-40C38F77E16B}"/>
              </a:ext>
            </a:extLst>
          </p:cNvPr>
          <p:cNvSpPr>
            <a:spLocks noGrp="1"/>
          </p:cNvSpPr>
          <p:nvPr/>
        </p:nvSpPr>
        <p:spPr>
          <a:xfrm>
            <a:off x="21847524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0" name="Circle">
            <a:extLst>
              <a:ext uri="{FF2B5EF4-FFF2-40B4-BE49-F238E27FC236}">
                <a16:creationId xmlns:a16="http://schemas.microsoft.com/office/drawing/2014/main" id="{053D5530-62F1-8473-5A60-1E7F8C42E745}"/>
              </a:ext>
            </a:extLst>
          </p:cNvPr>
          <p:cNvSpPr>
            <a:spLocks noGrp="1"/>
          </p:cNvSpPr>
          <p:nvPr/>
        </p:nvSpPr>
        <p:spPr>
          <a:xfrm rot="10800000">
            <a:off x="22612492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1" name="Rounded Rectangle">
            <a:extLst>
              <a:ext uri="{FF2B5EF4-FFF2-40B4-BE49-F238E27FC236}">
                <a16:creationId xmlns:a16="http://schemas.microsoft.com/office/drawing/2014/main" id="{BC4D1BEA-D1EB-A719-D3AF-7244AEBF1627}"/>
              </a:ext>
            </a:extLst>
          </p:cNvPr>
          <p:cNvSpPr>
            <a:spLocks noGrp="1"/>
          </p:cNvSpPr>
          <p:nvPr/>
        </p:nvSpPr>
        <p:spPr>
          <a:xfrm>
            <a:off x="21747796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2" name="Circle">
            <a:extLst>
              <a:ext uri="{FF2B5EF4-FFF2-40B4-BE49-F238E27FC236}">
                <a16:creationId xmlns:a16="http://schemas.microsoft.com/office/drawing/2014/main" id="{01098FC6-276D-702A-B929-C684B3DC9311}"/>
              </a:ext>
            </a:extLst>
          </p:cNvPr>
          <p:cNvSpPr>
            <a:spLocks noGrp="1"/>
          </p:cNvSpPr>
          <p:nvPr/>
        </p:nvSpPr>
        <p:spPr>
          <a:xfrm>
            <a:off x="21847524" y="608451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3" name="Circle">
            <a:extLst>
              <a:ext uri="{FF2B5EF4-FFF2-40B4-BE49-F238E27FC236}">
                <a16:creationId xmlns:a16="http://schemas.microsoft.com/office/drawing/2014/main" id="{73E80178-DB85-E25F-D50A-9C23DBA0CA02}"/>
              </a:ext>
            </a:extLst>
          </p:cNvPr>
          <p:cNvSpPr>
            <a:spLocks noGrp="1"/>
          </p:cNvSpPr>
          <p:nvPr/>
        </p:nvSpPr>
        <p:spPr>
          <a:xfrm rot="10800000">
            <a:off x="22612494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4" name="Circle">
            <a:extLst>
              <a:ext uri="{FF2B5EF4-FFF2-40B4-BE49-F238E27FC236}">
                <a16:creationId xmlns:a16="http://schemas.microsoft.com/office/drawing/2014/main" id="{E1D7DC71-0A01-E871-9D0F-E40979108B6D}"/>
              </a:ext>
            </a:extLst>
          </p:cNvPr>
          <p:cNvSpPr>
            <a:spLocks noGrp="1"/>
          </p:cNvSpPr>
          <p:nvPr/>
        </p:nvSpPr>
        <p:spPr>
          <a:xfrm rot="10800000">
            <a:off x="22230009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5" name="Rounded Rectangle">
            <a:extLst>
              <a:ext uri="{FF2B5EF4-FFF2-40B4-BE49-F238E27FC236}">
                <a16:creationId xmlns:a16="http://schemas.microsoft.com/office/drawing/2014/main" id="{5B15CF80-2158-2EA2-6123-6C313F12515C}"/>
              </a:ext>
            </a:extLst>
          </p:cNvPr>
          <p:cNvSpPr>
            <a:spLocks noGrp="1"/>
          </p:cNvSpPr>
          <p:nvPr/>
        </p:nvSpPr>
        <p:spPr>
          <a:xfrm>
            <a:off x="21747796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6" name="Circle">
            <a:extLst>
              <a:ext uri="{FF2B5EF4-FFF2-40B4-BE49-F238E27FC236}">
                <a16:creationId xmlns:a16="http://schemas.microsoft.com/office/drawing/2014/main" id="{4E684A5F-6A9B-6652-1698-B30680D26FB5}"/>
              </a:ext>
            </a:extLst>
          </p:cNvPr>
          <p:cNvSpPr>
            <a:spLocks noGrp="1"/>
          </p:cNvSpPr>
          <p:nvPr/>
        </p:nvSpPr>
        <p:spPr>
          <a:xfrm>
            <a:off x="2184752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7" name="Circle">
            <a:extLst>
              <a:ext uri="{FF2B5EF4-FFF2-40B4-BE49-F238E27FC236}">
                <a16:creationId xmlns:a16="http://schemas.microsoft.com/office/drawing/2014/main" id="{ACE49FB7-54BD-D663-0691-4DB01F5CA7E0}"/>
              </a:ext>
            </a:extLst>
          </p:cNvPr>
          <p:cNvSpPr>
            <a:spLocks noGrp="1"/>
          </p:cNvSpPr>
          <p:nvPr/>
        </p:nvSpPr>
        <p:spPr>
          <a:xfrm rot="10800000">
            <a:off x="22612494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8" name="Circle">
            <a:extLst>
              <a:ext uri="{FF2B5EF4-FFF2-40B4-BE49-F238E27FC236}">
                <a16:creationId xmlns:a16="http://schemas.microsoft.com/office/drawing/2014/main" id="{BE8A0709-9538-6EB2-B7B4-629970D340D4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4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9" name="Circle">
            <a:extLst>
              <a:ext uri="{FF2B5EF4-FFF2-40B4-BE49-F238E27FC236}">
                <a16:creationId xmlns:a16="http://schemas.microsoft.com/office/drawing/2014/main" id="{A5E7DD39-83A8-F3F5-93EF-D8783BABFA98}"/>
              </a:ext>
            </a:extLst>
          </p:cNvPr>
          <p:cNvSpPr>
            <a:spLocks noGrp="1"/>
          </p:cNvSpPr>
          <p:nvPr/>
        </p:nvSpPr>
        <p:spPr>
          <a:xfrm flipH="1">
            <a:off x="2261249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0" name="Rounded Rectangle">
            <a:extLst>
              <a:ext uri="{FF2B5EF4-FFF2-40B4-BE49-F238E27FC236}">
                <a16:creationId xmlns:a16="http://schemas.microsoft.com/office/drawing/2014/main" id="{07255DAB-4512-1A2B-4146-969EE8834862}"/>
              </a:ext>
            </a:extLst>
          </p:cNvPr>
          <p:cNvSpPr>
            <a:spLocks noGrp="1"/>
          </p:cNvSpPr>
          <p:nvPr/>
        </p:nvSpPr>
        <p:spPr>
          <a:xfrm>
            <a:off x="21747796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1" name="Circle">
            <a:extLst>
              <a:ext uri="{FF2B5EF4-FFF2-40B4-BE49-F238E27FC236}">
                <a16:creationId xmlns:a16="http://schemas.microsoft.com/office/drawing/2014/main" id="{8DFD04C8-88C0-C51A-5013-BA00933621CA}"/>
              </a:ext>
            </a:extLst>
          </p:cNvPr>
          <p:cNvSpPr>
            <a:spLocks noGrp="1"/>
          </p:cNvSpPr>
          <p:nvPr/>
        </p:nvSpPr>
        <p:spPr>
          <a:xfrm>
            <a:off x="21847524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2" name="Circle">
            <a:extLst>
              <a:ext uri="{FF2B5EF4-FFF2-40B4-BE49-F238E27FC236}">
                <a16:creationId xmlns:a16="http://schemas.microsoft.com/office/drawing/2014/main" id="{8F9F2F03-CA37-9A45-D506-9C3E4BA05357}"/>
              </a:ext>
            </a:extLst>
          </p:cNvPr>
          <p:cNvSpPr>
            <a:spLocks noGrp="1"/>
          </p:cNvSpPr>
          <p:nvPr/>
        </p:nvSpPr>
        <p:spPr>
          <a:xfrm rot="10800000">
            <a:off x="22612494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3" name="Circle">
            <a:extLst>
              <a:ext uri="{FF2B5EF4-FFF2-40B4-BE49-F238E27FC236}">
                <a16:creationId xmlns:a16="http://schemas.microsoft.com/office/drawing/2014/main" id="{E4B9B497-02D3-B8AB-A49D-1F460CCD92AD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4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4" name="Circle">
            <a:extLst>
              <a:ext uri="{FF2B5EF4-FFF2-40B4-BE49-F238E27FC236}">
                <a16:creationId xmlns:a16="http://schemas.microsoft.com/office/drawing/2014/main" id="{18C43AE2-E82C-EB09-AA88-9FE0AF604E4E}"/>
              </a:ext>
            </a:extLst>
          </p:cNvPr>
          <p:cNvSpPr>
            <a:spLocks noGrp="1"/>
          </p:cNvSpPr>
          <p:nvPr/>
        </p:nvSpPr>
        <p:spPr>
          <a:xfrm flipH="1">
            <a:off x="22612494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5" name="Circle">
            <a:extLst>
              <a:ext uri="{FF2B5EF4-FFF2-40B4-BE49-F238E27FC236}">
                <a16:creationId xmlns:a16="http://schemas.microsoft.com/office/drawing/2014/main" id="{46B41004-43B4-D7E7-3869-B54ADD78A6F0}"/>
              </a:ext>
            </a:extLst>
          </p:cNvPr>
          <p:cNvSpPr>
            <a:spLocks noGrp="1"/>
          </p:cNvSpPr>
          <p:nvPr/>
        </p:nvSpPr>
        <p:spPr>
          <a:xfrm rot="10800000">
            <a:off x="22230009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7" name="Rounded Rectangle">
            <a:extLst>
              <a:ext uri="{FF2B5EF4-FFF2-40B4-BE49-F238E27FC236}">
                <a16:creationId xmlns:a16="http://schemas.microsoft.com/office/drawing/2014/main" id="{410119C0-5FDC-DBB6-3961-CBC9708688FE}"/>
              </a:ext>
            </a:extLst>
          </p:cNvPr>
          <p:cNvSpPr>
            <a:spLocks noGrp="1"/>
          </p:cNvSpPr>
          <p:nvPr/>
        </p:nvSpPr>
        <p:spPr>
          <a:xfrm>
            <a:off x="21747796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818" name="Circle">
            <a:extLst>
              <a:ext uri="{FF2B5EF4-FFF2-40B4-BE49-F238E27FC236}">
                <a16:creationId xmlns:a16="http://schemas.microsoft.com/office/drawing/2014/main" id="{8691F7EB-9CF2-33AC-5AC0-2C429605F545}"/>
              </a:ext>
            </a:extLst>
          </p:cNvPr>
          <p:cNvSpPr>
            <a:spLocks noGrp="1"/>
          </p:cNvSpPr>
          <p:nvPr/>
        </p:nvSpPr>
        <p:spPr>
          <a:xfrm>
            <a:off x="21847523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819" name="Circle">
            <a:extLst>
              <a:ext uri="{FF2B5EF4-FFF2-40B4-BE49-F238E27FC236}">
                <a16:creationId xmlns:a16="http://schemas.microsoft.com/office/drawing/2014/main" id="{150756E1-C65B-6AE8-D0F2-D4D973A98CCF}"/>
              </a:ext>
            </a:extLst>
          </p:cNvPr>
          <p:cNvSpPr>
            <a:spLocks noGrp="1"/>
          </p:cNvSpPr>
          <p:nvPr/>
        </p:nvSpPr>
        <p:spPr>
          <a:xfrm rot="10800000">
            <a:off x="22612492" y="113141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820" name="Circle">
            <a:extLst>
              <a:ext uri="{FF2B5EF4-FFF2-40B4-BE49-F238E27FC236}">
                <a16:creationId xmlns:a16="http://schemas.microsoft.com/office/drawing/2014/main" id="{614C2725-7042-DF53-4055-29543D2F7FF5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113141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821" name="Circle">
            <a:extLst>
              <a:ext uri="{FF2B5EF4-FFF2-40B4-BE49-F238E27FC236}">
                <a16:creationId xmlns:a16="http://schemas.microsoft.com/office/drawing/2014/main" id="{C07E86DA-B7E0-C64C-4252-7D387F2C8CA9}"/>
              </a:ext>
            </a:extLst>
          </p:cNvPr>
          <p:cNvSpPr>
            <a:spLocks noGrp="1"/>
          </p:cNvSpPr>
          <p:nvPr/>
        </p:nvSpPr>
        <p:spPr>
          <a:xfrm flipH="1">
            <a:off x="22612492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822" name="Circle">
            <a:extLst>
              <a:ext uri="{FF2B5EF4-FFF2-40B4-BE49-F238E27FC236}">
                <a16:creationId xmlns:a16="http://schemas.microsoft.com/office/drawing/2014/main" id="{9604A6A8-F092-8AEB-5A75-EC62CE886F81}"/>
              </a:ext>
            </a:extLst>
          </p:cNvPr>
          <p:cNvSpPr>
            <a:spLocks noGrp="1"/>
          </p:cNvSpPr>
          <p:nvPr/>
        </p:nvSpPr>
        <p:spPr>
          <a:xfrm rot="10800000">
            <a:off x="21847523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823" name="Circle">
            <a:extLst>
              <a:ext uri="{FF2B5EF4-FFF2-40B4-BE49-F238E27FC236}">
                <a16:creationId xmlns:a16="http://schemas.microsoft.com/office/drawing/2014/main" id="{D2C3809E-3E3A-8EC0-C32A-B547FF226E32}"/>
              </a:ext>
            </a:extLst>
          </p:cNvPr>
          <p:cNvSpPr>
            <a:spLocks noGrp="1"/>
          </p:cNvSpPr>
          <p:nvPr/>
        </p:nvSpPr>
        <p:spPr>
          <a:xfrm rot="10800000">
            <a:off x="22612492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826" name="P(    )">
            <a:extLst>
              <a:ext uri="{FF2B5EF4-FFF2-40B4-BE49-F238E27FC236}">
                <a16:creationId xmlns:a16="http://schemas.microsoft.com/office/drawing/2014/main" id="{5A36A180-5405-4545-52E8-814A4250E154}"/>
              </a:ext>
            </a:extLst>
          </p:cNvPr>
          <p:cNvSpPr>
            <a:spLocks noGrp="1"/>
          </p:cNvSpPr>
          <p:nvPr/>
        </p:nvSpPr>
        <p:spPr>
          <a:xfrm>
            <a:off x="1805081" y="8856651"/>
            <a:ext cx="3989054" cy="198510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3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</a:t>
            </a:r>
            <a:r>
              <a:t>(    )</a:t>
            </a:r>
          </a:p>
        </p:txBody>
      </p:sp>
      <p:sp>
        <p:nvSpPr>
          <p:cNvPr id="2827" name="Rounded Rectangle">
            <a:extLst>
              <a:ext uri="{FF2B5EF4-FFF2-40B4-BE49-F238E27FC236}">
                <a16:creationId xmlns:a16="http://schemas.microsoft.com/office/drawing/2014/main" id="{B5EAEB52-F16C-01A8-85CE-696871E9A419}"/>
              </a:ext>
            </a:extLst>
          </p:cNvPr>
          <p:cNvSpPr>
            <a:spLocks noGrp="1"/>
          </p:cNvSpPr>
          <p:nvPr/>
        </p:nvSpPr>
        <p:spPr>
          <a:xfrm>
            <a:off x="3686508" y="9326067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28" name="Circle">
            <a:extLst>
              <a:ext uri="{FF2B5EF4-FFF2-40B4-BE49-F238E27FC236}">
                <a16:creationId xmlns:a16="http://schemas.microsoft.com/office/drawing/2014/main" id="{57F191EA-0FF7-1B31-E4DA-AF9BAB441A27}"/>
              </a:ext>
            </a:extLst>
          </p:cNvPr>
          <p:cNvSpPr>
            <a:spLocks noGrp="1"/>
          </p:cNvSpPr>
          <p:nvPr/>
        </p:nvSpPr>
        <p:spPr>
          <a:xfrm>
            <a:off x="3786235" y="1018465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29" name="Circle">
            <a:extLst>
              <a:ext uri="{FF2B5EF4-FFF2-40B4-BE49-F238E27FC236}">
                <a16:creationId xmlns:a16="http://schemas.microsoft.com/office/drawing/2014/main" id="{6DFE212A-C7C0-4D5A-0232-5BDCB9EE9EF7}"/>
              </a:ext>
            </a:extLst>
          </p:cNvPr>
          <p:cNvSpPr>
            <a:spLocks noGrp="1"/>
          </p:cNvSpPr>
          <p:nvPr/>
        </p:nvSpPr>
        <p:spPr>
          <a:xfrm rot="10800000">
            <a:off x="4551204" y="943190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0" name="Circle">
            <a:extLst>
              <a:ext uri="{FF2B5EF4-FFF2-40B4-BE49-F238E27FC236}">
                <a16:creationId xmlns:a16="http://schemas.microsoft.com/office/drawing/2014/main" id="{A4DA5DC1-595D-3D82-87F6-DF99805A6787}"/>
              </a:ext>
            </a:extLst>
          </p:cNvPr>
          <p:cNvSpPr>
            <a:spLocks noGrp="1"/>
          </p:cNvSpPr>
          <p:nvPr/>
        </p:nvSpPr>
        <p:spPr>
          <a:xfrm rot="10800000" flipH="1">
            <a:off x="3786235" y="943190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1" name="Circle">
            <a:extLst>
              <a:ext uri="{FF2B5EF4-FFF2-40B4-BE49-F238E27FC236}">
                <a16:creationId xmlns:a16="http://schemas.microsoft.com/office/drawing/2014/main" id="{DC6A2255-EBC5-44A2-F752-DD6805253A69}"/>
              </a:ext>
            </a:extLst>
          </p:cNvPr>
          <p:cNvSpPr>
            <a:spLocks noGrp="1"/>
          </p:cNvSpPr>
          <p:nvPr/>
        </p:nvSpPr>
        <p:spPr>
          <a:xfrm flipH="1">
            <a:off x="4551204" y="1018465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2" name="Circle">
            <a:extLst>
              <a:ext uri="{FF2B5EF4-FFF2-40B4-BE49-F238E27FC236}">
                <a16:creationId xmlns:a16="http://schemas.microsoft.com/office/drawing/2014/main" id="{19049A6C-CC0A-C5D9-902F-64CAFF910AF3}"/>
              </a:ext>
            </a:extLst>
          </p:cNvPr>
          <p:cNvSpPr>
            <a:spLocks noGrp="1"/>
          </p:cNvSpPr>
          <p:nvPr/>
        </p:nvSpPr>
        <p:spPr>
          <a:xfrm rot="10800000">
            <a:off x="3786235" y="98082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3" name="Circle">
            <a:extLst>
              <a:ext uri="{FF2B5EF4-FFF2-40B4-BE49-F238E27FC236}">
                <a16:creationId xmlns:a16="http://schemas.microsoft.com/office/drawing/2014/main" id="{07C82E94-537E-693C-44FD-F3B02B716DD5}"/>
              </a:ext>
            </a:extLst>
          </p:cNvPr>
          <p:cNvSpPr>
            <a:spLocks noGrp="1"/>
          </p:cNvSpPr>
          <p:nvPr/>
        </p:nvSpPr>
        <p:spPr>
          <a:xfrm rot="10800000">
            <a:off x="4551204" y="98082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59408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Rounded Rectangle">
            <a:extLst>
              <a:ext uri="{FF2B5EF4-FFF2-40B4-BE49-F238E27FC236}">
                <a16:creationId xmlns:a16="http://schemas.microsoft.com/office/drawing/2014/main" id="{31489C5D-D38B-4F3E-B440-9DF03FEE2CDB}"/>
              </a:ext>
            </a:extLst>
          </p:cNvPr>
          <p:cNvSpPr>
            <a:spLocks noGrp="1"/>
          </p:cNvSpPr>
          <p:nvPr/>
        </p:nvSpPr>
        <p:spPr>
          <a:xfrm>
            <a:off x="20326016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50" name="Circle">
            <a:extLst>
              <a:ext uri="{FF2B5EF4-FFF2-40B4-BE49-F238E27FC236}">
                <a16:creationId xmlns:a16="http://schemas.microsoft.com/office/drawing/2014/main" id="{8A32EF43-A342-4F41-AE45-510EBE2FBE26}"/>
              </a:ext>
            </a:extLst>
          </p:cNvPr>
          <p:cNvSpPr>
            <a:spLocks noGrp="1"/>
          </p:cNvSpPr>
          <p:nvPr/>
        </p:nvSpPr>
        <p:spPr>
          <a:xfrm>
            <a:off x="20425743" y="20962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51" name="Circle">
            <a:extLst>
              <a:ext uri="{FF2B5EF4-FFF2-40B4-BE49-F238E27FC236}">
                <a16:creationId xmlns:a16="http://schemas.microsoft.com/office/drawing/2014/main" id="{886D02D4-D0A7-41F8-B374-324FBB64A5C8}"/>
              </a:ext>
            </a:extLst>
          </p:cNvPr>
          <p:cNvSpPr>
            <a:spLocks noGrp="1"/>
          </p:cNvSpPr>
          <p:nvPr/>
        </p:nvSpPr>
        <p:spPr>
          <a:xfrm rot="10800000">
            <a:off x="21190712" y="134349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52" name="Circle">
            <a:extLst>
              <a:ext uri="{FF2B5EF4-FFF2-40B4-BE49-F238E27FC236}">
                <a16:creationId xmlns:a16="http://schemas.microsoft.com/office/drawing/2014/main" id="{9F449541-9A1F-4AEC-B311-D5BEB9C1FABA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3" y="134349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53" name="Circle">
            <a:extLst>
              <a:ext uri="{FF2B5EF4-FFF2-40B4-BE49-F238E27FC236}">
                <a16:creationId xmlns:a16="http://schemas.microsoft.com/office/drawing/2014/main" id="{CCD708B4-7220-41CA-9914-E22EB80BD5F3}"/>
              </a:ext>
            </a:extLst>
          </p:cNvPr>
          <p:cNvSpPr>
            <a:spLocks noGrp="1"/>
          </p:cNvSpPr>
          <p:nvPr/>
        </p:nvSpPr>
        <p:spPr>
          <a:xfrm flipH="1">
            <a:off x="21190712" y="20962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54" name="Circle">
            <a:extLst>
              <a:ext uri="{FF2B5EF4-FFF2-40B4-BE49-F238E27FC236}">
                <a16:creationId xmlns:a16="http://schemas.microsoft.com/office/drawing/2014/main" id="{001A7675-C6D0-4D87-BB4D-B3D5629948D3}"/>
              </a:ext>
            </a:extLst>
          </p:cNvPr>
          <p:cNvSpPr>
            <a:spLocks noGrp="1"/>
          </p:cNvSpPr>
          <p:nvPr/>
        </p:nvSpPr>
        <p:spPr>
          <a:xfrm rot="10800000">
            <a:off x="20425743" y="17198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55" name="Circle">
            <a:extLst>
              <a:ext uri="{FF2B5EF4-FFF2-40B4-BE49-F238E27FC236}">
                <a16:creationId xmlns:a16="http://schemas.microsoft.com/office/drawing/2014/main" id="{18D01AED-4BF2-475E-8BF1-EDFA3799FFA7}"/>
              </a:ext>
            </a:extLst>
          </p:cNvPr>
          <p:cNvSpPr>
            <a:spLocks noGrp="1"/>
          </p:cNvSpPr>
          <p:nvPr/>
        </p:nvSpPr>
        <p:spPr>
          <a:xfrm rot="10800000">
            <a:off x="21190712" y="17198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57" name="Rounded Rectangle">
            <a:extLst>
              <a:ext uri="{FF2B5EF4-FFF2-40B4-BE49-F238E27FC236}">
                <a16:creationId xmlns:a16="http://schemas.microsoft.com/office/drawing/2014/main" id="{3FE1780E-E39C-400D-9F7C-07B99FCDDF77}"/>
              </a:ext>
            </a:extLst>
          </p:cNvPr>
          <p:cNvSpPr>
            <a:spLocks noGrp="1"/>
          </p:cNvSpPr>
          <p:nvPr/>
        </p:nvSpPr>
        <p:spPr>
          <a:xfrm>
            <a:off x="20326018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58" name="Circle">
            <a:extLst>
              <a:ext uri="{FF2B5EF4-FFF2-40B4-BE49-F238E27FC236}">
                <a16:creationId xmlns:a16="http://schemas.microsoft.com/office/drawing/2014/main" id="{B4555CD8-7F5D-4BE4-862A-836A8534A628}"/>
              </a:ext>
            </a:extLst>
          </p:cNvPr>
          <p:cNvSpPr>
            <a:spLocks noGrp="1"/>
          </p:cNvSpPr>
          <p:nvPr/>
        </p:nvSpPr>
        <p:spPr>
          <a:xfrm>
            <a:off x="20425745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59" name="Circle">
            <a:extLst>
              <a:ext uri="{FF2B5EF4-FFF2-40B4-BE49-F238E27FC236}">
                <a16:creationId xmlns:a16="http://schemas.microsoft.com/office/drawing/2014/main" id="{22C09F1F-334F-4808-A4E0-2AD465561714}"/>
              </a:ext>
            </a:extLst>
          </p:cNvPr>
          <p:cNvSpPr>
            <a:spLocks noGrp="1"/>
          </p:cNvSpPr>
          <p:nvPr/>
        </p:nvSpPr>
        <p:spPr>
          <a:xfrm rot="10800000">
            <a:off x="21190714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60" name="Circle">
            <a:extLst>
              <a:ext uri="{FF2B5EF4-FFF2-40B4-BE49-F238E27FC236}">
                <a16:creationId xmlns:a16="http://schemas.microsoft.com/office/drawing/2014/main" id="{155A8255-3AB3-44B4-9018-5F2DAF530E82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61" name="Circle">
            <a:extLst>
              <a:ext uri="{FF2B5EF4-FFF2-40B4-BE49-F238E27FC236}">
                <a16:creationId xmlns:a16="http://schemas.microsoft.com/office/drawing/2014/main" id="{9DEA9AA0-E50B-4D60-ADB2-3D1F74CDF030}"/>
              </a:ext>
            </a:extLst>
          </p:cNvPr>
          <p:cNvSpPr>
            <a:spLocks noGrp="1"/>
          </p:cNvSpPr>
          <p:nvPr/>
        </p:nvSpPr>
        <p:spPr>
          <a:xfrm flipH="1">
            <a:off x="21190714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62" name="Circle">
            <a:extLst>
              <a:ext uri="{FF2B5EF4-FFF2-40B4-BE49-F238E27FC236}">
                <a16:creationId xmlns:a16="http://schemas.microsoft.com/office/drawing/2014/main" id="{B860A186-E70A-44D2-8F3C-471A785E9FCE}"/>
              </a:ext>
            </a:extLst>
          </p:cNvPr>
          <p:cNvSpPr>
            <a:spLocks noGrp="1"/>
          </p:cNvSpPr>
          <p:nvPr/>
        </p:nvSpPr>
        <p:spPr>
          <a:xfrm rot="10800000">
            <a:off x="20425745" y="37140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63" name="Circle">
            <a:extLst>
              <a:ext uri="{FF2B5EF4-FFF2-40B4-BE49-F238E27FC236}">
                <a16:creationId xmlns:a16="http://schemas.microsoft.com/office/drawing/2014/main" id="{DA037CCC-B39C-49E3-9295-D268B14DF34F}"/>
              </a:ext>
            </a:extLst>
          </p:cNvPr>
          <p:cNvSpPr>
            <a:spLocks noGrp="1"/>
          </p:cNvSpPr>
          <p:nvPr/>
        </p:nvSpPr>
        <p:spPr>
          <a:xfrm rot="10800000">
            <a:off x="21190714" y="37140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65" name="Rounded Rectangle">
            <a:extLst>
              <a:ext uri="{FF2B5EF4-FFF2-40B4-BE49-F238E27FC236}">
                <a16:creationId xmlns:a16="http://schemas.microsoft.com/office/drawing/2014/main" id="{4BB1A2B3-F837-4677-9248-232BB2971DD0}"/>
              </a:ext>
            </a:extLst>
          </p:cNvPr>
          <p:cNvSpPr>
            <a:spLocks noGrp="1"/>
          </p:cNvSpPr>
          <p:nvPr/>
        </p:nvSpPr>
        <p:spPr>
          <a:xfrm>
            <a:off x="20326018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66" name="Circle">
            <a:extLst>
              <a:ext uri="{FF2B5EF4-FFF2-40B4-BE49-F238E27FC236}">
                <a16:creationId xmlns:a16="http://schemas.microsoft.com/office/drawing/2014/main" id="{B8CAFCE6-7697-4D4B-A746-52FDB667AD89}"/>
              </a:ext>
            </a:extLst>
          </p:cNvPr>
          <p:cNvSpPr>
            <a:spLocks noGrp="1"/>
          </p:cNvSpPr>
          <p:nvPr/>
        </p:nvSpPr>
        <p:spPr>
          <a:xfrm>
            <a:off x="20425745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67" name="Circle">
            <a:extLst>
              <a:ext uri="{FF2B5EF4-FFF2-40B4-BE49-F238E27FC236}">
                <a16:creationId xmlns:a16="http://schemas.microsoft.com/office/drawing/2014/main" id="{95F55F54-31DA-428A-B6E0-16A223B6863C}"/>
              </a:ext>
            </a:extLst>
          </p:cNvPr>
          <p:cNvSpPr>
            <a:spLocks noGrp="1"/>
          </p:cNvSpPr>
          <p:nvPr/>
        </p:nvSpPr>
        <p:spPr>
          <a:xfrm rot="10800000">
            <a:off x="21190714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68" name="Circle">
            <a:extLst>
              <a:ext uri="{FF2B5EF4-FFF2-40B4-BE49-F238E27FC236}">
                <a16:creationId xmlns:a16="http://schemas.microsoft.com/office/drawing/2014/main" id="{F6354A12-B5CF-4EC3-8C65-3E788ED36F22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69" name="Circle">
            <a:extLst>
              <a:ext uri="{FF2B5EF4-FFF2-40B4-BE49-F238E27FC236}">
                <a16:creationId xmlns:a16="http://schemas.microsoft.com/office/drawing/2014/main" id="{888EC1C0-877B-4609-AB28-93F68C0FC004}"/>
              </a:ext>
            </a:extLst>
          </p:cNvPr>
          <p:cNvSpPr>
            <a:spLocks noGrp="1"/>
          </p:cNvSpPr>
          <p:nvPr/>
        </p:nvSpPr>
        <p:spPr>
          <a:xfrm flipH="1">
            <a:off x="21190714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70" name="Circle">
            <a:extLst>
              <a:ext uri="{FF2B5EF4-FFF2-40B4-BE49-F238E27FC236}">
                <a16:creationId xmlns:a16="http://schemas.microsoft.com/office/drawing/2014/main" id="{C5D4C6B1-04BC-4770-A014-26920535FC3A}"/>
              </a:ext>
            </a:extLst>
          </p:cNvPr>
          <p:cNvSpPr>
            <a:spLocks noGrp="1"/>
          </p:cNvSpPr>
          <p:nvPr/>
        </p:nvSpPr>
        <p:spPr>
          <a:xfrm rot="10800000">
            <a:off x="20425745" y="570814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71" name="Circle">
            <a:extLst>
              <a:ext uri="{FF2B5EF4-FFF2-40B4-BE49-F238E27FC236}">
                <a16:creationId xmlns:a16="http://schemas.microsoft.com/office/drawing/2014/main" id="{58F87C7C-5A35-4A1B-93D0-86BA8E1FBC31}"/>
              </a:ext>
            </a:extLst>
          </p:cNvPr>
          <p:cNvSpPr>
            <a:spLocks noGrp="1"/>
          </p:cNvSpPr>
          <p:nvPr/>
        </p:nvSpPr>
        <p:spPr>
          <a:xfrm rot="10800000">
            <a:off x="21190714" y="570814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73" name="Rounded Rectangle">
            <a:extLst>
              <a:ext uri="{FF2B5EF4-FFF2-40B4-BE49-F238E27FC236}">
                <a16:creationId xmlns:a16="http://schemas.microsoft.com/office/drawing/2014/main" id="{EC20A91B-2694-47A5-AA0F-424E26387D59}"/>
              </a:ext>
            </a:extLst>
          </p:cNvPr>
          <p:cNvSpPr>
            <a:spLocks noGrp="1"/>
          </p:cNvSpPr>
          <p:nvPr/>
        </p:nvSpPr>
        <p:spPr>
          <a:xfrm>
            <a:off x="20326018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74" name="Circle">
            <a:extLst>
              <a:ext uri="{FF2B5EF4-FFF2-40B4-BE49-F238E27FC236}">
                <a16:creationId xmlns:a16="http://schemas.microsoft.com/office/drawing/2014/main" id="{B74A7758-5880-4B99-9163-0206C11673B6}"/>
              </a:ext>
            </a:extLst>
          </p:cNvPr>
          <p:cNvSpPr>
            <a:spLocks noGrp="1"/>
          </p:cNvSpPr>
          <p:nvPr/>
        </p:nvSpPr>
        <p:spPr>
          <a:xfrm>
            <a:off x="20425745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75" name="Circle">
            <a:extLst>
              <a:ext uri="{FF2B5EF4-FFF2-40B4-BE49-F238E27FC236}">
                <a16:creationId xmlns:a16="http://schemas.microsoft.com/office/drawing/2014/main" id="{EE49552D-6A74-4C3E-9068-D91B4B10B1F9}"/>
              </a:ext>
            </a:extLst>
          </p:cNvPr>
          <p:cNvSpPr>
            <a:spLocks noGrp="1"/>
          </p:cNvSpPr>
          <p:nvPr/>
        </p:nvSpPr>
        <p:spPr>
          <a:xfrm rot="10800000">
            <a:off x="21190714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76" name="Circle">
            <a:extLst>
              <a:ext uri="{FF2B5EF4-FFF2-40B4-BE49-F238E27FC236}">
                <a16:creationId xmlns:a16="http://schemas.microsoft.com/office/drawing/2014/main" id="{53E4509D-7005-4554-985F-D288A9FDEF62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77" name="Circle">
            <a:extLst>
              <a:ext uri="{FF2B5EF4-FFF2-40B4-BE49-F238E27FC236}">
                <a16:creationId xmlns:a16="http://schemas.microsoft.com/office/drawing/2014/main" id="{3781118B-4527-4851-B379-4A36522A98D0}"/>
              </a:ext>
            </a:extLst>
          </p:cNvPr>
          <p:cNvSpPr>
            <a:spLocks noGrp="1"/>
          </p:cNvSpPr>
          <p:nvPr/>
        </p:nvSpPr>
        <p:spPr>
          <a:xfrm flipH="1">
            <a:off x="21190714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78" name="Circle">
            <a:extLst>
              <a:ext uri="{FF2B5EF4-FFF2-40B4-BE49-F238E27FC236}">
                <a16:creationId xmlns:a16="http://schemas.microsoft.com/office/drawing/2014/main" id="{2B1140D4-6213-48AB-95E9-D696FAFF5D46}"/>
              </a:ext>
            </a:extLst>
          </p:cNvPr>
          <p:cNvSpPr>
            <a:spLocks noGrp="1"/>
          </p:cNvSpPr>
          <p:nvPr/>
        </p:nvSpPr>
        <p:spPr>
          <a:xfrm rot="10800000">
            <a:off x="20425745" y="77022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79" name="Circle">
            <a:extLst>
              <a:ext uri="{FF2B5EF4-FFF2-40B4-BE49-F238E27FC236}">
                <a16:creationId xmlns:a16="http://schemas.microsoft.com/office/drawing/2014/main" id="{FFD01556-E298-4CD4-91BA-8BE1BFEF9F46}"/>
              </a:ext>
            </a:extLst>
          </p:cNvPr>
          <p:cNvSpPr>
            <a:spLocks noGrp="1"/>
          </p:cNvSpPr>
          <p:nvPr/>
        </p:nvSpPr>
        <p:spPr>
          <a:xfrm rot="10800000">
            <a:off x="21190714" y="77022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81" name="Rounded Rectangle">
            <a:extLst>
              <a:ext uri="{FF2B5EF4-FFF2-40B4-BE49-F238E27FC236}">
                <a16:creationId xmlns:a16="http://schemas.microsoft.com/office/drawing/2014/main" id="{A9FF6A7B-D1C6-4025-B2A7-0AFD6E31F572}"/>
              </a:ext>
            </a:extLst>
          </p:cNvPr>
          <p:cNvSpPr>
            <a:spLocks noGrp="1"/>
          </p:cNvSpPr>
          <p:nvPr/>
        </p:nvSpPr>
        <p:spPr>
          <a:xfrm>
            <a:off x="20326018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82" name="Circle">
            <a:extLst>
              <a:ext uri="{FF2B5EF4-FFF2-40B4-BE49-F238E27FC236}">
                <a16:creationId xmlns:a16="http://schemas.microsoft.com/office/drawing/2014/main" id="{A6C3A47A-394E-40F5-95D9-38E70C8D8951}"/>
              </a:ext>
            </a:extLst>
          </p:cNvPr>
          <p:cNvSpPr>
            <a:spLocks noGrp="1"/>
          </p:cNvSpPr>
          <p:nvPr/>
        </p:nvSpPr>
        <p:spPr>
          <a:xfrm>
            <a:off x="20425745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83" name="Circle">
            <a:extLst>
              <a:ext uri="{FF2B5EF4-FFF2-40B4-BE49-F238E27FC236}">
                <a16:creationId xmlns:a16="http://schemas.microsoft.com/office/drawing/2014/main" id="{E458B6FA-AA80-4F20-BE74-0060C57FD6A9}"/>
              </a:ext>
            </a:extLst>
          </p:cNvPr>
          <p:cNvSpPr>
            <a:spLocks noGrp="1"/>
          </p:cNvSpPr>
          <p:nvPr/>
        </p:nvSpPr>
        <p:spPr>
          <a:xfrm rot="10800000">
            <a:off x="21190714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84" name="Circle">
            <a:extLst>
              <a:ext uri="{FF2B5EF4-FFF2-40B4-BE49-F238E27FC236}">
                <a16:creationId xmlns:a16="http://schemas.microsoft.com/office/drawing/2014/main" id="{06ABF182-1160-4502-97BE-CE1F45D46B62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85" name="Circle">
            <a:extLst>
              <a:ext uri="{FF2B5EF4-FFF2-40B4-BE49-F238E27FC236}">
                <a16:creationId xmlns:a16="http://schemas.microsoft.com/office/drawing/2014/main" id="{FDF77FAB-3CC2-4469-AFF1-A6AAF79EDE02}"/>
              </a:ext>
            </a:extLst>
          </p:cNvPr>
          <p:cNvSpPr>
            <a:spLocks noGrp="1"/>
          </p:cNvSpPr>
          <p:nvPr/>
        </p:nvSpPr>
        <p:spPr>
          <a:xfrm flipH="1">
            <a:off x="21190714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86" name="Circle">
            <a:extLst>
              <a:ext uri="{FF2B5EF4-FFF2-40B4-BE49-F238E27FC236}">
                <a16:creationId xmlns:a16="http://schemas.microsoft.com/office/drawing/2014/main" id="{845AA093-DEAA-4C3F-B2B1-A712A1C14FDF}"/>
              </a:ext>
            </a:extLst>
          </p:cNvPr>
          <p:cNvSpPr>
            <a:spLocks noGrp="1"/>
          </p:cNvSpPr>
          <p:nvPr/>
        </p:nvSpPr>
        <p:spPr>
          <a:xfrm rot="10800000">
            <a:off x="20425745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87" name="Circle">
            <a:extLst>
              <a:ext uri="{FF2B5EF4-FFF2-40B4-BE49-F238E27FC236}">
                <a16:creationId xmlns:a16="http://schemas.microsoft.com/office/drawing/2014/main" id="{E5B9D369-08B9-4EB6-90EF-00A640AFB139}"/>
              </a:ext>
            </a:extLst>
          </p:cNvPr>
          <p:cNvSpPr>
            <a:spLocks noGrp="1"/>
          </p:cNvSpPr>
          <p:nvPr/>
        </p:nvSpPr>
        <p:spPr>
          <a:xfrm rot="10800000">
            <a:off x="21190714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89" name="Rounded Rectangle">
            <a:extLst>
              <a:ext uri="{FF2B5EF4-FFF2-40B4-BE49-F238E27FC236}">
                <a16:creationId xmlns:a16="http://schemas.microsoft.com/office/drawing/2014/main" id="{C860AA0B-73EF-49C6-A520-5FCC3AD1BC5D}"/>
              </a:ext>
            </a:extLst>
          </p:cNvPr>
          <p:cNvSpPr>
            <a:spLocks noGrp="1"/>
          </p:cNvSpPr>
          <p:nvPr/>
        </p:nvSpPr>
        <p:spPr>
          <a:xfrm>
            <a:off x="2032601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90" name="Circle">
            <a:extLst>
              <a:ext uri="{FF2B5EF4-FFF2-40B4-BE49-F238E27FC236}">
                <a16:creationId xmlns:a16="http://schemas.microsoft.com/office/drawing/2014/main" id="{048DEF22-6FC1-435A-976C-13681683E6F8}"/>
              </a:ext>
            </a:extLst>
          </p:cNvPr>
          <p:cNvSpPr>
            <a:spLocks noGrp="1"/>
          </p:cNvSpPr>
          <p:nvPr/>
        </p:nvSpPr>
        <p:spPr>
          <a:xfrm>
            <a:off x="20425745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91" name="Circle">
            <a:extLst>
              <a:ext uri="{FF2B5EF4-FFF2-40B4-BE49-F238E27FC236}">
                <a16:creationId xmlns:a16="http://schemas.microsoft.com/office/drawing/2014/main" id="{BCD02F95-1A4B-43C1-887C-AA4970CD3906}"/>
              </a:ext>
            </a:extLst>
          </p:cNvPr>
          <p:cNvSpPr>
            <a:spLocks noGrp="1"/>
          </p:cNvSpPr>
          <p:nvPr/>
        </p:nvSpPr>
        <p:spPr>
          <a:xfrm rot="10800000">
            <a:off x="21190714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92" name="Circle">
            <a:extLst>
              <a:ext uri="{FF2B5EF4-FFF2-40B4-BE49-F238E27FC236}">
                <a16:creationId xmlns:a16="http://schemas.microsoft.com/office/drawing/2014/main" id="{C99B836C-D0B5-468D-AC3A-EC67C55ABAD0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93" name="Circle">
            <a:extLst>
              <a:ext uri="{FF2B5EF4-FFF2-40B4-BE49-F238E27FC236}">
                <a16:creationId xmlns:a16="http://schemas.microsoft.com/office/drawing/2014/main" id="{025648A6-A527-444D-A071-15720A758D07}"/>
              </a:ext>
            </a:extLst>
          </p:cNvPr>
          <p:cNvSpPr>
            <a:spLocks noGrp="1"/>
          </p:cNvSpPr>
          <p:nvPr/>
        </p:nvSpPr>
        <p:spPr>
          <a:xfrm flipH="1">
            <a:off x="21190714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94" name="Circle">
            <a:extLst>
              <a:ext uri="{FF2B5EF4-FFF2-40B4-BE49-F238E27FC236}">
                <a16:creationId xmlns:a16="http://schemas.microsoft.com/office/drawing/2014/main" id="{C6E9B3FA-5392-4B41-8F46-D6F751C647A0}"/>
              </a:ext>
            </a:extLst>
          </p:cNvPr>
          <p:cNvSpPr>
            <a:spLocks noGrp="1"/>
          </p:cNvSpPr>
          <p:nvPr/>
        </p:nvSpPr>
        <p:spPr>
          <a:xfrm rot="10800000">
            <a:off x="20425745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95" name="Circle">
            <a:extLst>
              <a:ext uri="{FF2B5EF4-FFF2-40B4-BE49-F238E27FC236}">
                <a16:creationId xmlns:a16="http://schemas.microsoft.com/office/drawing/2014/main" id="{362982A4-A89B-4EB5-8AB7-CEB75C696883}"/>
              </a:ext>
            </a:extLst>
          </p:cNvPr>
          <p:cNvSpPr>
            <a:spLocks noGrp="1"/>
          </p:cNvSpPr>
          <p:nvPr/>
        </p:nvSpPr>
        <p:spPr>
          <a:xfrm rot="10800000">
            <a:off x="21190714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97" name="Rounded Rectangle">
            <a:extLst>
              <a:ext uri="{FF2B5EF4-FFF2-40B4-BE49-F238E27FC236}">
                <a16:creationId xmlns:a16="http://schemas.microsoft.com/office/drawing/2014/main" id="{A5C9C81A-D07B-4098-9A8D-98AB940DEFB7}"/>
              </a:ext>
            </a:extLst>
          </p:cNvPr>
          <p:cNvSpPr>
            <a:spLocks noGrp="1"/>
          </p:cNvSpPr>
          <p:nvPr/>
        </p:nvSpPr>
        <p:spPr>
          <a:xfrm>
            <a:off x="21747796" y="123765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98" name="Circle">
            <a:extLst>
              <a:ext uri="{FF2B5EF4-FFF2-40B4-BE49-F238E27FC236}">
                <a16:creationId xmlns:a16="http://schemas.microsoft.com/office/drawing/2014/main" id="{98684294-631F-47F8-A62B-72F5EBA9956D}"/>
              </a:ext>
            </a:extLst>
          </p:cNvPr>
          <p:cNvSpPr>
            <a:spLocks noGrp="1"/>
          </p:cNvSpPr>
          <p:nvPr/>
        </p:nvSpPr>
        <p:spPr>
          <a:xfrm>
            <a:off x="22230008" y="171986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00" name="Rounded Rectangle">
            <a:extLst>
              <a:ext uri="{FF2B5EF4-FFF2-40B4-BE49-F238E27FC236}">
                <a16:creationId xmlns:a16="http://schemas.microsoft.com/office/drawing/2014/main" id="{BBBF1693-5823-439D-93C9-213136E3988D}"/>
              </a:ext>
            </a:extLst>
          </p:cNvPr>
          <p:cNvSpPr>
            <a:spLocks noGrp="1"/>
          </p:cNvSpPr>
          <p:nvPr/>
        </p:nvSpPr>
        <p:spPr>
          <a:xfrm>
            <a:off x="1366203" y="1237658"/>
            <a:ext cx="1270000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01" name="Circle">
            <a:extLst>
              <a:ext uri="{FF2B5EF4-FFF2-40B4-BE49-F238E27FC236}">
                <a16:creationId xmlns:a16="http://schemas.microsoft.com/office/drawing/2014/main" id="{07FD8001-1E81-4693-A4D5-EEC678697201}"/>
              </a:ext>
            </a:extLst>
          </p:cNvPr>
          <p:cNvSpPr>
            <a:spLocks noGrp="1"/>
          </p:cNvSpPr>
          <p:nvPr/>
        </p:nvSpPr>
        <p:spPr>
          <a:xfrm>
            <a:off x="1848415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02" name="Rounded Rectangle">
            <a:extLst>
              <a:ext uri="{FF2B5EF4-FFF2-40B4-BE49-F238E27FC236}">
                <a16:creationId xmlns:a16="http://schemas.microsoft.com/office/drawing/2014/main" id="{FD9C0256-A4D8-4621-AE76-113B1E592444}"/>
              </a:ext>
            </a:extLst>
          </p:cNvPr>
          <p:cNvSpPr>
            <a:spLocks noGrp="1"/>
          </p:cNvSpPr>
          <p:nvPr/>
        </p:nvSpPr>
        <p:spPr>
          <a:xfrm>
            <a:off x="5158165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03" name="Circle">
            <a:extLst>
              <a:ext uri="{FF2B5EF4-FFF2-40B4-BE49-F238E27FC236}">
                <a16:creationId xmlns:a16="http://schemas.microsoft.com/office/drawing/2014/main" id="{5F8FFD25-61D3-454F-8C2D-AECFD1162142}"/>
              </a:ext>
            </a:extLst>
          </p:cNvPr>
          <p:cNvSpPr>
            <a:spLocks noGrp="1"/>
          </p:cNvSpPr>
          <p:nvPr/>
        </p:nvSpPr>
        <p:spPr>
          <a:xfrm>
            <a:off x="5257893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04" name="Circle">
            <a:extLst>
              <a:ext uri="{FF2B5EF4-FFF2-40B4-BE49-F238E27FC236}">
                <a16:creationId xmlns:a16="http://schemas.microsoft.com/office/drawing/2014/main" id="{33644A6D-1F12-4B7E-BBAC-6946FF779465}"/>
              </a:ext>
            </a:extLst>
          </p:cNvPr>
          <p:cNvSpPr>
            <a:spLocks noGrp="1"/>
          </p:cNvSpPr>
          <p:nvPr/>
        </p:nvSpPr>
        <p:spPr>
          <a:xfrm rot="10800000">
            <a:off x="6022862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05" name="Rounded Rectangle">
            <a:extLst>
              <a:ext uri="{FF2B5EF4-FFF2-40B4-BE49-F238E27FC236}">
                <a16:creationId xmlns:a16="http://schemas.microsoft.com/office/drawing/2014/main" id="{2C0E0420-DD2D-47B3-90C1-421531529A09}"/>
              </a:ext>
            </a:extLst>
          </p:cNvPr>
          <p:cNvSpPr>
            <a:spLocks noGrp="1"/>
          </p:cNvSpPr>
          <p:nvPr/>
        </p:nvSpPr>
        <p:spPr>
          <a:xfrm>
            <a:off x="8950128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06" name="Circle">
            <a:extLst>
              <a:ext uri="{FF2B5EF4-FFF2-40B4-BE49-F238E27FC236}">
                <a16:creationId xmlns:a16="http://schemas.microsoft.com/office/drawing/2014/main" id="{9FAEFF12-8B10-4B0C-8976-DAB1F91731FC}"/>
              </a:ext>
            </a:extLst>
          </p:cNvPr>
          <p:cNvSpPr>
            <a:spLocks noGrp="1"/>
          </p:cNvSpPr>
          <p:nvPr/>
        </p:nvSpPr>
        <p:spPr>
          <a:xfrm>
            <a:off x="9049856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07" name="Circle">
            <a:extLst>
              <a:ext uri="{FF2B5EF4-FFF2-40B4-BE49-F238E27FC236}">
                <a16:creationId xmlns:a16="http://schemas.microsoft.com/office/drawing/2014/main" id="{C8391474-32D6-4B54-BBD4-9CE0DDA8B178}"/>
              </a:ext>
            </a:extLst>
          </p:cNvPr>
          <p:cNvSpPr>
            <a:spLocks noGrp="1"/>
          </p:cNvSpPr>
          <p:nvPr/>
        </p:nvSpPr>
        <p:spPr>
          <a:xfrm rot="10800000">
            <a:off x="9814825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08" name="Circle">
            <a:extLst>
              <a:ext uri="{FF2B5EF4-FFF2-40B4-BE49-F238E27FC236}">
                <a16:creationId xmlns:a16="http://schemas.microsoft.com/office/drawing/2014/main" id="{3B04DDEB-4C3B-4C7E-82B1-24C2AA71746A}"/>
              </a:ext>
            </a:extLst>
          </p:cNvPr>
          <p:cNvSpPr>
            <a:spLocks noGrp="1"/>
          </p:cNvSpPr>
          <p:nvPr/>
        </p:nvSpPr>
        <p:spPr>
          <a:xfrm rot="10800000">
            <a:off x="9432340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09" name="Rounded Rectangle">
            <a:extLst>
              <a:ext uri="{FF2B5EF4-FFF2-40B4-BE49-F238E27FC236}">
                <a16:creationId xmlns:a16="http://schemas.microsoft.com/office/drawing/2014/main" id="{1C2C87E2-F866-4BB4-BB56-46E38EC0D7CC}"/>
              </a:ext>
            </a:extLst>
          </p:cNvPr>
          <p:cNvSpPr>
            <a:spLocks noGrp="1"/>
          </p:cNvSpPr>
          <p:nvPr/>
        </p:nvSpPr>
        <p:spPr>
          <a:xfrm>
            <a:off x="12742092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10" name="Circle">
            <a:extLst>
              <a:ext uri="{FF2B5EF4-FFF2-40B4-BE49-F238E27FC236}">
                <a16:creationId xmlns:a16="http://schemas.microsoft.com/office/drawing/2014/main" id="{08DF2073-751C-4C06-A44E-A6413938C92F}"/>
              </a:ext>
            </a:extLst>
          </p:cNvPr>
          <p:cNvSpPr>
            <a:spLocks noGrp="1"/>
          </p:cNvSpPr>
          <p:nvPr/>
        </p:nvSpPr>
        <p:spPr>
          <a:xfrm>
            <a:off x="12841820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11" name="Circle">
            <a:extLst>
              <a:ext uri="{FF2B5EF4-FFF2-40B4-BE49-F238E27FC236}">
                <a16:creationId xmlns:a16="http://schemas.microsoft.com/office/drawing/2014/main" id="{0C8D6AA7-5F73-4620-900C-648AC4CA8E8A}"/>
              </a:ext>
            </a:extLst>
          </p:cNvPr>
          <p:cNvSpPr>
            <a:spLocks noGrp="1"/>
          </p:cNvSpPr>
          <p:nvPr/>
        </p:nvSpPr>
        <p:spPr>
          <a:xfrm rot="10800000">
            <a:off x="13606790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12" name="Circle">
            <a:extLst>
              <a:ext uri="{FF2B5EF4-FFF2-40B4-BE49-F238E27FC236}">
                <a16:creationId xmlns:a16="http://schemas.microsoft.com/office/drawing/2014/main" id="{7F4CDBB9-2DFC-4D88-9950-B83D6A4AADEC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13" name="Circle">
            <a:extLst>
              <a:ext uri="{FF2B5EF4-FFF2-40B4-BE49-F238E27FC236}">
                <a16:creationId xmlns:a16="http://schemas.microsoft.com/office/drawing/2014/main" id="{0D2CF443-ABDB-4583-B604-4545D1F75D30}"/>
              </a:ext>
            </a:extLst>
          </p:cNvPr>
          <p:cNvSpPr>
            <a:spLocks noGrp="1"/>
          </p:cNvSpPr>
          <p:nvPr/>
        </p:nvSpPr>
        <p:spPr>
          <a:xfrm flipH="1">
            <a:off x="13606790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14" name="Rounded Rectangle">
            <a:extLst>
              <a:ext uri="{FF2B5EF4-FFF2-40B4-BE49-F238E27FC236}">
                <a16:creationId xmlns:a16="http://schemas.microsoft.com/office/drawing/2014/main" id="{8CEB776B-9579-4243-A76A-BB4465B4BF1C}"/>
              </a:ext>
            </a:extLst>
          </p:cNvPr>
          <p:cNvSpPr>
            <a:spLocks noGrp="1"/>
          </p:cNvSpPr>
          <p:nvPr/>
        </p:nvSpPr>
        <p:spPr>
          <a:xfrm>
            <a:off x="1653405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15" name="Circle">
            <a:extLst>
              <a:ext uri="{FF2B5EF4-FFF2-40B4-BE49-F238E27FC236}">
                <a16:creationId xmlns:a16="http://schemas.microsoft.com/office/drawing/2014/main" id="{B940B240-60B5-4CB9-A52F-2F9058923D44}"/>
              </a:ext>
            </a:extLst>
          </p:cNvPr>
          <p:cNvSpPr>
            <a:spLocks noGrp="1"/>
          </p:cNvSpPr>
          <p:nvPr/>
        </p:nvSpPr>
        <p:spPr>
          <a:xfrm>
            <a:off x="16633782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16" name="Circle">
            <a:extLst>
              <a:ext uri="{FF2B5EF4-FFF2-40B4-BE49-F238E27FC236}">
                <a16:creationId xmlns:a16="http://schemas.microsoft.com/office/drawing/2014/main" id="{8C271165-2383-4835-A12D-15AE07B7054E}"/>
              </a:ext>
            </a:extLst>
          </p:cNvPr>
          <p:cNvSpPr>
            <a:spLocks noGrp="1"/>
          </p:cNvSpPr>
          <p:nvPr/>
        </p:nvSpPr>
        <p:spPr>
          <a:xfrm rot="10800000">
            <a:off x="17398752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17" name="Circle">
            <a:extLst>
              <a:ext uri="{FF2B5EF4-FFF2-40B4-BE49-F238E27FC236}">
                <a16:creationId xmlns:a16="http://schemas.microsoft.com/office/drawing/2014/main" id="{3C5763E9-A52E-4CA8-8922-C561266C7F36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18" name="Circle">
            <a:extLst>
              <a:ext uri="{FF2B5EF4-FFF2-40B4-BE49-F238E27FC236}">
                <a16:creationId xmlns:a16="http://schemas.microsoft.com/office/drawing/2014/main" id="{686DC365-8F93-4F9E-9AB7-03ACF8AE4643}"/>
              </a:ext>
            </a:extLst>
          </p:cNvPr>
          <p:cNvSpPr>
            <a:spLocks noGrp="1"/>
          </p:cNvSpPr>
          <p:nvPr/>
        </p:nvSpPr>
        <p:spPr>
          <a:xfrm flipH="1">
            <a:off x="17398752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19" name="Circle">
            <a:extLst>
              <a:ext uri="{FF2B5EF4-FFF2-40B4-BE49-F238E27FC236}">
                <a16:creationId xmlns:a16="http://schemas.microsoft.com/office/drawing/2014/main" id="{8FE793CA-AAC1-4A7C-9175-67DD9C72D51F}"/>
              </a:ext>
            </a:extLst>
          </p:cNvPr>
          <p:cNvSpPr>
            <a:spLocks noGrp="1"/>
          </p:cNvSpPr>
          <p:nvPr/>
        </p:nvSpPr>
        <p:spPr>
          <a:xfrm rot="10800000">
            <a:off x="17016267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20" name="Rounded Rectangle">
            <a:extLst>
              <a:ext uri="{FF2B5EF4-FFF2-40B4-BE49-F238E27FC236}">
                <a16:creationId xmlns:a16="http://schemas.microsoft.com/office/drawing/2014/main" id="{A8399B0A-A30B-4101-AF52-EEE577B8A30B}"/>
              </a:ext>
            </a:extLst>
          </p:cNvPr>
          <p:cNvSpPr>
            <a:spLocks noGrp="1"/>
          </p:cNvSpPr>
          <p:nvPr/>
        </p:nvSpPr>
        <p:spPr>
          <a:xfrm>
            <a:off x="2787982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21" name="Circle">
            <a:extLst>
              <a:ext uri="{FF2B5EF4-FFF2-40B4-BE49-F238E27FC236}">
                <a16:creationId xmlns:a16="http://schemas.microsoft.com/office/drawing/2014/main" id="{5C5456AA-DACE-4690-A245-31663A62E4AA}"/>
              </a:ext>
            </a:extLst>
          </p:cNvPr>
          <p:cNvSpPr>
            <a:spLocks noGrp="1"/>
          </p:cNvSpPr>
          <p:nvPr/>
        </p:nvSpPr>
        <p:spPr>
          <a:xfrm>
            <a:off x="3270194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22" name="Rounded Rectangle">
            <a:extLst>
              <a:ext uri="{FF2B5EF4-FFF2-40B4-BE49-F238E27FC236}">
                <a16:creationId xmlns:a16="http://schemas.microsoft.com/office/drawing/2014/main" id="{6958BE98-FE66-4BE6-B577-9BE25CA8BEEB}"/>
              </a:ext>
            </a:extLst>
          </p:cNvPr>
          <p:cNvSpPr>
            <a:spLocks noGrp="1"/>
          </p:cNvSpPr>
          <p:nvPr/>
        </p:nvSpPr>
        <p:spPr>
          <a:xfrm>
            <a:off x="2787982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23" name="Circle">
            <a:extLst>
              <a:ext uri="{FF2B5EF4-FFF2-40B4-BE49-F238E27FC236}">
                <a16:creationId xmlns:a16="http://schemas.microsoft.com/office/drawing/2014/main" id="{FB5726B1-FD87-4D88-BECC-3EF4F5444719}"/>
              </a:ext>
            </a:extLst>
          </p:cNvPr>
          <p:cNvSpPr>
            <a:spLocks noGrp="1"/>
          </p:cNvSpPr>
          <p:nvPr/>
        </p:nvSpPr>
        <p:spPr>
          <a:xfrm>
            <a:off x="2887709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24" name="Circle">
            <a:extLst>
              <a:ext uri="{FF2B5EF4-FFF2-40B4-BE49-F238E27FC236}">
                <a16:creationId xmlns:a16="http://schemas.microsoft.com/office/drawing/2014/main" id="{1807B56B-ADA1-4366-8EF2-803FFF428378}"/>
              </a:ext>
            </a:extLst>
          </p:cNvPr>
          <p:cNvSpPr>
            <a:spLocks noGrp="1"/>
          </p:cNvSpPr>
          <p:nvPr/>
        </p:nvSpPr>
        <p:spPr>
          <a:xfrm rot="10800000">
            <a:off x="3652678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25" name="Rounded Rectangle">
            <a:extLst>
              <a:ext uri="{FF2B5EF4-FFF2-40B4-BE49-F238E27FC236}">
                <a16:creationId xmlns:a16="http://schemas.microsoft.com/office/drawing/2014/main" id="{82FF6A4F-DEC3-4A4C-8453-F559CEFDA341}"/>
              </a:ext>
            </a:extLst>
          </p:cNvPr>
          <p:cNvSpPr>
            <a:spLocks noGrp="1"/>
          </p:cNvSpPr>
          <p:nvPr/>
        </p:nvSpPr>
        <p:spPr>
          <a:xfrm>
            <a:off x="2787982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26" name="Circle">
            <a:extLst>
              <a:ext uri="{FF2B5EF4-FFF2-40B4-BE49-F238E27FC236}">
                <a16:creationId xmlns:a16="http://schemas.microsoft.com/office/drawing/2014/main" id="{76848530-D0E4-4921-9DA2-73406F889CE9}"/>
              </a:ext>
            </a:extLst>
          </p:cNvPr>
          <p:cNvSpPr>
            <a:spLocks noGrp="1"/>
          </p:cNvSpPr>
          <p:nvPr/>
        </p:nvSpPr>
        <p:spPr>
          <a:xfrm>
            <a:off x="288771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27" name="Circle">
            <a:extLst>
              <a:ext uri="{FF2B5EF4-FFF2-40B4-BE49-F238E27FC236}">
                <a16:creationId xmlns:a16="http://schemas.microsoft.com/office/drawing/2014/main" id="{B94FB980-B2AF-41A4-B2E5-F3CD90E272F6}"/>
              </a:ext>
            </a:extLst>
          </p:cNvPr>
          <p:cNvSpPr>
            <a:spLocks noGrp="1"/>
          </p:cNvSpPr>
          <p:nvPr/>
        </p:nvSpPr>
        <p:spPr>
          <a:xfrm rot="10800000">
            <a:off x="3652678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28" name="Circle">
            <a:extLst>
              <a:ext uri="{FF2B5EF4-FFF2-40B4-BE49-F238E27FC236}">
                <a16:creationId xmlns:a16="http://schemas.microsoft.com/office/drawing/2014/main" id="{7AAF8272-4674-4090-9C4C-923D93C008BC}"/>
              </a:ext>
            </a:extLst>
          </p:cNvPr>
          <p:cNvSpPr>
            <a:spLocks noGrp="1"/>
          </p:cNvSpPr>
          <p:nvPr/>
        </p:nvSpPr>
        <p:spPr>
          <a:xfrm rot="10800000">
            <a:off x="3270194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29" name="Rounded Rectangle">
            <a:extLst>
              <a:ext uri="{FF2B5EF4-FFF2-40B4-BE49-F238E27FC236}">
                <a16:creationId xmlns:a16="http://schemas.microsoft.com/office/drawing/2014/main" id="{9BF939CA-BA67-4FB9-9983-DE86D0E01417}"/>
              </a:ext>
            </a:extLst>
          </p:cNvPr>
          <p:cNvSpPr>
            <a:spLocks noGrp="1"/>
          </p:cNvSpPr>
          <p:nvPr/>
        </p:nvSpPr>
        <p:spPr>
          <a:xfrm>
            <a:off x="2787982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30" name="Circle">
            <a:extLst>
              <a:ext uri="{FF2B5EF4-FFF2-40B4-BE49-F238E27FC236}">
                <a16:creationId xmlns:a16="http://schemas.microsoft.com/office/drawing/2014/main" id="{DFC4E6A2-9C1F-4D8F-A4D0-F16C920AF56A}"/>
              </a:ext>
            </a:extLst>
          </p:cNvPr>
          <p:cNvSpPr>
            <a:spLocks noGrp="1"/>
          </p:cNvSpPr>
          <p:nvPr/>
        </p:nvSpPr>
        <p:spPr>
          <a:xfrm>
            <a:off x="288771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31" name="Circle">
            <a:extLst>
              <a:ext uri="{FF2B5EF4-FFF2-40B4-BE49-F238E27FC236}">
                <a16:creationId xmlns:a16="http://schemas.microsoft.com/office/drawing/2014/main" id="{82EC4730-944D-49AC-91EB-21DF764364FB}"/>
              </a:ext>
            </a:extLst>
          </p:cNvPr>
          <p:cNvSpPr>
            <a:spLocks noGrp="1"/>
          </p:cNvSpPr>
          <p:nvPr/>
        </p:nvSpPr>
        <p:spPr>
          <a:xfrm rot="10800000">
            <a:off x="3652678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32" name="Circle">
            <a:extLst>
              <a:ext uri="{FF2B5EF4-FFF2-40B4-BE49-F238E27FC236}">
                <a16:creationId xmlns:a16="http://schemas.microsoft.com/office/drawing/2014/main" id="{7AC81EBB-2EBD-4B98-A3BC-F60213129A93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33" name="Circle">
            <a:extLst>
              <a:ext uri="{FF2B5EF4-FFF2-40B4-BE49-F238E27FC236}">
                <a16:creationId xmlns:a16="http://schemas.microsoft.com/office/drawing/2014/main" id="{9067ACB7-6A27-4B9D-BD24-D48F1259B109}"/>
              </a:ext>
            </a:extLst>
          </p:cNvPr>
          <p:cNvSpPr>
            <a:spLocks noGrp="1"/>
          </p:cNvSpPr>
          <p:nvPr/>
        </p:nvSpPr>
        <p:spPr>
          <a:xfrm flipH="1">
            <a:off x="3652678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34" name="Rounded Rectangle">
            <a:extLst>
              <a:ext uri="{FF2B5EF4-FFF2-40B4-BE49-F238E27FC236}">
                <a16:creationId xmlns:a16="http://schemas.microsoft.com/office/drawing/2014/main" id="{6A9B9B09-1938-4D5A-B8A7-E24953BA04DF}"/>
              </a:ext>
            </a:extLst>
          </p:cNvPr>
          <p:cNvSpPr>
            <a:spLocks noGrp="1"/>
          </p:cNvSpPr>
          <p:nvPr/>
        </p:nvSpPr>
        <p:spPr>
          <a:xfrm>
            <a:off x="2787982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35" name="Circle">
            <a:extLst>
              <a:ext uri="{FF2B5EF4-FFF2-40B4-BE49-F238E27FC236}">
                <a16:creationId xmlns:a16="http://schemas.microsoft.com/office/drawing/2014/main" id="{A0EEB5F5-AEC1-4BCB-8E3D-7B6C9B1A5541}"/>
              </a:ext>
            </a:extLst>
          </p:cNvPr>
          <p:cNvSpPr>
            <a:spLocks noGrp="1"/>
          </p:cNvSpPr>
          <p:nvPr/>
        </p:nvSpPr>
        <p:spPr>
          <a:xfrm>
            <a:off x="2887710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36" name="Circle">
            <a:extLst>
              <a:ext uri="{FF2B5EF4-FFF2-40B4-BE49-F238E27FC236}">
                <a16:creationId xmlns:a16="http://schemas.microsoft.com/office/drawing/2014/main" id="{7BE2A405-D5B7-4C4A-AD3F-AD4C48EA2285}"/>
              </a:ext>
            </a:extLst>
          </p:cNvPr>
          <p:cNvSpPr>
            <a:spLocks noGrp="1"/>
          </p:cNvSpPr>
          <p:nvPr/>
        </p:nvSpPr>
        <p:spPr>
          <a:xfrm rot="10800000">
            <a:off x="3652678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37" name="Circle">
            <a:extLst>
              <a:ext uri="{FF2B5EF4-FFF2-40B4-BE49-F238E27FC236}">
                <a16:creationId xmlns:a16="http://schemas.microsoft.com/office/drawing/2014/main" id="{3C48C8F9-ABAC-4C74-A0A2-20EE64DD0AC2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38" name="Circle">
            <a:extLst>
              <a:ext uri="{FF2B5EF4-FFF2-40B4-BE49-F238E27FC236}">
                <a16:creationId xmlns:a16="http://schemas.microsoft.com/office/drawing/2014/main" id="{576CF57D-5D03-4AF0-93A9-9BDE465EB22E}"/>
              </a:ext>
            </a:extLst>
          </p:cNvPr>
          <p:cNvSpPr>
            <a:spLocks noGrp="1"/>
          </p:cNvSpPr>
          <p:nvPr/>
        </p:nvSpPr>
        <p:spPr>
          <a:xfrm flipH="1">
            <a:off x="3652678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39" name="Circle">
            <a:extLst>
              <a:ext uri="{FF2B5EF4-FFF2-40B4-BE49-F238E27FC236}">
                <a16:creationId xmlns:a16="http://schemas.microsoft.com/office/drawing/2014/main" id="{47DD9392-BCD6-4077-A288-0BE677FF2E21}"/>
              </a:ext>
            </a:extLst>
          </p:cNvPr>
          <p:cNvSpPr>
            <a:spLocks noGrp="1"/>
          </p:cNvSpPr>
          <p:nvPr/>
        </p:nvSpPr>
        <p:spPr>
          <a:xfrm rot="10800000">
            <a:off x="3270194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40" name="Rounded Rectangle">
            <a:extLst>
              <a:ext uri="{FF2B5EF4-FFF2-40B4-BE49-F238E27FC236}">
                <a16:creationId xmlns:a16="http://schemas.microsoft.com/office/drawing/2014/main" id="{265F1B0F-A799-4145-99C5-A51A3AA57C40}"/>
              </a:ext>
            </a:extLst>
          </p:cNvPr>
          <p:cNvSpPr>
            <a:spLocks noGrp="1"/>
          </p:cNvSpPr>
          <p:nvPr/>
        </p:nvSpPr>
        <p:spPr>
          <a:xfrm>
            <a:off x="2787982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41" name="Circle">
            <a:extLst>
              <a:ext uri="{FF2B5EF4-FFF2-40B4-BE49-F238E27FC236}">
                <a16:creationId xmlns:a16="http://schemas.microsoft.com/office/drawing/2014/main" id="{A69F4B8A-A2E3-4867-98C6-8B3E72ACCA3C}"/>
              </a:ext>
            </a:extLst>
          </p:cNvPr>
          <p:cNvSpPr>
            <a:spLocks noGrp="1"/>
          </p:cNvSpPr>
          <p:nvPr/>
        </p:nvSpPr>
        <p:spPr>
          <a:xfrm>
            <a:off x="2887710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42" name="Circle">
            <a:extLst>
              <a:ext uri="{FF2B5EF4-FFF2-40B4-BE49-F238E27FC236}">
                <a16:creationId xmlns:a16="http://schemas.microsoft.com/office/drawing/2014/main" id="{49BA7DEE-35EB-4B56-A810-3229E129B821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43" name="Circle">
            <a:extLst>
              <a:ext uri="{FF2B5EF4-FFF2-40B4-BE49-F238E27FC236}">
                <a16:creationId xmlns:a16="http://schemas.microsoft.com/office/drawing/2014/main" id="{3C0871E5-D5B0-47FB-AE2E-474C49C14DC2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44" name="Circle">
            <a:extLst>
              <a:ext uri="{FF2B5EF4-FFF2-40B4-BE49-F238E27FC236}">
                <a16:creationId xmlns:a16="http://schemas.microsoft.com/office/drawing/2014/main" id="{611097A7-EF73-487B-81A9-C1733F15F197}"/>
              </a:ext>
            </a:extLst>
          </p:cNvPr>
          <p:cNvSpPr>
            <a:spLocks noGrp="1"/>
          </p:cNvSpPr>
          <p:nvPr/>
        </p:nvSpPr>
        <p:spPr>
          <a:xfrm flipH="1">
            <a:off x="3652678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45" name="Circle">
            <a:extLst>
              <a:ext uri="{FF2B5EF4-FFF2-40B4-BE49-F238E27FC236}">
                <a16:creationId xmlns:a16="http://schemas.microsoft.com/office/drawing/2014/main" id="{F53A415C-4FB5-4BA1-B15E-8E702B23D7B6}"/>
              </a:ext>
            </a:extLst>
          </p:cNvPr>
          <p:cNvSpPr>
            <a:spLocks noGrp="1"/>
          </p:cNvSpPr>
          <p:nvPr/>
        </p:nvSpPr>
        <p:spPr>
          <a:xfrm rot="10800000">
            <a:off x="2887710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46" name="Circle">
            <a:extLst>
              <a:ext uri="{FF2B5EF4-FFF2-40B4-BE49-F238E27FC236}">
                <a16:creationId xmlns:a16="http://schemas.microsoft.com/office/drawing/2014/main" id="{78F707DE-5336-4DB6-8661-8DDAD38829D5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47" name="Rounded Rectangle">
            <a:extLst>
              <a:ext uri="{FF2B5EF4-FFF2-40B4-BE49-F238E27FC236}">
                <a16:creationId xmlns:a16="http://schemas.microsoft.com/office/drawing/2014/main" id="{957E196A-ACF6-4BCE-A5C9-1D163E9AA4F6}"/>
              </a:ext>
            </a:extLst>
          </p:cNvPr>
          <p:cNvSpPr>
            <a:spLocks noGrp="1"/>
          </p:cNvSpPr>
          <p:nvPr/>
        </p:nvSpPr>
        <p:spPr>
          <a:xfrm>
            <a:off x="1366203" y="3231794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48" name="Circle">
            <a:extLst>
              <a:ext uri="{FF2B5EF4-FFF2-40B4-BE49-F238E27FC236}">
                <a16:creationId xmlns:a16="http://schemas.microsoft.com/office/drawing/2014/main" id="{7DEAC7C9-E12A-4111-A844-41420AFE6D1F}"/>
              </a:ext>
            </a:extLst>
          </p:cNvPr>
          <p:cNvSpPr>
            <a:spLocks noGrp="1"/>
          </p:cNvSpPr>
          <p:nvPr/>
        </p:nvSpPr>
        <p:spPr>
          <a:xfrm>
            <a:off x="1848415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49" name="Rounded Rectangle">
            <a:extLst>
              <a:ext uri="{FF2B5EF4-FFF2-40B4-BE49-F238E27FC236}">
                <a16:creationId xmlns:a16="http://schemas.microsoft.com/office/drawing/2014/main" id="{0FD15ED3-38B4-4CF4-86A2-BD84D9B66739}"/>
              </a:ext>
            </a:extLst>
          </p:cNvPr>
          <p:cNvSpPr>
            <a:spLocks noGrp="1"/>
          </p:cNvSpPr>
          <p:nvPr/>
        </p:nvSpPr>
        <p:spPr>
          <a:xfrm>
            <a:off x="5158165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50" name="Circle">
            <a:extLst>
              <a:ext uri="{FF2B5EF4-FFF2-40B4-BE49-F238E27FC236}">
                <a16:creationId xmlns:a16="http://schemas.microsoft.com/office/drawing/2014/main" id="{AD9ACE47-2C6B-4739-B7A1-2EC0F6BC00C8}"/>
              </a:ext>
            </a:extLst>
          </p:cNvPr>
          <p:cNvSpPr>
            <a:spLocks noGrp="1"/>
          </p:cNvSpPr>
          <p:nvPr/>
        </p:nvSpPr>
        <p:spPr>
          <a:xfrm>
            <a:off x="525789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51" name="Circle">
            <a:extLst>
              <a:ext uri="{FF2B5EF4-FFF2-40B4-BE49-F238E27FC236}">
                <a16:creationId xmlns:a16="http://schemas.microsoft.com/office/drawing/2014/main" id="{AF62503A-5FAA-4FB5-A23A-1D32CD41EE01}"/>
              </a:ext>
            </a:extLst>
          </p:cNvPr>
          <p:cNvSpPr>
            <a:spLocks noGrp="1"/>
          </p:cNvSpPr>
          <p:nvPr/>
        </p:nvSpPr>
        <p:spPr>
          <a:xfrm rot="10800000">
            <a:off x="6022861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52" name="Rounded Rectangle">
            <a:extLst>
              <a:ext uri="{FF2B5EF4-FFF2-40B4-BE49-F238E27FC236}">
                <a16:creationId xmlns:a16="http://schemas.microsoft.com/office/drawing/2014/main" id="{9162CEF5-8C90-40F0-807D-D65A18D126BE}"/>
              </a:ext>
            </a:extLst>
          </p:cNvPr>
          <p:cNvSpPr>
            <a:spLocks noGrp="1"/>
          </p:cNvSpPr>
          <p:nvPr/>
        </p:nvSpPr>
        <p:spPr>
          <a:xfrm>
            <a:off x="8950128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53" name="Circle">
            <a:extLst>
              <a:ext uri="{FF2B5EF4-FFF2-40B4-BE49-F238E27FC236}">
                <a16:creationId xmlns:a16="http://schemas.microsoft.com/office/drawing/2014/main" id="{51AF5C39-9DF4-49EB-B702-3708614C5FC5}"/>
              </a:ext>
            </a:extLst>
          </p:cNvPr>
          <p:cNvSpPr>
            <a:spLocks noGrp="1"/>
          </p:cNvSpPr>
          <p:nvPr/>
        </p:nvSpPr>
        <p:spPr>
          <a:xfrm>
            <a:off x="9049856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54" name="Circle">
            <a:extLst>
              <a:ext uri="{FF2B5EF4-FFF2-40B4-BE49-F238E27FC236}">
                <a16:creationId xmlns:a16="http://schemas.microsoft.com/office/drawing/2014/main" id="{060473F1-221C-4E18-836B-8D548EAF6C40}"/>
              </a:ext>
            </a:extLst>
          </p:cNvPr>
          <p:cNvSpPr>
            <a:spLocks noGrp="1"/>
          </p:cNvSpPr>
          <p:nvPr/>
        </p:nvSpPr>
        <p:spPr>
          <a:xfrm rot="10800000">
            <a:off x="9814825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55" name="Circle">
            <a:extLst>
              <a:ext uri="{FF2B5EF4-FFF2-40B4-BE49-F238E27FC236}">
                <a16:creationId xmlns:a16="http://schemas.microsoft.com/office/drawing/2014/main" id="{BE38AA99-CF44-4EEC-B8D4-8C03E170FEAB}"/>
              </a:ext>
            </a:extLst>
          </p:cNvPr>
          <p:cNvSpPr>
            <a:spLocks noGrp="1"/>
          </p:cNvSpPr>
          <p:nvPr/>
        </p:nvSpPr>
        <p:spPr>
          <a:xfrm rot="10800000">
            <a:off x="9432340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56" name="Rounded Rectangle">
            <a:extLst>
              <a:ext uri="{FF2B5EF4-FFF2-40B4-BE49-F238E27FC236}">
                <a16:creationId xmlns:a16="http://schemas.microsoft.com/office/drawing/2014/main" id="{DAC3BB3E-4FA8-4260-872D-5FDB75B11D62}"/>
              </a:ext>
            </a:extLst>
          </p:cNvPr>
          <p:cNvSpPr>
            <a:spLocks noGrp="1"/>
          </p:cNvSpPr>
          <p:nvPr/>
        </p:nvSpPr>
        <p:spPr>
          <a:xfrm>
            <a:off x="12742092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57" name="Circle">
            <a:extLst>
              <a:ext uri="{FF2B5EF4-FFF2-40B4-BE49-F238E27FC236}">
                <a16:creationId xmlns:a16="http://schemas.microsoft.com/office/drawing/2014/main" id="{7B5190CD-8202-40B7-85CF-B2B99C7F9EF8}"/>
              </a:ext>
            </a:extLst>
          </p:cNvPr>
          <p:cNvSpPr>
            <a:spLocks noGrp="1"/>
          </p:cNvSpPr>
          <p:nvPr/>
        </p:nvSpPr>
        <p:spPr>
          <a:xfrm>
            <a:off x="12841820" y="4090379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58" name="Circle">
            <a:extLst>
              <a:ext uri="{FF2B5EF4-FFF2-40B4-BE49-F238E27FC236}">
                <a16:creationId xmlns:a16="http://schemas.microsoft.com/office/drawing/2014/main" id="{9F7F6881-55BE-41B8-8F3D-7269BD58C751}"/>
              </a:ext>
            </a:extLst>
          </p:cNvPr>
          <p:cNvSpPr>
            <a:spLocks noGrp="1"/>
          </p:cNvSpPr>
          <p:nvPr/>
        </p:nvSpPr>
        <p:spPr>
          <a:xfrm rot="10800000">
            <a:off x="13606790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59" name="Circle">
            <a:extLst>
              <a:ext uri="{FF2B5EF4-FFF2-40B4-BE49-F238E27FC236}">
                <a16:creationId xmlns:a16="http://schemas.microsoft.com/office/drawing/2014/main" id="{1A97904F-85C3-42D6-9CC5-C2A154527F01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60" name="Circle">
            <a:extLst>
              <a:ext uri="{FF2B5EF4-FFF2-40B4-BE49-F238E27FC236}">
                <a16:creationId xmlns:a16="http://schemas.microsoft.com/office/drawing/2014/main" id="{F6087058-951B-423F-ADBB-6DABBF58D619}"/>
              </a:ext>
            </a:extLst>
          </p:cNvPr>
          <p:cNvSpPr>
            <a:spLocks noGrp="1"/>
          </p:cNvSpPr>
          <p:nvPr/>
        </p:nvSpPr>
        <p:spPr>
          <a:xfrm flipH="1">
            <a:off x="13606790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61" name="Rounded Rectangle">
            <a:extLst>
              <a:ext uri="{FF2B5EF4-FFF2-40B4-BE49-F238E27FC236}">
                <a16:creationId xmlns:a16="http://schemas.microsoft.com/office/drawing/2014/main" id="{142E3C29-8ACF-4B5D-9DF9-EE0A0E226A05}"/>
              </a:ext>
            </a:extLst>
          </p:cNvPr>
          <p:cNvSpPr>
            <a:spLocks noGrp="1"/>
          </p:cNvSpPr>
          <p:nvPr/>
        </p:nvSpPr>
        <p:spPr>
          <a:xfrm>
            <a:off x="16534056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62" name="Circle">
            <a:extLst>
              <a:ext uri="{FF2B5EF4-FFF2-40B4-BE49-F238E27FC236}">
                <a16:creationId xmlns:a16="http://schemas.microsoft.com/office/drawing/2014/main" id="{B5604273-C9C6-4269-A208-10ADC6EE89A5}"/>
              </a:ext>
            </a:extLst>
          </p:cNvPr>
          <p:cNvSpPr>
            <a:spLocks noGrp="1"/>
          </p:cNvSpPr>
          <p:nvPr/>
        </p:nvSpPr>
        <p:spPr>
          <a:xfrm>
            <a:off x="16633783" y="4090379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63" name="Circle">
            <a:extLst>
              <a:ext uri="{FF2B5EF4-FFF2-40B4-BE49-F238E27FC236}">
                <a16:creationId xmlns:a16="http://schemas.microsoft.com/office/drawing/2014/main" id="{046F3C23-D073-4A83-BE67-E0E4118B075F}"/>
              </a:ext>
            </a:extLst>
          </p:cNvPr>
          <p:cNvSpPr>
            <a:spLocks noGrp="1"/>
          </p:cNvSpPr>
          <p:nvPr/>
        </p:nvSpPr>
        <p:spPr>
          <a:xfrm rot="10800000">
            <a:off x="17398754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64" name="Circle">
            <a:extLst>
              <a:ext uri="{FF2B5EF4-FFF2-40B4-BE49-F238E27FC236}">
                <a16:creationId xmlns:a16="http://schemas.microsoft.com/office/drawing/2014/main" id="{FA46CCAE-9E37-47A9-AB5F-D05D8355DD0E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65" name="Circle">
            <a:extLst>
              <a:ext uri="{FF2B5EF4-FFF2-40B4-BE49-F238E27FC236}">
                <a16:creationId xmlns:a16="http://schemas.microsoft.com/office/drawing/2014/main" id="{5172C9C1-E092-4FE2-ACE6-FF2CA12BDFE8}"/>
              </a:ext>
            </a:extLst>
          </p:cNvPr>
          <p:cNvSpPr>
            <a:spLocks noGrp="1"/>
          </p:cNvSpPr>
          <p:nvPr/>
        </p:nvSpPr>
        <p:spPr>
          <a:xfrm flipH="1">
            <a:off x="17398754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66" name="Circle">
            <a:extLst>
              <a:ext uri="{FF2B5EF4-FFF2-40B4-BE49-F238E27FC236}">
                <a16:creationId xmlns:a16="http://schemas.microsoft.com/office/drawing/2014/main" id="{DFE2A11C-96D1-473F-8E46-F1482A93AAF5}"/>
              </a:ext>
            </a:extLst>
          </p:cNvPr>
          <p:cNvSpPr>
            <a:spLocks noGrp="1"/>
          </p:cNvSpPr>
          <p:nvPr/>
        </p:nvSpPr>
        <p:spPr>
          <a:xfrm rot="10800000">
            <a:off x="17016268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67" name="Rounded Rectangle">
            <a:extLst>
              <a:ext uri="{FF2B5EF4-FFF2-40B4-BE49-F238E27FC236}">
                <a16:creationId xmlns:a16="http://schemas.microsoft.com/office/drawing/2014/main" id="{3316CB6C-C7FA-4EA1-9180-70DF2E883B10}"/>
              </a:ext>
            </a:extLst>
          </p:cNvPr>
          <p:cNvSpPr>
            <a:spLocks noGrp="1"/>
          </p:cNvSpPr>
          <p:nvPr/>
        </p:nvSpPr>
        <p:spPr>
          <a:xfrm>
            <a:off x="1366203" y="5225930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68" name="Circle">
            <a:extLst>
              <a:ext uri="{FF2B5EF4-FFF2-40B4-BE49-F238E27FC236}">
                <a16:creationId xmlns:a16="http://schemas.microsoft.com/office/drawing/2014/main" id="{B5660C94-C97C-44C3-A6FF-C78E913E3FB4}"/>
              </a:ext>
            </a:extLst>
          </p:cNvPr>
          <p:cNvSpPr>
            <a:spLocks noGrp="1"/>
          </p:cNvSpPr>
          <p:nvPr/>
        </p:nvSpPr>
        <p:spPr>
          <a:xfrm>
            <a:off x="1848415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69" name="Rounded Rectangle">
            <a:extLst>
              <a:ext uri="{FF2B5EF4-FFF2-40B4-BE49-F238E27FC236}">
                <a16:creationId xmlns:a16="http://schemas.microsoft.com/office/drawing/2014/main" id="{F2992931-3ED5-4635-ACCE-6D278E234A53}"/>
              </a:ext>
            </a:extLst>
          </p:cNvPr>
          <p:cNvSpPr>
            <a:spLocks noGrp="1"/>
          </p:cNvSpPr>
          <p:nvPr/>
        </p:nvSpPr>
        <p:spPr>
          <a:xfrm>
            <a:off x="5158165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70" name="Circle">
            <a:extLst>
              <a:ext uri="{FF2B5EF4-FFF2-40B4-BE49-F238E27FC236}">
                <a16:creationId xmlns:a16="http://schemas.microsoft.com/office/drawing/2014/main" id="{7612201A-A7D5-49F0-B2F3-F36C2654540B}"/>
              </a:ext>
            </a:extLst>
          </p:cNvPr>
          <p:cNvSpPr>
            <a:spLocks noGrp="1"/>
          </p:cNvSpPr>
          <p:nvPr/>
        </p:nvSpPr>
        <p:spPr>
          <a:xfrm>
            <a:off x="525789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71" name="Circle">
            <a:extLst>
              <a:ext uri="{FF2B5EF4-FFF2-40B4-BE49-F238E27FC236}">
                <a16:creationId xmlns:a16="http://schemas.microsoft.com/office/drawing/2014/main" id="{50C636B6-C597-4296-846F-9E7BD4CE6617}"/>
              </a:ext>
            </a:extLst>
          </p:cNvPr>
          <p:cNvSpPr>
            <a:spLocks noGrp="1"/>
          </p:cNvSpPr>
          <p:nvPr/>
        </p:nvSpPr>
        <p:spPr>
          <a:xfrm rot="10800000">
            <a:off x="602286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72" name="Rounded Rectangle">
            <a:extLst>
              <a:ext uri="{FF2B5EF4-FFF2-40B4-BE49-F238E27FC236}">
                <a16:creationId xmlns:a16="http://schemas.microsoft.com/office/drawing/2014/main" id="{9FDA1B59-2006-4247-B7FF-B49B78EC59C7}"/>
              </a:ext>
            </a:extLst>
          </p:cNvPr>
          <p:cNvSpPr>
            <a:spLocks noGrp="1"/>
          </p:cNvSpPr>
          <p:nvPr/>
        </p:nvSpPr>
        <p:spPr>
          <a:xfrm>
            <a:off x="8950128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73" name="Circle">
            <a:extLst>
              <a:ext uri="{FF2B5EF4-FFF2-40B4-BE49-F238E27FC236}">
                <a16:creationId xmlns:a16="http://schemas.microsoft.com/office/drawing/2014/main" id="{D7437310-D17E-4C69-88C7-FE6157456D3D}"/>
              </a:ext>
            </a:extLst>
          </p:cNvPr>
          <p:cNvSpPr>
            <a:spLocks noGrp="1"/>
          </p:cNvSpPr>
          <p:nvPr/>
        </p:nvSpPr>
        <p:spPr>
          <a:xfrm>
            <a:off x="9049856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74" name="Circle">
            <a:extLst>
              <a:ext uri="{FF2B5EF4-FFF2-40B4-BE49-F238E27FC236}">
                <a16:creationId xmlns:a16="http://schemas.microsoft.com/office/drawing/2014/main" id="{00A57015-B742-4CC8-8B97-9212E1B43B54}"/>
              </a:ext>
            </a:extLst>
          </p:cNvPr>
          <p:cNvSpPr>
            <a:spLocks noGrp="1"/>
          </p:cNvSpPr>
          <p:nvPr/>
        </p:nvSpPr>
        <p:spPr>
          <a:xfrm rot="10800000">
            <a:off x="981482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75" name="Circle">
            <a:extLst>
              <a:ext uri="{FF2B5EF4-FFF2-40B4-BE49-F238E27FC236}">
                <a16:creationId xmlns:a16="http://schemas.microsoft.com/office/drawing/2014/main" id="{5CC5D2D4-0289-4867-9A00-F7F9DF64D451}"/>
              </a:ext>
            </a:extLst>
          </p:cNvPr>
          <p:cNvSpPr>
            <a:spLocks noGrp="1"/>
          </p:cNvSpPr>
          <p:nvPr/>
        </p:nvSpPr>
        <p:spPr>
          <a:xfrm rot="10800000">
            <a:off x="9432340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76" name="Rounded Rectangle">
            <a:extLst>
              <a:ext uri="{FF2B5EF4-FFF2-40B4-BE49-F238E27FC236}">
                <a16:creationId xmlns:a16="http://schemas.microsoft.com/office/drawing/2014/main" id="{4CB82EA5-B351-4C4E-B887-35EE18B6F9D9}"/>
              </a:ext>
            </a:extLst>
          </p:cNvPr>
          <p:cNvSpPr>
            <a:spLocks noGrp="1"/>
          </p:cNvSpPr>
          <p:nvPr/>
        </p:nvSpPr>
        <p:spPr>
          <a:xfrm>
            <a:off x="12742092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77" name="Circle">
            <a:extLst>
              <a:ext uri="{FF2B5EF4-FFF2-40B4-BE49-F238E27FC236}">
                <a16:creationId xmlns:a16="http://schemas.microsoft.com/office/drawing/2014/main" id="{52ECC1D3-0D27-457D-B21C-F06E986299A7}"/>
              </a:ext>
            </a:extLst>
          </p:cNvPr>
          <p:cNvSpPr>
            <a:spLocks noGrp="1"/>
          </p:cNvSpPr>
          <p:nvPr/>
        </p:nvSpPr>
        <p:spPr>
          <a:xfrm>
            <a:off x="1284182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78" name="Circle">
            <a:extLst>
              <a:ext uri="{FF2B5EF4-FFF2-40B4-BE49-F238E27FC236}">
                <a16:creationId xmlns:a16="http://schemas.microsoft.com/office/drawing/2014/main" id="{95E23C6F-4989-41A8-874E-CDB8010D85C3}"/>
              </a:ext>
            </a:extLst>
          </p:cNvPr>
          <p:cNvSpPr>
            <a:spLocks noGrp="1"/>
          </p:cNvSpPr>
          <p:nvPr/>
        </p:nvSpPr>
        <p:spPr>
          <a:xfrm rot="10800000">
            <a:off x="13606790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79" name="Circle">
            <a:extLst>
              <a:ext uri="{FF2B5EF4-FFF2-40B4-BE49-F238E27FC236}">
                <a16:creationId xmlns:a16="http://schemas.microsoft.com/office/drawing/2014/main" id="{2F9FFB64-BA5A-40FB-8616-E9FCEC8AC6FF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80" name="Circle">
            <a:extLst>
              <a:ext uri="{FF2B5EF4-FFF2-40B4-BE49-F238E27FC236}">
                <a16:creationId xmlns:a16="http://schemas.microsoft.com/office/drawing/2014/main" id="{A053F1E3-7449-4C7C-B475-64DB43B0D57A}"/>
              </a:ext>
            </a:extLst>
          </p:cNvPr>
          <p:cNvSpPr>
            <a:spLocks noGrp="1"/>
          </p:cNvSpPr>
          <p:nvPr/>
        </p:nvSpPr>
        <p:spPr>
          <a:xfrm flipH="1">
            <a:off x="1360679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81" name="Rounded Rectangle">
            <a:extLst>
              <a:ext uri="{FF2B5EF4-FFF2-40B4-BE49-F238E27FC236}">
                <a16:creationId xmlns:a16="http://schemas.microsoft.com/office/drawing/2014/main" id="{AFB1DC5C-0A49-49E2-B761-D5CC40E546EC}"/>
              </a:ext>
            </a:extLst>
          </p:cNvPr>
          <p:cNvSpPr>
            <a:spLocks noGrp="1"/>
          </p:cNvSpPr>
          <p:nvPr/>
        </p:nvSpPr>
        <p:spPr>
          <a:xfrm>
            <a:off x="16534056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82" name="Circle">
            <a:extLst>
              <a:ext uri="{FF2B5EF4-FFF2-40B4-BE49-F238E27FC236}">
                <a16:creationId xmlns:a16="http://schemas.microsoft.com/office/drawing/2014/main" id="{E271B35C-E237-480C-BF5A-3D3E44329C9D}"/>
              </a:ext>
            </a:extLst>
          </p:cNvPr>
          <p:cNvSpPr>
            <a:spLocks noGrp="1"/>
          </p:cNvSpPr>
          <p:nvPr/>
        </p:nvSpPr>
        <p:spPr>
          <a:xfrm>
            <a:off x="16633783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83" name="Circle">
            <a:extLst>
              <a:ext uri="{FF2B5EF4-FFF2-40B4-BE49-F238E27FC236}">
                <a16:creationId xmlns:a16="http://schemas.microsoft.com/office/drawing/2014/main" id="{2878AB04-DC07-4EBA-AB35-FB0FA14DD35B}"/>
              </a:ext>
            </a:extLst>
          </p:cNvPr>
          <p:cNvSpPr>
            <a:spLocks noGrp="1"/>
          </p:cNvSpPr>
          <p:nvPr/>
        </p:nvSpPr>
        <p:spPr>
          <a:xfrm rot="10800000">
            <a:off x="17398754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84" name="Circle">
            <a:extLst>
              <a:ext uri="{FF2B5EF4-FFF2-40B4-BE49-F238E27FC236}">
                <a16:creationId xmlns:a16="http://schemas.microsoft.com/office/drawing/2014/main" id="{82D5C751-7137-463C-95F6-5C6D5DB0B0D8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85" name="Circle">
            <a:extLst>
              <a:ext uri="{FF2B5EF4-FFF2-40B4-BE49-F238E27FC236}">
                <a16:creationId xmlns:a16="http://schemas.microsoft.com/office/drawing/2014/main" id="{311F516A-FA60-401D-83FC-AF972EB99938}"/>
              </a:ext>
            </a:extLst>
          </p:cNvPr>
          <p:cNvSpPr>
            <a:spLocks noGrp="1"/>
          </p:cNvSpPr>
          <p:nvPr/>
        </p:nvSpPr>
        <p:spPr>
          <a:xfrm flipH="1">
            <a:off x="17398754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86" name="Circle">
            <a:extLst>
              <a:ext uri="{FF2B5EF4-FFF2-40B4-BE49-F238E27FC236}">
                <a16:creationId xmlns:a16="http://schemas.microsoft.com/office/drawing/2014/main" id="{1C5109AA-DBF6-4D12-96D8-55C06E34E3F8}"/>
              </a:ext>
            </a:extLst>
          </p:cNvPr>
          <p:cNvSpPr>
            <a:spLocks noGrp="1"/>
          </p:cNvSpPr>
          <p:nvPr/>
        </p:nvSpPr>
        <p:spPr>
          <a:xfrm rot="10800000">
            <a:off x="17016268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87" name="Rounded Rectangle">
            <a:extLst>
              <a:ext uri="{FF2B5EF4-FFF2-40B4-BE49-F238E27FC236}">
                <a16:creationId xmlns:a16="http://schemas.microsoft.com/office/drawing/2014/main" id="{4BBEFA67-9279-48F4-B00A-82FDCBD85311}"/>
              </a:ext>
            </a:extLst>
          </p:cNvPr>
          <p:cNvSpPr>
            <a:spLocks noGrp="1"/>
          </p:cNvSpPr>
          <p:nvPr/>
        </p:nvSpPr>
        <p:spPr>
          <a:xfrm>
            <a:off x="1366203" y="7220069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88" name="Circle">
            <a:extLst>
              <a:ext uri="{FF2B5EF4-FFF2-40B4-BE49-F238E27FC236}">
                <a16:creationId xmlns:a16="http://schemas.microsoft.com/office/drawing/2014/main" id="{D794CB6E-7BF4-45AC-B462-C23E7F32CC93}"/>
              </a:ext>
            </a:extLst>
          </p:cNvPr>
          <p:cNvSpPr>
            <a:spLocks noGrp="1"/>
          </p:cNvSpPr>
          <p:nvPr/>
        </p:nvSpPr>
        <p:spPr>
          <a:xfrm>
            <a:off x="1848415" y="77022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89" name="Rounded Rectangle">
            <a:extLst>
              <a:ext uri="{FF2B5EF4-FFF2-40B4-BE49-F238E27FC236}">
                <a16:creationId xmlns:a16="http://schemas.microsoft.com/office/drawing/2014/main" id="{CEE6B542-8F44-45C5-8EF4-181059859733}"/>
              </a:ext>
            </a:extLst>
          </p:cNvPr>
          <p:cNvSpPr>
            <a:spLocks noGrp="1"/>
          </p:cNvSpPr>
          <p:nvPr/>
        </p:nvSpPr>
        <p:spPr>
          <a:xfrm>
            <a:off x="5158165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90" name="Circle">
            <a:extLst>
              <a:ext uri="{FF2B5EF4-FFF2-40B4-BE49-F238E27FC236}">
                <a16:creationId xmlns:a16="http://schemas.microsoft.com/office/drawing/2014/main" id="{DC826CFD-F78D-4945-966B-D48D134BD3A0}"/>
              </a:ext>
            </a:extLst>
          </p:cNvPr>
          <p:cNvSpPr>
            <a:spLocks noGrp="1"/>
          </p:cNvSpPr>
          <p:nvPr/>
        </p:nvSpPr>
        <p:spPr>
          <a:xfrm>
            <a:off x="525789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91" name="Circle">
            <a:extLst>
              <a:ext uri="{FF2B5EF4-FFF2-40B4-BE49-F238E27FC236}">
                <a16:creationId xmlns:a16="http://schemas.microsoft.com/office/drawing/2014/main" id="{CACAFBF3-80C8-40AE-A7E9-036EC0DEA09B}"/>
              </a:ext>
            </a:extLst>
          </p:cNvPr>
          <p:cNvSpPr>
            <a:spLocks noGrp="1"/>
          </p:cNvSpPr>
          <p:nvPr/>
        </p:nvSpPr>
        <p:spPr>
          <a:xfrm rot="10800000">
            <a:off x="602286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92" name="Rounded Rectangle">
            <a:extLst>
              <a:ext uri="{FF2B5EF4-FFF2-40B4-BE49-F238E27FC236}">
                <a16:creationId xmlns:a16="http://schemas.microsoft.com/office/drawing/2014/main" id="{E51AE89E-959B-49D5-97E4-2480ECFC320E}"/>
              </a:ext>
            </a:extLst>
          </p:cNvPr>
          <p:cNvSpPr>
            <a:spLocks noGrp="1"/>
          </p:cNvSpPr>
          <p:nvPr/>
        </p:nvSpPr>
        <p:spPr>
          <a:xfrm>
            <a:off x="8950128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93" name="Circle">
            <a:extLst>
              <a:ext uri="{FF2B5EF4-FFF2-40B4-BE49-F238E27FC236}">
                <a16:creationId xmlns:a16="http://schemas.microsoft.com/office/drawing/2014/main" id="{03900864-3A4D-4524-B247-F499CCE2B2F5}"/>
              </a:ext>
            </a:extLst>
          </p:cNvPr>
          <p:cNvSpPr>
            <a:spLocks noGrp="1"/>
          </p:cNvSpPr>
          <p:nvPr/>
        </p:nvSpPr>
        <p:spPr>
          <a:xfrm>
            <a:off x="9049856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94" name="Circle">
            <a:extLst>
              <a:ext uri="{FF2B5EF4-FFF2-40B4-BE49-F238E27FC236}">
                <a16:creationId xmlns:a16="http://schemas.microsoft.com/office/drawing/2014/main" id="{6AF03A2A-2B2C-495F-AA9D-E3FEEA83403C}"/>
              </a:ext>
            </a:extLst>
          </p:cNvPr>
          <p:cNvSpPr>
            <a:spLocks noGrp="1"/>
          </p:cNvSpPr>
          <p:nvPr/>
        </p:nvSpPr>
        <p:spPr>
          <a:xfrm rot="10800000">
            <a:off x="981482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95" name="Circle">
            <a:extLst>
              <a:ext uri="{FF2B5EF4-FFF2-40B4-BE49-F238E27FC236}">
                <a16:creationId xmlns:a16="http://schemas.microsoft.com/office/drawing/2014/main" id="{5DFC21F8-FDF7-4484-A840-B33E2F110234}"/>
              </a:ext>
            </a:extLst>
          </p:cNvPr>
          <p:cNvSpPr>
            <a:spLocks noGrp="1"/>
          </p:cNvSpPr>
          <p:nvPr/>
        </p:nvSpPr>
        <p:spPr>
          <a:xfrm rot="10800000">
            <a:off x="9432340" y="77022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96" name="Rounded Rectangle">
            <a:extLst>
              <a:ext uri="{FF2B5EF4-FFF2-40B4-BE49-F238E27FC236}">
                <a16:creationId xmlns:a16="http://schemas.microsoft.com/office/drawing/2014/main" id="{665D7C9A-2A8F-4DE6-A885-D54829AF749B}"/>
              </a:ext>
            </a:extLst>
          </p:cNvPr>
          <p:cNvSpPr>
            <a:spLocks noGrp="1"/>
          </p:cNvSpPr>
          <p:nvPr/>
        </p:nvSpPr>
        <p:spPr>
          <a:xfrm>
            <a:off x="12742092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97" name="Circle">
            <a:extLst>
              <a:ext uri="{FF2B5EF4-FFF2-40B4-BE49-F238E27FC236}">
                <a16:creationId xmlns:a16="http://schemas.microsoft.com/office/drawing/2014/main" id="{BED04035-B974-482D-8D0C-319A6D1FBE5C}"/>
              </a:ext>
            </a:extLst>
          </p:cNvPr>
          <p:cNvSpPr>
            <a:spLocks noGrp="1"/>
          </p:cNvSpPr>
          <p:nvPr/>
        </p:nvSpPr>
        <p:spPr>
          <a:xfrm>
            <a:off x="1284182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98" name="Circle">
            <a:extLst>
              <a:ext uri="{FF2B5EF4-FFF2-40B4-BE49-F238E27FC236}">
                <a16:creationId xmlns:a16="http://schemas.microsoft.com/office/drawing/2014/main" id="{3B845155-77F6-4353-B920-EDD5C5E2C6F8}"/>
              </a:ext>
            </a:extLst>
          </p:cNvPr>
          <p:cNvSpPr>
            <a:spLocks noGrp="1"/>
          </p:cNvSpPr>
          <p:nvPr/>
        </p:nvSpPr>
        <p:spPr>
          <a:xfrm rot="10800000">
            <a:off x="13606790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99" name="Circle">
            <a:extLst>
              <a:ext uri="{FF2B5EF4-FFF2-40B4-BE49-F238E27FC236}">
                <a16:creationId xmlns:a16="http://schemas.microsoft.com/office/drawing/2014/main" id="{773C668A-76BB-4BFC-ADCF-63AF040FAC03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00" name="Circle">
            <a:extLst>
              <a:ext uri="{FF2B5EF4-FFF2-40B4-BE49-F238E27FC236}">
                <a16:creationId xmlns:a16="http://schemas.microsoft.com/office/drawing/2014/main" id="{E8D3F9A2-034D-4F97-8109-AFA2AE5DC505}"/>
              </a:ext>
            </a:extLst>
          </p:cNvPr>
          <p:cNvSpPr>
            <a:spLocks noGrp="1"/>
          </p:cNvSpPr>
          <p:nvPr/>
        </p:nvSpPr>
        <p:spPr>
          <a:xfrm flipH="1">
            <a:off x="1360679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01" name="Rounded Rectangle">
            <a:extLst>
              <a:ext uri="{FF2B5EF4-FFF2-40B4-BE49-F238E27FC236}">
                <a16:creationId xmlns:a16="http://schemas.microsoft.com/office/drawing/2014/main" id="{D0BC1789-CDD7-493F-9993-2C440FA403D0}"/>
              </a:ext>
            </a:extLst>
          </p:cNvPr>
          <p:cNvSpPr>
            <a:spLocks noGrp="1"/>
          </p:cNvSpPr>
          <p:nvPr/>
        </p:nvSpPr>
        <p:spPr>
          <a:xfrm>
            <a:off x="16534056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02" name="Circle">
            <a:extLst>
              <a:ext uri="{FF2B5EF4-FFF2-40B4-BE49-F238E27FC236}">
                <a16:creationId xmlns:a16="http://schemas.microsoft.com/office/drawing/2014/main" id="{3D4A6B79-41AA-412D-A9D7-9B710F4FB7A1}"/>
              </a:ext>
            </a:extLst>
          </p:cNvPr>
          <p:cNvSpPr>
            <a:spLocks noGrp="1"/>
          </p:cNvSpPr>
          <p:nvPr/>
        </p:nvSpPr>
        <p:spPr>
          <a:xfrm>
            <a:off x="16633783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03" name="Circle">
            <a:extLst>
              <a:ext uri="{FF2B5EF4-FFF2-40B4-BE49-F238E27FC236}">
                <a16:creationId xmlns:a16="http://schemas.microsoft.com/office/drawing/2014/main" id="{F13D9AF6-A6F3-46C8-AB39-EB823D3A3142}"/>
              </a:ext>
            </a:extLst>
          </p:cNvPr>
          <p:cNvSpPr>
            <a:spLocks noGrp="1"/>
          </p:cNvSpPr>
          <p:nvPr/>
        </p:nvSpPr>
        <p:spPr>
          <a:xfrm rot="10800000">
            <a:off x="17398754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04" name="Circle">
            <a:extLst>
              <a:ext uri="{FF2B5EF4-FFF2-40B4-BE49-F238E27FC236}">
                <a16:creationId xmlns:a16="http://schemas.microsoft.com/office/drawing/2014/main" id="{E40A9371-A9B0-4529-9E04-40407EE2FF5A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05" name="Circle">
            <a:extLst>
              <a:ext uri="{FF2B5EF4-FFF2-40B4-BE49-F238E27FC236}">
                <a16:creationId xmlns:a16="http://schemas.microsoft.com/office/drawing/2014/main" id="{521ED060-D5D7-4DBB-89DC-75A56EF10EC5}"/>
              </a:ext>
            </a:extLst>
          </p:cNvPr>
          <p:cNvSpPr>
            <a:spLocks noGrp="1"/>
          </p:cNvSpPr>
          <p:nvPr/>
        </p:nvSpPr>
        <p:spPr>
          <a:xfrm flipH="1">
            <a:off x="1739875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06" name="Circle">
            <a:extLst>
              <a:ext uri="{FF2B5EF4-FFF2-40B4-BE49-F238E27FC236}">
                <a16:creationId xmlns:a16="http://schemas.microsoft.com/office/drawing/2014/main" id="{A4CE341B-7FE5-4B0D-925F-2BB7E65A6D40}"/>
              </a:ext>
            </a:extLst>
          </p:cNvPr>
          <p:cNvSpPr>
            <a:spLocks noGrp="1"/>
          </p:cNvSpPr>
          <p:nvPr/>
        </p:nvSpPr>
        <p:spPr>
          <a:xfrm rot="10800000">
            <a:off x="17016268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07" name="Rounded Rectangle">
            <a:extLst>
              <a:ext uri="{FF2B5EF4-FFF2-40B4-BE49-F238E27FC236}">
                <a16:creationId xmlns:a16="http://schemas.microsoft.com/office/drawing/2014/main" id="{DBD620FF-36DB-419F-9363-43DB4415A2EC}"/>
              </a:ext>
            </a:extLst>
          </p:cNvPr>
          <p:cNvSpPr>
            <a:spLocks noGrp="1"/>
          </p:cNvSpPr>
          <p:nvPr/>
        </p:nvSpPr>
        <p:spPr>
          <a:xfrm>
            <a:off x="1366203" y="9214205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08" name="Circle">
            <a:extLst>
              <a:ext uri="{FF2B5EF4-FFF2-40B4-BE49-F238E27FC236}">
                <a16:creationId xmlns:a16="http://schemas.microsoft.com/office/drawing/2014/main" id="{4E960809-8920-406C-8259-E568040167D2}"/>
              </a:ext>
            </a:extLst>
          </p:cNvPr>
          <p:cNvSpPr>
            <a:spLocks noGrp="1"/>
          </p:cNvSpPr>
          <p:nvPr/>
        </p:nvSpPr>
        <p:spPr>
          <a:xfrm>
            <a:off x="1848415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09" name="Rounded Rectangle">
            <a:extLst>
              <a:ext uri="{FF2B5EF4-FFF2-40B4-BE49-F238E27FC236}">
                <a16:creationId xmlns:a16="http://schemas.microsoft.com/office/drawing/2014/main" id="{82BB00BD-BC06-4D8A-9347-D7B5C42FE407}"/>
              </a:ext>
            </a:extLst>
          </p:cNvPr>
          <p:cNvSpPr>
            <a:spLocks noGrp="1"/>
          </p:cNvSpPr>
          <p:nvPr/>
        </p:nvSpPr>
        <p:spPr>
          <a:xfrm>
            <a:off x="5158165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10" name="Circle">
            <a:extLst>
              <a:ext uri="{FF2B5EF4-FFF2-40B4-BE49-F238E27FC236}">
                <a16:creationId xmlns:a16="http://schemas.microsoft.com/office/drawing/2014/main" id="{F481DE37-5FC9-4A02-9273-3DACA552DC10}"/>
              </a:ext>
            </a:extLst>
          </p:cNvPr>
          <p:cNvSpPr>
            <a:spLocks noGrp="1"/>
          </p:cNvSpPr>
          <p:nvPr/>
        </p:nvSpPr>
        <p:spPr>
          <a:xfrm>
            <a:off x="525789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11" name="Circle">
            <a:extLst>
              <a:ext uri="{FF2B5EF4-FFF2-40B4-BE49-F238E27FC236}">
                <a16:creationId xmlns:a16="http://schemas.microsoft.com/office/drawing/2014/main" id="{56E2F5EE-9B9F-4C3E-B610-B5842738B1A5}"/>
              </a:ext>
            </a:extLst>
          </p:cNvPr>
          <p:cNvSpPr>
            <a:spLocks noGrp="1"/>
          </p:cNvSpPr>
          <p:nvPr/>
        </p:nvSpPr>
        <p:spPr>
          <a:xfrm rot="10800000">
            <a:off x="6022861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12" name="Rounded Rectangle">
            <a:extLst>
              <a:ext uri="{FF2B5EF4-FFF2-40B4-BE49-F238E27FC236}">
                <a16:creationId xmlns:a16="http://schemas.microsoft.com/office/drawing/2014/main" id="{A767D54E-1158-4DF2-AEBE-AE3B70918185}"/>
              </a:ext>
            </a:extLst>
          </p:cNvPr>
          <p:cNvSpPr>
            <a:spLocks noGrp="1"/>
          </p:cNvSpPr>
          <p:nvPr/>
        </p:nvSpPr>
        <p:spPr>
          <a:xfrm>
            <a:off x="8950128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13" name="Circle">
            <a:extLst>
              <a:ext uri="{FF2B5EF4-FFF2-40B4-BE49-F238E27FC236}">
                <a16:creationId xmlns:a16="http://schemas.microsoft.com/office/drawing/2014/main" id="{4060D478-2557-4AD7-9FC4-E934013460B8}"/>
              </a:ext>
            </a:extLst>
          </p:cNvPr>
          <p:cNvSpPr>
            <a:spLocks noGrp="1"/>
          </p:cNvSpPr>
          <p:nvPr/>
        </p:nvSpPr>
        <p:spPr>
          <a:xfrm>
            <a:off x="9049856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14" name="Circle">
            <a:extLst>
              <a:ext uri="{FF2B5EF4-FFF2-40B4-BE49-F238E27FC236}">
                <a16:creationId xmlns:a16="http://schemas.microsoft.com/office/drawing/2014/main" id="{E8B7BAFA-9905-41C2-8A77-4BACED6B40C6}"/>
              </a:ext>
            </a:extLst>
          </p:cNvPr>
          <p:cNvSpPr>
            <a:spLocks noGrp="1"/>
          </p:cNvSpPr>
          <p:nvPr/>
        </p:nvSpPr>
        <p:spPr>
          <a:xfrm rot="10800000">
            <a:off x="9814825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15" name="Circle">
            <a:extLst>
              <a:ext uri="{FF2B5EF4-FFF2-40B4-BE49-F238E27FC236}">
                <a16:creationId xmlns:a16="http://schemas.microsoft.com/office/drawing/2014/main" id="{755D3EED-1991-4B4F-AAF5-B867BCCA0FEC}"/>
              </a:ext>
            </a:extLst>
          </p:cNvPr>
          <p:cNvSpPr>
            <a:spLocks noGrp="1"/>
          </p:cNvSpPr>
          <p:nvPr/>
        </p:nvSpPr>
        <p:spPr>
          <a:xfrm rot="10800000">
            <a:off x="9432340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16" name="Rounded Rectangle">
            <a:extLst>
              <a:ext uri="{FF2B5EF4-FFF2-40B4-BE49-F238E27FC236}">
                <a16:creationId xmlns:a16="http://schemas.microsoft.com/office/drawing/2014/main" id="{F3E4BB83-65A0-47BC-8BD7-1EE1E42711DC}"/>
              </a:ext>
            </a:extLst>
          </p:cNvPr>
          <p:cNvSpPr>
            <a:spLocks noGrp="1"/>
          </p:cNvSpPr>
          <p:nvPr/>
        </p:nvSpPr>
        <p:spPr>
          <a:xfrm>
            <a:off x="12742092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17" name="Circle">
            <a:extLst>
              <a:ext uri="{FF2B5EF4-FFF2-40B4-BE49-F238E27FC236}">
                <a16:creationId xmlns:a16="http://schemas.microsoft.com/office/drawing/2014/main" id="{BCBDCB9A-7B29-4AD0-92CD-A344BFFFA818}"/>
              </a:ext>
            </a:extLst>
          </p:cNvPr>
          <p:cNvSpPr>
            <a:spLocks noGrp="1"/>
          </p:cNvSpPr>
          <p:nvPr/>
        </p:nvSpPr>
        <p:spPr>
          <a:xfrm>
            <a:off x="12841820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18" name="Circle">
            <a:extLst>
              <a:ext uri="{FF2B5EF4-FFF2-40B4-BE49-F238E27FC236}">
                <a16:creationId xmlns:a16="http://schemas.microsoft.com/office/drawing/2014/main" id="{C451744A-ACA8-403F-85E8-EB61388B873C}"/>
              </a:ext>
            </a:extLst>
          </p:cNvPr>
          <p:cNvSpPr>
            <a:spLocks noGrp="1"/>
          </p:cNvSpPr>
          <p:nvPr/>
        </p:nvSpPr>
        <p:spPr>
          <a:xfrm rot="10800000">
            <a:off x="13606790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19" name="Circle">
            <a:extLst>
              <a:ext uri="{FF2B5EF4-FFF2-40B4-BE49-F238E27FC236}">
                <a16:creationId xmlns:a16="http://schemas.microsoft.com/office/drawing/2014/main" id="{2600622B-DA4A-4066-9B11-A20C3B8A339C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20" name="Circle">
            <a:extLst>
              <a:ext uri="{FF2B5EF4-FFF2-40B4-BE49-F238E27FC236}">
                <a16:creationId xmlns:a16="http://schemas.microsoft.com/office/drawing/2014/main" id="{2CC754C5-D275-4E8C-8871-0CCEC5D03B38}"/>
              </a:ext>
            </a:extLst>
          </p:cNvPr>
          <p:cNvSpPr>
            <a:spLocks noGrp="1"/>
          </p:cNvSpPr>
          <p:nvPr/>
        </p:nvSpPr>
        <p:spPr>
          <a:xfrm flipH="1">
            <a:off x="13606790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21" name="Rounded Rectangle">
            <a:extLst>
              <a:ext uri="{FF2B5EF4-FFF2-40B4-BE49-F238E27FC236}">
                <a16:creationId xmlns:a16="http://schemas.microsoft.com/office/drawing/2014/main" id="{37BE1C09-AB49-4461-BDD7-3363D586D8FC}"/>
              </a:ext>
            </a:extLst>
          </p:cNvPr>
          <p:cNvSpPr>
            <a:spLocks noGrp="1"/>
          </p:cNvSpPr>
          <p:nvPr/>
        </p:nvSpPr>
        <p:spPr>
          <a:xfrm>
            <a:off x="16534056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22" name="Circle">
            <a:extLst>
              <a:ext uri="{FF2B5EF4-FFF2-40B4-BE49-F238E27FC236}">
                <a16:creationId xmlns:a16="http://schemas.microsoft.com/office/drawing/2014/main" id="{2A159EC9-683C-4ACD-9519-90E0428CA3A9}"/>
              </a:ext>
            </a:extLst>
          </p:cNvPr>
          <p:cNvSpPr>
            <a:spLocks noGrp="1"/>
          </p:cNvSpPr>
          <p:nvPr/>
        </p:nvSpPr>
        <p:spPr>
          <a:xfrm>
            <a:off x="16633783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23" name="Circle">
            <a:extLst>
              <a:ext uri="{FF2B5EF4-FFF2-40B4-BE49-F238E27FC236}">
                <a16:creationId xmlns:a16="http://schemas.microsoft.com/office/drawing/2014/main" id="{5C272489-F6AC-47E8-A12B-EBCAABBC5BE9}"/>
              </a:ext>
            </a:extLst>
          </p:cNvPr>
          <p:cNvSpPr>
            <a:spLocks noGrp="1"/>
          </p:cNvSpPr>
          <p:nvPr/>
        </p:nvSpPr>
        <p:spPr>
          <a:xfrm rot="10800000">
            <a:off x="17398754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24" name="Circle">
            <a:extLst>
              <a:ext uri="{FF2B5EF4-FFF2-40B4-BE49-F238E27FC236}">
                <a16:creationId xmlns:a16="http://schemas.microsoft.com/office/drawing/2014/main" id="{8F1294F3-5F60-4BE6-A548-4F0884EC109A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25" name="Circle">
            <a:extLst>
              <a:ext uri="{FF2B5EF4-FFF2-40B4-BE49-F238E27FC236}">
                <a16:creationId xmlns:a16="http://schemas.microsoft.com/office/drawing/2014/main" id="{AE918F02-93FC-4D43-928A-C0D8B17B8844}"/>
              </a:ext>
            </a:extLst>
          </p:cNvPr>
          <p:cNvSpPr>
            <a:spLocks noGrp="1"/>
          </p:cNvSpPr>
          <p:nvPr/>
        </p:nvSpPr>
        <p:spPr>
          <a:xfrm flipH="1">
            <a:off x="17398754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26" name="Circle">
            <a:extLst>
              <a:ext uri="{FF2B5EF4-FFF2-40B4-BE49-F238E27FC236}">
                <a16:creationId xmlns:a16="http://schemas.microsoft.com/office/drawing/2014/main" id="{F727763D-2FB4-43C2-BECB-A0C03DF247C8}"/>
              </a:ext>
            </a:extLst>
          </p:cNvPr>
          <p:cNvSpPr>
            <a:spLocks noGrp="1"/>
          </p:cNvSpPr>
          <p:nvPr/>
        </p:nvSpPr>
        <p:spPr>
          <a:xfrm rot="10800000">
            <a:off x="17016268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27" name="Rounded Rectangle">
            <a:extLst>
              <a:ext uri="{FF2B5EF4-FFF2-40B4-BE49-F238E27FC236}">
                <a16:creationId xmlns:a16="http://schemas.microsoft.com/office/drawing/2014/main" id="{B354F0AA-ED08-4064-8BFF-C5CBE9B4A9CC}"/>
              </a:ext>
            </a:extLst>
          </p:cNvPr>
          <p:cNvSpPr>
            <a:spLocks noGrp="1"/>
          </p:cNvSpPr>
          <p:nvPr/>
        </p:nvSpPr>
        <p:spPr>
          <a:xfrm>
            <a:off x="1366203" y="11208341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28" name="Circle">
            <a:extLst>
              <a:ext uri="{FF2B5EF4-FFF2-40B4-BE49-F238E27FC236}">
                <a16:creationId xmlns:a16="http://schemas.microsoft.com/office/drawing/2014/main" id="{7D73D504-F021-4027-B1FE-CEAC31AB8723}"/>
              </a:ext>
            </a:extLst>
          </p:cNvPr>
          <p:cNvSpPr>
            <a:spLocks noGrp="1"/>
          </p:cNvSpPr>
          <p:nvPr/>
        </p:nvSpPr>
        <p:spPr>
          <a:xfrm>
            <a:off x="1848415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29" name="Rounded Rectangle">
            <a:extLst>
              <a:ext uri="{FF2B5EF4-FFF2-40B4-BE49-F238E27FC236}">
                <a16:creationId xmlns:a16="http://schemas.microsoft.com/office/drawing/2014/main" id="{B621C9BD-22C3-4014-BCB2-22570960918D}"/>
              </a:ext>
            </a:extLst>
          </p:cNvPr>
          <p:cNvSpPr>
            <a:spLocks noGrp="1"/>
          </p:cNvSpPr>
          <p:nvPr/>
        </p:nvSpPr>
        <p:spPr>
          <a:xfrm>
            <a:off x="5158165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30" name="Circle">
            <a:extLst>
              <a:ext uri="{FF2B5EF4-FFF2-40B4-BE49-F238E27FC236}">
                <a16:creationId xmlns:a16="http://schemas.microsoft.com/office/drawing/2014/main" id="{E881D19A-9C2C-4972-907C-9C0D76FAF616}"/>
              </a:ext>
            </a:extLst>
          </p:cNvPr>
          <p:cNvSpPr>
            <a:spLocks noGrp="1"/>
          </p:cNvSpPr>
          <p:nvPr/>
        </p:nvSpPr>
        <p:spPr>
          <a:xfrm>
            <a:off x="5257892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31" name="Circle">
            <a:extLst>
              <a:ext uri="{FF2B5EF4-FFF2-40B4-BE49-F238E27FC236}">
                <a16:creationId xmlns:a16="http://schemas.microsoft.com/office/drawing/2014/main" id="{1F37CB5A-2EB7-4CE6-9B06-91BC63EA78BF}"/>
              </a:ext>
            </a:extLst>
          </p:cNvPr>
          <p:cNvSpPr>
            <a:spLocks noGrp="1"/>
          </p:cNvSpPr>
          <p:nvPr/>
        </p:nvSpPr>
        <p:spPr>
          <a:xfrm rot="10800000">
            <a:off x="602286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32" name="Rounded Rectangle">
            <a:extLst>
              <a:ext uri="{FF2B5EF4-FFF2-40B4-BE49-F238E27FC236}">
                <a16:creationId xmlns:a16="http://schemas.microsoft.com/office/drawing/2014/main" id="{7A1F7DF6-02A5-4CF3-8C1B-6C0170A8D572}"/>
              </a:ext>
            </a:extLst>
          </p:cNvPr>
          <p:cNvSpPr>
            <a:spLocks noGrp="1"/>
          </p:cNvSpPr>
          <p:nvPr/>
        </p:nvSpPr>
        <p:spPr>
          <a:xfrm>
            <a:off x="895012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33" name="Circle">
            <a:extLst>
              <a:ext uri="{FF2B5EF4-FFF2-40B4-BE49-F238E27FC236}">
                <a16:creationId xmlns:a16="http://schemas.microsoft.com/office/drawing/2014/main" id="{0E95186E-8AE5-4BEC-921B-5AD898C695B0}"/>
              </a:ext>
            </a:extLst>
          </p:cNvPr>
          <p:cNvSpPr>
            <a:spLocks noGrp="1"/>
          </p:cNvSpPr>
          <p:nvPr/>
        </p:nvSpPr>
        <p:spPr>
          <a:xfrm>
            <a:off x="9049856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34" name="Circle">
            <a:extLst>
              <a:ext uri="{FF2B5EF4-FFF2-40B4-BE49-F238E27FC236}">
                <a16:creationId xmlns:a16="http://schemas.microsoft.com/office/drawing/2014/main" id="{6C989051-EB17-4088-8A88-2032C836B64F}"/>
              </a:ext>
            </a:extLst>
          </p:cNvPr>
          <p:cNvSpPr>
            <a:spLocks noGrp="1"/>
          </p:cNvSpPr>
          <p:nvPr/>
        </p:nvSpPr>
        <p:spPr>
          <a:xfrm rot="10800000">
            <a:off x="981482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35" name="Circle">
            <a:extLst>
              <a:ext uri="{FF2B5EF4-FFF2-40B4-BE49-F238E27FC236}">
                <a16:creationId xmlns:a16="http://schemas.microsoft.com/office/drawing/2014/main" id="{D62A0C0C-4659-4844-B530-4D6D1F35A718}"/>
              </a:ext>
            </a:extLst>
          </p:cNvPr>
          <p:cNvSpPr>
            <a:spLocks noGrp="1"/>
          </p:cNvSpPr>
          <p:nvPr/>
        </p:nvSpPr>
        <p:spPr>
          <a:xfrm rot="10800000">
            <a:off x="9432340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36" name="Rounded Rectangle">
            <a:extLst>
              <a:ext uri="{FF2B5EF4-FFF2-40B4-BE49-F238E27FC236}">
                <a16:creationId xmlns:a16="http://schemas.microsoft.com/office/drawing/2014/main" id="{64E7107D-A3B7-4A80-BCB7-CD710237EAEF}"/>
              </a:ext>
            </a:extLst>
          </p:cNvPr>
          <p:cNvSpPr>
            <a:spLocks noGrp="1"/>
          </p:cNvSpPr>
          <p:nvPr/>
        </p:nvSpPr>
        <p:spPr>
          <a:xfrm>
            <a:off x="12742092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37" name="Circle">
            <a:extLst>
              <a:ext uri="{FF2B5EF4-FFF2-40B4-BE49-F238E27FC236}">
                <a16:creationId xmlns:a16="http://schemas.microsoft.com/office/drawing/2014/main" id="{E52A0C3D-B5D3-4A4F-A074-F034D4A00721}"/>
              </a:ext>
            </a:extLst>
          </p:cNvPr>
          <p:cNvSpPr>
            <a:spLocks noGrp="1"/>
          </p:cNvSpPr>
          <p:nvPr/>
        </p:nvSpPr>
        <p:spPr>
          <a:xfrm>
            <a:off x="12841820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38" name="Circle">
            <a:extLst>
              <a:ext uri="{FF2B5EF4-FFF2-40B4-BE49-F238E27FC236}">
                <a16:creationId xmlns:a16="http://schemas.microsoft.com/office/drawing/2014/main" id="{0672D6C2-2273-4CA0-B5D3-4C2D38B634EB}"/>
              </a:ext>
            </a:extLst>
          </p:cNvPr>
          <p:cNvSpPr>
            <a:spLocks noGrp="1"/>
          </p:cNvSpPr>
          <p:nvPr/>
        </p:nvSpPr>
        <p:spPr>
          <a:xfrm rot="10800000">
            <a:off x="1360679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39" name="Circle">
            <a:extLst>
              <a:ext uri="{FF2B5EF4-FFF2-40B4-BE49-F238E27FC236}">
                <a16:creationId xmlns:a16="http://schemas.microsoft.com/office/drawing/2014/main" id="{3E078272-EA80-450C-8826-326D2FB6C6CD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40" name="Circle">
            <a:extLst>
              <a:ext uri="{FF2B5EF4-FFF2-40B4-BE49-F238E27FC236}">
                <a16:creationId xmlns:a16="http://schemas.microsoft.com/office/drawing/2014/main" id="{861A3650-A029-490B-9915-BCA174C6E58F}"/>
              </a:ext>
            </a:extLst>
          </p:cNvPr>
          <p:cNvSpPr>
            <a:spLocks noGrp="1"/>
          </p:cNvSpPr>
          <p:nvPr/>
        </p:nvSpPr>
        <p:spPr>
          <a:xfrm flipH="1">
            <a:off x="13606790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41" name="Rounded Rectangle">
            <a:extLst>
              <a:ext uri="{FF2B5EF4-FFF2-40B4-BE49-F238E27FC236}">
                <a16:creationId xmlns:a16="http://schemas.microsoft.com/office/drawing/2014/main" id="{BB6C84F0-556A-4638-B7BA-6AE2B69DE9B2}"/>
              </a:ext>
            </a:extLst>
          </p:cNvPr>
          <p:cNvSpPr>
            <a:spLocks noGrp="1"/>
          </p:cNvSpPr>
          <p:nvPr/>
        </p:nvSpPr>
        <p:spPr>
          <a:xfrm>
            <a:off x="16534056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42" name="Circle">
            <a:extLst>
              <a:ext uri="{FF2B5EF4-FFF2-40B4-BE49-F238E27FC236}">
                <a16:creationId xmlns:a16="http://schemas.microsoft.com/office/drawing/2014/main" id="{B75D746D-9A3D-429D-8D65-E8EF759CBB1B}"/>
              </a:ext>
            </a:extLst>
          </p:cNvPr>
          <p:cNvSpPr>
            <a:spLocks noGrp="1"/>
          </p:cNvSpPr>
          <p:nvPr/>
        </p:nvSpPr>
        <p:spPr>
          <a:xfrm>
            <a:off x="16633783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43" name="Circle">
            <a:extLst>
              <a:ext uri="{FF2B5EF4-FFF2-40B4-BE49-F238E27FC236}">
                <a16:creationId xmlns:a16="http://schemas.microsoft.com/office/drawing/2014/main" id="{E4F878B2-2221-4E08-B224-7C6C629554F5}"/>
              </a:ext>
            </a:extLst>
          </p:cNvPr>
          <p:cNvSpPr>
            <a:spLocks noGrp="1"/>
          </p:cNvSpPr>
          <p:nvPr/>
        </p:nvSpPr>
        <p:spPr>
          <a:xfrm rot="10800000">
            <a:off x="17398754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44" name="Circle">
            <a:extLst>
              <a:ext uri="{FF2B5EF4-FFF2-40B4-BE49-F238E27FC236}">
                <a16:creationId xmlns:a16="http://schemas.microsoft.com/office/drawing/2014/main" id="{BFE85D08-32EC-49EE-B183-C975C6C80A3C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45" name="Circle">
            <a:extLst>
              <a:ext uri="{FF2B5EF4-FFF2-40B4-BE49-F238E27FC236}">
                <a16:creationId xmlns:a16="http://schemas.microsoft.com/office/drawing/2014/main" id="{EAAB9F98-15AC-4BC0-8F86-1FC0538E077B}"/>
              </a:ext>
            </a:extLst>
          </p:cNvPr>
          <p:cNvSpPr>
            <a:spLocks noGrp="1"/>
          </p:cNvSpPr>
          <p:nvPr/>
        </p:nvSpPr>
        <p:spPr>
          <a:xfrm flipH="1">
            <a:off x="17398754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46" name="Circle">
            <a:extLst>
              <a:ext uri="{FF2B5EF4-FFF2-40B4-BE49-F238E27FC236}">
                <a16:creationId xmlns:a16="http://schemas.microsoft.com/office/drawing/2014/main" id="{C60BCD42-B8E1-4ADC-8DE6-0D5501804CE5}"/>
              </a:ext>
            </a:extLst>
          </p:cNvPr>
          <p:cNvSpPr>
            <a:spLocks noGrp="1"/>
          </p:cNvSpPr>
          <p:nvPr/>
        </p:nvSpPr>
        <p:spPr>
          <a:xfrm rot="10800000">
            <a:off x="1701626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47" name="Rounded Rectangle">
            <a:extLst>
              <a:ext uri="{FF2B5EF4-FFF2-40B4-BE49-F238E27FC236}">
                <a16:creationId xmlns:a16="http://schemas.microsoft.com/office/drawing/2014/main" id="{5A6F4638-C2A4-43B5-A2C8-6643FC1C2C20}"/>
              </a:ext>
            </a:extLst>
          </p:cNvPr>
          <p:cNvSpPr>
            <a:spLocks noGrp="1"/>
          </p:cNvSpPr>
          <p:nvPr/>
        </p:nvSpPr>
        <p:spPr>
          <a:xfrm>
            <a:off x="657994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48" name="Circle">
            <a:extLst>
              <a:ext uri="{FF2B5EF4-FFF2-40B4-BE49-F238E27FC236}">
                <a16:creationId xmlns:a16="http://schemas.microsoft.com/office/drawing/2014/main" id="{742B1D3A-EEC3-4A0E-8D74-61BB009E3284}"/>
              </a:ext>
            </a:extLst>
          </p:cNvPr>
          <p:cNvSpPr>
            <a:spLocks noGrp="1"/>
          </p:cNvSpPr>
          <p:nvPr/>
        </p:nvSpPr>
        <p:spPr>
          <a:xfrm>
            <a:off x="7062157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49" name="Rounded Rectangle">
            <a:extLst>
              <a:ext uri="{FF2B5EF4-FFF2-40B4-BE49-F238E27FC236}">
                <a16:creationId xmlns:a16="http://schemas.microsoft.com/office/drawing/2014/main" id="{FA1A4A23-BFC4-4DA7-BDAF-994A5E96CF0F}"/>
              </a:ext>
            </a:extLst>
          </p:cNvPr>
          <p:cNvSpPr>
            <a:spLocks noGrp="1"/>
          </p:cNvSpPr>
          <p:nvPr/>
        </p:nvSpPr>
        <p:spPr>
          <a:xfrm>
            <a:off x="10371908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50" name="Circle">
            <a:extLst>
              <a:ext uri="{FF2B5EF4-FFF2-40B4-BE49-F238E27FC236}">
                <a16:creationId xmlns:a16="http://schemas.microsoft.com/office/drawing/2014/main" id="{CAB40290-A80F-48D4-AB96-640379782229}"/>
              </a:ext>
            </a:extLst>
          </p:cNvPr>
          <p:cNvSpPr>
            <a:spLocks noGrp="1"/>
          </p:cNvSpPr>
          <p:nvPr/>
        </p:nvSpPr>
        <p:spPr>
          <a:xfrm>
            <a:off x="10854120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51" name="Rounded Rectangle">
            <a:extLst>
              <a:ext uri="{FF2B5EF4-FFF2-40B4-BE49-F238E27FC236}">
                <a16:creationId xmlns:a16="http://schemas.microsoft.com/office/drawing/2014/main" id="{8047015B-BDE4-4E5E-A518-106676732183}"/>
              </a:ext>
            </a:extLst>
          </p:cNvPr>
          <p:cNvSpPr>
            <a:spLocks noGrp="1"/>
          </p:cNvSpPr>
          <p:nvPr/>
        </p:nvSpPr>
        <p:spPr>
          <a:xfrm>
            <a:off x="14163870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52" name="Circle">
            <a:extLst>
              <a:ext uri="{FF2B5EF4-FFF2-40B4-BE49-F238E27FC236}">
                <a16:creationId xmlns:a16="http://schemas.microsoft.com/office/drawing/2014/main" id="{245FC512-EFDF-4F9F-ADBE-089E0DA7F26E}"/>
              </a:ext>
            </a:extLst>
          </p:cNvPr>
          <p:cNvSpPr>
            <a:spLocks noGrp="1"/>
          </p:cNvSpPr>
          <p:nvPr/>
        </p:nvSpPr>
        <p:spPr>
          <a:xfrm>
            <a:off x="14646083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53" name="Rounded Rectangle">
            <a:extLst>
              <a:ext uri="{FF2B5EF4-FFF2-40B4-BE49-F238E27FC236}">
                <a16:creationId xmlns:a16="http://schemas.microsoft.com/office/drawing/2014/main" id="{3F4A316A-41EC-4626-8F93-DB673B6665CD}"/>
              </a:ext>
            </a:extLst>
          </p:cNvPr>
          <p:cNvSpPr>
            <a:spLocks noGrp="1"/>
          </p:cNvSpPr>
          <p:nvPr/>
        </p:nvSpPr>
        <p:spPr>
          <a:xfrm>
            <a:off x="1795583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54" name="Circle">
            <a:extLst>
              <a:ext uri="{FF2B5EF4-FFF2-40B4-BE49-F238E27FC236}">
                <a16:creationId xmlns:a16="http://schemas.microsoft.com/office/drawing/2014/main" id="{45031E1B-D9C5-43E7-B6A9-9FC7B45F7456}"/>
              </a:ext>
            </a:extLst>
          </p:cNvPr>
          <p:cNvSpPr>
            <a:spLocks noGrp="1"/>
          </p:cNvSpPr>
          <p:nvPr/>
        </p:nvSpPr>
        <p:spPr>
          <a:xfrm>
            <a:off x="18438047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55" name="Rounded Rectangle">
            <a:extLst>
              <a:ext uri="{FF2B5EF4-FFF2-40B4-BE49-F238E27FC236}">
                <a16:creationId xmlns:a16="http://schemas.microsoft.com/office/drawing/2014/main" id="{B61D95CA-CA40-4FAF-919B-CC536C7A7220}"/>
              </a:ext>
            </a:extLst>
          </p:cNvPr>
          <p:cNvSpPr>
            <a:spLocks noGrp="1"/>
          </p:cNvSpPr>
          <p:nvPr/>
        </p:nvSpPr>
        <p:spPr>
          <a:xfrm>
            <a:off x="6579944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56" name="Circle">
            <a:extLst>
              <a:ext uri="{FF2B5EF4-FFF2-40B4-BE49-F238E27FC236}">
                <a16:creationId xmlns:a16="http://schemas.microsoft.com/office/drawing/2014/main" id="{D2FFE005-9973-41F6-AB78-94B00714A887}"/>
              </a:ext>
            </a:extLst>
          </p:cNvPr>
          <p:cNvSpPr>
            <a:spLocks noGrp="1"/>
          </p:cNvSpPr>
          <p:nvPr/>
        </p:nvSpPr>
        <p:spPr>
          <a:xfrm>
            <a:off x="667967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57" name="Circle">
            <a:extLst>
              <a:ext uri="{FF2B5EF4-FFF2-40B4-BE49-F238E27FC236}">
                <a16:creationId xmlns:a16="http://schemas.microsoft.com/office/drawing/2014/main" id="{2EEBB071-C772-44F3-8C8B-B80487D0BDB4}"/>
              </a:ext>
            </a:extLst>
          </p:cNvPr>
          <p:cNvSpPr>
            <a:spLocks noGrp="1"/>
          </p:cNvSpPr>
          <p:nvPr/>
        </p:nvSpPr>
        <p:spPr>
          <a:xfrm rot="10800000">
            <a:off x="7444641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58" name="Rounded Rectangle">
            <a:extLst>
              <a:ext uri="{FF2B5EF4-FFF2-40B4-BE49-F238E27FC236}">
                <a16:creationId xmlns:a16="http://schemas.microsoft.com/office/drawing/2014/main" id="{6FF280FA-0F65-4403-B877-0F1AB32B9C9B}"/>
              </a:ext>
            </a:extLst>
          </p:cNvPr>
          <p:cNvSpPr>
            <a:spLocks noGrp="1"/>
          </p:cNvSpPr>
          <p:nvPr/>
        </p:nvSpPr>
        <p:spPr>
          <a:xfrm>
            <a:off x="6579944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59" name="Circle">
            <a:extLst>
              <a:ext uri="{FF2B5EF4-FFF2-40B4-BE49-F238E27FC236}">
                <a16:creationId xmlns:a16="http://schemas.microsoft.com/office/drawing/2014/main" id="{444344A3-0E20-42E8-B870-E5E1345E31A6}"/>
              </a:ext>
            </a:extLst>
          </p:cNvPr>
          <p:cNvSpPr>
            <a:spLocks noGrp="1"/>
          </p:cNvSpPr>
          <p:nvPr/>
        </p:nvSpPr>
        <p:spPr>
          <a:xfrm>
            <a:off x="667967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60" name="Circle">
            <a:extLst>
              <a:ext uri="{FF2B5EF4-FFF2-40B4-BE49-F238E27FC236}">
                <a16:creationId xmlns:a16="http://schemas.microsoft.com/office/drawing/2014/main" id="{DD35D507-476A-4C9D-8C15-4BC1888A5112}"/>
              </a:ext>
            </a:extLst>
          </p:cNvPr>
          <p:cNvSpPr>
            <a:spLocks noGrp="1"/>
          </p:cNvSpPr>
          <p:nvPr/>
        </p:nvSpPr>
        <p:spPr>
          <a:xfrm rot="10800000">
            <a:off x="744464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61" name="Circle">
            <a:extLst>
              <a:ext uri="{FF2B5EF4-FFF2-40B4-BE49-F238E27FC236}">
                <a16:creationId xmlns:a16="http://schemas.microsoft.com/office/drawing/2014/main" id="{7B538F45-4EE4-40A7-B095-CB52C1D7125C}"/>
              </a:ext>
            </a:extLst>
          </p:cNvPr>
          <p:cNvSpPr>
            <a:spLocks noGrp="1"/>
          </p:cNvSpPr>
          <p:nvPr/>
        </p:nvSpPr>
        <p:spPr>
          <a:xfrm rot="10800000">
            <a:off x="7062157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62" name="Rounded Rectangle">
            <a:extLst>
              <a:ext uri="{FF2B5EF4-FFF2-40B4-BE49-F238E27FC236}">
                <a16:creationId xmlns:a16="http://schemas.microsoft.com/office/drawing/2014/main" id="{CEF43B1D-56E1-459D-8DF8-5D591C8CC9A4}"/>
              </a:ext>
            </a:extLst>
          </p:cNvPr>
          <p:cNvSpPr>
            <a:spLocks noGrp="1"/>
          </p:cNvSpPr>
          <p:nvPr/>
        </p:nvSpPr>
        <p:spPr>
          <a:xfrm>
            <a:off x="6579944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63" name="Circle">
            <a:extLst>
              <a:ext uri="{FF2B5EF4-FFF2-40B4-BE49-F238E27FC236}">
                <a16:creationId xmlns:a16="http://schemas.microsoft.com/office/drawing/2014/main" id="{1CB6358C-1309-403B-98A0-1DB8202C0B85}"/>
              </a:ext>
            </a:extLst>
          </p:cNvPr>
          <p:cNvSpPr>
            <a:spLocks noGrp="1"/>
          </p:cNvSpPr>
          <p:nvPr/>
        </p:nvSpPr>
        <p:spPr>
          <a:xfrm>
            <a:off x="667967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64" name="Circle">
            <a:extLst>
              <a:ext uri="{FF2B5EF4-FFF2-40B4-BE49-F238E27FC236}">
                <a16:creationId xmlns:a16="http://schemas.microsoft.com/office/drawing/2014/main" id="{2967CAE1-AD98-4D19-A374-F626CBC80E93}"/>
              </a:ext>
            </a:extLst>
          </p:cNvPr>
          <p:cNvSpPr>
            <a:spLocks noGrp="1"/>
          </p:cNvSpPr>
          <p:nvPr/>
        </p:nvSpPr>
        <p:spPr>
          <a:xfrm rot="10800000">
            <a:off x="744464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65" name="Circle">
            <a:extLst>
              <a:ext uri="{FF2B5EF4-FFF2-40B4-BE49-F238E27FC236}">
                <a16:creationId xmlns:a16="http://schemas.microsoft.com/office/drawing/2014/main" id="{CD7B1E5E-F132-4202-825C-3BD4A641BDB9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66" name="Circle">
            <a:extLst>
              <a:ext uri="{FF2B5EF4-FFF2-40B4-BE49-F238E27FC236}">
                <a16:creationId xmlns:a16="http://schemas.microsoft.com/office/drawing/2014/main" id="{18344FE0-AD38-4BEA-9E69-2FA79ADC0E10}"/>
              </a:ext>
            </a:extLst>
          </p:cNvPr>
          <p:cNvSpPr>
            <a:spLocks noGrp="1"/>
          </p:cNvSpPr>
          <p:nvPr/>
        </p:nvSpPr>
        <p:spPr>
          <a:xfrm flipH="1">
            <a:off x="7444641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67" name="Rounded Rectangle">
            <a:extLst>
              <a:ext uri="{FF2B5EF4-FFF2-40B4-BE49-F238E27FC236}">
                <a16:creationId xmlns:a16="http://schemas.microsoft.com/office/drawing/2014/main" id="{27D49949-8C2F-46D7-8CF6-F7368D4C5A17}"/>
              </a:ext>
            </a:extLst>
          </p:cNvPr>
          <p:cNvSpPr>
            <a:spLocks noGrp="1"/>
          </p:cNvSpPr>
          <p:nvPr/>
        </p:nvSpPr>
        <p:spPr>
          <a:xfrm>
            <a:off x="6579944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68" name="Circle">
            <a:extLst>
              <a:ext uri="{FF2B5EF4-FFF2-40B4-BE49-F238E27FC236}">
                <a16:creationId xmlns:a16="http://schemas.microsoft.com/office/drawing/2014/main" id="{D8D6F135-7041-4440-B72A-B79F2EE05935}"/>
              </a:ext>
            </a:extLst>
          </p:cNvPr>
          <p:cNvSpPr>
            <a:spLocks noGrp="1"/>
          </p:cNvSpPr>
          <p:nvPr/>
        </p:nvSpPr>
        <p:spPr>
          <a:xfrm>
            <a:off x="6679672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69" name="Circle">
            <a:extLst>
              <a:ext uri="{FF2B5EF4-FFF2-40B4-BE49-F238E27FC236}">
                <a16:creationId xmlns:a16="http://schemas.microsoft.com/office/drawing/2014/main" id="{3AAAA5A4-E02A-46FD-ABCE-81DF658C980A}"/>
              </a:ext>
            </a:extLst>
          </p:cNvPr>
          <p:cNvSpPr>
            <a:spLocks noGrp="1"/>
          </p:cNvSpPr>
          <p:nvPr/>
        </p:nvSpPr>
        <p:spPr>
          <a:xfrm rot="10800000">
            <a:off x="7444641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70" name="Circle">
            <a:extLst>
              <a:ext uri="{FF2B5EF4-FFF2-40B4-BE49-F238E27FC236}">
                <a16:creationId xmlns:a16="http://schemas.microsoft.com/office/drawing/2014/main" id="{90697802-49ED-4C1D-AC5E-3CF55F8C205D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71" name="Circle">
            <a:extLst>
              <a:ext uri="{FF2B5EF4-FFF2-40B4-BE49-F238E27FC236}">
                <a16:creationId xmlns:a16="http://schemas.microsoft.com/office/drawing/2014/main" id="{B9026B91-EC33-4852-9235-3432DD410DED}"/>
              </a:ext>
            </a:extLst>
          </p:cNvPr>
          <p:cNvSpPr>
            <a:spLocks noGrp="1"/>
          </p:cNvSpPr>
          <p:nvPr/>
        </p:nvSpPr>
        <p:spPr>
          <a:xfrm flipH="1">
            <a:off x="7444641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72" name="Circle">
            <a:extLst>
              <a:ext uri="{FF2B5EF4-FFF2-40B4-BE49-F238E27FC236}">
                <a16:creationId xmlns:a16="http://schemas.microsoft.com/office/drawing/2014/main" id="{FEC8F802-A9A3-4DED-B901-810D4C305C96}"/>
              </a:ext>
            </a:extLst>
          </p:cNvPr>
          <p:cNvSpPr>
            <a:spLocks noGrp="1"/>
          </p:cNvSpPr>
          <p:nvPr/>
        </p:nvSpPr>
        <p:spPr>
          <a:xfrm rot="10800000">
            <a:off x="7062157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73" name="Rounded Rectangle">
            <a:extLst>
              <a:ext uri="{FF2B5EF4-FFF2-40B4-BE49-F238E27FC236}">
                <a16:creationId xmlns:a16="http://schemas.microsoft.com/office/drawing/2014/main" id="{DDE86AE3-7716-42F5-B644-99C61D77B7F0}"/>
              </a:ext>
            </a:extLst>
          </p:cNvPr>
          <p:cNvSpPr>
            <a:spLocks noGrp="1"/>
          </p:cNvSpPr>
          <p:nvPr/>
        </p:nvSpPr>
        <p:spPr>
          <a:xfrm>
            <a:off x="6579944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74" name="Circle">
            <a:extLst>
              <a:ext uri="{FF2B5EF4-FFF2-40B4-BE49-F238E27FC236}">
                <a16:creationId xmlns:a16="http://schemas.microsoft.com/office/drawing/2014/main" id="{FBD97BAE-B655-48D6-A8C7-1012E6615B8C}"/>
              </a:ext>
            </a:extLst>
          </p:cNvPr>
          <p:cNvSpPr>
            <a:spLocks noGrp="1"/>
          </p:cNvSpPr>
          <p:nvPr/>
        </p:nvSpPr>
        <p:spPr>
          <a:xfrm>
            <a:off x="6679672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75" name="Circle">
            <a:extLst>
              <a:ext uri="{FF2B5EF4-FFF2-40B4-BE49-F238E27FC236}">
                <a16:creationId xmlns:a16="http://schemas.microsoft.com/office/drawing/2014/main" id="{0FBBB3E3-32C8-4420-8E91-26B4FD1A00EF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76" name="Circle">
            <a:extLst>
              <a:ext uri="{FF2B5EF4-FFF2-40B4-BE49-F238E27FC236}">
                <a16:creationId xmlns:a16="http://schemas.microsoft.com/office/drawing/2014/main" id="{03013D8C-6B89-437E-BC41-2C6A939D9C04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77" name="Circle">
            <a:extLst>
              <a:ext uri="{FF2B5EF4-FFF2-40B4-BE49-F238E27FC236}">
                <a16:creationId xmlns:a16="http://schemas.microsoft.com/office/drawing/2014/main" id="{9B9C87C1-90FC-4BEB-B3D5-F03229F3C630}"/>
              </a:ext>
            </a:extLst>
          </p:cNvPr>
          <p:cNvSpPr>
            <a:spLocks noGrp="1"/>
          </p:cNvSpPr>
          <p:nvPr/>
        </p:nvSpPr>
        <p:spPr>
          <a:xfrm flipH="1">
            <a:off x="7444641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78" name="Circle">
            <a:extLst>
              <a:ext uri="{FF2B5EF4-FFF2-40B4-BE49-F238E27FC236}">
                <a16:creationId xmlns:a16="http://schemas.microsoft.com/office/drawing/2014/main" id="{74526264-13C4-4263-A45F-A8F44C177DA9}"/>
              </a:ext>
            </a:extLst>
          </p:cNvPr>
          <p:cNvSpPr>
            <a:spLocks noGrp="1"/>
          </p:cNvSpPr>
          <p:nvPr/>
        </p:nvSpPr>
        <p:spPr>
          <a:xfrm rot="10800000">
            <a:off x="667967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79" name="Circle">
            <a:extLst>
              <a:ext uri="{FF2B5EF4-FFF2-40B4-BE49-F238E27FC236}">
                <a16:creationId xmlns:a16="http://schemas.microsoft.com/office/drawing/2014/main" id="{4D22216B-06AF-428A-815B-EE921F1E81C0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80" name="Rounded Rectangle">
            <a:extLst>
              <a:ext uri="{FF2B5EF4-FFF2-40B4-BE49-F238E27FC236}">
                <a16:creationId xmlns:a16="http://schemas.microsoft.com/office/drawing/2014/main" id="{3658D2BE-0808-4CD8-B97A-8900325398AA}"/>
              </a:ext>
            </a:extLst>
          </p:cNvPr>
          <p:cNvSpPr>
            <a:spLocks noGrp="1"/>
          </p:cNvSpPr>
          <p:nvPr/>
        </p:nvSpPr>
        <p:spPr>
          <a:xfrm>
            <a:off x="10371908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81" name="Circle">
            <a:extLst>
              <a:ext uri="{FF2B5EF4-FFF2-40B4-BE49-F238E27FC236}">
                <a16:creationId xmlns:a16="http://schemas.microsoft.com/office/drawing/2014/main" id="{D5A117A2-C825-4195-AFDD-C71914DB69C6}"/>
              </a:ext>
            </a:extLst>
          </p:cNvPr>
          <p:cNvSpPr>
            <a:spLocks noGrp="1"/>
          </p:cNvSpPr>
          <p:nvPr/>
        </p:nvSpPr>
        <p:spPr>
          <a:xfrm>
            <a:off x="10471635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82" name="Circle">
            <a:extLst>
              <a:ext uri="{FF2B5EF4-FFF2-40B4-BE49-F238E27FC236}">
                <a16:creationId xmlns:a16="http://schemas.microsoft.com/office/drawing/2014/main" id="{A8747017-353A-4B6F-BA5B-5F9D274645FC}"/>
              </a:ext>
            </a:extLst>
          </p:cNvPr>
          <p:cNvSpPr>
            <a:spLocks noGrp="1"/>
          </p:cNvSpPr>
          <p:nvPr/>
        </p:nvSpPr>
        <p:spPr>
          <a:xfrm rot="10800000">
            <a:off x="11236605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83" name="Rounded Rectangle">
            <a:extLst>
              <a:ext uri="{FF2B5EF4-FFF2-40B4-BE49-F238E27FC236}">
                <a16:creationId xmlns:a16="http://schemas.microsoft.com/office/drawing/2014/main" id="{2CFEDF51-DF43-4B36-BA46-6F35C66D2F77}"/>
              </a:ext>
            </a:extLst>
          </p:cNvPr>
          <p:cNvSpPr>
            <a:spLocks noGrp="1"/>
          </p:cNvSpPr>
          <p:nvPr/>
        </p:nvSpPr>
        <p:spPr>
          <a:xfrm>
            <a:off x="10371908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84" name="Circle">
            <a:extLst>
              <a:ext uri="{FF2B5EF4-FFF2-40B4-BE49-F238E27FC236}">
                <a16:creationId xmlns:a16="http://schemas.microsoft.com/office/drawing/2014/main" id="{ADF6B0F0-9EFF-497E-86DE-919B35F0D28E}"/>
              </a:ext>
            </a:extLst>
          </p:cNvPr>
          <p:cNvSpPr>
            <a:spLocks noGrp="1"/>
          </p:cNvSpPr>
          <p:nvPr/>
        </p:nvSpPr>
        <p:spPr>
          <a:xfrm>
            <a:off x="10471636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85" name="Circle">
            <a:extLst>
              <a:ext uri="{FF2B5EF4-FFF2-40B4-BE49-F238E27FC236}">
                <a16:creationId xmlns:a16="http://schemas.microsoft.com/office/drawing/2014/main" id="{2866FF20-FB1C-484F-8725-B581AC90692A}"/>
              </a:ext>
            </a:extLst>
          </p:cNvPr>
          <p:cNvSpPr>
            <a:spLocks noGrp="1"/>
          </p:cNvSpPr>
          <p:nvPr/>
        </p:nvSpPr>
        <p:spPr>
          <a:xfrm rot="10800000">
            <a:off x="1123660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86" name="Circle">
            <a:extLst>
              <a:ext uri="{FF2B5EF4-FFF2-40B4-BE49-F238E27FC236}">
                <a16:creationId xmlns:a16="http://schemas.microsoft.com/office/drawing/2014/main" id="{6932EEE7-81BC-4E7E-8F4D-0FA5723A3E2B}"/>
              </a:ext>
            </a:extLst>
          </p:cNvPr>
          <p:cNvSpPr>
            <a:spLocks noGrp="1"/>
          </p:cNvSpPr>
          <p:nvPr/>
        </p:nvSpPr>
        <p:spPr>
          <a:xfrm rot="10800000">
            <a:off x="10854120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87" name="Rounded Rectangle">
            <a:extLst>
              <a:ext uri="{FF2B5EF4-FFF2-40B4-BE49-F238E27FC236}">
                <a16:creationId xmlns:a16="http://schemas.microsoft.com/office/drawing/2014/main" id="{5A3D1F72-F1C1-4BC7-AE85-8BC54710F7E3}"/>
              </a:ext>
            </a:extLst>
          </p:cNvPr>
          <p:cNvSpPr>
            <a:spLocks noGrp="1"/>
          </p:cNvSpPr>
          <p:nvPr/>
        </p:nvSpPr>
        <p:spPr>
          <a:xfrm>
            <a:off x="10371908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88" name="Circle">
            <a:extLst>
              <a:ext uri="{FF2B5EF4-FFF2-40B4-BE49-F238E27FC236}">
                <a16:creationId xmlns:a16="http://schemas.microsoft.com/office/drawing/2014/main" id="{A1DC578C-668D-49B5-B038-ED982B0A3C56}"/>
              </a:ext>
            </a:extLst>
          </p:cNvPr>
          <p:cNvSpPr>
            <a:spLocks noGrp="1"/>
          </p:cNvSpPr>
          <p:nvPr/>
        </p:nvSpPr>
        <p:spPr>
          <a:xfrm>
            <a:off x="10471636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89" name="Circle">
            <a:extLst>
              <a:ext uri="{FF2B5EF4-FFF2-40B4-BE49-F238E27FC236}">
                <a16:creationId xmlns:a16="http://schemas.microsoft.com/office/drawing/2014/main" id="{5908839A-9921-41AE-AABF-AD3F91419608}"/>
              </a:ext>
            </a:extLst>
          </p:cNvPr>
          <p:cNvSpPr>
            <a:spLocks noGrp="1"/>
          </p:cNvSpPr>
          <p:nvPr/>
        </p:nvSpPr>
        <p:spPr>
          <a:xfrm rot="10800000">
            <a:off x="1123660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90" name="Circle">
            <a:extLst>
              <a:ext uri="{FF2B5EF4-FFF2-40B4-BE49-F238E27FC236}">
                <a16:creationId xmlns:a16="http://schemas.microsoft.com/office/drawing/2014/main" id="{3610EB79-4AC7-41B3-BCEB-1C987D6BF615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6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91" name="Circle">
            <a:extLst>
              <a:ext uri="{FF2B5EF4-FFF2-40B4-BE49-F238E27FC236}">
                <a16:creationId xmlns:a16="http://schemas.microsoft.com/office/drawing/2014/main" id="{A6D3F256-92CA-4476-BF68-17EFB6D29AD8}"/>
              </a:ext>
            </a:extLst>
          </p:cNvPr>
          <p:cNvSpPr>
            <a:spLocks noGrp="1"/>
          </p:cNvSpPr>
          <p:nvPr/>
        </p:nvSpPr>
        <p:spPr>
          <a:xfrm flipH="1">
            <a:off x="11236605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92" name="Rounded Rectangle">
            <a:extLst>
              <a:ext uri="{FF2B5EF4-FFF2-40B4-BE49-F238E27FC236}">
                <a16:creationId xmlns:a16="http://schemas.microsoft.com/office/drawing/2014/main" id="{BF2221C3-52AB-4901-B6E3-11D4D21DEF3C}"/>
              </a:ext>
            </a:extLst>
          </p:cNvPr>
          <p:cNvSpPr>
            <a:spLocks noGrp="1"/>
          </p:cNvSpPr>
          <p:nvPr/>
        </p:nvSpPr>
        <p:spPr>
          <a:xfrm>
            <a:off x="10371908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93" name="Circle">
            <a:extLst>
              <a:ext uri="{FF2B5EF4-FFF2-40B4-BE49-F238E27FC236}">
                <a16:creationId xmlns:a16="http://schemas.microsoft.com/office/drawing/2014/main" id="{C03F60A1-7ACA-4DFA-9428-E67AEC79167E}"/>
              </a:ext>
            </a:extLst>
          </p:cNvPr>
          <p:cNvSpPr>
            <a:spLocks noGrp="1"/>
          </p:cNvSpPr>
          <p:nvPr/>
        </p:nvSpPr>
        <p:spPr>
          <a:xfrm>
            <a:off x="10471636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94" name="Circle">
            <a:extLst>
              <a:ext uri="{FF2B5EF4-FFF2-40B4-BE49-F238E27FC236}">
                <a16:creationId xmlns:a16="http://schemas.microsoft.com/office/drawing/2014/main" id="{05BF569D-ADC5-47B4-801A-CB630E5BAC77}"/>
              </a:ext>
            </a:extLst>
          </p:cNvPr>
          <p:cNvSpPr>
            <a:spLocks noGrp="1"/>
          </p:cNvSpPr>
          <p:nvPr/>
        </p:nvSpPr>
        <p:spPr>
          <a:xfrm rot="10800000">
            <a:off x="11236605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95" name="Circle">
            <a:extLst>
              <a:ext uri="{FF2B5EF4-FFF2-40B4-BE49-F238E27FC236}">
                <a16:creationId xmlns:a16="http://schemas.microsoft.com/office/drawing/2014/main" id="{BE994F9B-F849-4573-94FA-290A1FE11C62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6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96" name="Circle">
            <a:extLst>
              <a:ext uri="{FF2B5EF4-FFF2-40B4-BE49-F238E27FC236}">
                <a16:creationId xmlns:a16="http://schemas.microsoft.com/office/drawing/2014/main" id="{D4BC0152-EAD9-44F2-A376-82D5506DF0CE}"/>
              </a:ext>
            </a:extLst>
          </p:cNvPr>
          <p:cNvSpPr>
            <a:spLocks noGrp="1"/>
          </p:cNvSpPr>
          <p:nvPr/>
        </p:nvSpPr>
        <p:spPr>
          <a:xfrm flipH="1">
            <a:off x="11236605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97" name="Circle">
            <a:extLst>
              <a:ext uri="{FF2B5EF4-FFF2-40B4-BE49-F238E27FC236}">
                <a16:creationId xmlns:a16="http://schemas.microsoft.com/office/drawing/2014/main" id="{3B85B09A-C473-43C1-B515-3693A2CC7A0B}"/>
              </a:ext>
            </a:extLst>
          </p:cNvPr>
          <p:cNvSpPr>
            <a:spLocks noGrp="1"/>
          </p:cNvSpPr>
          <p:nvPr/>
        </p:nvSpPr>
        <p:spPr>
          <a:xfrm rot="10800000">
            <a:off x="10854120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98" name="Rounded Rectangle">
            <a:extLst>
              <a:ext uri="{FF2B5EF4-FFF2-40B4-BE49-F238E27FC236}">
                <a16:creationId xmlns:a16="http://schemas.microsoft.com/office/drawing/2014/main" id="{B75EED5F-425E-44DA-A5B8-6A9420EC9E89}"/>
              </a:ext>
            </a:extLst>
          </p:cNvPr>
          <p:cNvSpPr>
            <a:spLocks noGrp="1"/>
          </p:cNvSpPr>
          <p:nvPr/>
        </p:nvSpPr>
        <p:spPr>
          <a:xfrm>
            <a:off x="1037190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99" name="Circle">
            <a:extLst>
              <a:ext uri="{FF2B5EF4-FFF2-40B4-BE49-F238E27FC236}">
                <a16:creationId xmlns:a16="http://schemas.microsoft.com/office/drawing/2014/main" id="{23DC347D-0D71-4139-9E9A-EECF23D4B899}"/>
              </a:ext>
            </a:extLst>
          </p:cNvPr>
          <p:cNvSpPr>
            <a:spLocks noGrp="1"/>
          </p:cNvSpPr>
          <p:nvPr/>
        </p:nvSpPr>
        <p:spPr>
          <a:xfrm>
            <a:off x="10471636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00" name="Circle">
            <a:extLst>
              <a:ext uri="{FF2B5EF4-FFF2-40B4-BE49-F238E27FC236}">
                <a16:creationId xmlns:a16="http://schemas.microsoft.com/office/drawing/2014/main" id="{664FE50C-077B-4F30-B133-F24160F2E350}"/>
              </a:ext>
            </a:extLst>
          </p:cNvPr>
          <p:cNvSpPr>
            <a:spLocks noGrp="1"/>
          </p:cNvSpPr>
          <p:nvPr/>
        </p:nvSpPr>
        <p:spPr>
          <a:xfrm rot="10800000">
            <a:off x="1123660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01" name="Circle">
            <a:extLst>
              <a:ext uri="{FF2B5EF4-FFF2-40B4-BE49-F238E27FC236}">
                <a16:creationId xmlns:a16="http://schemas.microsoft.com/office/drawing/2014/main" id="{7C15B27E-C209-4E7E-8B76-A140EEA8B4C9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6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02" name="Circle">
            <a:extLst>
              <a:ext uri="{FF2B5EF4-FFF2-40B4-BE49-F238E27FC236}">
                <a16:creationId xmlns:a16="http://schemas.microsoft.com/office/drawing/2014/main" id="{68C1C9A5-CC28-4DF3-8B47-AD7EACF0E8EE}"/>
              </a:ext>
            </a:extLst>
          </p:cNvPr>
          <p:cNvSpPr>
            <a:spLocks noGrp="1"/>
          </p:cNvSpPr>
          <p:nvPr/>
        </p:nvSpPr>
        <p:spPr>
          <a:xfrm flipH="1">
            <a:off x="11236605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03" name="Circle">
            <a:extLst>
              <a:ext uri="{FF2B5EF4-FFF2-40B4-BE49-F238E27FC236}">
                <a16:creationId xmlns:a16="http://schemas.microsoft.com/office/drawing/2014/main" id="{81539F95-837B-4491-B9CE-7064DDF44A58}"/>
              </a:ext>
            </a:extLst>
          </p:cNvPr>
          <p:cNvSpPr>
            <a:spLocks noGrp="1"/>
          </p:cNvSpPr>
          <p:nvPr/>
        </p:nvSpPr>
        <p:spPr>
          <a:xfrm rot="10800000">
            <a:off x="10471636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04" name="Circle">
            <a:extLst>
              <a:ext uri="{FF2B5EF4-FFF2-40B4-BE49-F238E27FC236}">
                <a16:creationId xmlns:a16="http://schemas.microsoft.com/office/drawing/2014/main" id="{16C8630A-B858-4260-BB58-2896A53F6023}"/>
              </a:ext>
            </a:extLst>
          </p:cNvPr>
          <p:cNvSpPr>
            <a:spLocks noGrp="1"/>
          </p:cNvSpPr>
          <p:nvPr/>
        </p:nvSpPr>
        <p:spPr>
          <a:xfrm rot="10800000">
            <a:off x="11236605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05" name="Rounded Rectangle">
            <a:extLst>
              <a:ext uri="{FF2B5EF4-FFF2-40B4-BE49-F238E27FC236}">
                <a16:creationId xmlns:a16="http://schemas.microsoft.com/office/drawing/2014/main" id="{85B9C752-DD4C-4227-A403-41BC75F38C52}"/>
              </a:ext>
            </a:extLst>
          </p:cNvPr>
          <p:cNvSpPr>
            <a:spLocks noGrp="1"/>
          </p:cNvSpPr>
          <p:nvPr/>
        </p:nvSpPr>
        <p:spPr>
          <a:xfrm>
            <a:off x="14163870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06" name="Circle">
            <a:extLst>
              <a:ext uri="{FF2B5EF4-FFF2-40B4-BE49-F238E27FC236}">
                <a16:creationId xmlns:a16="http://schemas.microsoft.com/office/drawing/2014/main" id="{DB45D801-B0EA-48F2-ADC0-FA45923DE06B}"/>
              </a:ext>
            </a:extLst>
          </p:cNvPr>
          <p:cNvSpPr>
            <a:spLocks noGrp="1"/>
          </p:cNvSpPr>
          <p:nvPr/>
        </p:nvSpPr>
        <p:spPr>
          <a:xfrm>
            <a:off x="14263598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07" name="Circle">
            <a:extLst>
              <a:ext uri="{FF2B5EF4-FFF2-40B4-BE49-F238E27FC236}">
                <a16:creationId xmlns:a16="http://schemas.microsoft.com/office/drawing/2014/main" id="{2A025165-B995-40B8-B0C1-7D5FEB46BABB}"/>
              </a:ext>
            </a:extLst>
          </p:cNvPr>
          <p:cNvSpPr>
            <a:spLocks noGrp="1"/>
          </p:cNvSpPr>
          <p:nvPr/>
        </p:nvSpPr>
        <p:spPr>
          <a:xfrm rot="10800000">
            <a:off x="15028566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08" name="Rounded Rectangle">
            <a:extLst>
              <a:ext uri="{FF2B5EF4-FFF2-40B4-BE49-F238E27FC236}">
                <a16:creationId xmlns:a16="http://schemas.microsoft.com/office/drawing/2014/main" id="{ED8C3DCA-ABF6-402C-9323-1D2A17F6D392}"/>
              </a:ext>
            </a:extLst>
          </p:cNvPr>
          <p:cNvSpPr>
            <a:spLocks noGrp="1"/>
          </p:cNvSpPr>
          <p:nvPr/>
        </p:nvSpPr>
        <p:spPr>
          <a:xfrm>
            <a:off x="14163870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09" name="Circle">
            <a:extLst>
              <a:ext uri="{FF2B5EF4-FFF2-40B4-BE49-F238E27FC236}">
                <a16:creationId xmlns:a16="http://schemas.microsoft.com/office/drawing/2014/main" id="{B643A3E7-032A-4FA3-8452-F95D0BAE1AAB}"/>
              </a:ext>
            </a:extLst>
          </p:cNvPr>
          <p:cNvSpPr>
            <a:spLocks noGrp="1"/>
          </p:cNvSpPr>
          <p:nvPr/>
        </p:nvSpPr>
        <p:spPr>
          <a:xfrm>
            <a:off x="14263598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10" name="Circle">
            <a:extLst>
              <a:ext uri="{FF2B5EF4-FFF2-40B4-BE49-F238E27FC236}">
                <a16:creationId xmlns:a16="http://schemas.microsoft.com/office/drawing/2014/main" id="{73317FCC-6CA0-4395-BBC2-A337664B807D}"/>
              </a:ext>
            </a:extLst>
          </p:cNvPr>
          <p:cNvSpPr>
            <a:spLocks noGrp="1"/>
          </p:cNvSpPr>
          <p:nvPr/>
        </p:nvSpPr>
        <p:spPr>
          <a:xfrm rot="10800000">
            <a:off x="15028568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11" name="Circle">
            <a:extLst>
              <a:ext uri="{FF2B5EF4-FFF2-40B4-BE49-F238E27FC236}">
                <a16:creationId xmlns:a16="http://schemas.microsoft.com/office/drawing/2014/main" id="{F8BF5913-8AC6-4E79-A735-2C8BB6CB5F85}"/>
              </a:ext>
            </a:extLst>
          </p:cNvPr>
          <p:cNvSpPr>
            <a:spLocks noGrp="1"/>
          </p:cNvSpPr>
          <p:nvPr/>
        </p:nvSpPr>
        <p:spPr>
          <a:xfrm rot="10800000">
            <a:off x="14646083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12" name="Rounded Rectangle">
            <a:extLst>
              <a:ext uri="{FF2B5EF4-FFF2-40B4-BE49-F238E27FC236}">
                <a16:creationId xmlns:a16="http://schemas.microsoft.com/office/drawing/2014/main" id="{97EF2812-8D7D-48AC-BB6D-EC26BA30AB93}"/>
              </a:ext>
            </a:extLst>
          </p:cNvPr>
          <p:cNvSpPr>
            <a:spLocks noGrp="1"/>
          </p:cNvSpPr>
          <p:nvPr/>
        </p:nvSpPr>
        <p:spPr>
          <a:xfrm>
            <a:off x="14163870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13" name="Circle">
            <a:extLst>
              <a:ext uri="{FF2B5EF4-FFF2-40B4-BE49-F238E27FC236}">
                <a16:creationId xmlns:a16="http://schemas.microsoft.com/office/drawing/2014/main" id="{B77967F3-3B50-4A45-99D6-CCC51917668E}"/>
              </a:ext>
            </a:extLst>
          </p:cNvPr>
          <p:cNvSpPr>
            <a:spLocks noGrp="1"/>
          </p:cNvSpPr>
          <p:nvPr/>
        </p:nvSpPr>
        <p:spPr>
          <a:xfrm>
            <a:off x="14263598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14" name="Circle">
            <a:extLst>
              <a:ext uri="{FF2B5EF4-FFF2-40B4-BE49-F238E27FC236}">
                <a16:creationId xmlns:a16="http://schemas.microsoft.com/office/drawing/2014/main" id="{4BA21AAF-44ED-45A7-85B4-99E9C3A6C600}"/>
              </a:ext>
            </a:extLst>
          </p:cNvPr>
          <p:cNvSpPr>
            <a:spLocks noGrp="1"/>
          </p:cNvSpPr>
          <p:nvPr/>
        </p:nvSpPr>
        <p:spPr>
          <a:xfrm rot="10800000">
            <a:off x="15028568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15" name="Circle">
            <a:extLst>
              <a:ext uri="{FF2B5EF4-FFF2-40B4-BE49-F238E27FC236}">
                <a16:creationId xmlns:a16="http://schemas.microsoft.com/office/drawing/2014/main" id="{73D1CE33-448A-471A-A715-D4E6C8E7A2AD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8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16" name="Circle">
            <a:extLst>
              <a:ext uri="{FF2B5EF4-FFF2-40B4-BE49-F238E27FC236}">
                <a16:creationId xmlns:a16="http://schemas.microsoft.com/office/drawing/2014/main" id="{B21D98AE-5AA9-49D9-948F-4D534019414D}"/>
              </a:ext>
            </a:extLst>
          </p:cNvPr>
          <p:cNvSpPr>
            <a:spLocks noGrp="1"/>
          </p:cNvSpPr>
          <p:nvPr/>
        </p:nvSpPr>
        <p:spPr>
          <a:xfrm flipH="1">
            <a:off x="15028568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17" name="Rounded Rectangle">
            <a:extLst>
              <a:ext uri="{FF2B5EF4-FFF2-40B4-BE49-F238E27FC236}">
                <a16:creationId xmlns:a16="http://schemas.microsoft.com/office/drawing/2014/main" id="{E6F1992F-9855-4971-9FD6-612AB9F41C4B}"/>
              </a:ext>
            </a:extLst>
          </p:cNvPr>
          <p:cNvSpPr>
            <a:spLocks noGrp="1"/>
          </p:cNvSpPr>
          <p:nvPr/>
        </p:nvSpPr>
        <p:spPr>
          <a:xfrm>
            <a:off x="14163870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18" name="Circle">
            <a:extLst>
              <a:ext uri="{FF2B5EF4-FFF2-40B4-BE49-F238E27FC236}">
                <a16:creationId xmlns:a16="http://schemas.microsoft.com/office/drawing/2014/main" id="{69109992-1181-4E3A-843D-A9FD6689B284}"/>
              </a:ext>
            </a:extLst>
          </p:cNvPr>
          <p:cNvSpPr>
            <a:spLocks noGrp="1"/>
          </p:cNvSpPr>
          <p:nvPr/>
        </p:nvSpPr>
        <p:spPr>
          <a:xfrm>
            <a:off x="14263598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19" name="Circle">
            <a:extLst>
              <a:ext uri="{FF2B5EF4-FFF2-40B4-BE49-F238E27FC236}">
                <a16:creationId xmlns:a16="http://schemas.microsoft.com/office/drawing/2014/main" id="{BD522FC3-10D3-455D-AFE3-442CA5F8D778}"/>
              </a:ext>
            </a:extLst>
          </p:cNvPr>
          <p:cNvSpPr>
            <a:spLocks noGrp="1"/>
          </p:cNvSpPr>
          <p:nvPr/>
        </p:nvSpPr>
        <p:spPr>
          <a:xfrm rot="10800000">
            <a:off x="15028568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20" name="Circle">
            <a:extLst>
              <a:ext uri="{FF2B5EF4-FFF2-40B4-BE49-F238E27FC236}">
                <a16:creationId xmlns:a16="http://schemas.microsoft.com/office/drawing/2014/main" id="{81392318-4A11-4067-8C42-69F19C152F85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8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21" name="Circle">
            <a:extLst>
              <a:ext uri="{FF2B5EF4-FFF2-40B4-BE49-F238E27FC236}">
                <a16:creationId xmlns:a16="http://schemas.microsoft.com/office/drawing/2014/main" id="{91953FC5-04D6-4701-8DA5-21079C00F4CC}"/>
              </a:ext>
            </a:extLst>
          </p:cNvPr>
          <p:cNvSpPr>
            <a:spLocks noGrp="1"/>
          </p:cNvSpPr>
          <p:nvPr/>
        </p:nvSpPr>
        <p:spPr>
          <a:xfrm flipH="1">
            <a:off x="15028568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22" name="Circle">
            <a:extLst>
              <a:ext uri="{FF2B5EF4-FFF2-40B4-BE49-F238E27FC236}">
                <a16:creationId xmlns:a16="http://schemas.microsoft.com/office/drawing/2014/main" id="{6C7F8D08-7B8B-4C10-A164-0CC9EA8FDFA6}"/>
              </a:ext>
            </a:extLst>
          </p:cNvPr>
          <p:cNvSpPr>
            <a:spLocks noGrp="1"/>
          </p:cNvSpPr>
          <p:nvPr/>
        </p:nvSpPr>
        <p:spPr>
          <a:xfrm rot="10800000">
            <a:off x="14646083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23" name="Rounded Rectangle">
            <a:extLst>
              <a:ext uri="{FF2B5EF4-FFF2-40B4-BE49-F238E27FC236}">
                <a16:creationId xmlns:a16="http://schemas.microsoft.com/office/drawing/2014/main" id="{58166F0C-6859-4368-A514-B15D51A07476}"/>
              </a:ext>
            </a:extLst>
          </p:cNvPr>
          <p:cNvSpPr>
            <a:spLocks noGrp="1"/>
          </p:cNvSpPr>
          <p:nvPr/>
        </p:nvSpPr>
        <p:spPr>
          <a:xfrm>
            <a:off x="14163870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24" name="Circle">
            <a:extLst>
              <a:ext uri="{FF2B5EF4-FFF2-40B4-BE49-F238E27FC236}">
                <a16:creationId xmlns:a16="http://schemas.microsoft.com/office/drawing/2014/main" id="{8946FFE5-0105-4E92-9D18-0146070F2E33}"/>
              </a:ext>
            </a:extLst>
          </p:cNvPr>
          <p:cNvSpPr>
            <a:spLocks noGrp="1"/>
          </p:cNvSpPr>
          <p:nvPr/>
        </p:nvSpPr>
        <p:spPr>
          <a:xfrm>
            <a:off x="14263598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25" name="Circle">
            <a:extLst>
              <a:ext uri="{FF2B5EF4-FFF2-40B4-BE49-F238E27FC236}">
                <a16:creationId xmlns:a16="http://schemas.microsoft.com/office/drawing/2014/main" id="{930C50FE-3D54-4731-9D9D-B532DB195C53}"/>
              </a:ext>
            </a:extLst>
          </p:cNvPr>
          <p:cNvSpPr>
            <a:spLocks noGrp="1"/>
          </p:cNvSpPr>
          <p:nvPr/>
        </p:nvSpPr>
        <p:spPr>
          <a:xfrm rot="10800000">
            <a:off x="1502856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26" name="Circle">
            <a:extLst>
              <a:ext uri="{FF2B5EF4-FFF2-40B4-BE49-F238E27FC236}">
                <a16:creationId xmlns:a16="http://schemas.microsoft.com/office/drawing/2014/main" id="{DD7DDF89-97D6-4784-BCB5-47416963683A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27" name="Circle">
            <a:extLst>
              <a:ext uri="{FF2B5EF4-FFF2-40B4-BE49-F238E27FC236}">
                <a16:creationId xmlns:a16="http://schemas.microsoft.com/office/drawing/2014/main" id="{831A5807-424C-4F69-B607-0DF224B114C3}"/>
              </a:ext>
            </a:extLst>
          </p:cNvPr>
          <p:cNvSpPr>
            <a:spLocks noGrp="1"/>
          </p:cNvSpPr>
          <p:nvPr/>
        </p:nvSpPr>
        <p:spPr>
          <a:xfrm flipH="1">
            <a:off x="15028568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28" name="Circle">
            <a:extLst>
              <a:ext uri="{FF2B5EF4-FFF2-40B4-BE49-F238E27FC236}">
                <a16:creationId xmlns:a16="http://schemas.microsoft.com/office/drawing/2014/main" id="{4DBFA869-A947-46B9-974E-9F7AD155CD40}"/>
              </a:ext>
            </a:extLst>
          </p:cNvPr>
          <p:cNvSpPr>
            <a:spLocks noGrp="1"/>
          </p:cNvSpPr>
          <p:nvPr/>
        </p:nvSpPr>
        <p:spPr>
          <a:xfrm rot="10800000">
            <a:off x="1426359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29" name="Circle">
            <a:extLst>
              <a:ext uri="{FF2B5EF4-FFF2-40B4-BE49-F238E27FC236}">
                <a16:creationId xmlns:a16="http://schemas.microsoft.com/office/drawing/2014/main" id="{DDC66FC7-E9E5-4BC0-9638-A4388D017099}"/>
              </a:ext>
            </a:extLst>
          </p:cNvPr>
          <p:cNvSpPr>
            <a:spLocks noGrp="1"/>
          </p:cNvSpPr>
          <p:nvPr/>
        </p:nvSpPr>
        <p:spPr>
          <a:xfrm rot="10800000">
            <a:off x="1502856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30" name="Rounded Rectangle">
            <a:extLst>
              <a:ext uri="{FF2B5EF4-FFF2-40B4-BE49-F238E27FC236}">
                <a16:creationId xmlns:a16="http://schemas.microsoft.com/office/drawing/2014/main" id="{B5C5E869-5A9C-44AC-BD6B-A258DDBCEC5D}"/>
              </a:ext>
            </a:extLst>
          </p:cNvPr>
          <p:cNvSpPr>
            <a:spLocks noGrp="1"/>
          </p:cNvSpPr>
          <p:nvPr/>
        </p:nvSpPr>
        <p:spPr>
          <a:xfrm>
            <a:off x="17955834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31" name="Circle">
            <a:extLst>
              <a:ext uri="{FF2B5EF4-FFF2-40B4-BE49-F238E27FC236}">
                <a16:creationId xmlns:a16="http://schemas.microsoft.com/office/drawing/2014/main" id="{3F9A5E30-BD07-46B7-9254-87607902B82B}"/>
              </a:ext>
            </a:extLst>
          </p:cNvPr>
          <p:cNvSpPr>
            <a:spLocks noGrp="1"/>
          </p:cNvSpPr>
          <p:nvPr/>
        </p:nvSpPr>
        <p:spPr>
          <a:xfrm>
            <a:off x="1805556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32" name="Circle">
            <a:extLst>
              <a:ext uri="{FF2B5EF4-FFF2-40B4-BE49-F238E27FC236}">
                <a16:creationId xmlns:a16="http://schemas.microsoft.com/office/drawing/2014/main" id="{A1AA855B-2878-4026-99AB-A937CA9D4942}"/>
              </a:ext>
            </a:extLst>
          </p:cNvPr>
          <p:cNvSpPr>
            <a:spLocks noGrp="1"/>
          </p:cNvSpPr>
          <p:nvPr/>
        </p:nvSpPr>
        <p:spPr>
          <a:xfrm rot="10800000">
            <a:off x="18820530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33" name="Rounded Rectangle">
            <a:extLst>
              <a:ext uri="{FF2B5EF4-FFF2-40B4-BE49-F238E27FC236}">
                <a16:creationId xmlns:a16="http://schemas.microsoft.com/office/drawing/2014/main" id="{2B5DD756-31A4-468C-ABC9-163BEA1236A9}"/>
              </a:ext>
            </a:extLst>
          </p:cNvPr>
          <p:cNvSpPr>
            <a:spLocks noGrp="1"/>
          </p:cNvSpPr>
          <p:nvPr/>
        </p:nvSpPr>
        <p:spPr>
          <a:xfrm>
            <a:off x="17955834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34" name="Circle">
            <a:extLst>
              <a:ext uri="{FF2B5EF4-FFF2-40B4-BE49-F238E27FC236}">
                <a16:creationId xmlns:a16="http://schemas.microsoft.com/office/drawing/2014/main" id="{7495327B-C9AF-4432-BD93-B7C59EBD56A7}"/>
              </a:ext>
            </a:extLst>
          </p:cNvPr>
          <p:cNvSpPr>
            <a:spLocks noGrp="1"/>
          </p:cNvSpPr>
          <p:nvPr/>
        </p:nvSpPr>
        <p:spPr>
          <a:xfrm>
            <a:off x="1805556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35" name="Circle">
            <a:extLst>
              <a:ext uri="{FF2B5EF4-FFF2-40B4-BE49-F238E27FC236}">
                <a16:creationId xmlns:a16="http://schemas.microsoft.com/office/drawing/2014/main" id="{CC3A2DC0-95E6-4714-88F0-D169D6FF23C5}"/>
              </a:ext>
            </a:extLst>
          </p:cNvPr>
          <p:cNvSpPr>
            <a:spLocks noGrp="1"/>
          </p:cNvSpPr>
          <p:nvPr/>
        </p:nvSpPr>
        <p:spPr>
          <a:xfrm rot="10800000">
            <a:off x="18820532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36" name="Circle">
            <a:extLst>
              <a:ext uri="{FF2B5EF4-FFF2-40B4-BE49-F238E27FC236}">
                <a16:creationId xmlns:a16="http://schemas.microsoft.com/office/drawing/2014/main" id="{97827D7C-818A-4704-9F76-DF5CABABB693}"/>
              </a:ext>
            </a:extLst>
          </p:cNvPr>
          <p:cNvSpPr>
            <a:spLocks noGrp="1"/>
          </p:cNvSpPr>
          <p:nvPr/>
        </p:nvSpPr>
        <p:spPr>
          <a:xfrm rot="10800000">
            <a:off x="18438047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37" name="Rounded Rectangle">
            <a:extLst>
              <a:ext uri="{FF2B5EF4-FFF2-40B4-BE49-F238E27FC236}">
                <a16:creationId xmlns:a16="http://schemas.microsoft.com/office/drawing/2014/main" id="{D65639BB-DBB1-40DE-8D94-ED5E98E3517D}"/>
              </a:ext>
            </a:extLst>
          </p:cNvPr>
          <p:cNvSpPr>
            <a:spLocks noGrp="1"/>
          </p:cNvSpPr>
          <p:nvPr/>
        </p:nvSpPr>
        <p:spPr>
          <a:xfrm>
            <a:off x="17955834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38" name="Circle">
            <a:extLst>
              <a:ext uri="{FF2B5EF4-FFF2-40B4-BE49-F238E27FC236}">
                <a16:creationId xmlns:a16="http://schemas.microsoft.com/office/drawing/2014/main" id="{A0FCB0E9-593B-47E3-B073-DF1F2B18FF65}"/>
              </a:ext>
            </a:extLst>
          </p:cNvPr>
          <p:cNvSpPr>
            <a:spLocks noGrp="1"/>
          </p:cNvSpPr>
          <p:nvPr/>
        </p:nvSpPr>
        <p:spPr>
          <a:xfrm>
            <a:off x="1805556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39" name="Circle">
            <a:extLst>
              <a:ext uri="{FF2B5EF4-FFF2-40B4-BE49-F238E27FC236}">
                <a16:creationId xmlns:a16="http://schemas.microsoft.com/office/drawing/2014/main" id="{6CCB2FDE-14B5-4403-ADB4-66668101A8D2}"/>
              </a:ext>
            </a:extLst>
          </p:cNvPr>
          <p:cNvSpPr>
            <a:spLocks noGrp="1"/>
          </p:cNvSpPr>
          <p:nvPr/>
        </p:nvSpPr>
        <p:spPr>
          <a:xfrm rot="10800000">
            <a:off x="18820532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40" name="Circle">
            <a:extLst>
              <a:ext uri="{FF2B5EF4-FFF2-40B4-BE49-F238E27FC236}">
                <a16:creationId xmlns:a16="http://schemas.microsoft.com/office/drawing/2014/main" id="{2AA21AF5-933E-433B-B5E0-8D2C4DFB0571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2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41" name="Circle">
            <a:extLst>
              <a:ext uri="{FF2B5EF4-FFF2-40B4-BE49-F238E27FC236}">
                <a16:creationId xmlns:a16="http://schemas.microsoft.com/office/drawing/2014/main" id="{2EE2A843-E11B-47CF-B7FF-3CCB0628CF96}"/>
              </a:ext>
            </a:extLst>
          </p:cNvPr>
          <p:cNvSpPr>
            <a:spLocks noGrp="1"/>
          </p:cNvSpPr>
          <p:nvPr/>
        </p:nvSpPr>
        <p:spPr>
          <a:xfrm flipH="1">
            <a:off x="1882053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42" name="Rounded Rectangle">
            <a:extLst>
              <a:ext uri="{FF2B5EF4-FFF2-40B4-BE49-F238E27FC236}">
                <a16:creationId xmlns:a16="http://schemas.microsoft.com/office/drawing/2014/main" id="{011B2764-72C6-49EA-9527-E0B705E5E80F}"/>
              </a:ext>
            </a:extLst>
          </p:cNvPr>
          <p:cNvSpPr>
            <a:spLocks noGrp="1"/>
          </p:cNvSpPr>
          <p:nvPr/>
        </p:nvSpPr>
        <p:spPr>
          <a:xfrm>
            <a:off x="17955834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43" name="Circle">
            <a:extLst>
              <a:ext uri="{FF2B5EF4-FFF2-40B4-BE49-F238E27FC236}">
                <a16:creationId xmlns:a16="http://schemas.microsoft.com/office/drawing/2014/main" id="{E98961AE-5BEA-472D-87C0-5C13526863C9}"/>
              </a:ext>
            </a:extLst>
          </p:cNvPr>
          <p:cNvSpPr>
            <a:spLocks noGrp="1"/>
          </p:cNvSpPr>
          <p:nvPr/>
        </p:nvSpPr>
        <p:spPr>
          <a:xfrm>
            <a:off x="18055562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44" name="Circle">
            <a:extLst>
              <a:ext uri="{FF2B5EF4-FFF2-40B4-BE49-F238E27FC236}">
                <a16:creationId xmlns:a16="http://schemas.microsoft.com/office/drawing/2014/main" id="{C6A765F6-B13C-4AEF-9DCC-8555ED9A6486}"/>
              </a:ext>
            </a:extLst>
          </p:cNvPr>
          <p:cNvSpPr>
            <a:spLocks noGrp="1"/>
          </p:cNvSpPr>
          <p:nvPr/>
        </p:nvSpPr>
        <p:spPr>
          <a:xfrm rot="10800000">
            <a:off x="18820532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45" name="Circle">
            <a:extLst>
              <a:ext uri="{FF2B5EF4-FFF2-40B4-BE49-F238E27FC236}">
                <a16:creationId xmlns:a16="http://schemas.microsoft.com/office/drawing/2014/main" id="{54DDC70A-F069-4CC6-B404-85003C17619B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2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46" name="Circle">
            <a:extLst>
              <a:ext uri="{FF2B5EF4-FFF2-40B4-BE49-F238E27FC236}">
                <a16:creationId xmlns:a16="http://schemas.microsoft.com/office/drawing/2014/main" id="{574F8F57-1A07-46C5-BED8-4B540195F221}"/>
              </a:ext>
            </a:extLst>
          </p:cNvPr>
          <p:cNvSpPr>
            <a:spLocks noGrp="1"/>
          </p:cNvSpPr>
          <p:nvPr/>
        </p:nvSpPr>
        <p:spPr>
          <a:xfrm flipH="1">
            <a:off x="1882053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47" name="Circle">
            <a:extLst>
              <a:ext uri="{FF2B5EF4-FFF2-40B4-BE49-F238E27FC236}">
                <a16:creationId xmlns:a16="http://schemas.microsoft.com/office/drawing/2014/main" id="{43659C50-44E7-4172-8DFB-54608035AC68}"/>
              </a:ext>
            </a:extLst>
          </p:cNvPr>
          <p:cNvSpPr>
            <a:spLocks noGrp="1"/>
          </p:cNvSpPr>
          <p:nvPr/>
        </p:nvSpPr>
        <p:spPr>
          <a:xfrm rot="10800000">
            <a:off x="18438047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48" name="Rounded Rectangle">
            <a:extLst>
              <a:ext uri="{FF2B5EF4-FFF2-40B4-BE49-F238E27FC236}">
                <a16:creationId xmlns:a16="http://schemas.microsoft.com/office/drawing/2014/main" id="{C51B8F0D-115E-4B74-A193-9903BD25D841}"/>
              </a:ext>
            </a:extLst>
          </p:cNvPr>
          <p:cNvSpPr>
            <a:spLocks noGrp="1"/>
          </p:cNvSpPr>
          <p:nvPr/>
        </p:nvSpPr>
        <p:spPr>
          <a:xfrm>
            <a:off x="17955834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49" name="Circle">
            <a:extLst>
              <a:ext uri="{FF2B5EF4-FFF2-40B4-BE49-F238E27FC236}">
                <a16:creationId xmlns:a16="http://schemas.microsoft.com/office/drawing/2014/main" id="{01291B77-85CC-48A6-A4A3-EB6F34008279}"/>
              </a:ext>
            </a:extLst>
          </p:cNvPr>
          <p:cNvSpPr>
            <a:spLocks noGrp="1"/>
          </p:cNvSpPr>
          <p:nvPr/>
        </p:nvSpPr>
        <p:spPr>
          <a:xfrm>
            <a:off x="18055562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50" name="Circle">
            <a:extLst>
              <a:ext uri="{FF2B5EF4-FFF2-40B4-BE49-F238E27FC236}">
                <a16:creationId xmlns:a16="http://schemas.microsoft.com/office/drawing/2014/main" id="{FC7BF50B-453F-4340-89D5-C73E34B0C1EA}"/>
              </a:ext>
            </a:extLst>
          </p:cNvPr>
          <p:cNvSpPr>
            <a:spLocks noGrp="1"/>
          </p:cNvSpPr>
          <p:nvPr/>
        </p:nvSpPr>
        <p:spPr>
          <a:xfrm rot="10800000">
            <a:off x="1882053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51" name="Circle">
            <a:extLst>
              <a:ext uri="{FF2B5EF4-FFF2-40B4-BE49-F238E27FC236}">
                <a16:creationId xmlns:a16="http://schemas.microsoft.com/office/drawing/2014/main" id="{0F1709F4-DB0E-4F9D-9493-2CF3B67934BC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52" name="Circle">
            <a:extLst>
              <a:ext uri="{FF2B5EF4-FFF2-40B4-BE49-F238E27FC236}">
                <a16:creationId xmlns:a16="http://schemas.microsoft.com/office/drawing/2014/main" id="{0E25AFBC-4604-4AE8-9F6B-9B447D21FF7A}"/>
              </a:ext>
            </a:extLst>
          </p:cNvPr>
          <p:cNvSpPr>
            <a:spLocks noGrp="1"/>
          </p:cNvSpPr>
          <p:nvPr/>
        </p:nvSpPr>
        <p:spPr>
          <a:xfrm flipH="1">
            <a:off x="18820532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53" name="Circle">
            <a:extLst>
              <a:ext uri="{FF2B5EF4-FFF2-40B4-BE49-F238E27FC236}">
                <a16:creationId xmlns:a16="http://schemas.microsoft.com/office/drawing/2014/main" id="{AAA3EB66-4560-4D33-A2FD-C067FCAA2BE3}"/>
              </a:ext>
            </a:extLst>
          </p:cNvPr>
          <p:cNvSpPr>
            <a:spLocks noGrp="1"/>
          </p:cNvSpPr>
          <p:nvPr/>
        </p:nvSpPr>
        <p:spPr>
          <a:xfrm rot="10800000">
            <a:off x="1805556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54" name="Circle">
            <a:extLst>
              <a:ext uri="{FF2B5EF4-FFF2-40B4-BE49-F238E27FC236}">
                <a16:creationId xmlns:a16="http://schemas.microsoft.com/office/drawing/2014/main" id="{BACA9A81-76D1-49DC-A1FE-09CAA44BBE4B}"/>
              </a:ext>
            </a:extLst>
          </p:cNvPr>
          <p:cNvSpPr>
            <a:spLocks noGrp="1"/>
          </p:cNvSpPr>
          <p:nvPr/>
        </p:nvSpPr>
        <p:spPr>
          <a:xfrm rot="10800000">
            <a:off x="1882053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56" name="Rounded Rectangle">
            <a:extLst>
              <a:ext uri="{FF2B5EF4-FFF2-40B4-BE49-F238E27FC236}">
                <a16:creationId xmlns:a16="http://schemas.microsoft.com/office/drawing/2014/main" id="{A8E1684F-075D-4E38-AC03-DE012E394F13}"/>
              </a:ext>
            </a:extLst>
          </p:cNvPr>
          <p:cNvSpPr>
            <a:spLocks noGrp="1"/>
          </p:cNvSpPr>
          <p:nvPr/>
        </p:nvSpPr>
        <p:spPr>
          <a:xfrm>
            <a:off x="21747796" y="323179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57" name="Circle">
            <a:extLst>
              <a:ext uri="{FF2B5EF4-FFF2-40B4-BE49-F238E27FC236}">
                <a16:creationId xmlns:a16="http://schemas.microsoft.com/office/drawing/2014/main" id="{129564D7-9B7F-4D9D-AF44-D4AF6CB63FC1}"/>
              </a:ext>
            </a:extLst>
          </p:cNvPr>
          <p:cNvSpPr>
            <a:spLocks noGrp="1"/>
          </p:cNvSpPr>
          <p:nvPr/>
        </p:nvSpPr>
        <p:spPr>
          <a:xfrm>
            <a:off x="21847523" y="40903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58" name="Circle">
            <a:extLst>
              <a:ext uri="{FF2B5EF4-FFF2-40B4-BE49-F238E27FC236}">
                <a16:creationId xmlns:a16="http://schemas.microsoft.com/office/drawing/2014/main" id="{EB02B563-3C27-4B38-A270-32639B43EC20}"/>
              </a:ext>
            </a:extLst>
          </p:cNvPr>
          <p:cNvSpPr>
            <a:spLocks noGrp="1"/>
          </p:cNvSpPr>
          <p:nvPr/>
        </p:nvSpPr>
        <p:spPr>
          <a:xfrm rot="10800000">
            <a:off x="22612492" y="333763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60" name="Rounded Rectangle">
            <a:extLst>
              <a:ext uri="{FF2B5EF4-FFF2-40B4-BE49-F238E27FC236}">
                <a16:creationId xmlns:a16="http://schemas.microsoft.com/office/drawing/2014/main" id="{82C12121-7068-4F6F-9390-75E5BFE72FF3}"/>
              </a:ext>
            </a:extLst>
          </p:cNvPr>
          <p:cNvSpPr>
            <a:spLocks noGrp="1"/>
          </p:cNvSpPr>
          <p:nvPr/>
        </p:nvSpPr>
        <p:spPr>
          <a:xfrm>
            <a:off x="21747796" y="522593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61" name="Circle">
            <a:extLst>
              <a:ext uri="{FF2B5EF4-FFF2-40B4-BE49-F238E27FC236}">
                <a16:creationId xmlns:a16="http://schemas.microsoft.com/office/drawing/2014/main" id="{7D681587-CFB7-4EFF-A25D-E915E2F68638}"/>
              </a:ext>
            </a:extLst>
          </p:cNvPr>
          <p:cNvSpPr>
            <a:spLocks noGrp="1"/>
          </p:cNvSpPr>
          <p:nvPr/>
        </p:nvSpPr>
        <p:spPr>
          <a:xfrm>
            <a:off x="21847523" y="608451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62" name="Circle">
            <a:extLst>
              <a:ext uri="{FF2B5EF4-FFF2-40B4-BE49-F238E27FC236}">
                <a16:creationId xmlns:a16="http://schemas.microsoft.com/office/drawing/2014/main" id="{85E3C38B-576D-43AD-A6CB-E1682837B60F}"/>
              </a:ext>
            </a:extLst>
          </p:cNvPr>
          <p:cNvSpPr>
            <a:spLocks noGrp="1"/>
          </p:cNvSpPr>
          <p:nvPr/>
        </p:nvSpPr>
        <p:spPr>
          <a:xfrm rot="10800000">
            <a:off x="22612492" y="533177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63" name="Circle">
            <a:extLst>
              <a:ext uri="{FF2B5EF4-FFF2-40B4-BE49-F238E27FC236}">
                <a16:creationId xmlns:a16="http://schemas.microsoft.com/office/drawing/2014/main" id="{ECF555C0-4B77-4310-B85F-FD749EDA9B6A}"/>
              </a:ext>
            </a:extLst>
          </p:cNvPr>
          <p:cNvSpPr>
            <a:spLocks noGrp="1"/>
          </p:cNvSpPr>
          <p:nvPr/>
        </p:nvSpPr>
        <p:spPr>
          <a:xfrm rot="10800000">
            <a:off x="22230008" y="570814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65" name="Rounded Rectangle">
            <a:extLst>
              <a:ext uri="{FF2B5EF4-FFF2-40B4-BE49-F238E27FC236}">
                <a16:creationId xmlns:a16="http://schemas.microsoft.com/office/drawing/2014/main" id="{9D7FB7CE-9B84-4274-8BF5-192A7830F307}"/>
              </a:ext>
            </a:extLst>
          </p:cNvPr>
          <p:cNvSpPr>
            <a:spLocks noGrp="1"/>
          </p:cNvSpPr>
          <p:nvPr/>
        </p:nvSpPr>
        <p:spPr>
          <a:xfrm>
            <a:off x="21747796" y="7220068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66" name="Circle">
            <a:extLst>
              <a:ext uri="{FF2B5EF4-FFF2-40B4-BE49-F238E27FC236}">
                <a16:creationId xmlns:a16="http://schemas.microsoft.com/office/drawing/2014/main" id="{8A1CF625-422A-4DA1-8C04-2CF6ACBC902F}"/>
              </a:ext>
            </a:extLst>
          </p:cNvPr>
          <p:cNvSpPr>
            <a:spLocks noGrp="1"/>
          </p:cNvSpPr>
          <p:nvPr/>
        </p:nvSpPr>
        <p:spPr>
          <a:xfrm>
            <a:off x="21847523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67" name="Circle">
            <a:extLst>
              <a:ext uri="{FF2B5EF4-FFF2-40B4-BE49-F238E27FC236}">
                <a16:creationId xmlns:a16="http://schemas.microsoft.com/office/drawing/2014/main" id="{16921CBE-1F59-4EBF-94C3-4F0DA4A508D0}"/>
              </a:ext>
            </a:extLst>
          </p:cNvPr>
          <p:cNvSpPr>
            <a:spLocks noGrp="1"/>
          </p:cNvSpPr>
          <p:nvPr/>
        </p:nvSpPr>
        <p:spPr>
          <a:xfrm rot="10800000">
            <a:off x="22612492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68" name="Circle">
            <a:extLst>
              <a:ext uri="{FF2B5EF4-FFF2-40B4-BE49-F238E27FC236}">
                <a16:creationId xmlns:a16="http://schemas.microsoft.com/office/drawing/2014/main" id="{3892364B-61EF-46D9-B20B-14975CD59DFA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732590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69" name="Circle">
            <a:extLst>
              <a:ext uri="{FF2B5EF4-FFF2-40B4-BE49-F238E27FC236}">
                <a16:creationId xmlns:a16="http://schemas.microsoft.com/office/drawing/2014/main" id="{396BFA3D-4A6A-4457-85E6-0B72068E9C29}"/>
              </a:ext>
            </a:extLst>
          </p:cNvPr>
          <p:cNvSpPr>
            <a:spLocks noGrp="1"/>
          </p:cNvSpPr>
          <p:nvPr/>
        </p:nvSpPr>
        <p:spPr>
          <a:xfrm flipH="1">
            <a:off x="22612492" y="8078652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71" name="Rounded Rectangle">
            <a:extLst>
              <a:ext uri="{FF2B5EF4-FFF2-40B4-BE49-F238E27FC236}">
                <a16:creationId xmlns:a16="http://schemas.microsoft.com/office/drawing/2014/main" id="{D7F19105-BCDF-47CA-92EC-CE64B4F00C91}"/>
              </a:ext>
            </a:extLst>
          </p:cNvPr>
          <p:cNvSpPr>
            <a:spLocks noGrp="1"/>
          </p:cNvSpPr>
          <p:nvPr/>
        </p:nvSpPr>
        <p:spPr>
          <a:xfrm>
            <a:off x="21747796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72" name="Circle">
            <a:extLst>
              <a:ext uri="{FF2B5EF4-FFF2-40B4-BE49-F238E27FC236}">
                <a16:creationId xmlns:a16="http://schemas.microsoft.com/office/drawing/2014/main" id="{CC5AC60A-3FF1-4FF8-8647-B5FD70B92867}"/>
              </a:ext>
            </a:extLst>
          </p:cNvPr>
          <p:cNvSpPr>
            <a:spLocks noGrp="1"/>
          </p:cNvSpPr>
          <p:nvPr/>
        </p:nvSpPr>
        <p:spPr>
          <a:xfrm>
            <a:off x="21847523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73" name="Circle">
            <a:extLst>
              <a:ext uri="{FF2B5EF4-FFF2-40B4-BE49-F238E27FC236}">
                <a16:creationId xmlns:a16="http://schemas.microsoft.com/office/drawing/2014/main" id="{FA549AE9-A4F0-4C82-BF9E-C1CF76658046}"/>
              </a:ext>
            </a:extLst>
          </p:cNvPr>
          <p:cNvSpPr>
            <a:spLocks noGrp="1"/>
          </p:cNvSpPr>
          <p:nvPr/>
        </p:nvSpPr>
        <p:spPr>
          <a:xfrm rot="10800000">
            <a:off x="22612492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74" name="Circle">
            <a:extLst>
              <a:ext uri="{FF2B5EF4-FFF2-40B4-BE49-F238E27FC236}">
                <a16:creationId xmlns:a16="http://schemas.microsoft.com/office/drawing/2014/main" id="{0A94BB60-9575-44DE-82F8-339D201160B9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932004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75" name="Circle">
            <a:extLst>
              <a:ext uri="{FF2B5EF4-FFF2-40B4-BE49-F238E27FC236}">
                <a16:creationId xmlns:a16="http://schemas.microsoft.com/office/drawing/2014/main" id="{88A5554A-7F05-4CE4-9D36-ED91E7AAF7EE}"/>
              </a:ext>
            </a:extLst>
          </p:cNvPr>
          <p:cNvSpPr>
            <a:spLocks noGrp="1"/>
          </p:cNvSpPr>
          <p:nvPr/>
        </p:nvSpPr>
        <p:spPr>
          <a:xfrm flipH="1">
            <a:off x="22612492" y="1007278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76" name="Circle">
            <a:extLst>
              <a:ext uri="{FF2B5EF4-FFF2-40B4-BE49-F238E27FC236}">
                <a16:creationId xmlns:a16="http://schemas.microsoft.com/office/drawing/2014/main" id="{C05AF2A9-0F16-40C5-821E-8342B4A4221F}"/>
              </a:ext>
            </a:extLst>
          </p:cNvPr>
          <p:cNvSpPr>
            <a:spLocks noGrp="1"/>
          </p:cNvSpPr>
          <p:nvPr/>
        </p:nvSpPr>
        <p:spPr>
          <a:xfrm rot="10800000">
            <a:off x="22230008" y="9696417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78" name="Rounded Rectangle">
            <a:extLst>
              <a:ext uri="{FF2B5EF4-FFF2-40B4-BE49-F238E27FC236}">
                <a16:creationId xmlns:a16="http://schemas.microsoft.com/office/drawing/2014/main" id="{D3801163-337D-4E3E-80AD-4FDF8ABCF4CB}"/>
              </a:ext>
            </a:extLst>
          </p:cNvPr>
          <p:cNvSpPr>
            <a:spLocks noGrp="1"/>
          </p:cNvSpPr>
          <p:nvPr/>
        </p:nvSpPr>
        <p:spPr>
          <a:xfrm>
            <a:off x="21747796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79" name="Circle">
            <a:extLst>
              <a:ext uri="{FF2B5EF4-FFF2-40B4-BE49-F238E27FC236}">
                <a16:creationId xmlns:a16="http://schemas.microsoft.com/office/drawing/2014/main" id="{FC3B1B88-C4F8-4D43-A746-BFEB552A90DE}"/>
              </a:ext>
            </a:extLst>
          </p:cNvPr>
          <p:cNvSpPr>
            <a:spLocks noGrp="1"/>
          </p:cNvSpPr>
          <p:nvPr/>
        </p:nvSpPr>
        <p:spPr>
          <a:xfrm>
            <a:off x="21847523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80" name="Circle">
            <a:extLst>
              <a:ext uri="{FF2B5EF4-FFF2-40B4-BE49-F238E27FC236}">
                <a16:creationId xmlns:a16="http://schemas.microsoft.com/office/drawing/2014/main" id="{CE911265-6001-46AB-BCB3-BA562CCA284C}"/>
              </a:ext>
            </a:extLst>
          </p:cNvPr>
          <p:cNvSpPr>
            <a:spLocks noGrp="1"/>
          </p:cNvSpPr>
          <p:nvPr/>
        </p:nvSpPr>
        <p:spPr>
          <a:xfrm rot="10800000">
            <a:off x="22612492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81" name="Circle">
            <a:extLst>
              <a:ext uri="{FF2B5EF4-FFF2-40B4-BE49-F238E27FC236}">
                <a16:creationId xmlns:a16="http://schemas.microsoft.com/office/drawing/2014/main" id="{D0DE9A8E-55C7-45A9-B9CE-CD031ECD7B83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82" name="Circle">
            <a:extLst>
              <a:ext uri="{FF2B5EF4-FFF2-40B4-BE49-F238E27FC236}">
                <a16:creationId xmlns:a16="http://schemas.microsoft.com/office/drawing/2014/main" id="{3ADD60C4-D6A0-4D57-AE61-1B1851CE15E7}"/>
              </a:ext>
            </a:extLst>
          </p:cNvPr>
          <p:cNvSpPr>
            <a:spLocks noGrp="1"/>
          </p:cNvSpPr>
          <p:nvPr/>
        </p:nvSpPr>
        <p:spPr>
          <a:xfrm flipH="1">
            <a:off x="22612492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83" name="Circle">
            <a:extLst>
              <a:ext uri="{FF2B5EF4-FFF2-40B4-BE49-F238E27FC236}">
                <a16:creationId xmlns:a16="http://schemas.microsoft.com/office/drawing/2014/main" id="{705A5134-0C8B-456D-91D5-5147C2C9D9BE}"/>
              </a:ext>
            </a:extLst>
          </p:cNvPr>
          <p:cNvSpPr>
            <a:spLocks noGrp="1"/>
          </p:cNvSpPr>
          <p:nvPr/>
        </p:nvSpPr>
        <p:spPr>
          <a:xfrm rot="10800000">
            <a:off x="21847523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84" name="Circle">
            <a:extLst>
              <a:ext uri="{FF2B5EF4-FFF2-40B4-BE49-F238E27FC236}">
                <a16:creationId xmlns:a16="http://schemas.microsoft.com/office/drawing/2014/main" id="{74B10D97-0B5A-430C-BD96-599B1A03B209}"/>
              </a:ext>
            </a:extLst>
          </p:cNvPr>
          <p:cNvSpPr>
            <a:spLocks noGrp="1"/>
          </p:cNvSpPr>
          <p:nvPr/>
        </p:nvSpPr>
        <p:spPr>
          <a:xfrm rot="10800000">
            <a:off x="22612492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86" name="Equation">
                <a:extLst>
                  <a:ext uri="{FF2B5EF4-FFF2-40B4-BE49-F238E27FC236}">
                    <a16:creationId xmlns:a16="http://schemas.microsoft.com/office/drawing/2014/main" id="{554FE384-F1DD-448A-9447-D325C2D91A4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146904" y="7968665"/>
                <a:ext cx="2917690" cy="3761081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38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sz="138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486" name="Equation">
                <a:extLst>
                  <a:ext uri="{FF2B5EF4-FFF2-40B4-BE49-F238E27FC236}">
                    <a16:creationId xmlns:a16="http://schemas.microsoft.com/office/drawing/2014/main" id="{554FE384-F1DD-448A-9447-D325C2D91A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904" y="7968665"/>
                <a:ext cx="2917690" cy="3761081"/>
              </a:xfrm>
              <a:prstGeom prst="rect">
                <a:avLst/>
              </a:prstGeom>
              <a:blipFill>
                <a:blip r:embed="rId3"/>
                <a:stretch>
                  <a:fillRect l="-9957" t="-1010" r="-18182" b="-2087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87" name="P(    )">
            <a:extLst>
              <a:ext uri="{FF2B5EF4-FFF2-40B4-BE49-F238E27FC236}">
                <a16:creationId xmlns:a16="http://schemas.microsoft.com/office/drawing/2014/main" id="{C1979636-1E1C-4B9C-85AA-A21766518675}"/>
              </a:ext>
            </a:extLst>
          </p:cNvPr>
          <p:cNvSpPr>
            <a:spLocks noGrp="1"/>
          </p:cNvSpPr>
          <p:nvPr/>
        </p:nvSpPr>
        <p:spPr>
          <a:xfrm>
            <a:off x="1805081" y="8856651"/>
            <a:ext cx="3989054" cy="198510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3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</a:t>
            </a:r>
            <a:r>
              <a:t>(    )</a:t>
            </a:r>
          </a:p>
        </p:txBody>
      </p:sp>
      <p:sp>
        <p:nvSpPr>
          <p:cNvPr id="2488" name="Rounded Rectangle">
            <a:extLst>
              <a:ext uri="{FF2B5EF4-FFF2-40B4-BE49-F238E27FC236}">
                <a16:creationId xmlns:a16="http://schemas.microsoft.com/office/drawing/2014/main" id="{4B33F3E9-6392-4624-AD30-D6E5DB3358EB}"/>
              </a:ext>
            </a:extLst>
          </p:cNvPr>
          <p:cNvSpPr>
            <a:spLocks noGrp="1"/>
          </p:cNvSpPr>
          <p:nvPr/>
        </p:nvSpPr>
        <p:spPr>
          <a:xfrm>
            <a:off x="3686508" y="9326067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89" name="Circle">
            <a:extLst>
              <a:ext uri="{FF2B5EF4-FFF2-40B4-BE49-F238E27FC236}">
                <a16:creationId xmlns:a16="http://schemas.microsoft.com/office/drawing/2014/main" id="{09C3D896-C30F-48EF-99D9-A10A2C4B9557}"/>
              </a:ext>
            </a:extLst>
          </p:cNvPr>
          <p:cNvSpPr>
            <a:spLocks noGrp="1"/>
          </p:cNvSpPr>
          <p:nvPr/>
        </p:nvSpPr>
        <p:spPr>
          <a:xfrm>
            <a:off x="3786235" y="1018465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90" name="Circle">
            <a:extLst>
              <a:ext uri="{FF2B5EF4-FFF2-40B4-BE49-F238E27FC236}">
                <a16:creationId xmlns:a16="http://schemas.microsoft.com/office/drawing/2014/main" id="{4098A337-2E7C-4288-B838-EE6D8D2D53A8}"/>
              </a:ext>
            </a:extLst>
          </p:cNvPr>
          <p:cNvSpPr>
            <a:spLocks noGrp="1"/>
          </p:cNvSpPr>
          <p:nvPr/>
        </p:nvSpPr>
        <p:spPr>
          <a:xfrm rot="10800000">
            <a:off x="4551204" y="943190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91" name="Circle">
            <a:extLst>
              <a:ext uri="{FF2B5EF4-FFF2-40B4-BE49-F238E27FC236}">
                <a16:creationId xmlns:a16="http://schemas.microsoft.com/office/drawing/2014/main" id="{54E1A7BF-5BEF-4A27-9E0A-08BE42F63C7C}"/>
              </a:ext>
            </a:extLst>
          </p:cNvPr>
          <p:cNvSpPr>
            <a:spLocks noGrp="1"/>
          </p:cNvSpPr>
          <p:nvPr/>
        </p:nvSpPr>
        <p:spPr>
          <a:xfrm rot="10800000" flipH="1">
            <a:off x="3786235" y="943190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92" name="Circle">
            <a:extLst>
              <a:ext uri="{FF2B5EF4-FFF2-40B4-BE49-F238E27FC236}">
                <a16:creationId xmlns:a16="http://schemas.microsoft.com/office/drawing/2014/main" id="{0AF31AAF-6AE0-498A-9C62-8E288A261670}"/>
              </a:ext>
            </a:extLst>
          </p:cNvPr>
          <p:cNvSpPr>
            <a:spLocks noGrp="1"/>
          </p:cNvSpPr>
          <p:nvPr/>
        </p:nvSpPr>
        <p:spPr>
          <a:xfrm flipH="1">
            <a:off x="4551204" y="1018465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93" name="Circle">
            <a:extLst>
              <a:ext uri="{FF2B5EF4-FFF2-40B4-BE49-F238E27FC236}">
                <a16:creationId xmlns:a16="http://schemas.microsoft.com/office/drawing/2014/main" id="{09C3BB22-6048-4BF0-ADF6-3ED5A56F1E4C}"/>
              </a:ext>
            </a:extLst>
          </p:cNvPr>
          <p:cNvSpPr>
            <a:spLocks noGrp="1"/>
          </p:cNvSpPr>
          <p:nvPr/>
        </p:nvSpPr>
        <p:spPr>
          <a:xfrm rot="10800000">
            <a:off x="3786235" y="98082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94" name="Circle">
            <a:extLst>
              <a:ext uri="{FF2B5EF4-FFF2-40B4-BE49-F238E27FC236}">
                <a16:creationId xmlns:a16="http://schemas.microsoft.com/office/drawing/2014/main" id="{2D137D21-778C-4E0B-BEE0-3A66B7E36EB8}"/>
              </a:ext>
            </a:extLst>
          </p:cNvPr>
          <p:cNvSpPr>
            <a:spLocks noGrp="1"/>
          </p:cNvSpPr>
          <p:nvPr/>
        </p:nvSpPr>
        <p:spPr>
          <a:xfrm rot="10800000">
            <a:off x="4551204" y="98082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46935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20A7-EEFC-E92F-A012-9FC7C5940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7" name="Rounded Rectangle">
            <a:extLst>
              <a:ext uri="{FF2B5EF4-FFF2-40B4-BE49-F238E27FC236}">
                <a16:creationId xmlns:a16="http://schemas.microsoft.com/office/drawing/2014/main" id="{7607CF9B-F649-B7B1-4D8A-0DDB5A1819F1}"/>
              </a:ext>
            </a:extLst>
          </p:cNvPr>
          <p:cNvSpPr>
            <a:spLocks noGrp="1"/>
          </p:cNvSpPr>
          <p:nvPr/>
        </p:nvSpPr>
        <p:spPr>
          <a:xfrm>
            <a:off x="2032601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498" name="Circle">
            <a:extLst>
              <a:ext uri="{FF2B5EF4-FFF2-40B4-BE49-F238E27FC236}">
                <a16:creationId xmlns:a16="http://schemas.microsoft.com/office/drawing/2014/main" id="{5F1812EA-541C-5C43-6A32-B6A39B38BF91}"/>
              </a:ext>
            </a:extLst>
          </p:cNvPr>
          <p:cNvSpPr>
            <a:spLocks noGrp="1"/>
          </p:cNvSpPr>
          <p:nvPr/>
        </p:nvSpPr>
        <p:spPr>
          <a:xfrm>
            <a:off x="20425745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499" name="Circle">
            <a:extLst>
              <a:ext uri="{FF2B5EF4-FFF2-40B4-BE49-F238E27FC236}">
                <a16:creationId xmlns:a16="http://schemas.microsoft.com/office/drawing/2014/main" id="{7C5B2BA4-5DEE-6508-D6DF-75969C4B6687}"/>
              </a:ext>
            </a:extLst>
          </p:cNvPr>
          <p:cNvSpPr>
            <a:spLocks noGrp="1"/>
          </p:cNvSpPr>
          <p:nvPr/>
        </p:nvSpPr>
        <p:spPr>
          <a:xfrm rot="10800000">
            <a:off x="21190714" y="113141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500" name="Circle">
            <a:extLst>
              <a:ext uri="{FF2B5EF4-FFF2-40B4-BE49-F238E27FC236}">
                <a16:creationId xmlns:a16="http://schemas.microsoft.com/office/drawing/2014/main" id="{25E0E31D-7118-E8D8-EFF1-25A07C526CE5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113141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501" name="Circle">
            <a:extLst>
              <a:ext uri="{FF2B5EF4-FFF2-40B4-BE49-F238E27FC236}">
                <a16:creationId xmlns:a16="http://schemas.microsoft.com/office/drawing/2014/main" id="{079BC44D-E262-EA67-B5F0-1844E1DC1D4D}"/>
              </a:ext>
            </a:extLst>
          </p:cNvPr>
          <p:cNvSpPr>
            <a:spLocks noGrp="1"/>
          </p:cNvSpPr>
          <p:nvPr/>
        </p:nvSpPr>
        <p:spPr>
          <a:xfrm flipH="1">
            <a:off x="21190714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502" name="Circle">
            <a:extLst>
              <a:ext uri="{FF2B5EF4-FFF2-40B4-BE49-F238E27FC236}">
                <a16:creationId xmlns:a16="http://schemas.microsoft.com/office/drawing/2014/main" id="{39CF63A4-7FBA-B12E-74C6-9CE1E3910404}"/>
              </a:ext>
            </a:extLst>
          </p:cNvPr>
          <p:cNvSpPr>
            <a:spLocks noGrp="1"/>
          </p:cNvSpPr>
          <p:nvPr/>
        </p:nvSpPr>
        <p:spPr>
          <a:xfrm rot="10800000">
            <a:off x="20425745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503" name="Circle">
            <a:extLst>
              <a:ext uri="{FF2B5EF4-FFF2-40B4-BE49-F238E27FC236}">
                <a16:creationId xmlns:a16="http://schemas.microsoft.com/office/drawing/2014/main" id="{3427F88F-770D-E849-DCEE-C84440C4D165}"/>
              </a:ext>
            </a:extLst>
          </p:cNvPr>
          <p:cNvSpPr>
            <a:spLocks noGrp="1"/>
          </p:cNvSpPr>
          <p:nvPr/>
        </p:nvSpPr>
        <p:spPr>
          <a:xfrm rot="10800000">
            <a:off x="21190714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505" name="Rounded Rectangle">
            <a:extLst>
              <a:ext uri="{FF2B5EF4-FFF2-40B4-BE49-F238E27FC236}">
                <a16:creationId xmlns:a16="http://schemas.microsoft.com/office/drawing/2014/main" id="{9ADDD80E-03A4-7746-9CCC-7F518A99A8D7}"/>
              </a:ext>
            </a:extLst>
          </p:cNvPr>
          <p:cNvSpPr>
            <a:spLocks noGrp="1"/>
          </p:cNvSpPr>
          <p:nvPr/>
        </p:nvSpPr>
        <p:spPr>
          <a:xfrm>
            <a:off x="1366203" y="1237658"/>
            <a:ext cx="1270000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6" name="Circle">
            <a:extLst>
              <a:ext uri="{FF2B5EF4-FFF2-40B4-BE49-F238E27FC236}">
                <a16:creationId xmlns:a16="http://schemas.microsoft.com/office/drawing/2014/main" id="{AF05A6ED-B006-F78A-3DEF-0DE105479032}"/>
              </a:ext>
            </a:extLst>
          </p:cNvPr>
          <p:cNvSpPr>
            <a:spLocks noGrp="1"/>
          </p:cNvSpPr>
          <p:nvPr/>
        </p:nvSpPr>
        <p:spPr>
          <a:xfrm>
            <a:off x="1848415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7" name="Rounded Rectangle">
            <a:extLst>
              <a:ext uri="{FF2B5EF4-FFF2-40B4-BE49-F238E27FC236}">
                <a16:creationId xmlns:a16="http://schemas.microsoft.com/office/drawing/2014/main" id="{F23A301D-F3EC-3548-DE9B-1379AAF48036}"/>
              </a:ext>
            </a:extLst>
          </p:cNvPr>
          <p:cNvSpPr>
            <a:spLocks noGrp="1"/>
          </p:cNvSpPr>
          <p:nvPr/>
        </p:nvSpPr>
        <p:spPr>
          <a:xfrm>
            <a:off x="5158165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8" name="Circle">
            <a:extLst>
              <a:ext uri="{FF2B5EF4-FFF2-40B4-BE49-F238E27FC236}">
                <a16:creationId xmlns:a16="http://schemas.microsoft.com/office/drawing/2014/main" id="{76865CB0-87C6-BD8A-8228-6056004531D2}"/>
              </a:ext>
            </a:extLst>
          </p:cNvPr>
          <p:cNvSpPr>
            <a:spLocks noGrp="1"/>
          </p:cNvSpPr>
          <p:nvPr/>
        </p:nvSpPr>
        <p:spPr>
          <a:xfrm>
            <a:off x="5257893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9" name="Circle">
            <a:extLst>
              <a:ext uri="{FF2B5EF4-FFF2-40B4-BE49-F238E27FC236}">
                <a16:creationId xmlns:a16="http://schemas.microsoft.com/office/drawing/2014/main" id="{6EA45523-F943-FAD7-C997-158EA200E71B}"/>
              </a:ext>
            </a:extLst>
          </p:cNvPr>
          <p:cNvSpPr>
            <a:spLocks noGrp="1"/>
          </p:cNvSpPr>
          <p:nvPr/>
        </p:nvSpPr>
        <p:spPr>
          <a:xfrm rot="10800000">
            <a:off x="6022862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0" name="Rounded Rectangle">
            <a:extLst>
              <a:ext uri="{FF2B5EF4-FFF2-40B4-BE49-F238E27FC236}">
                <a16:creationId xmlns:a16="http://schemas.microsoft.com/office/drawing/2014/main" id="{479B66FC-1E89-9A72-1DEF-ACDB1CB5E88C}"/>
              </a:ext>
            </a:extLst>
          </p:cNvPr>
          <p:cNvSpPr>
            <a:spLocks noGrp="1"/>
          </p:cNvSpPr>
          <p:nvPr/>
        </p:nvSpPr>
        <p:spPr>
          <a:xfrm>
            <a:off x="8950128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1" name="Circle">
            <a:extLst>
              <a:ext uri="{FF2B5EF4-FFF2-40B4-BE49-F238E27FC236}">
                <a16:creationId xmlns:a16="http://schemas.microsoft.com/office/drawing/2014/main" id="{8108A554-C634-DE74-9E56-B31E0501FB43}"/>
              </a:ext>
            </a:extLst>
          </p:cNvPr>
          <p:cNvSpPr>
            <a:spLocks noGrp="1"/>
          </p:cNvSpPr>
          <p:nvPr/>
        </p:nvSpPr>
        <p:spPr>
          <a:xfrm>
            <a:off x="9049856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2" name="Circle">
            <a:extLst>
              <a:ext uri="{FF2B5EF4-FFF2-40B4-BE49-F238E27FC236}">
                <a16:creationId xmlns:a16="http://schemas.microsoft.com/office/drawing/2014/main" id="{BDA3DCD3-F1D4-F65E-E2EF-C81001F920BE}"/>
              </a:ext>
            </a:extLst>
          </p:cNvPr>
          <p:cNvSpPr>
            <a:spLocks noGrp="1"/>
          </p:cNvSpPr>
          <p:nvPr/>
        </p:nvSpPr>
        <p:spPr>
          <a:xfrm rot="10800000">
            <a:off x="9814825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3" name="Circle">
            <a:extLst>
              <a:ext uri="{FF2B5EF4-FFF2-40B4-BE49-F238E27FC236}">
                <a16:creationId xmlns:a16="http://schemas.microsoft.com/office/drawing/2014/main" id="{796B4E68-FE2C-9B25-11ED-B3608676E8F1}"/>
              </a:ext>
            </a:extLst>
          </p:cNvPr>
          <p:cNvSpPr>
            <a:spLocks noGrp="1"/>
          </p:cNvSpPr>
          <p:nvPr/>
        </p:nvSpPr>
        <p:spPr>
          <a:xfrm rot="10800000">
            <a:off x="9432340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4" name="Rounded Rectangle">
            <a:extLst>
              <a:ext uri="{FF2B5EF4-FFF2-40B4-BE49-F238E27FC236}">
                <a16:creationId xmlns:a16="http://schemas.microsoft.com/office/drawing/2014/main" id="{CAA9C538-8113-8B1A-B62C-481DA7C78DF3}"/>
              </a:ext>
            </a:extLst>
          </p:cNvPr>
          <p:cNvSpPr>
            <a:spLocks noGrp="1"/>
          </p:cNvSpPr>
          <p:nvPr/>
        </p:nvSpPr>
        <p:spPr>
          <a:xfrm>
            <a:off x="12742092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5" name="Circle">
            <a:extLst>
              <a:ext uri="{FF2B5EF4-FFF2-40B4-BE49-F238E27FC236}">
                <a16:creationId xmlns:a16="http://schemas.microsoft.com/office/drawing/2014/main" id="{A8AEC748-9EA9-115A-C1F0-301DC44C97E2}"/>
              </a:ext>
            </a:extLst>
          </p:cNvPr>
          <p:cNvSpPr>
            <a:spLocks noGrp="1"/>
          </p:cNvSpPr>
          <p:nvPr/>
        </p:nvSpPr>
        <p:spPr>
          <a:xfrm>
            <a:off x="12841820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6" name="Circle">
            <a:extLst>
              <a:ext uri="{FF2B5EF4-FFF2-40B4-BE49-F238E27FC236}">
                <a16:creationId xmlns:a16="http://schemas.microsoft.com/office/drawing/2014/main" id="{8B6A86A1-D020-A31D-0313-76A3D816BBCA}"/>
              </a:ext>
            </a:extLst>
          </p:cNvPr>
          <p:cNvSpPr>
            <a:spLocks noGrp="1"/>
          </p:cNvSpPr>
          <p:nvPr/>
        </p:nvSpPr>
        <p:spPr>
          <a:xfrm rot="10800000">
            <a:off x="13606790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7" name="Circle">
            <a:extLst>
              <a:ext uri="{FF2B5EF4-FFF2-40B4-BE49-F238E27FC236}">
                <a16:creationId xmlns:a16="http://schemas.microsoft.com/office/drawing/2014/main" id="{D84D3B3F-626E-9BB0-5C06-4F5D354EF479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8" name="Circle">
            <a:extLst>
              <a:ext uri="{FF2B5EF4-FFF2-40B4-BE49-F238E27FC236}">
                <a16:creationId xmlns:a16="http://schemas.microsoft.com/office/drawing/2014/main" id="{91858CB5-D11A-E0F4-5244-3EE89E286212}"/>
              </a:ext>
            </a:extLst>
          </p:cNvPr>
          <p:cNvSpPr>
            <a:spLocks noGrp="1"/>
          </p:cNvSpPr>
          <p:nvPr/>
        </p:nvSpPr>
        <p:spPr>
          <a:xfrm flipH="1">
            <a:off x="13606790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9" name="Rounded Rectangle">
            <a:extLst>
              <a:ext uri="{FF2B5EF4-FFF2-40B4-BE49-F238E27FC236}">
                <a16:creationId xmlns:a16="http://schemas.microsoft.com/office/drawing/2014/main" id="{D42C765A-BC47-462E-C4EE-0AFDACBF84F5}"/>
              </a:ext>
            </a:extLst>
          </p:cNvPr>
          <p:cNvSpPr>
            <a:spLocks noGrp="1"/>
          </p:cNvSpPr>
          <p:nvPr/>
        </p:nvSpPr>
        <p:spPr>
          <a:xfrm>
            <a:off x="1653405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0" name="Circle">
            <a:extLst>
              <a:ext uri="{FF2B5EF4-FFF2-40B4-BE49-F238E27FC236}">
                <a16:creationId xmlns:a16="http://schemas.microsoft.com/office/drawing/2014/main" id="{DA4FE706-99C6-8D85-F2E4-F9D67967CDE2}"/>
              </a:ext>
            </a:extLst>
          </p:cNvPr>
          <p:cNvSpPr>
            <a:spLocks noGrp="1"/>
          </p:cNvSpPr>
          <p:nvPr/>
        </p:nvSpPr>
        <p:spPr>
          <a:xfrm>
            <a:off x="16633782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1" name="Circle">
            <a:extLst>
              <a:ext uri="{FF2B5EF4-FFF2-40B4-BE49-F238E27FC236}">
                <a16:creationId xmlns:a16="http://schemas.microsoft.com/office/drawing/2014/main" id="{22362C3B-E03D-3118-0148-FDC8E5E5B949}"/>
              </a:ext>
            </a:extLst>
          </p:cNvPr>
          <p:cNvSpPr>
            <a:spLocks noGrp="1"/>
          </p:cNvSpPr>
          <p:nvPr/>
        </p:nvSpPr>
        <p:spPr>
          <a:xfrm rot="10800000">
            <a:off x="17398752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2" name="Circle">
            <a:extLst>
              <a:ext uri="{FF2B5EF4-FFF2-40B4-BE49-F238E27FC236}">
                <a16:creationId xmlns:a16="http://schemas.microsoft.com/office/drawing/2014/main" id="{D9B6EFBA-F11A-4F1F-957B-36356AECCA93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3" name="Circle">
            <a:extLst>
              <a:ext uri="{FF2B5EF4-FFF2-40B4-BE49-F238E27FC236}">
                <a16:creationId xmlns:a16="http://schemas.microsoft.com/office/drawing/2014/main" id="{27285919-B116-2CDC-A374-B8B63E0A18BD}"/>
              </a:ext>
            </a:extLst>
          </p:cNvPr>
          <p:cNvSpPr>
            <a:spLocks noGrp="1"/>
          </p:cNvSpPr>
          <p:nvPr/>
        </p:nvSpPr>
        <p:spPr>
          <a:xfrm flipH="1">
            <a:off x="17398752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4" name="Circle">
            <a:extLst>
              <a:ext uri="{FF2B5EF4-FFF2-40B4-BE49-F238E27FC236}">
                <a16:creationId xmlns:a16="http://schemas.microsoft.com/office/drawing/2014/main" id="{E244D331-7A38-21AB-24AF-FA2D04B3E844}"/>
              </a:ext>
            </a:extLst>
          </p:cNvPr>
          <p:cNvSpPr>
            <a:spLocks noGrp="1"/>
          </p:cNvSpPr>
          <p:nvPr/>
        </p:nvSpPr>
        <p:spPr>
          <a:xfrm rot="10800000">
            <a:off x="17016267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5" name="Rounded Rectangle">
            <a:extLst>
              <a:ext uri="{FF2B5EF4-FFF2-40B4-BE49-F238E27FC236}">
                <a16:creationId xmlns:a16="http://schemas.microsoft.com/office/drawing/2014/main" id="{3D1C6036-B999-E741-0891-13C02C4A8804}"/>
              </a:ext>
            </a:extLst>
          </p:cNvPr>
          <p:cNvSpPr>
            <a:spLocks noGrp="1"/>
          </p:cNvSpPr>
          <p:nvPr/>
        </p:nvSpPr>
        <p:spPr>
          <a:xfrm>
            <a:off x="2787982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6" name="Circle">
            <a:extLst>
              <a:ext uri="{FF2B5EF4-FFF2-40B4-BE49-F238E27FC236}">
                <a16:creationId xmlns:a16="http://schemas.microsoft.com/office/drawing/2014/main" id="{0F93B8A3-C957-FBCD-9756-D6C143E860A9}"/>
              </a:ext>
            </a:extLst>
          </p:cNvPr>
          <p:cNvSpPr>
            <a:spLocks noGrp="1"/>
          </p:cNvSpPr>
          <p:nvPr/>
        </p:nvSpPr>
        <p:spPr>
          <a:xfrm>
            <a:off x="3270194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7" name="Rounded Rectangle">
            <a:extLst>
              <a:ext uri="{FF2B5EF4-FFF2-40B4-BE49-F238E27FC236}">
                <a16:creationId xmlns:a16="http://schemas.microsoft.com/office/drawing/2014/main" id="{CD2CA41B-2C26-9EF6-FDE2-68066EF63998}"/>
              </a:ext>
            </a:extLst>
          </p:cNvPr>
          <p:cNvSpPr>
            <a:spLocks noGrp="1"/>
          </p:cNvSpPr>
          <p:nvPr/>
        </p:nvSpPr>
        <p:spPr>
          <a:xfrm>
            <a:off x="2787982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8" name="Circle">
            <a:extLst>
              <a:ext uri="{FF2B5EF4-FFF2-40B4-BE49-F238E27FC236}">
                <a16:creationId xmlns:a16="http://schemas.microsoft.com/office/drawing/2014/main" id="{6D84D23A-6CBC-5D2E-D43E-EBC3C33F33F9}"/>
              </a:ext>
            </a:extLst>
          </p:cNvPr>
          <p:cNvSpPr>
            <a:spLocks noGrp="1"/>
          </p:cNvSpPr>
          <p:nvPr/>
        </p:nvSpPr>
        <p:spPr>
          <a:xfrm>
            <a:off x="2887709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9" name="Circle">
            <a:extLst>
              <a:ext uri="{FF2B5EF4-FFF2-40B4-BE49-F238E27FC236}">
                <a16:creationId xmlns:a16="http://schemas.microsoft.com/office/drawing/2014/main" id="{D7A3F573-25E9-1D5B-655B-A678F82BE7C5}"/>
              </a:ext>
            </a:extLst>
          </p:cNvPr>
          <p:cNvSpPr>
            <a:spLocks noGrp="1"/>
          </p:cNvSpPr>
          <p:nvPr/>
        </p:nvSpPr>
        <p:spPr>
          <a:xfrm rot="10800000">
            <a:off x="3652678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0" name="Rounded Rectangle">
            <a:extLst>
              <a:ext uri="{FF2B5EF4-FFF2-40B4-BE49-F238E27FC236}">
                <a16:creationId xmlns:a16="http://schemas.microsoft.com/office/drawing/2014/main" id="{4E687F69-7635-61FB-1BB8-660A57656286}"/>
              </a:ext>
            </a:extLst>
          </p:cNvPr>
          <p:cNvSpPr>
            <a:spLocks noGrp="1"/>
          </p:cNvSpPr>
          <p:nvPr/>
        </p:nvSpPr>
        <p:spPr>
          <a:xfrm>
            <a:off x="2787982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1" name="Circle">
            <a:extLst>
              <a:ext uri="{FF2B5EF4-FFF2-40B4-BE49-F238E27FC236}">
                <a16:creationId xmlns:a16="http://schemas.microsoft.com/office/drawing/2014/main" id="{46483552-E72D-BCBD-4200-62B9E3D7D4E8}"/>
              </a:ext>
            </a:extLst>
          </p:cNvPr>
          <p:cNvSpPr>
            <a:spLocks noGrp="1"/>
          </p:cNvSpPr>
          <p:nvPr/>
        </p:nvSpPr>
        <p:spPr>
          <a:xfrm>
            <a:off x="288771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2" name="Circle">
            <a:extLst>
              <a:ext uri="{FF2B5EF4-FFF2-40B4-BE49-F238E27FC236}">
                <a16:creationId xmlns:a16="http://schemas.microsoft.com/office/drawing/2014/main" id="{FDC9BC78-61AD-F9D9-CEDC-CF3A3C483CEE}"/>
              </a:ext>
            </a:extLst>
          </p:cNvPr>
          <p:cNvSpPr>
            <a:spLocks noGrp="1"/>
          </p:cNvSpPr>
          <p:nvPr/>
        </p:nvSpPr>
        <p:spPr>
          <a:xfrm rot="10800000">
            <a:off x="3652678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3" name="Circle">
            <a:extLst>
              <a:ext uri="{FF2B5EF4-FFF2-40B4-BE49-F238E27FC236}">
                <a16:creationId xmlns:a16="http://schemas.microsoft.com/office/drawing/2014/main" id="{C5306AC2-4FBB-06E6-E89D-5BFA4152752F}"/>
              </a:ext>
            </a:extLst>
          </p:cNvPr>
          <p:cNvSpPr>
            <a:spLocks noGrp="1"/>
          </p:cNvSpPr>
          <p:nvPr/>
        </p:nvSpPr>
        <p:spPr>
          <a:xfrm rot="10800000">
            <a:off x="3270194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4" name="Rounded Rectangle">
            <a:extLst>
              <a:ext uri="{FF2B5EF4-FFF2-40B4-BE49-F238E27FC236}">
                <a16:creationId xmlns:a16="http://schemas.microsoft.com/office/drawing/2014/main" id="{C3D87254-CDD7-5EC1-604C-7BFF735C3FD9}"/>
              </a:ext>
            </a:extLst>
          </p:cNvPr>
          <p:cNvSpPr>
            <a:spLocks noGrp="1"/>
          </p:cNvSpPr>
          <p:nvPr/>
        </p:nvSpPr>
        <p:spPr>
          <a:xfrm>
            <a:off x="2787982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5" name="Circle">
            <a:extLst>
              <a:ext uri="{FF2B5EF4-FFF2-40B4-BE49-F238E27FC236}">
                <a16:creationId xmlns:a16="http://schemas.microsoft.com/office/drawing/2014/main" id="{82ACB737-92E3-BF27-8448-558A20296E39}"/>
              </a:ext>
            </a:extLst>
          </p:cNvPr>
          <p:cNvSpPr>
            <a:spLocks noGrp="1"/>
          </p:cNvSpPr>
          <p:nvPr/>
        </p:nvSpPr>
        <p:spPr>
          <a:xfrm>
            <a:off x="288771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6" name="Circle">
            <a:extLst>
              <a:ext uri="{FF2B5EF4-FFF2-40B4-BE49-F238E27FC236}">
                <a16:creationId xmlns:a16="http://schemas.microsoft.com/office/drawing/2014/main" id="{1198EF85-A89C-F666-D2D3-1CA412D47F85}"/>
              </a:ext>
            </a:extLst>
          </p:cNvPr>
          <p:cNvSpPr>
            <a:spLocks noGrp="1"/>
          </p:cNvSpPr>
          <p:nvPr/>
        </p:nvSpPr>
        <p:spPr>
          <a:xfrm rot="10800000">
            <a:off x="3652678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7" name="Circle">
            <a:extLst>
              <a:ext uri="{FF2B5EF4-FFF2-40B4-BE49-F238E27FC236}">
                <a16:creationId xmlns:a16="http://schemas.microsoft.com/office/drawing/2014/main" id="{4DED400F-C4B0-D3B3-5A43-86A49AC90E1E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8" name="Circle">
            <a:extLst>
              <a:ext uri="{FF2B5EF4-FFF2-40B4-BE49-F238E27FC236}">
                <a16:creationId xmlns:a16="http://schemas.microsoft.com/office/drawing/2014/main" id="{C837910A-CF89-5F32-A002-7D468D9F4C8C}"/>
              </a:ext>
            </a:extLst>
          </p:cNvPr>
          <p:cNvSpPr>
            <a:spLocks noGrp="1"/>
          </p:cNvSpPr>
          <p:nvPr/>
        </p:nvSpPr>
        <p:spPr>
          <a:xfrm flipH="1">
            <a:off x="3652678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9" name="Rounded Rectangle">
            <a:extLst>
              <a:ext uri="{FF2B5EF4-FFF2-40B4-BE49-F238E27FC236}">
                <a16:creationId xmlns:a16="http://schemas.microsoft.com/office/drawing/2014/main" id="{4D2CB834-A6B2-9B77-5B17-A5A77733FA4E}"/>
              </a:ext>
            </a:extLst>
          </p:cNvPr>
          <p:cNvSpPr>
            <a:spLocks noGrp="1"/>
          </p:cNvSpPr>
          <p:nvPr/>
        </p:nvSpPr>
        <p:spPr>
          <a:xfrm>
            <a:off x="2787982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0" name="Circle">
            <a:extLst>
              <a:ext uri="{FF2B5EF4-FFF2-40B4-BE49-F238E27FC236}">
                <a16:creationId xmlns:a16="http://schemas.microsoft.com/office/drawing/2014/main" id="{A2461204-ECDC-31C4-F18C-4419F45D81CD}"/>
              </a:ext>
            </a:extLst>
          </p:cNvPr>
          <p:cNvSpPr>
            <a:spLocks noGrp="1"/>
          </p:cNvSpPr>
          <p:nvPr/>
        </p:nvSpPr>
        <p:spPr>
          <a:xfrm>
            <a:off x="2887710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1" name="Circle">
            <a:extLst>
              <a:ext uri="{FF2B5EF4-FFF2-40B4-BE49-F238E27FC236}">
                <a16:creationId xmlns:a16="http://schemas.microsoft.com/office/drawing/2014/main" id="{41E37AFD-A523-2D3D-729C-61CB4F07690C}"/>
              </a:ext>
            </a:extLst>
          </p:cNvPr>
          <p:cNvSpPr>
            <a:spLocks noGrp="1"/>
          </p:cNvSpPr>
          <p:nvPr/>
        </p:nvSpPr>
        <p:spPr>
          <a:xfrm rot="10800000">
            <a:off x="3652678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2" name="Circle">
            <a:extLst>
              <a:ext uri="{FF2B5EF4-FFF2-40B4-BE49-F238E27FC236}">
                <a16:creationId xmlns:a16="http://schemas.microsoft.com/office/drawing/2014/main" id="{8EACCC15-57A0-A1D4-78B6-B9F660FEB9FF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3" name="Circle">
            <a:extLst>
              <a:ext uri="{FF2B5EF4-FFF2-40B4-BE49-F238E27FC236}">
                <a16:creationId xmlns:a16="http://schemas.microsoft.com/office/drawing/2014/main" id="{951F6D11-9A16-52BA-743D-39395AA4D9D7}"/>
              </a:ext>
            </a:extLst>
          </p:cNvPr>
          <p:cNvSpPr>
            <a:spLocks noGrp="1"/>
          </p:cNvSpPr>
          <p:nvPr/>
        </p:nvSpPr>
        <p:spPr>
          <a:xfrm flipH="1">
            <a:off x="3652678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4" name="Circle">
            <a:extLst>
              <a:ext uri="{FF2B5EF4-FFF2-40B4-BE49-F238E27FC236}">
                <a16:creationId xmlns:a16="http://schemas.microsoft.com/office/drawing/2014/main" id="{C0F1ECC9-8597-1248-F0AC-1A7977D3786C}"/>
              </a:ext>
            </a:extLst>
          </p:cNvPr>
          <p:cNvSpPr>
            <a:spLocks noGrp="1"/>
          </p:cNvSpPr>
          <p:nvPr/>
        </p:nvSpPr>
        <p:spPr>
          <a:xfrm rot="10800000">
            <a:off x="3270194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5" name="Rounded Rectangle">
            <a:extLst>
              <a:ext uri="{FF2B5EF4-FFF2-40B4-BE49-F238E27FC236}">
                <a16:creationId xmlns:a16="http://schemas.microsoft.com/office/drawing/2014/main" id="{EAF7B612-1319-54AF-EEBF-353FB229AC49}"/>
              </a:ext>
            </a:extLst>
          </p:cNvPr>
          <p:cNvSpPr>
            <a:spLocks noGrp="1"/>
          </p:cNvSpPr>
          <p:nvPr/>
        </p:nvSpPr>
        <p:spPr>
          <a:xfrm>
            <a:off x="2787982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6" name="Circle">
            <a:extLst>
              <a:ext uri="{FF2B5EF4-FFF2-40B4-BE49-F238E27FC236}">
                <a16:creationId xmlns:a16="http://schemas.microsoft.com/office/drawing/2014/main" id="{DE02114D-2199-CD08-5474-388A8CCD8CA9}"/>
              </a:ext>
            </a:extLst>
          </p:cNvPr>
          <p:cNvSpPr>
            <a:spLocks noGrp="1"/>
          </p:cNvSpPr>
          <p:nvPr/>
        </p:nvSpPr>
        <p:spPr>
          <a:xfrm>
            <a:off x="2887710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7" name="Circle">
            <a:extLst>
              <a:ext uri="{FF2B5EF4-FFF2-40B4-BE49-F238E27FC236}">
                <a16:creationId xmlns:a16="http://schemas.microsoft.com/office/drawing/2014/main" id="{54F5A93D-4B68-81B8-CFB2-E5013AA0C15C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8" name="Circle">
            <a:extLst>
              <a:ext uri="{FF2B5EF4-FFF2-40B4-BE49-F238E27FC236}">
                <a16:creationId xmlns:a16="http://schemas.microsoft.com/office/drawing/2014/main" id="{E22138BE-7128-9552-89EA-677FC63330F6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9" name="Circle">
            <a:extLst>
              <a:ext uri="{FF2B5EF4-FFF2-40B4-BE49-F238E27FC236}">
                <a16:creationId xmlns:a16="http://schemas.microsoft.com/office/drawing/2014/main" id="{953E9A03-0707-2C15-DBC2-E780D1EE9B72}"/>
              </a:ext>
            </a:extLst>
          </p:cNvPr>
          <p:cNvSpPr>
            <a:spLocks noGrp="1"/>
          </p:cNvSpPr>
          <p:nvPr/>
        </p:nvSpPr>
        <p:spPr>
          <a:xfrm flipH="1">
            <a:off x="3652678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0" name="Circle">
            <a:extLst>
              <a:ext uri="{FF2B5EF4-FFF2-40B4-BE49-F238E27FC236}">
                <a16:creationId xmlns:a16="http://schemas.microsoft.com/office/drawing/2014/main" id="{CFEB5307-3DB1-71A0-02F4-C0E915E7BC5C}"/>
              </a:ext>
            </a:extLst>
          </p:cNvPr>
          <p:cNvSpPr>
            <a:spLocks noGrp="1"/>
          </p:cNvSpPr>
          <p:nvPr/>
        </p:nvSpPr>
        <p:spPr>
          <a:xfrm rot="10800000">
            <a:off x="2887710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1" name="Circle">
            <a:extLst>
              <a:ext uri="{FF2B5EF4-FFF2-40B4-BE49-F238E27FC236}">
                <a16:creationId xmlns:a16="http://schemas.microsoft.com/office/drawing/2014/main" id="{A63706E4-8038-EE8C-C7F4-86CCAD71C9A0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2" name="Rounded Rectangle">
            <a:extLst>
              <a:ext uri="{FF2B5EF4-FFF2-40B4-BE49-F238E27FC236}">
                <a16:creationId xmlns:a16="http://schemas.microsoft.com/office/drawing/2014/main" id="{94391985-8086-9D90-8AC1-EDFEDD4D7ABD}"/>
              </a:ext>
            </a:extLst>
          </p:cNvPr>
          <p:cNvSpPr>
            <a:spLocks noGrp="1"/>
          </p:cNvSpPr>
          <p:nvPr/>
        </p:nvSpPr>
        <p:spPr>
          <a:xfrm>
            <a:off x="1366203" y="3231794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3" name="Circle">
            <a:extLst>
              <a:ext uri="{FF2B5EF4-FFF2-40B4-BE49-F238E27FC236}">
                <a16:creationId xmlns:a16="http://schemas.microsoft.com/office/drawing/2014/main" id="{8FC6E3D7-178A-3087-DECA-B7F8E968420B}"/>
              </a:ext>
            </a:extLst>
          </p:cNvPr>
          <p:cNvSpPr>
            <a:spLocks noGrp="1"/>
          </p:cNvSpPr>
          <p:nvPr/>
        </p:nvSpPr>
        <p:spPr>
          <a:xfrm>
            <a:off x="1848415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4" name="Rounded Rectangle">
            <a:extLst>
              <a:ext uri="{FF2B5EF4-FFF2-40B4-BE49-F238E27FC236}">
                <a16:creationId xmlns:a16="http://schemas.microsoft.com/office/drawing/2014/main" id="{2D0ABABD-57DA-2F92-495E-35E7FD35BD4A}"/>
              </a:ext>
            </a:extLst>
          </p:cNvPr>
          <p:cNvSpPr>
            <a:spLocks noGrp="1"/>
          </p:cNvSpPr>
          <p:nvPr/>
        </p:nvSpPr>
        <p:spPr>
          <a:xfrm>
            <a:off x="5158165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5" name="Circle">
            <a:extLst>
              <a:ext uri="{FF2B5EF4-FFF2-40B4-BE49-F238E27FC236}">
                <a16:creationId xmlns:a16="http://schemas.microsoft.com/office/drawing/2014/main" id="{DEF9F66B-7D93-114F-3F87-BB43C74AC761}"/>
              </a:ext>
            </a:extLst>
          </p:cNvPr>
          <p:cNvSpPr>
            <a:spLocks noGrp="1"/>
          </p:cNvSpPr>
          <p:nvPr/>
        </p:nvSpPr>
        <p:spPr>
          <a:xfrm>
            <a:off x="525789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6" name="Circle">
            <a:extLst>
              <a:ext uri="{FF2B5EF4-FFF2-40B4-BE49-F238E27FC236}">
                <a16:creationId xmlns:a16="http://schemas.microsoft.com/office/drawing/2014/main" id="{18EEC6EF-42B5-71D9-51C5-1DC574E5DDB5}"/>
              </a:ext>
            </a:extLst>
          </p:cNvPr>
          <p:cNvSpPr>
            <a:spLocks noGrp="1"/>
          </p:cNvSpPr>
          <p:nvPr/>
        </p:nvSpPr>
        <p:spPr>
          <a:xfrm rot="10800000">
            <a:off x="6022861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7" name="Rounded Rectangle">
            <a:extLst>
              <a:ext uri="{FF2B5EF4-FFF2-40B4-BE49-F238E27FC236}">
                <a16:creationId xmlns:a16="http://schemas.microsoft.com/office/drawing/2014/main" id="{03BB576D-59EC-C290-79B0-18BDA6244843}"/>
              </a:ext>
            </a:extLst>
          </p:cNvPr>
          <p:cNvSpPr>
            <a:spLocks noGrp="1"/>
          </p:cNvSpPr>
          <p:nvPr/>
        </p:nvSpPr>
        <p:spPr>
          <a:xfrm>
            <a:off x="8950128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8" name="Circle">
            <a:extLst>
              <a:ext uri="{FF2B5EF4-FFF2-40B4-BE49-F238E27FC236}">
                <a16:creationId xmlns:a16="http://schemas.microsoft.com/office/drawing/2014/main" id="{A81A6C5F-C468-6DB4-4602-CB14F84F1C53}"/>
              </a:ext>
            </a:extLst>
          </p:cNvPr>
          <p:cNvSpPr>
            <a:spLocks noGrp="1"/>
          </p:cNvSpPr>
          <p:nvPr/>
        </p:nvSpPr>
        <p:spPr>
          <a:xfrm>
            <a:off x="9049856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9" name="Circle">
            <a:extLst>
              <a:ext uri="{FF2B5EF4-FFF2-40B4-BE49-F238E27FC236}">
                <a16:creationId xmlns:a16="http://schemas.microsoft.com/office/drawing/2014/main" id="{39FEBB0D-3C65-D155-1FF3-D247B850702A}"/>
              </a:ext>
            </a:extLst>
          </p:cNvPr>
          <p:cNvSpPr>
            <a:spLocks noGrp="1"/>
          </p:cNvSpPr>
          <p:nvPr/>
        </p:nvSpPr>
        <p:spPr>
          <a:xfrm rot="10800000">
            <a:off x="9814825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0" name="Circle">
            <a:extLst>
              <a:ext uri="{FF2B5EF4-FFF2-40B4-BE49-F238E27FC236}">
                <a16:creationId xmlns:a16="http://schemas.microsoft.com/office/drawing/2014/main" id="{3603F79A-10A9-04E9-997C-EA02648E733C}"/>
              </a:ext>
            </a:extLst>
          </p:cNvPr>
          <p:cNvSpPr>
            <a:spLocks noGrp="1"/>
          </p:cNvSpPr>
          <p:nvPr/>
        </p:nvSpPr>
        <p:spPr>
          <a:xfrm rot="10800000">
            <a:off x="9432340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1" name="Rounded Rectangle">
            <a:extLst>
              <a:ext uri="{FF2B5EF4-FFF2-40B4-BE49-F238E27FC236}">
                <a16:creationId xmlns:a16="http://schemas.microsoft.com/office/drawing/2014/main" id="{5E3F9DDB-D95B-68F4-5C8F-CB1BC1C7A1A2}"/>
              </a:ext>
            </a:extLst>
          </p:cNvPr>
          <p:cNvSpPr>
            <a:spLocks noGrp="1"/>
          </p:cNvSpPr>
          <p:nvPr/>
        </p:nvSpPr>
        <p:spPr>
          <a:xfrm>
            <a:off x="12742092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2" name="Circle">
            <a:extLst>
              <a:ext uri="{FF2B5EF4-FFF2-40B4-BE49-F238E27FC236}">
                <a16:creationId xmlns:a16="http://schemas.microsoft.com/office/drawing/2014/main" id="{2E8AF196-CDD5-C505-B33B-7FA85A370CDF}"/>
              </a:ext>
            </a:extLst>
          </p:cNvPr>
          <p:cNvSpPr>
            <a:spLocks noGrp="1"/>
          </p:cNvSpPr>
          <p:nvPr/>
        </p:nvSpPr>
        <p:spPr>
          <a:xfrm>
            <a:off x="12841820" y="4090379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3" name="Circle">
            <a:extLst>
              <a:ext uri="{FF2B5EF4-FFF2-40B4-BE49-F238E27FC236}">
                <a16:creationId xmlns:a16="http://schemas.microsoft.com/office/drawing/2014/main" id="{DA6E923D-45F0-0572-04CF-1481662E2EC7}"/>
              </a:ext>
            </a:extLst>
          </p:cNvPr>
          <p:cNvSpPr>
            <a:spLocks noGrp="1"/>
          </p:cNvSpPr>
          <p:nvPr/>
        </p:nvSpPr>
        <p:spPr>
          <a:xfrm rot="10800000">
            <a:off x="13606790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4" name="Circle">
            <a:extLst>
              <a:ext uri="{FF2B5EF4-FFF2-40B4-BE49-F238E27FC236}">
                <a16:creationId xmlns:a16="http://schemas.microsoft.com/office/drawing/2014/main" id="{7513E080-ACAD-638C-96FE-83AD85460483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5" name="Circle">
            <a:extLst>
              <a:ext uri="{FF2B5EF4-FFF2-40B4-BE49-F238E27FC236}">
                <a16:creationId xmlns:a16="http://schemas.microsoft.com/office/drawing/2014/main" id="{5C640239-3E32-A46C-038A-B9EA310E7EAD}"/>
              </a:ext>
            </a:extLst>
          </p:cNvPr>
          <p:cNvSpPr>
            <a:spLocks noGrp="1"/>
          </p:cNvSpPr>
          <p:nvPr/>
        </p:nvSpPr>
        <p:spPr>
          <a:xfrm flipH="1">
            <a:off x="13606790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6" name="Rounded Rectangle">
            <a:extLst>
              <a:ext uri="{FF2B5EF4-FFF2-40B4-BE49-F238E27FC236}">
                <a16:creationId xmlns:a16="http://schemas.microsoft.com/office/drawing/2014/main" id="{B42742CD-4F3A-3487-494A-56130C28E4AF}"/>
              </a:ext>
            </a:extLst>
          </p:cNvPr>
          <p:cNvSpPr>
            <a:spLocks noGrp="1"/>
          </p:cNvSpPr>
          <p:nvPr/>
        </p:nvSpPr>
        <p:spPr>
          <a:xfrm>
            <a:off x="16534056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7" name="Circle">
            <a:extLst>
              <a:ext uri="{FF2B5EF4-FFF2-40B4-BE49-F238E27FC236}">
                <a16:creationId xmlns:a16="http://schemas.microsoft.com/office/drawing/2014/main" id="{0C5875A2-BA10-4FD9-074D-D3F176B75A77}"/>
              </a:ext>
            </a:extLst>
          </p:cNvPr>
          <p:cNvSpPr>
            <a:spLocks noGrp="1"/>
          </p:cNvSpPr>
          <p:nvPr/>
        </p:nvSpPr>
        <p:spPr>
          <a:xfrm>
            <a:off x="16633783" y="4090379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8" name="Circle">
            <a:extLst>
              <a:ext uri="{FF2B5EF4-FFF2-40B4-BE49-F238E27FC236}">
                <a16:creationId xmlns:a16="http://schemas.microsoft.com/office/drawing/2014/main" id="{F595FE0F-D78F-D4AA-CE81-A9F80B606BD6}"/>
              </a:ext>
            </a:extLst>
          </p:cNvPr>
          <p:cNvSpPr>
            <a:spLocks noGrp="1"/>
          </p:cNvSpPr>
          <p:nvPr/>
        </p:nvSpPr>
        <p:spPr>
          <a:xfrm rot="10800000">
            <a:off x="17398754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9" name="Circle">
            <a:extLst>
              <a:ext uri="{FF2B5EF4-FFF2-40B4-BE49-F238E27FC236}">
                <a16:creationId xmlns:a16="http://schemas.microsoft.com/office/drawing/2014/main" id="{9A4799AD-81BA-A68B-CAB9-E2995A6AE87F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0" name="Circle">
            <a:extLst>
              <a:ext uri="{FF2B5EF4-FFF2-40B4-BE49-F238E27FC236}">
                <a16:creationId xmlns:a16="http://schemas.microsoft.com/office/drawing/2014/main" id="{9A381352-2919-10C7-CE4A-7C578D72F18B}"/>
              </a:ext>
            </a:extLst>
          </p:cNvPr>
          <p:cNvSpPr>
            <a:spLocks noGrp="1"/>
          </p:cNvSpPr>
          <p:nvPr/>
        </p:nvSpPr>
        <p:spPr>
          <a:xfrm flipH="1">
            <a:off x="17398754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1" name="Circle">
            <a:extLst>
              <a:ext uri="{FF2B5EF4-FFF2-40B4-BE49-F238E27FC236}">
                <a16:creationId xmlns:a16="http://schemas.microsoft.com/office/drawing/2014/main" id="{86ECF7BD-914D-DF75-6BED-916A9913C630}"/>
              </a:ext>
            </a:extLst>
          </p:cNvPr>
          <p:cNvSpPr>
            <a:spLocks noGrp="1"/>
          </p:cNvSpPr>
          <p:nvPr/>
        </p:nvSpPr>
        <p:spPr>
          <a:xfrm rot="10800000">
            <a:off x="17016268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2" name="Rounded Rectangle">
            <a:extLst>
              <a:ext uri="{FF2B5EF4-FFF2-40B4-BE49-F238E27FC236}">
                <a16:creationId xmlns:a16="http://schemas.microsoft.com/office/drawing/2014/main" id="{59AA7004-C463-45A4-1E51-AF89E8CC857B}"/>
              </a:ext>
            </a:extLst>
          </p:cNvPr>
          <p:cNvSpPr>
            <a:spLocks noGrp="1"/>
          </p:cNvSpPr>
          <p:nvPr/>
        </p:nvSpPr>
        <p:spPr>
          <a:xfrm>
            <a:off x="1366203" y="5225930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3" name="Circle">
            <a:extLst>
              <a:ext uri="{FF2B5EF4-FFF2-40B4-BE49-F238E27FC236}">
                <a16:creationId xmlns:a16="http://schemas.microsoft.com/office/drawing/2014/main" id="{22F44D6D-E1DE-E19F-9D28-86AF2DE64B35}"/>
              </a:ext>
            </a:extLst>
          </p:cNvPr>
          <p:cNvSpPr>
            <a:spLocks noGrp="1"/>
          </p:cNvSpPr>
          <p:nvPr/>
        </p:nvSpPr>
        <p:spPr>
          <a:xfrm>
            <a:off x="1848415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4" name="Rounded Rectangle">
            <a:extLst>
              <a:ext uri="{FF2B5EF4-FFF2-40B4-BE49-F238E27FC236}">
                <a16:creationId xmlns:a16="http://schemas.microsoft.com/office/drawing/2014/main" id="{FFF6499C-974A-2A51-17B0-F27C025BDBD5}"/>
              </a:ext>
            </a:extLst>
          </p:cNvPr>
          <p:cNvSpPr>
            <a:spLocks noGrp="1"/>
          </p:cNvSpPr>
          <p:nvPr/>
        </p:nvSpPr>
        <p:spPr>
          <a:xfrm>
            <a:off x="5158165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5" name="Circle">
            <a:extLst>
              <a:ext uri="{FF2B5EF4-FFF2-40B4-BE49-F238E27FC236}">
                <a16:creationId xmlns:a16="http://schemas.microsoft.com/office/drawing/2014/main" id="{E88CF9DA-25D4-1107-3885-DC145205AF7F}"/>
              </a:ext>
            </a:extLst>
          </p:cNvPr>
          <p:cNvSpPr>
            <a:spLocks noGrp="1"/>
          </p:cNvSpPr>
          <p:nvPr/>
        </p:nvSpPr>
        <p:spPr>
          <a:xfrm>
            <a:off x="525789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6" name="Circle">
            <a:extLst>
              <a:ext uri="{FF2B5EF4-FFF2-40B4-BE49-F238E27FC236}">
                <a16:creationId xmlns:a16="http://schemas.microsoft.com/office/drawing/2014/main" id="{DE9B88AF-457C-D99A-5CF6-42CB9180A8EB}"/>
              </a:ext>
            </a:extLst>
          </p:cNvPr>
          <p:cNvSpPr>
            <a:spLocks noGrp="1"/>
          </p:cNvSpPr>
          <p:nvPr/>
        </p:nvSpPr>
        <p:spPr>
          <a:xfrm rot="10800000">
            <a:off x="602286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7" name="Rounded Rectangle">
            <a:extLst>
              <a:ext uri="{FF2B5EF4-FFF2-40B4-BE49-F238E27FC236}">
                <a16:creationId xmlns:a16="http://schemas.microsoft.com/office/drawing/2014/main" id="{F5D5A698-2FA4-2DA8-9294-0C69EF939721}"/>
              </a:ext>
            </a:extLst>
          </p:cNvPr>
          <p:cNvSpPr>
            <a:spLocks noGrp="1"/>
          </p:cNvSpPr>
          <p:nvPr/>
        </p:nvSpPr>
        <p:spPr>
          <a:xfrm>
            <a:off x="8950128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8" name="Circle">
            <a:extLst>
              <a:ext uri="{FF2B5EF4-FFF2-40B4-BE49-F238E27FC236}">
                <a16:creationId xmlns:a16="http://schemas.microsoft.com/office/drawing/2014/main" id="{668F1F8C-DB7B-D1FE-BE66-0471B25C2058}"/>
              </a:ext>
            </a:extLst>
          </p:cNvPr>
          <p:cNvSpPr>
            <a:spLocks noGrp="1"/>
          </p:cNvSpPr>
          <p:nvPr/>
        </p:nvSpPr>
        <p:spPr>
          <a:xfrm>
            <a:off x="9049856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9" name="Circle">
            <a:extLst>
              <a:ext uri="{FF2B5EF4-FFF2-40B4-BE49-F238E27FC236}">
                <a16:creationId xmlns:a16="http://schemas.microsoft.com/office/drawing/2014/main" id="{CB5DB7CC-BFDD-A429-359C-2839F6A17758}"/>
              </a:ext>
            </a:extLst>
          </p:cNvPr>
          <p:cNvSpPr>
            <a:spLocks noGrp="1"/>
          </p:cNvSpPr>
          <p:nvPr/>
        </p:nvSpPr>
        <p:spPr>
          <a:xfrm rot="10800000">
            <a:off x="981482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0" name="Circle">
            <a:extLst>
              <a:ext uri="{FF2B5EF4-FFF2-40B4-BE49-F238E27FC236}">
                <a16:creationId xmlns:a16="http://schemas.microsoft.com/office/drawing/2014/main" id="{7E0677FA-45B9-884D-3B5D-1EA600DF68D7}"/>
              </a:ext>
            </a:extLst>
          </p:cNvPr>
          <p:cNvSpPr>
            <a:spLocks noGrp="1"/>
          </p:cNvSpPr>
          <p:nvPr/>
        </p:nvSpPr>
        <p:spPr>
          <a:xfrm rot="10800000">
            <a:off x="9432340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1" name="Rounded Rectangle">
            <a:extLst>
              <a:ext uri="{FF2B5EF4-FFF2-40B4-BE49-F238E27FC236}">
                <a16:creationId xmlns:a16="http://schemas.microsoft.com/office/drawing/2014/main" id="{070680E9-DA7C-C86F-AB34-31D14EF4C9AF}"/>
              </a:ext>
            </a:extLst>
          </p:cNvPr>
          <p:cNvSpPr>
            <a:spLocks noGrp="1"/>
          </p:cNvSpPr>
          <p:nvPr/>
        </p:nvSpPr>
        <p:spPr>
          <a:xfrm>
            <a:off x="12742092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2" name="Circle">
            <a:extLst>
              <a:ext uri="{FF2B5EF4-FFF2-40B4-BE49-F238E27FC236}">
                <a16:creationId xmlns:a16="http://schemas.microsoft.com/office/drawing/2014/main" id="{0A44DB19-85DE-E092-164E-8363371466D5}"/>
              </a:ext>
            </a:extLst>
          </p:cNvPr>
          <p:cNvSpPr>
            <a:spLocks noGrp="1"/>
          </p:cNvSpPr>
          <p:nvPr/>
        </p:nvSpPr>
        <p:spPr>
          <a:xfrm>
            <a:off x="1284182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3" name="Circle">
            <a:extLst>
              <a:ext uri="{FF2B5EF4-FFF2-40B4-BE49-F238E27FC236}">
                <a16:creationId xmlns:a16="http://schemas.microsoft.com/office/drawing/2014/main" id="{5BFEB960-9CEE-D155-8520-E02536D69142}"/>
              </a:ext>
            </a:extLst>
          </p:cNvPr>
          <p:cNvSpPr>
            <a:spLocks noGrp="1"/>
          </p:cNvSpPr>
          <p:nvPr/>
        </p:nvSpPr>
        <p:spPr>
          <a:xfrm rot="10800000">
            <a:off x="13606790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4" name="Circle">
            <a:extLst>
              <a:ext uri="{FF2B5EF4-FFF2-40B4-BE49-F238E27FC236}">
                <a16:creationId xmlns:a16="http://schemas.microsoft.com/office/drawing/2014/main" id="{DA0C3BE0-E1AB-9CB7-F542-EA89E4AC5E6A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5" name="Circle">
            <a:extLst>
              <a:ext uri="{FF2B5EF4-FFF2-40B4-BE49-F238E27FC236}">
                <a16:creationId xmlns:a16="http://schemas.microsoft.com/office/drawing/2014/main" id="{77FAE4E1-1866-E5D1-9BC3-6A47734C6A74}"/>
              </a:ext>
            </a:extLst>
          </p:cNvPr>
          <p:cNvSpPr>
            <a:spLocks noGrp="1"/>
          </p:cNvSpPr>
          <p:nvPr/>
        </p:nvSpPr>
        <p:spPr>
          <a:xfrm flipH="1">
            <a:off x="1360679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6" name="Rounded Rectangle">
            <a:extLst>
              <a:ext uri="{FF2B5EF4-FFF2-40B4-BE49-F238E27FC236}">
                <a16:creationId xmlns:a16="http://schemas.microsoft.com/office/drawing/2014/main" id="{338CA06E-6C3C-F415-94E4-CCB0D7BC8DCA}"/>
              </a:ext>
            </a:extLst>
          </p:cNvPr>
          <p:cNvSpPr>
            <a:spLocks noGrp="1"/>
          </p:cNvSpPr>
          <p:nvPr/>
        </p:nvSpPr>
        <p:spPr>
          <a:xfrm>
            <a:off x="16534056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7" name="Circle">
            <a:extLst>
              <a:ext uri="{FF2B5EF4-FFF2-40B4-BE49-F238E27FC236}">
                <a16:creationId xmlns:a16="http://schemas.microsoft.com/office/drawing/2014/main" id="{F29C012D-454C-FDAF-C9AE-401BF3E9615F}"/>
              </a:ext>
            </a:extLst>
          </p:cNvPr>
          <p:cNvSpPr>
            <a:spLocks noGrp="1"/>
          </p:cNvSpPr>
          <p:nvPr/>
        </p:nvSpPr>
        <p:spPr>
          <a:xfrm>
            <a:off x="16633783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8" name="Circle">
            <a:extLst>
              <a:ext uri="{FF2B5EF4-FFF2-40B4-BE49-F238E27FC236}">
                <a16:creationId xmlns:a16="http://schemas.microsoft.com/office/drawing/2014/main" id="{4598A333-A2EC-AAC9-171E-4DFD9ACC1A22}"/>
              </a:ext>
            </a:extLst>
          </p:cNvPr>
          <p:cNvSpPr>
            <a:spLocks noGrp="1"/>
          </p:cNvSpPr>
          <p:nvPr/>
        </p:nvSpPr>
        <p:spPr>
          <a:xfrm rot="10800000">
            <a:off x="17398754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9" name="Circle">
            <a:extLst>
              <a:ext uri="{FF2B5EF4-FFF2-40B4-BE49-F238E27FC236}">
                <a16:creationId xmlns:a16="http://schemas.microsoft.com/office/drawing/2014/main" id="{023D6FE9-33D4-88C9-B5FF-E26BEC480E79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0" name="Circle">
            <a:extLst>
              <a:ext uri="{FF2B5EF4-FFF2-40B4-BE49-F238E27FC236}">
                <a16:creationId xmlns:a16="http://schemas.microsoft.com/office/drawing/2014/main" id="{74D62B23-B06E-406C-8F51-62814D04370B}"/>
              </a:ext>
            </a:extLst>
          </p:cNvPr>
          <p:cNvSpPr>
            <a:spLocks noGrp="1"/>
          </p:cNvSpPr>
          <p:nvPr/>
        </p:nvSpPr>
        <p:spPr>
          <a:xfrm flipH="1">
            <a:off x="17398754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1" name="Circle">
            <a:extLst>
              <a:ext uri="{FF2B5EF4-FFF2-40B4-BE49-F238E27FC236}">
                <a16:creationId xmlns:a16="http://schemas.microsoft.com/office/drawing/2014/main" id="{3BFF979E-691F-3E50-ADAE-0E991F181B9F}"/>
              </a:ext>
            </a:extLst>
          </p:cNvPr>
          <p:cNvSpPr>
            <a:spLocks noGrp="1"/>
          </p:cNvSpPr>
          <p:nvPr/>
        </p:nvSpPr>
        <p:spPr>
          <a:xfrm rot="10800000">
            <a:off x="17016268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2" name="Rounded Rectangle">
            <a:extLst>
              <a:ext uri="{FF2B5EF4-FFF2-40B4-BE49-F238E27FC236}">
                <a16:creationId xmlns:a16="http://schemas.microsoft.com/office/drawing/2014/main" id="{7560257E-E9E4-7B91-651D-90DE92C913DD}"/>
              </a:ext>
            </a:extLst>
          </p:cNvPr>
          <p:cNvSpPr>
            <a:spLocks noGrp="1"/>
          </p:cNvSpPr>
          <p:nvPr/>
        </p:nvSpPr>
        <p:spPr>
          <a:xfrm>
            <a:off x="1366203" y="7220069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3" name="Circle">
            <a:extLst>
              <a:ext uri="{FF2B5EF4-FFF2-40B4-BE49-F238E27FC236}">
                <a16:creationId xmlns:a16="http://schemas.microsoft.com/office/drawing/2014/main" id="{380EE668-9A6A-1968-11C4-11F6E6C14AF8}"/>
              </a:ext>
            </a:extLst>
          </p:cNvPr>
          <p:cNvSpPr>
            <a:spLocks noGrp="1"/>
          </p:cNvSpPr>
          <p:nvPr/>
        </p:nvSpPr>
        <p:spPr>
          <a:xfrm>
            <a:off x="1848415" y="77022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4" name="Rounded Rectangle">
            <a:extLst>
              <a:ext uri="{FF2B5EF4-FFF2-40B4-BE49-F238E27FC236}">
                <a16:creationId xmlns:a16="http://schemas.microsoft.com/office/drawing/2014/main" id="{B9377E35-7B7B-4C27-F9D1-5A832F2A0895}"/>
              </a:ext>
            </a:extLst>
          </p:cNvPr>
          <p:cNvSpPr>
            <a:spLocks noGrp="1"/>
          </p:cNvSpPr>
          <p:nvPr/>
        </p:nvSpPr>
        <p:spPr>
          <a:xfrm>
            <a:off x="5158165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5" name="Circle">
            <a:extLst>
              <a:ext uri="{FF2B5EF4-FFF2-40B4-BE49-F238E27FC236}">
                <a16:creationId xmlns:a16="http://schemas.microsoft.com/office/drawing/2014/main" id="{E4F7AFF7-78E7-8288-50C9-190A41F6CBBA}"/>
              </a:ext>
            </a:extLst>
          </p:cNvPr>
          <p:cNvSpPr>
            <a:spLocks noGrp="1"/>
          </p:cNvSpPr>
          <p:nvPr/>
        </p:nvSpPr>
        <p:spPr>
          <a:xfrm>
            <a:off x="525789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6" name="Circle">
            <a:extLst>
              <a:ext uri="{FF2B5EF4-FFF2-40B4-BE49-F238E27FC236}">
                <a16:creationId xmlns:a16="http://schemas.microsoft.com/office/drawing/2014/main" id="{3CFCB905-4EF6-B4D1-A22B-7691D240D593}"/>
              </a:ext>
            </a:extLst>
          </p:cNvPr>
          <p:cNvSpPr>
            <a:spLocks noGrp="1"/>
          </p:cNvSpPr>
          <p:nvPr/>
        </p:nvSpPr>
        <p:spPr>
          <a:xfrm rot="10800000">
            <a:off x="602286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7" name="Rounded Rectangle">
            <a:extLst>
              <a:ext uri="{FF2B5EF4-FFF2-40B4-BE49-F238E27FC236}">
                <a16:creationId xmlns:a16="http://schemas.microsoft.com/office/drawing/2014/main" id="{4F1AF6CD-8E7A-090C-5D8F-1FBC1A8ED35D}"/>
              </a:ext>
            </a:extLst>
          </p:cNvPr>
          <p:cNvSpPr>
            <a:spLocks noGrp="1"/>
          </p:cNvSpPr>
          <p:nvPr/>
        </p:nvSpPr>
        <p:spPr>
          <a:xfrm>
            <a:off x="8950128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8" name="Circle">
            <a:extLst>
              <a:ext uri="{FF2B5EF4-FFF2-40B4-BE49-F238E27FC236}">
                <a16:creationId xmlns:a16="http://schemas.microsoft.com/office/drawing/2014/main" id="{74CDD6A1-1C7D-2C47-D096-D2677049F164}"/>
              </a:ext>
            </a:extLst>
          </p:cNvPr>
          <p:cNvSpPr>
            <a:spLocks noGrp="1"/>
          </p:cNvSpPr>
          <p:nvPr/>
        </p:nvSpPr>
        <p:spPr>
          <a:xfrm>
            <a:off x="9049856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9" name="Circle">
            <a:extLst>
              <a:ext uri="{FF2B5EF4-FFF2-40B4-BE49-F238E27FC236}">
                <a16:creationId xmlns:a16="http://schemas.microsoft.com/office/drawing/2014/main" id="{CEFEF428-ACB1-DAD4-7A16-5B174B0D8725}"/>
              </a:ext>
            </a:extLst>
          </p:cNvPr>
          <p:cNvSpPr>
            <a:spLocks noGrp="1"/>
          </p:cNvSpPr>
          <p:nvPr/>
        </p:nvSpPr>
        <p:spPr>
          <a:xfrm rot="10800000">
            <a:off x="981482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0" name="Circle">
            <a:extLst>
              <a:ext uri="{FF2B5EF4-FFF2-40B4-BE49-F238E27FC236}">
                <a16:creationId xmlns:a16="http://schemas.microsoft.com/office/drawing/2014/main" id="{041EAB29-C11D-A422-04A8-6E343C27EE53}"/>
              </a:ext>
            </a:extLst>
          </p:cNvPr>
          <p:cNvSpPr>
            <a:spLocks noGrp="1"/>
          </p:cNvSpPr>
          <p:nvPr/>
        </p:nvSpPr>
        <p:spPr>
          <a:xfrm rot="10800000">
            <a:off x="9432340" y="77022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1" name="Rounded Rectangle">
            <a:extLst>
              <a:ext uri="{FF2B5EF4-FFF2-40B4-BE49-F238E27FC236}">
                <a16:creationId xmlns:a16="http://schemas.microsoft.com/office/drawing/2014/main" id="{1DC0541C-5B37-B04E-77F2-0B8EB82339EC}"/>
              </a:ext>
            </a:extLst>
          </p:cNvPr>
          <p:cNvSpPr>
            <a:spLocks noGrp="1"/>
          </p:cNvSpPr>
          <p:nvPr/>
        </p:nvSpPr>
        <p:spPr>
          <a:xfrm>
            <a:off x="12742092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2" name="Circle">
            <a:extLst>
              <a:ext uri="{FF2B5EF4-FFF2-40B4-BE49-F238E27FC236}">
                <a16:creationId xmlns:a16="http://schemas.microsoft.com/office/drawing/2014/main" id="{FF8F399E-6AA5-2BF7-9BFA-542F8B13C874}"/>
              </a:ext>
            </a:extLst>
          </p:cNvPr>
          <p:cNvSpPr>
            <a:spLocks noGrp="1"/>
          </p:cNvSpPr>
          <p:nvPr/>
        </p:nvSpPr>
        <p:spPr>
          <a:xfrm>
            <a:off x="1284182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3" name="Circle">
            <a:extLst>
              <a:ext uri="{FF2B5EF4-FFF2-40B4-BE49-F238E27FC236}">
                <a16:creationId xmlns:a16="http://schemas.microsoft.com/office/drawing/2014/main" id="{414817C2-7DF3-7F03-4CC4-FDB2A554954B}"/>
              </a:ext>
            </a:extLst>
          </p:cNvPr>
          <p:cNvSpPr>
            <a:spLocks noGrp="1"/>
          </p:cNvSpPr>
          <p:nvPr/>
        </p:nvSpPr>
        <p:spPr>
          <a:xfrm rot="10800000">
            <a:off x="13606790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4" name="Circle">
            <a:extLst>
              <a:ext uri="{FF2B5EF4-FFF2-40B4-BE49-F238E27FC236}">
                <a16:creationId xmlns:a16="http://schemas.microsoft.com/office/drawing/2014/main" id="{D7803E93-E0C2-189F-666A-23A260A5F092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5" name="Circle">
            <a:extLst>
              <a:ext uri="{FF2B5EF4-FFF2-40B4-BE49-F238E27FC236}">
                <a16:creationId xmlns:a16="http://schemas.microsoft.com/office/drawing/2014/main" id="{C08E6D95-2537-08CC-B329-92A86A0EA22A}"/>
              </a:ext>
            </a:extLst>
          </p:cNvPr>
          <p:cNvSpPr>
            <a:spLocks noGrp="1"/>
          </p:cNvSpPr>
          <p:nvPr/>
        </p:nvSpPr>
        <p:spPr>
          <a:xfrm flipH="1">
            <a:off x="1360679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6" name="Rounded Rectangle">
            <a:extLst>
              <a:ext uri="{FF2B5EF4-FFF2-40B4-BE49-F238E27FC236}">
                <a16:creationId xmlns:a16="http://schemas.microsoft.com/office/drawing/2014/main" id="{C3B6F074-9F7A-220B-C80F-82BFE0A89CCE}"/>
              </a:ext>
            </a:extLst>
          </p:cNvPr>
          <p:cNvSpPr>
            <a:spLocks noGrp="1"/>
          </p:cNvSpPr>
          <p:nvPr/>
        </p:nvSpPr>
        <p:spPr>
          <a:xfrm>
            <a:off x="16534056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7" name="Circle">
            <a:extLst>
              <a:ext uri="{FF2B5EF4-FFF2-40B4-BE49-F238E27FC236}">
                <a16:creationId xmlns:a16="http://schemas.microsoft.com/office/drawing/2014/main" id="{D5650B50-E110-3F4F-61A8-957B5B9AE114}"/>
              </a:ext>
            </a:extLst>
          </p:cNvPr>
          <p:cNvSpPr>
            <a:spLocks noGrp="1"/>
          </p:cNvSpPr>
          <p:nvPr/>
        </p:nvSpPr>
        <p:spPr>
          <a:xfrm>
            <a:off x="16633783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8" name="Circle">
            <a:extLst>
              <a:ext uri="{FF2B5EF4-FFF2-40B4-BE49-F238E27FC236}">
                <a16:creationId xmlns:a16="http://schemas.microsoft.com/office/drawing/2014/main" id="{DF8617DE-1941-3C7B-A0B6-F4FBB6D4F888}"/>
              </a:ext>
            </a:extLst>
          </p:cNvPr>
          <p:cNvSpPr>
            <a:spLocks noGrp="1"/>
          </p:cNvSpPr>
          <p:nvPr/>
        </p:nvSpPr>
        <p:spPr>
          <a:xfrm rot="10800000">
            <a:off x="17398754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9" name="Circle">
            <a:extLst>
              <a:ext uri="{FF2B5EF4-FFF2-40B4-BE49-F238E27FC236}">
                <a16:creationId xmlns:a16="http://schemas.microsoft.com/office/drawing/2014/main" id="{20E227F7-9754-3A9D-5298-6C64091A984C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0" name="Circle">
            <a:extLst>
              <a:ext uri="{FF2B5EF4-FFF2-40B4-BE49-F238E27FC236}">
                <a16:creationId xmlns:a16="http://schemas.microsoft.com/office/drawing/2014/main" id="{9AB60CB2-40D9-12D5-1188-8BA9AA5191BC}"/>
              </a:ext>
            </a:extLst>
          </p:cNvPr>
          <p:cNvSpPr>
            <a:spLocks noGrp="1"/>
          </p:cNvSpPr>
          <p:nvPr/>
        </p:nvSpPr>
        <p:spPr>
          <a:xfrm flipH="1">
            <a:off x="1739875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1" name="Circle">
            <a:extLst>
              <a:ext uri="{FF2B5EF4-FFF2-40B4-BE49-F238E27FC236}">
                <a16:creationId xmlns:a16="http://schemas.microsoft.com/office/drawing/2014/main" id="{046FD804-D93C-1D20-DC1D-949DF060F6EB}"/>
              </a:ext>
            </a:extLst>
          </p:cNvPr>
          <p:cNvSpPr>
            <a:spLocks noGrp="1"/>
          </p:cNvSpPr>
          <p:nvPr/>
        </p:nvSpPr>
        <p:spPr>
          <a:xfrm rot="10800000">
            <a:off x="17016268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2" name="Rounded Rectangle">
            <a:extLst>
              <a:ext uri="{FF2B5EF4-FFF2-40B4-BE49-F238E27FC236}">
                <a16:creationId xmlns:a16="http://schemas.microsoft.com/office/drawing/2014/main" id="{A63B1B25-4B0E-7716-CD4E-70ED93997EB2}"/>
              </a:ext>
            </a:extLst>
          </p:cNvPr>
          <p:cNvSpPr>
            <a:spLocks noGrp="1"/>
          </p:cNvSpPr>
          <p:nvPr/>
        </p:nvSpPr>
        <p:spPr>
          <a:xfrm>
            <a:off x="1366203" y="9214205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3" name="Circle">
            <a:extLst>
              <a:ext uri="{FF2B5EF4-FFF2-40B4-BE49-F238E27FC236}">
                <a16:creationId xmlns:a16="http://schemas.microsoft.com/office/drawing/2014/main" id="{F2641819-99E3-5E99-8188-3228CA3A6F59}"/>
              </a:ext>
            </a:extLst>
          </p:cNvPr>
          <p:cNvSpPr>
            <a:spLocks noGrp="1"/>
          </p:cNvSpPr>
          <p:nvPr/>
        </p:nvSpPr>
        <p:spPr>
          <a:xfrm>
            <a:off x="1848415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4" name="Rounded Rectangle">
            <a:extLst>
              <a:ext uri="{FF2B5EF4-FFF2-40B4-BE49-F238E27FC236}">
                <a16:creationId xmlns:a16="http://schemas.microsoft.com/office/drawing/2014/main" id="{7265F742-4C4B-BA02-20DF-52445304999E}"/>
              </a:ext>
            </a:extLst>
          </p:cNvPr>
          <p:cNvSpPr>
            <a:spLocks noGrp="1"/>
          </p:cNvSpPr>
          <p:nvPr/>
        </p:nvSpPr>
        <p:spPr>
          <a:xfrm>
            <a:off x="5158165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5" name="Circle">
            <a:extLst>
              <a:ext uri="{FF2B5EF4-FFF2-40B4-BE49-F238E27FC236}">
                <a16:creationId xmlns:a16="http://schemas.microsoft.com/office/drawing/2014/main" id="{1E7D99D5-C1D4-8DF0-40CC-4A3D5818C494}"/>
              </a:ext>
            </a:extLst>
          </p:cNvPr>
          <p:cNvSpPr>
            <a:spLocks noGrp="1"/>
          </p:cNvSpPr>
          <p:nvPr/>
        </p:nvSpPr>
        <p:spPr>
          <a:xfrm>
            <a:off x="525789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6" name="Circle">
            <a:extLst>
              <a:ext uri="{FF2B5EF4-FFF2-40B4-BE49-F238E27FC236}">
                <a16:creationId xmlns:a16="http://schemas.microsoft.com/office/drawing/2014/main" id="{7CD02BB6-466C-6C02-F188-7AC168D0E3F5}"/>
              </a:ext>
            </a:extLst>
          </p:cNvPr>
          <p:cNvSpPr>
            <a:spLocks noGrp="1"/>
          </p:cNvSpPr>
          <p:nvPr/>
        </p:nvSpPr>
        <p:spPr>
          <a:xfrm rot="10800000">
            <a:off x="6022861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7" name="Rounded Rectangle">
            <a:extLst>
              <a:ext uri="{FF2B5EF4-FFF2-40B4-BE49-F238E27FC236}">
                <a16:creationId xmlns:a16="http://schemas.microsoft.com/office/drawing/2014/main" id="{421D17CB-D11C-D4A6-DAD6-79FB2D0BF674}"/>
              </a:ext>
            </a:extLst>
          </p:cNvPr>
          <p:cNvSpPr>
            <a:spLocks noGrp="1"/>
          </p:cNvSpPr>
          <p:nvPr/>
        </p:nvSpPr>
        <p:spPr>
          <a:xfrm>
            <a:off x="8950128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8" name="Circle">
            <a:extLst>
              <a:ext uri="{FF2B5EF4-FFF2-40B4-BE49-F238E27FC236}">
                <a16:creationId xmlns:a16="http://schemas.microsoft.com/office/drawing/2014/main" id="{6672070C-FF55-965D-A149-9A7D80CB548A}"/>
              </a:ext>
            </a:extLst>
          </p:cNvPr>
          <p:cNvSpPr>
            <a:spLocks noGrp="1"/>
          </p:cNvSpPr>
          <p:nvPr/>
        </p:nvSpPr>
        <p:spPr>
          <a:xfrm>
            <a:off x="9049856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9" name="Circle">
            <a:extLst>
              <a:ext uri="{FF2B5EF4-FFF2-40B4-BE49-F238E27FC236}">
                <a16:creationId xmlns:a16="http://schemas.microsoft.com/office/drawing/2014/main" id="{3F9FF657-0770-C1C3-F5E3-786B3A740B24}"/>
              </a:ext>
            </a:extLst>
          </p:cNvPr>
          <p:cNvSpPr>
            <a:spLocks noGrp="1"/>
          </p:cNvSpPr>
          <p:nvPr/>
        </p:nvSpPr>
        <p:spPr>
          <a:xfrm rot="10800000">
            <a:off x="9814825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0" name="Circle">
            <a:extLst>
              <a:ext uri="{FF2B5EF4-FFF2-40B4-BE49-F238E27FC236}">
                <a16:creationId xmlns:a16="http://schemas.microsoft.com/office/drawing/2014/main" id="{41610B24-B05A-7B17-9B22-337B68C8B6F0}"/>
              </a:ext>
            </a:extLst>
          </p:cNvPr>
          <p:cNvSpPr>
            <a:spLocks noGrp="1"/>
          </p:cNvSpPr>
          <p:nvPr/>
        </p:nvSpPr>
        <p:spPr>
          <a:xfrm rot="10800000">
            <a:off x="9432340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1" name="Rounded Rectangle">
            <a:extLst>
              <a:ext uri="{FF2B5EF4-FFF2-40B4-BE49-F238E27FC236}">
                <a16:creationId xmlns:a16="http://schemas.microsoft.com/office/drawing/2014/main" id="{9F5B42DD-6F2F-ADAD-8F19-39C92B7164E5}"/>
              </a:ext>
            </a:extLst>
          </p:cNvPr>
          <p:cNvSpPr>
            <a:spLocks noGrp="1"/>
          </p:cNvSpPr>
          <p:nvPr/>
        </p:nvSpPr>
        <p:spPr>
          <a:xfrm>
            <a:off x="12742092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2" name="Circle">
            <a:extLst>
              <a:ext uri="{FF2B5EF4-FFF2-40B4-BE49-F238E27FC236}">
                <a16:creationId xmlns:a16="http://schemas.microsoft.com/office/drawing/2014/main" id="{D295A5E4-D7A7-5DD6-96B1-C21F155C6037}"/>
              </a:ext>
            </a:extLst>
          </p:cNvPr>
          <p:cNvSpPr>
            <a:spLocks noGrp="1"/>
          </p:cNvSpPr>
          <p:nvPr/>
        </p:nvSpPr>
        <p:spPr>
          <a:xfrm>
            <a:off x="12841820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3" name="Circle">
            <a:extLst>
              <a:ext uri="{FF2B5EF4-FFF2-40B4-BE49-F238E27FC236}">
                <a16:creationId xmlns:a16="http://schemas.microsoft.com/office/drawing/2014/main" id="{E538FBA9-77D4-DE0E-9EB3-584667A6478B}"/>
              </a:ext>
            </a:extLst>
          </p:cNvPr>
          <p:cNvSpPr>
            <a:spLocks noGrp="1"/>
          </p:cNvSpPr>
          <p:nvPr/>
        </p:nvSpPr>
        <p:spPr>
          <a:xfrm rot="10800000">
            <a:off x="13606790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4" name="Circle">
            <a:extLst>
              <a:ext uri="{FF2B5EF4-FFF2-40B4-BE49-F238E27FC236}">
                <a16:creationId xmlns:a16="http://schemas.microsoft.com/office/drawing/2014/main" id="{84B978E8-AFB4-B4AD-B865-421E8F042708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5" name="Circle">
            <a:extLst>
              <a:ext uri="{FF2B5EF4-FFF2-40B4-BE49-F238E27FC236}">
                <a16:creationId xmlns:a16="http://schemas.microsoft.com/office/drawing/2014/main" id="{8B554E6B-5980-F63D-C49B-E4EEAEAF97AB}"/>
              </a:ext>
            </a:extLst>
          </p:cNvPr>
          <p:cNvSpPr>
            <a:spLocks noGrp="1"/>
          </p:cNvSpPr>
          <p:nvPr/>
        </p:nvSpPr>
        <p:spPr>
          <a:xfrm flipH="1">
            <a:off x="13606790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6" name="Rounded Rectangle">
            <a:extLst>
              <a:ext uri="{FF2B5EF4-FFF2-40B4-BE49-F238E27FC236}">
                <a16:creationId xmlns:a16="http://schemas.microsoft.com/office/drawing/2014/main" id="{B75215FF-ABA3-CC14-50B5-D6D7CF459096}"/>
              </a:ext>
            </a:extLst>
          </p:cNvPr>
          <p:cNvSpPr>
            <a:spLocks noGrp="1"/>
          </p:cNvSpPr>
          <p:nvPr/>
        </p:nvSpPr>
        <p:spPr>
          <a:xfrm>
            <a:off x="16534056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7" name="Circle">
            <a:extLst>
              <a:ext uri="{FF2B5EF4-FFF2-40B4-BE49-F238E27FC236}">
                <a16:creationId xmlns:a16="http://schemas.microsoft.com/office/drawing/2014/main" id="{3B42A034-BF8E-2883-C9B0-5AC1B91F0A5B}"/>
              </a:ext>
            </a:extLst>
          </p:cNvPr>
          <p:cNvSpPr>
            <a:spLocks noGrp="1"/>
          </p:cNvSpPr>
          <p:nvPr/>
        </p:nvSpPr>
        <p:spPr>
          <a:xfrm>
            <a:off x="16633783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8" name="Circle">
            <a:extLst>
              <a:ext uri="{FF2B5EF4-FFF2-40B4-BE49-F238E27FC236}">
                <a16:creationId xmlns:a16="http://schemas.microsoft.com/office/drawing/2014/main" id="{2EA8C6BC-C547-C6C0-B7EB-AC8F7C935BF1}"/>
              </a:ext>
            </a:extLst>
          </p:cNvPr>
          <p:cNvSpPr>
            <a:spLocks noGrp="1"/>
          </p:cNvSpPr>
          <p:nvPr/>
        </p:nvSpPr>
        <p:spPr>
          <a:xfrm rot="10800000">
            <a:off x="17398754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9" name="Circle">
            <a:extLst>
              <a:ext uri="{FF2B5EF4-FFF2-40B4-BE49-F238E27FC236}">
                <a16:creationId xmlns:a16="http://schemas.microsoft.com/office/drawing/2014/main" id="{9E7C91F3-9AEB-5B86-E351-F3672C53637C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0" name="Circle">
            <a:extLst>
              <a:ext uri="{FF2B5EF4-FFF2-40B4-BE49-F238E27FC236}">
                <a16:creationId xmlns:a16="http://schemas.microsoft.com/office/drawing/2014/main" id="{FA38E9C1-F33D-2B76-DF72-E24E414E90FE}"/>
              </a:ext>
            </a:extLst>
          </p:cNvPr>
          <p:cNvSpPr>
            <a:spLocks noGrp="1"/>
          </p:cNvSpPr>
          <p:nvPr/>
        </p:nvSpPr>
        <p:spPr>
          <a:xfrm flipH="1">
            <a:off x="17398754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1" name="Circle">
            <a:extLst>
              <a:ext uri="{FF2B5EF4-FFF2-40B4-BE49-F238E27FC236}">
                <a16:creationId xmlns:a16="http://schemas.microsoft.com/office/drawing/2014/main" id="{7A9A561A-3E5B-F7A1-7C0A-D3741CA2E339}"/>
              </a:ext>
            </a:extLst>
          </p:cNvPr>
          <p:cNvSpPr>
            <a:spLocks noGrp="1"/>
          </p:cNvSpPr>
          <p:nvPr/>
        </p:nvSpPr>
        <p:spPr>
          <a:xfrm rot="10800000">
            <a:off x="17016268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2" name="Rounded Rectangle">
            <a:extLst>
              <a:ext uri="{FF2B5EF4-FFF2-40B4-BE49-F238E27FC236}">
                <a16:creationId xmlns:a16="http://schemas.microsoft.com/office/drawing/2014/main" id="{6CB98838-3766-DA2B-3FF4-D92EDF6B62F2}"/>
              </a:ext>
            </a:extLst>
          </p:cNvPr>
          <p:cNvSpPr>
            <a:spLocks noGrp="1"/>
          </p:cNvSpPr>
          <p:nvPr/>
        </p:nvSpPr>
        <p:spPr>
          <a:xfrm>
            <a:off x="1366203" y="11208341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3" name="Circle">
            <a:extLst>
              <a:ext uri="{FF2B5EF4-FFF2-40B4-BE49-F238E27FC236}">
                <a16:creationId xmlns:a16="http://schemas.microsoft.com/office/drawing/2014/main" id="{29296545-7750-F8A4-5ADA-FCCF08DF63E4}"/>
              </a:ext>
            </a:extLst>
          </p:cNvPr>
          <p:cNvSpPr>
            <a:spLocks noGrp="1"/>
          </p:cNvSpPr>
          <p:nvPr/>
        </p:nvSpPr>
        <p:spPr>
          <a:xfrm>
            <a:off x="1848415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4" name="Rounded Rectangle">
            <a:extLst>
              <a:ext uri="{FF2B5EF4-FFF2-40B4-BE49-F238E27FC236}">
                <a16:creationId xmlns:a16="http://schemas.microsoft.com/office/drawing/2014/main" id="{A1E52740-8548-E2AE-5AF0-032F6ABD4FC4}"/>
              </a:ext>
            </a:extLst>
          </p:cNvPr>
          <p:cNvSpPr>
            <a:spLocks noGrp="1"/>
          </p:cNvSpPr>
          <p:nvPr/>
        </p:nvSpPr>
        <p:spPr>
          <a:xfrm>
            <a:off x="5158165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5" name="Circle">
            <a:extLst>
              <a:ext uri="{FF2B5EF4-FFF2-40B4-BE49-F238E27FC236}">
                <a16:creationId xmlns:a16="http://schemas.microsoft.com/office/drawing/2014/main" id="{ED8B366C-25AA-8689-F4F4-FED4C08E6C0B}"/>
              </a:ext>
            </a:extLst>
          </p:cNvPr>
          <p:cNvSpPr>
            <a:spLocks noGrp="1"/>
          </p:cNvSpPr>
          <p:nvPr/>
        </p:nvSpPr>
        <p:spPr>
          <a:xfrm>
            <a:off x="5257892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6" name="Circle">
            <a:extLst>
              <a:ext uri="{FF2B5EF4-FFF2-40B4-BE49-F238E27FC236}">
                <a16:creationId xmlns:a16="http://schemas.microsoft.com/office/drawing/2014/main" id="{4ECC9AF1-25B5-2946-BC6E-8B24DBA9DABE}"/>
              </a:ext>
            </a:extLst>
          </p:cNvPr>
          <p:cNvSpPr>
            <a:spLocks noGrp="1"/>
          </p:cNvSpPr>
          <p:nvPr/>
        </p:nvSpPr>
        <p:spPr>
          <a:xfrm rot="10800000">
            <a:off x="602286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7" name="Rounded Rectangle">
            <a:extLst>
              <a:ext uri="{FF2B5EF4-FFF2-40B4-BE49-F238E27FC236}">
                <a16:creationId xmlns:a16="http://schemas.microsoft.com/office/drawing/2014/main" id="{CB8BC488-2991-70B5-3C89-FACFCE6B3BEC}"/>
              </a:ext>
            </a:extLst>
          </p:cNvPr>
          <p:cNvSpPr>
            <a:spLocks noGrp="1"/>
          </p:cNvSpPr>
          <p:nvPr/>
        </p:nvSpPr>
        <p:spPr>
          <a:xfrm>
            <a:off x="895012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8" name="Circle">
            <a:extLst>
              <a:ext uri="{FF2B5EF4-FFF2-40B4-BE49-F238E27FC236}">
                <a16:creationId xmlns:a16="http://schemas.microsoft.com/office/drawing/2014/main" id="{7EA2F41F-511B-F0CA-6D70-EF8114C07713}"/>
              </a:ext>
            </a:extLst>
          </p:cNvPr>
          <p:cNvSpPr>
            <a:spLocks noGrp="1"/>
          </p:cNvSpPr>
          <p:nvPr/>
        </p:nvSpPr>
        <p:spPr>
          <a:xfrm>
            <a:off x="9049856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9" name="Circle">
            <a:extLst>
              <a:ext uri="{FF2B5EF4-FFF2-40B4-BE49-F238E27FC236}">
                <a16:creationId xmlns:a16="http://schemas.microsoft.com/office/drawing/2014/main" id="{9056C046-13D1-B598-878A-DAA839530BE6}"/>
              </a:ext>
            </a:extLst>
          </p:cNvPr>
          <p:cNvSpPr>
            <a:spLocks noGrp="1"/>
          </p:cNvSpPr>
          <p:nvPr/>
        </p:nvSpPr>
        <p:spPr>
          <a:xfrm rot="10800000">
            <a:off x="981482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0" name="Circle">
            <a:extLst>
              <a:ext uri="{FF2B5EF4-FFF2-40B4-BE49-F238E27FC236}">
                <a16:creationId xmlns:a16="http://schemas.microsoft.com/office/drawing/2014/main" id="{864A4D54-8405-6DFB-8D56-10829331C547}"/>
              </a:ext>
            </a:extLst>
          </p:cNvPr>
          <p:cNvSpPr>
            <a:spLocks noGrp="1"/>
          </p:cNvSpPr>
          <p:nvPr/>
        </p:nvSpPr>
        <p:spPr>
          <a:xfrm rot="10800000">
            <a:off x="9432340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1" name="Rounded Rectangle">
            <a:extLst>
              <a:ext uri="{FF2B5EF4-FFF2-40B4-BE49-F238E27FC236}">
                <a16:creationId xmlns:a16="http://schemas.microsoft.com/office/drawing/2014/main" id="{3792C2C3-CC4A-3C4F-6C2C-2E1D1BAC2345}"/>
              </a:ext>
            </a:extLst>
          </p:cNvPr>
          <p:cNvSpPr>
            <a:spLocks noGrp="1"/>
          </p:cNvSpPr>
          <p:nvPr/>
        </p:nvSpPr>
        <p:spPr>
          <a:xfrm>
            <a:off x="12742092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2" name="Circle">
            <a:extLst>
              <a:ext uri="{FF2B5EF4-FFF2-40B4-BE49-F238E27FC236}">
                <a16:creationId xmlns:a16="http://schemas.microsoft.com/office/drawing/2014/main" id="{E2A25EA9-0B23-A9B3-924C-333E68B8E56A}"/>
              </a:ext>
            </a:extLst>
          </p:cNvPr>
          <p:cNvSpPr>
            <a:spLocks noGrp="1"/>
          </p:cNvSpPr>
          <p:nvPr/>
        </p:nvSpPr>
        <p:spPr>
          <a:xfrm>
            <a:off x="12841820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3" name="Circle">
            <a:extLst>
              <a:ext uri="{FF2B5EF4-FFF2-40B4-BE49-F238E27FC236}">
                <a16:creationId xmlns:a16="http://schemas.microsoft.com/office/drawing/2014/main" id="{B25528DE-8F0B-2B3B-07D9-BE1E479DB691}"/>
              </a:ext>
            </a:extLst>
          </p:cNvPr>
          <p:cNvSpPr>
            <a:spLocks noGrp="1"/>
          </p:cNvSpPr>
          <p:nvPr/>
        </p:nvSpPr>
        <p:spPr>
          <a:xfrm rot="10800000">
            <a:off x="1360679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4" name="Circle">
            <a:extLst>
              <a:ext uri="{FF2B5EF4-FFF2-40B4-BE49-F238E27FC236}">
                <a16:creationId xmlns:a16="http://schemas.microsoft.com/office/drawing/2014/main" id="{A79BAEDD-3189-B6D0-4DAD-A4B9BD5F21C8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5" name="Circle">
            <a:extLst>
              <a:ext uri="{FF2B5EF4-FFF2-40B4-BE49-F238E27FC236}">
                <a16:creationId xmlns:a16="http://schemas.microsoft.com/office/drawing/2014/main" id="{C1A49493-503C-C775-3D3B-0E19A3832513}"/>
              </a:ext>
            </a:extLst>
          </p:cNvPr>
          <p:cNvSpPr>
            <a:spLocks noGrp="1"/>
          </p:cNvSpPr>
          <p:nvPr/>
        </p:nvSpPr>
        <p:spPr>
          <a:xfrm flipH="1">
            <a:off x="13606790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6" name="Rounded Rectangle">
            <a:extLst>
              <a:ext uri="{FF2B5EF4-FFF2-40B4-BE49-F238E27FC236}">
                <a16:creationId xmlns:a16="http://schemas.microsoft.com/office/drawing/2014/main" id="{B95799B0-49ED-5FD2-0AE6-3BB185EFA9B8}"/>
              </a:ext>
            </a:extLst>
          </p:cNvPr>
          <p:cNvSpPr>
            <a:spLocks noGrp="1"/>
          </p:cNvSpPr>
          <p:nvPr/>
        </p:nvSpPr>
        <p:spPr>
          <a:xfrm>
            <a:off x="16534056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7" name="Circle">
            <a:extLst>
              <a:ext uri="{FF2B5EF4-FFF2-40B4-BE49-F238E27FC236}">
                <a16:creationId xmlns:a16="http://schemas.microsoft.com/office/drawing/2014/main" id="{624E4118-45C6-2EBF-EB55-4DA6DB3135E6}"/>
              </a:ext>
            </a:extLst>
          </p:cNvPr>
          <p:cNvSpPr>
            <a:spLocks noGrp="1"/>
          </p:cNvSpPr>
          <p:nvPr/>
        </p:nvSpPr>
        <p:spPr>
          <a:xfrm>
            <a:off x="16633783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8" name="Circle">
            <a:extLst>
              <a:ext uri="{FF2B5EF4-FFF2-40B4-BE49-F238E27FC236}">
                <a16:creationId xmlns:a16="http://schemas.microsoft.com/office/drawing/2014/main" id="{BE718212-F341-7BD1-62F4-EFFB51C73532}"/>
              </a:ext>
            </a:extLst>
          </p:cNvPr>
          <p:cNvSpPr>
            <a:spLocks noGrp="1"/>
          </p:cNvSpPr>
          <p:nvPr/>
        </p:nvSpPr>
        <p:spPr>
          <a:xfrm rot="10800000">
            <a:off x="17398754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9" name="Circle">
            <a:extLst>
              <a:ext uri="{FF2B5EF4-FFF2-40B4-BE49-F238E27FC236}">
                <a16:creationId xmlns:a16="http://schemas.microsoft.com/office/drawing/2014/main" id="{8C2FFEE1-267E-CF20-CD09-D3FB9507C015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0" name="Circle">
            <a:extLst>
              <a:ext uri="{FF2B5EF4-FFF2-40B4-BE49-F238E27FC236}">
                <a16:creationId xmlns:a16="http://schemas.microsoft.com/office/drawing/2014/main" id="{B5C3DD5B-ADCB-0272-F415-B7C71DB9F3E7}"/>
              </a:ext>
            </a:extLst>
          </p:cNvPr>
          <p:cNvSpPr>
            <a:spLocks noGrp="1"/>
          </p:cNvSpPr>
          <p:nvPr/>
        </p:nvSpPr>
        <p:spPr>
          <a:xfrm flipH="1">
            <a:off x="17398754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1" name="Circle">
            <a:extLst>
              <a:ext uri="{FF2B5EF4-FFF2-40B4-BE49-F238E27FC236}">
                <a16:creationId xmlns:a16="http://schemas.microsoft.com/office/drawing/2014/main" id="{B2657E03-0B2F-181C-782D-E67C7E76031D}"/>
              </a:ext>
            </a:extLst>
          </p:cNvPr>
          <p:cNvSpPr>
            <a:spLocks noGrp="1"/>
          </p:cNvSpPr>
          <p:nvPr/>
        </p:nvSpPr>
        <p:spPr>
          <a:xfrm rot="10800000">
            <a:off x="1701626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2" name="Rounded Rectangle">
            <a:extLst>
              <a:ext uri="{FF2B5EF4-FFF2-40B4-BE49-F238E27FC236}">
                <a16:creationId xmlns:a16="http://schemas.microsoft.com/office/drawing/2014/main" id="{EDB83837-FB4F-35A8-6C23-45241D45E80F}"/>
              </a:ext>
            </a:extLst>
          </p:cNvPr>
          <p:cNvSpPr>
            <a:spLocks noGrp="1"/>
          </p:cNvSpPr>
          <p:nvPr/>
        </p:nvSpPr>
        <p:spPr>
          <a:xfrm>
            <a:off x="657994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3" name="Circle">
            <a:extLst>
              <a:ext uri="{FF2B5EF4-FFF2-40B4-BE49-F238E27FC236}">
                <a16:creationId xmlns:a16="http://schemas.microsoft.com/office/drawing/2014/main" id="{7E34BADF-5B70-0EA8-F9C9-B83110EC9EBE}"/>
              </a:ext>
            </a:extLst>
          </p:cNvPr>
          <p:cNvSpPr>
            <a:spLocks noGrp="1"/>
          </p:cNvSpPr>
          <p:nvPr/>
        </p:nvSpPr>
        <p:spPr>
          <a:xfrm>
            <a:off x="7062157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4" name="Rounded Rectangle">
            <a:extLst>
              <a:ext uri="{FF2B5EF4-FFF2-40B4-BE49-F238E27FC236}">
                <a16:creationId xmlns:a16="http://schemas.microsoft.com/office/drawing/2014/main" id="{7F4DBB8C-A5B6-8C1F-7ACE-E03F38FBC7DC}"/>
              </a:ext>
            </a:extLst>
          </p:cNvPr>
          <p:cNvSpPr>
            <a:spLocks noGrp="1"/>
          </p:cNvSpPr>
          <p:nvPr/>
        </p:nvSpPr>
        <p:spPr>
          <a:xfrm>
            <a:off x="10371908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5" name="Circle">
            <a:extLst>
              <a:ext uri="{FF2B5EF4-FFF2-40B4-BE49-F238E27FC236}">
                <a16:creationId xmlns:a16="http://schemas.microsoft.com/office/drawing/2014/main" id="{171DE9D7-13C4-E91A-36CB-C64DBAA39894}"/>
              </a:ext>
            </a:extLst>
          </p:cNvPr>
          <p:cNvSpPr>
            <a:spLocks noGrp="1"/>
          </p:cNvSpPr>
          <p:nvPr/>
        </p:nvSpPr>
        <p:spPr>
          <a:xfrm>
            <a:off x="10854120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6" name="Rounded Rectangle">
            <a:extLst>
              <a:ext uri="{FF2B5EF4-FFF2-40B4-BE49-F238E27FC236}">
                <a16:creationId xmlns:a16="http://schemas.microsoft.com/office/drawing/2014/main" id="{2888F7B9-978C-65A8-11EF-DF873B46E834}"/>
              </a:ext>
            </a:extLst>
          </p:cNvPr>
          <p:cNvSpPr>
            <a:spLocks noGrp="1"/>
          </p:cNvSpPr>
          <p:nvPr/>
        </p:nvSpPr>
        <p:spPr>
          <a:xfrm>
            <a:off x="14163870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7" name="Circle">
            <a:extLst>
              <a:ext uri="{FF2B5EF4-FFF2-40B4-BE49-F238E27FC236}">
                <a16:creationId xmlns:a16="http://schemas.microsoft.com/office/drawing/2014/main" id="{EA60E434-F416-589C-2EC0-84356BDDE6A5}"/>
              </a:ext>
            </a:extLst>
          </p:cNvPr>
          <p:cNvSpPr>
            <a:spLocks noGrp="1"/>
          </p:cNvSpPr>
          <p:nvPr/>
        </p:nvSpPr>
        <p:spPr>
          <a:xfrm>
            <a:off x="14646083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8" name="Rounded Rectangle">
            <a:extLst>
              <a:ext uri="{FF2B5EF4-FFF2-40B4-BE49-F238E27FC236}">
                <a16:creationId xmlns:a16="http://schemas.microsoft.com/office/drawing/2014/main" id="{555D0CEA-06D3-B271-A3AD-0A33E91A569A}"/>
              </a:ext>
            </a:extLst>
          </p:cNvPr>
          <p:cNvSpPr>
            <a:spLocks noGrp="1"/>
          </p:cNvSpPr>
          <p:nvPr/>
        </p:nvSpPr>
        <p:spPr>
          <a:xfrm>
            <a:off x="1795583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9" name="Circle">
            <a:extLst>
              <a:ext uri="{FF2B5EF4-FFF2-40B4-BE49-F238E27FC236}">
                <a16:creationId xmlns:a16="http://schemas.microsoft.com/office/drawing/2014/main" id="{6C7594A9-FFA6-AD9D-DDE6-19E825F08C23}"/>
              </a:ext>
            </a:extLst>
          </p:cNvPr>
          <p:cNvSpPr>
            <a:spLocks noGrp="1"/>
          </p:cNvSpPr>
          <p:nvPr/>
        </p:nvSpPr>
        <p:spPr>
          <a:xfrm>
            <a:off x="18438047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0" name="Rounded Rectangle">
            <a:extLst>
              <a:ext uri="{FF2B5EF4-FFF2-40B4-BE49-F238E27FC236}">
                <a16:creationId xmlns:a16="http://schemas.microsoft.com/office/drawing/2014/main" id="{64504673-6834-937C-6C0A-084760B6DE2A}"/>
              </a:ext>
            </a:extLst>
          </p:cNvPr>
          <p:cNvSpPr>
            <a:spLocks noGrp="1"/>
          </p:cNvSpPr>
          <p:nvPr/>
        </p:nvSpPr>
        <p:spPr>
          <a:xfrm>
            <a:off x="6579944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1" name="Circle">
            <a:extLst>
              <a:ext uri="{FF2B5EF4-FFF2-40B4-BE49-F238E27FC236}">
                <a16:creationId xmlns:a16="http://schemas.microsoft.com/office/drawing/2014/main" id="{BA0F813C-3BA0-DF65-9887-D1FCA0A841D9}"/>
              </a:ext>
            </a:extLst>
          </p:cNvPr>
          <p:cNvSpPr>
            <a:spLocks noGrp="1"/>
          </p:cNvSpPr>
          <p:nvPr/>
        </p:nvSpPr>
        <p:spPr>
          <a:xfrm>
            <a:off x="667967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2" name="Circle">
            <a:extLst>
              <a:ext uri="{FF2B5EF4-FFF2-40B4-BE49-F238E27FC236}">
                <a16:creationId xmlns:a16="http://schemas.microsoft.com/office/drawing/2014/main" id="{1BC9EE75-31D9-B2BA-0228-9480538BA284}"/>
              </a:ext>
            </a:extLst>
          </p:cNvPr>
          <p:cNvSpPr>
            <a:spLocks noGrp="1"/>
          </p:cNvSpPr>
          <p:nvPr/>
        </p:nvSpPr>
        <p:spPr>
          <a:xfrm rot="10800000">
            <a:off x="7444641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3" name="Rounded Rectangle">
            <a:extLst>
              <a:ext uri="{FF2B5EF4-FFF2-40B4-BE49-F238E27FC236}">
                <a16:creationId xmlns:a16="http://schemas.microsoft.com/office/drawing/2014/main" id="{243851A4-E8EE-EB96-F8E8-688E5250CD31}"/>
              </a:ext>
            </a:extLst>
          </p:cNvPr>
          <p:cNvSpPr>
            <a:spLocks noGrp="1"/>
          </p:cNvSpPr>
          <p:nvPr/>
        </p:nvSpPr>
        <p:spPr>
          <a:xfrm>
            <a:off x="6579944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4" name="Circle">
            <a:extLst>
              <a:ext uri="{FF2B5EF4-FFF2-40B4-BE49-F238E27FC236}">
                <a16:creationId xmlns:a16="http://schemas.microsoft.com/office/drawing/2014/main" id="{BB1755F8-5D95-9A72-A5AA-0BA929406540}"/>
              </a:ext>
            </a:extLst>
          </p:cNvPr>
          <p:cNvSpPr>
            <a:spLocks noGrp="1"/>
          </p:cNvSpPr>
          <p:nvPr/>
        </p:nvSpPr>
        <p:spPr>
          <a:xfrm>
            <a:off x="667967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5" name="Circle">
            <a:extLst>
              <a:ext uri="{FF2B5EF4-FFF2-40B4-BE49-F238E27FC236}">
                <a16:creationId xmlns:a16="http://schemas.microsoft.com/office/drawing/2014/main" id="{B0445359-3AA0-52A8-A663-281682FCE661}"/>
              </a:ext>
            </a:extLst>
          </p:cNvPr>
          <p:cNvSpPr>
            <a:spLocks noGrp="1"/>
          </p:cNvSpPr>
          <p:nvPr/>
        </p:nvSpPr>
        <p:spPr>
          <a:xfrm rot="10800000">
            <a:off x="744464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6" name="Circle">
            <a:extLst>
              <a:ext uri="{FF2B5EF4-FFF2-40B4-BE49-F238E27FC236}">
                <a16:creationId xmlns:a16="http://schemas.microsoft.com/office/drawing/2014/main" id="{847E1AC0-7279-B5E6-4EE3-49E11C6D52F1}"/>
              </a:ext>
            </a:extLst>
          </p:cNvPr>
          <p:cNvSpPr>
            <a:spLocks noGrp="1"/>
          </p:cNvSpPr>
          <p:nvPr/>
        </p:nvSpPr>
        <p:spPr>
          <a:xfrm rot="10800000">
            <a:off x="7062157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7" name="Rounded Rectangle">
            <a:extLst>
              <a:ext uri="{FF2B5EF4-FFF2-40B4-BE49-F238E27FC236}">
                <a16:creationId xmlns:a16="http://schemas.microsoft.com/office/drawing/2014/main" id="{FC80E4F1-55B6-02D3-BC7A-06DDEFA0C389}"/>
              </a:ext>
            </a:extLst>
          </p:cNvPr>
          <p:cNvSpPr>
            <a:spLocks noGrp="1"/>
          </p:cNvSpPr>
          <p:nvPr/>
        </p:nvSpPr>
        <p:spPr>
          <a:xfrm>
            <a:off x="6579944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8" name="Circle">
            <a:extLst>
              <a:ext uri="{FF2B5EF4-FFF2-40B4-BE49-F238E27FC236}">
                <a16:creationId xmlns:a16="http://schemas.microsoft.com/office/drawing/2014/main" id="{708D9554-8A44-32C8-CFC6-2532E72499E0}"/>
              </a:ext>
            </a:extLst>
          </p:cNvPr>
          <p:cNvSpPr>
            <a:spLocks noGrp="1"/>
          </p:cNvSpPr>
          <p:nvPr/>
        </p:nvSpPr>
        <p:spPr>
          <a:xfrm>
            <a:off x="667967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9" name="Circle">
            <a:extLst>
              <a:ext uri="{FF2B5EF4-FFF2-40B4-BE49-F238E27FC236}">
                <a16:creationId xmlns:a16="http://schemas.microsoft.com/office/drawing/2014/main" id="{9FC54A36-BAB0-5688-0824-F27D16E5AF1A}"/>
              </a:ext>
            </a:extLst>
          </p:cNvPr>
          <p:cNvSpPr>
            <a:spLocks noGrp="1"/>
          </p:cNvSpPr>
          <p:nvPr/>
        </p:nvSpPr>
        <p:spPr>
          <a:xfrm rot="10800000">
            <a:off x="744464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0" name="Circle">
            <a:extLst>
              <a:ext uri="{FF2B5EF4-FFF2-40B4-BE49-F238E27FC236}">
                <a16:creationId xmlns:a16="http://schemas.microsoft.com/office/drawing/2014/main" id="{4F854016-8DE7-CD87-F291-DFD5A828CF6F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1" name="Circle">
            <a:extLst>
              <a:ext uri="{FF2B5EF4-FFF2-40B4-BE49-F238E27FC236}">
                <a16:creationId xmlns:a16="http://schemas.microsoft.com/office/drawing/2014/main" id="{0BA5E5B2-661A-D6DE-1D3E-F7B631AEF6F6}"/>
              </a:ext>
            </a:extLst>
          </p:cNvPr>
          <p:cNvSpPr>
            <a:spLocks noGrp="1"/>
          </p:cNvSpPr>
          <p:nvPr/>
        </p:nvSpPr>
        <p:spPr>
          <a:xfrm flipH="1">
            <a:off x="7444641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2" name="Rounded Rectangle">
            <a:extLst>
              <a:ext uri="{FF2B5EF4-FFF2-40B4-BE49-F238E27FC236}">
                <a16:creationId xmlns:a16="http://schemas.microsoft.com/office/drawing/2014/main" id="{D5BDD93B-37E8-7AD7-97F8-24A6456C773A}"/>
              </a:ext>
            </a:extLst>
          </p:cNvPr>
          <p:cNvSpPr>
            <a:spLocks noGrp="1"/>
          </p:cNvSpPr>
          <p:nvPr/>
        </p:nvSpPr>
        <p:spPr>
          <a:xfrm>
            <a:off x="6579944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3" name="Circle">
            <a:extLst>
              <a:ext uri="{FF2B5EF4-FFF2-40B4-BE49-F238E27FC236}">
                <a16:creationId xmlns:a16="http://schemas.microsoft.com/office/drawing/2014/main" id="{C877214C-4F71-77E3-E83C-DEE8C1FA5D90}"/>
              </a:ext>
            </a:extLst>
          </p:cNvPr>
          <p:cNvSpPr>
            <a:spLocks noGrp="1"/>
          </p:cNvSpPr>
          <p:nvPr/>
        </p:nvSpPr>
        <p:spPr>
          <a:xfrm>
            <a:off x="6679672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4" name="Circle">
            <a:extLst>
              <a:ext uri="{FF2B5EF4-FFF2-40B4-BE49-F238E27FC236}">
                <a16:creationId xmlns:a16="http://schemas.microsoft.com/office/drawing/2014/main" id="{37C2C348-D29E-6DB6-7BD3-D28D1BB935EE}"/>
              </a:ext>
            </a:extLst>
          </p:cNvPr>
          <p:cNvSpPr>
            <a:spLocks noGrp="1"/>
          </p:cNvSpPr>
          <p:nvPr/>
        </p:nvSpPr>
        <p:spPr>
          <a:xfrm rot="10800000">
            <a:off x="7444641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5" name="Circle">
            <a:extLst>
              <a:ext uri="{FF2B5EF4-FFF2-40B4-BE49-F238E27FC236}">
                <a16:creationId xmlns:a16="http://schemas.microsoft.com/office/drawing/2014/main" id="{7B7F3743-8D6A-3CF2-3AEA-AACA0713B03C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6" name="Circle">
            <a:extLst>
              <a:ext uri="{FF2B5EF4-FFF2-40B4-BE49-F238E27FC236}">
                <a16:creationId xmlns:a16="http://schemas.microsoft.com/office/drawing/2014/main" id="{C944CEC4-1774-EFD0-DCD0-3D1F8614051C}"/>
              </a:ext>
            </a:extLst>
          </p:cNvPr>
          <p:cNvSpPr>
            <a:spLocks noGrp="1"/>
          </p:cNvSpPr>
          <p:nvPr/>
        </p:nvSpPr>
        <p:spPr>
          <a:xfrm flipH="1">
            <a:off x="7444641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7" name="Circle">
            <a:extLst>
              <a:ext uri="{FF2B5EF4-FFF2-40B4-BE49-F238E27FC236}">
                <a16:creationId xmlns:a16="http://schemas.microsoft.com/office/drawing/2014/main" id="{B98188B2-1C3C-C068-33FA-8445B6BEF058}"/>
              </a:ext>
            </a:extLst>
          </p:cNvPr>
          <p:cNvSpPr>
            <a:spLocks noGrp="1"/>
          </p:cNvSpPr>
          <p:nvPr/>
        </p:nvSpPr>
        <p:spPr>
          <a:xfrm rot="10800000">
            <a:off x="7062157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8" name="Rounded Rectangle">
            <a:extLst>
              <a:ext uri="{FF2B5EF4-FFF2-40B4-BE49-F238E27FC236}">
                <a16:creationId xmlns:a16="http://schemas.microsoft.com/office/drawing/2014/main" id="{2AC6E1A5-588F-B933-50DE-74C50F99D9C7}"/>
              </a:ext>
            </a:extLst>
          </p:cNvPr>
          <p:cNvSpPr>
            <a:spLocks noGrp="1"/>
          </p:cNvSpPr>
          <p:nvPr/>
        </p:nvSpPr>
        <p:spPr>
          <a:xfrm>
            <a:off x="6579944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9" name="Circle">
            <a:extLst>
              <a:ext uri="{FF2B5EF4-FFF2-40B4-BE49-F238E27FC236}">
                <a16:creationId xmlns:a16="http://schemas.microsoft.com/office/drawing/2014/main" id="{75C47B21-05AF-EB11-3DD6-A48A13CF7345}"/>
              </a:ext>
            </a:extLst>
          </p:cNvPr>
          <p:cNvSpPr>
            <a:spLocks noGrp="1"/>
          </p:cNvSpPr>
          <p:nvPr/>
        </p:nvSpPr>
        <p:spPr>
          <a:xfrm>
            <a:off x="6679672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0" name="Circle">
            <a:extLst>
              <a:ext uri="{FF2B5EF4-FFF2-40B4-BE49-F238E27FC236}">
                <a16:creationId xmlns:a16="http://schemas.microsoft.com/office/drawing/2014/main" id="{381C66B3-0E70-B006-C99C-60F2A0B3564D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1" name="Circle">
            <a:extLst>
              <a:ext uri="{FF2B5EF4-FFF2-40B4-BE49-F238E27FC236}">
                <a16:creationId xmlns:a16="http://schemas.microsoft.com/office/drawing/2014/main" id="{9611223C-D3D0-D7E0-538C-23800CDB5E80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2" name="Circle">
            <a:extLst>
              <a:ext uri="{FF2B5EF4-FFF2-40B4-BE49-F238E27FC236}">
                <a16:creationId xmlns:a16="http://schemas.microsoft.com/office/drawing/2014/main" id="{3859EB0B-7E23-77F6-71B2-2CF8B3927731}"/>
              </a:ext>
            </a:extLst>
          </p:cNvPr>
          <p:cNvSpPr>
            <a:spLocks noGrp="1"/>
          </p:cNvSpPr>
          <p:nvPr/>
        </p:nvSpPr>
        <p:spPr>
          <a:xfrm flipH="1">
            <a:off x="7444641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3" name="Circle">
            <a:extLst>
              <a:ext uri="{FF2B5EF4-FFF2-40B4-BE49-F238E27FC236}">
                <a16:creationId xmlns:a16="http://schemas.microsoft.com/office/drawing/2014/main" id="{2B4CBB8C-4033-4827-DD4E-8BA475D996B5}"/>
              </a:ext>
            </a:extLst>
          </p:cNvPr>
          <p:cNvSpPr>
            <a:spLocks noGrp="1"/>
          </p:cNvSpPr>
          <p:nvPr/>
        </p:nvSpPr>
        <p:spPr>
          <a:xfrm rot="10800000">
            <a:off x="667967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4" name="Circle">
            <a:extLst>
              <a:ext uri="{FF2B5EF4-FFF2-40B4-BE49-F238E27FC236}">
                <a16:creationId xmlns:a16="http://schemas.microsoft.com/office/drawing/2014/main" id="{CDF245A0-1CDB-C2DC-3DF9-99F166FECBF4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5" name="Rounded Rectangle">
            <a:extLst>
              <a:ext uri="{FF2B5EF4-FFF2-40B4-BE49-F238E27FC236}">
                <a16:creationId xmlns:a16="http://schemas.microsoft.com/office/drawing/2014/main" id="{AFEF33DB-12A9-D3C4-2255-E434144A2A5F}"/>
              </a:ext>
            </a:extLst>
          </p:cNvPr>
          <p:cNvSpPr>
            <a:spLocks noGrp="1"/>
          </p:cNvSpPr>
          <p:nvPr/>
        </p:nvSpPr>
        <p:spPr>
          <a:xfrm>
            <a:off x="10371908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6" name="Circle">
            <a:extLst>
              <a:ext uri="{FF2B5EF4-FFF2-40B4-BE49-F238E27FC236}">
                <a16:creationId xmlns:a16="http://schemas.microsoft.com/office/drawing/2014/main" id="{AD92C37C-839D-9E2F-0345-8A57840FF2D0}"/>
              </a:ext>
            </a:extLst>
          </p:cNvPr>
          <p:cNvSpPr>
            <a:spLocks noGrp="1"/>
          </p:cNvSpPr>
          <p:nvPr/>
        </p:nvSpPr>
        <p:spPr>
          <a:xfrm>
            <a:off x="10471635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7" name="Circle">
            <a:extLst>
              <a:ext uri="{FF2B5EF4-FFF2-40B4-BE49-F238E27FC236}">
                <a16:creationId xmlns:a16="http://schemas.microsoft.com/office/drawing/2014/main" id="{8A2A8106-2EAF-5784-5F07-FB1FDB0A908C}"/>
              </a:ext>
            </a:extLst>
          </p:cNvPr>
          <p:cNvSpPr>
            <a:spLocks noGrp="1"/>
          </p:cNvSpPr>
          <p:nvPr/>
        </p:nvSpPr>
        <p:spPr>
          <a:xfrm rot="10800000">
            <a:off x="11236605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8" name="Rounded Rectangle">
            <a:extLst>
              <a:ext uri="{FF2B5EF4-FFF2-40B4-BE49-F238E27FC236}">
                <a16:creationId xmlns:a16="http://schemas.microsoft.com/office/drawing/2014/main" id="{D042DF85-E31E-AE2E-C671-14D59950A4AC}"/>
              </a:ext>
            </a:extLst>
          </p:cNvPr>
          <p:cNvSpPr>
            <a:spLocks noGrp="1"/>
          </p:cNvSpPr>
          <p:nvPr/>
        </p:nvSpPr>
        <p:spPr>
          <a:xfrm>
            <a:off x="10371908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9" name="Circle">
            <a:extLst>
              <a:ext uri="{FF2B5EF4-FFF2-40B4-BE49-F238E27FC236}">
                <a16:creationId xmlns:a16="http://schemas.microsoft.com/office/drawing/2014/main" id="{AC9CC351-2CC4-BD4B-C4EC-FB7B806245BD}"/>
              </a:ext>
            </a:extLst>
          </p:cNvPr>
          <p:cNvSpPr>
            <a:spLocks noGrp="1"/>
          </p:cNvSpPr>
          <p:nvPr/>
        </p:nvSpPr>
        <p:spPr>
          <a:xfrm>
            <a:off x="10471636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0" name="Circle">
            <a:extLst>
              <a:ext uri="{FF2B5EF4-FFF2-40B4-BE49-F238E27FC236}">
                <a16:creationId xmlns:a16="http://schemas.microsoft.com/office/drawing/2014/main" id="{0CF3D5F2-D76E-BB5D-3FDA-A39E8556A7A3}"/>
              </a:ext>
            </a:extLst>
          </p:cNvPr>
          <p:cNvSpPr>
            <a:spLocks noGrp="1"/>
          </p:cNvSpPr>
          <p:nvPr/>
        </p:nvSpPr>
        <p:spPr>
          <a:xfrm rot="10800000">
            <a:off x="1123660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1" name="Circle">
            <a:extLst>
              <a:ext uri="{FF2B5EF4-FFF2-40B4-BE49-F238E27FC236}">
                <a16:creationId xmlns:a16="http://schemas.microsoft.com/office/drawing/2014/main" id="{F69F8122-8F4B-DFD2-78D0-C4E04FEB8D7B}"/>
              </a:ext>
            </a:extLst>
          </p:cNvPr>
          <p:cNvSpPr>
            <a:spLocks noGrp="1"/>
          </p:cNvSpPr>
          <p:nvPr/>
        </p:nvSpPr>
        <p:spPr>
          <a:xfrm rot="10800000">
            <a:off x="10854120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2" name="Rounded Rectangle">
            <a:extLst>
              <a:ext uri="{FF2B5EF4-FFF2-40B4-BE49-F238E27FC236}">
                <a16:creationId xmlns:a16="http://schemas.microsoft.com/office/drawing/2014/main" id="{75A6098C-E2FE-AE10-6A0B-88ACA0593169}"/>
              </a:ext>
            </a:extLst>
          </p:cNvPr>
          <p:cNvSpPr>
            <a:spLocks noGrp="1"/>
          </p:cNvSpPr>
          <p:nvPr/>
        </p:nvSpPr>
        <p:spPr>
          <a:xfrm>
            <a:off x="10371908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3" name="Circle">
            <a:extLst>
              <a:ext uri="{FF2B5EF4-FFF2-40B4-BE49-F238E27FC236}">
                <a16:creationId xmlns:a16="http://schemas.microsoft.com/office/drawing/2014/main" id="{01B7EDB0-6504-C3CA-D8E7-40D9ED0904ED}"/>
              </a:ext>
            </a:extLst>
          </p:cNvPr>
          <p:cNvSpPr>
            <a:spLocks noGrp="1"/>
          </p:cNvSpPr>
          <p:nvPr/>
        </p:nvSpPr>
        <p:spPr>
          <a:xfrm>
            <a:off x="10471636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4" name="Circle">
            <a:extLst>
              <a:ext uri="{FF2B5EF4-FFF2-40B4-BE49-F238E27FC236}">
                <a16:creationId xmlns:a16="http://schemas.microsoft.com/office/drawing/2014/main" id="{D0A6D944-CB3E-BD52-75F3-92E0DE9267E0}"/>
              </a:ext>
            </a:extLst>
          </p:cNvPr>
          <p:cNvSpPr>
            <a:spLocks noGrp="1"/>
          </p:cNvSpPr>
          <p:nvPr/>
        </p:nvSpPr>
        <p:spPr>
          <a:xfrm rot="10800000">
            <a:off x="1123660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5" name="Circle">
            <a:extLst>
              <a:ext uri="{FF2B5EF4-FFF2-40B4-BE49-F238E27FC236}">
                <a16:creationId xmlns:a16="http://schemas.microsoft.com/office/drawing/2014/main" id="{473C5301-5972-7A2C-ADD2-90E73D2E6250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6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6" name="Circle">
            <a:extLst>
              <a:ext uri="{FF2B5EF4-FFF2-40B4-BE49-F238E27FC236}">
                <a16:creationId xmlns:a16="http://schemas.microsoft.com/office/drawing/2014/main" id="{AFEA9B7A-6867-0116-562F-64D9CFC00ED7}"/>
              </a:ext>
            </a:extLst>
          </p:cNvPr>
          <p:cNvSpPr>
            <a:spLocks noGrp="1"/>
          </p:cNvSpPr>
          <p:nvPr/>
        </p:nvSpPr>
        <p:spPr>
          <a:xfrm flipH="1">
            <a:off x="11236605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7" name="Rounded Rectangle">
            <a:extLst>
              <a:ext uri="{FF2B5EF4-FFF2-40B4-BE49-F238E27FC236}">
                <a16:creationId xmlns:a16="http://schemas.microsoft.com/office/drawing/2014/main" id="{0A378D98-B857-FD9E-8F8F-EB3CB3DE96CA}"/>
              </a:ext>
            </a:extLst>
          </p:cNvPr>
          <p:cNvSpPr>
            <a:spLocks noGrp="1"/>
          </p:cNvSpPr>
          <p:nvPr/>
        </p:nvSpPr>
        <p:spPr>
          <a:xfrm>
            <a:off x="10371908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8" name="Circle">
            <a:extLst>
              <a:ext uri="{FF2B5EF4-FFF2-40B4-BE49-F238E27FC236}">
                <a16:creationId xmlns:a16="http://schemas.microsoft.com/office/drawing/2014/main" id="{0E6C1BDA-D6F8-091E-705A-6FCC3B5E0928}"/>
              </a:ext>
            </a:extLst>
          </p:cNvPr>
          <p:cNvSpPr>
            <a:spLocks noGrp="1"/>
          </p:cNvSpPr>
          <p:nvPr/>
        </p:nvSpPr>
        <p:spPr>
          <a:xfrm>
            <a:off x="10471636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9" name="Circle">
            <a:extLst>
              <a:ext uri="{FF2B5EF4-FFF2-40B4-BE49-F238E27FC236}">
                <a16:creationId xmlns:a16="http://schemas.microsoft.com/office/drawing/2014/main" id="{7D7D7EDC-A8F3-D3A5-2F08-416D4BE14431}"/>
              </a:ext>
            </a:extLst>
          </p:cNvPr>
          <p:cNvSpPr>
            <a:spLocks noGrp="1"/>
          </p:cNvSpPr>
          <p:nvPr/>
        </p:nvSpPr>
        <p:spPr>
          <a:xfrm rot="10800000">
            <a:off x="11236605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0" name="Circle">
            <a:extLst>
              <a:ext uri="{FF2B5EF4-FFF2-40B4-BE49-F238E27FC236}">
                <a16:creationId xmlns:a16="http://schemas.microsoft.com/office/drawing/2014/main" id="{490D84EB-65B5-CC30-4516-D066B980E94D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6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1" name="Circle">
            <a:extLst>
              <a:ext uri="{FF2B5EF4-FFF2-40B4-BE49-F238E27FC236}">
                <a16:creationId xmlns:a16="http://schemas.microsoft.com/office/drawing/2014/main" id="{AFD0D456-4451-6CDA-C4E8-D62DF9ED0C1B}"/>
              </a:ext>
            </a:extLst>
          </p:cNvPr>
          <p:cNvSpPr>
            <a:spLocks noGrp="1"/>
          </p:cNvSpPr>
          <p:nvPr/>
        </p:nvSpPr>
        <p:spPr>
          <a:xfrm flipH="1">
            <a:off x="11236605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2" name="Circle">
            <a:extLst>
              <a:ext uri="{FF2B5EF4-FFF2-40B4-BE49-F238E27FC236}">
                <a16:creationId xmlns:a16="http://schemas.microsoft.com/office/drawing/2014/main" id="{687A02DF-DAD1-16E9-2EB0-F992C07DBE9C}"/>
              </a:ext>
            </a:extLst>
          </p:cNvPr>
          <p:cNvSpPr>
            <a:spLocks noGrp="1"/>
          </p:cNvSpPr>
          <p:nvPr/>
        </p:nvSpPr>
        <p:spPr>
          <a:xfrm rot="10800000">
            <a:off x="10854120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3" name="Rounded Rectangle">
            <a:extLst>
              <a:ext uri="{FF2B5EF4-FFF2-40B4-BE49-F238E27FC236}">
                <a16:creationId xmlns:a16="http://schemas.microsoft.com/office/drawing/2014/main" id="{F3A27075-E9AA-104A-0FA9-3E165752A0D6}"/>
              </a:ext>
            </a:extLst>
          </p:cNvPr>
          <p:cNvSpPr>
            <a:spLocks noGrp="1"/>
          </p:cNvSpPr>
          <p:nvPr/>
        </p:nvSpPr>
        <p:spPr>
          <a:xfrm>
            <a:off x="1037190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4" name="Circle">
            <a:extLst>
              <a:ext uri="{FF2B5EF4-FFF2-40B4-BE49-F238E27FC236}">
                <a16:creationId xmlns:a16="http://schemas.microsoft.com/office/drawing/2014/main" id="{B5704512-CDFC-C44A-0741-23500D0F8F40}"/>
              </a:ext>
            </a:extLst>
          </p:cNvPr>
          <p:cNvSpPr>
            <a:spLocks noGrp="1"/>
          </p:cNvSpPr>
          <p:nvPr/>
        </p:nvSpPr>
        <p:spPr>
          <a:xfrm>
            <a:off x="10471636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5" name="Circle">
            <a:extLst>
              <a:ext uri="{FF2B5EF4-FFF2-40B4-BE49-F238E27FC236}">
                <a16:creationId xmlns:a16="http://schemas.microsoft.com/office/drawing/2014/main" id="{3D5AF399-3E6D-4A34-4D95-0087FDF7608B}"/>
              </a:ext>
            </a:extLst>
          </p:cNvPr>
          <p:cNvSpPr>
            <a:spLocks noGrp="1"/>
          </p:cNvSpPr>
          <p:nvPr/>
        </p:nvSpPr>
        <p:spPr>
          <a:xfrm rot="10800000">
            <a:off x="1123660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6" name="Circle">
            <a:extLst>
              <a:ext uri="{FF2B5EF4-FFF2-40B4-BE49-F238E27FC236}">
                <a16:creationId xmlns:a16="http://schemas.microsoft.com/office/drawing/2014/main" id="{75DE047D-F0D4-55EA-C644-B47D05621CCD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6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7" name="Circle">
            <a:extLst>
              <a:ext uri="{FF2B5EF4-FFF2-40B4-BE49-F238E27FC236}">
                <a16:creationId xmlns:a16="http://schemas.microsoft.com/office/drawing/2014/main" id="{2334E3F0-82BC-D1DA-800C-12DA8264809B}"/>
              </a:ext>
            </a:extLst>
          </p:cNvPr>
          <p:cNvSpPr>
            <a:spLocks noGrp="1"/>
          </p:cNvSpPr>
          <p:nvPr/>
        </p:nvSpPr>
        <p:spPr>
          <a:xfrm flipH="1">
            <a:off x="11236605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8" name="Circle">
            <a:extLst>
              <a:ext uri="{FF2B5EF4-FFF2-40B4-BE49-F238E27FC236}">
                <a16:creationId xmlns:a16="http://schemas.microsoft.com/office/drawing/2014/main" id="{817C4137-981D-663F-FB8C-84CE33F5DD14}"/>
              </a:ext>
            </a:extLst>
          </p:cNvPr>
          <p:cNvSpPr>
            <a:spLocks noGrp="1"/>
          </p:cNvSpPr>
          <p:nvPr/>
        </p:nvSpPr>
        <p:spPr>
          <a:xfrm rot="10800000">
            <a:off x="10471636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9" name="Circle">
            <a:extLst>
              <a:ext uri="{FF2B5EF4-FFF2-40B4-BE49-F238E27FC236}">
                <a16:creationId xmlns:a16="http://schemas.microsoft.com/office/drawing/2014/main" id="{6C2935EE-BD27-381A-1E37-A2D7293EFFEC}"/>
              </a:ext>
            </a:extLst>
          </p:cNvPr>
          <p:cNvSpPr>
            <a:spLocks noGrp="1"/>
          </p:cNvSpPr>
          <p:nvPr/>
        </p:nvSpPr>
        <p:spPr>
          <a:xfrm rot="10800000">
            <a:off x="11236605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0" name="Rounded Rectangle">
            <a:extLst>
              <a:ext uri="{FF2B5EF4-FFF2-40B4-BE49-F238E27FC236}">
                <a16:creationId xmlns:a16="http://schemas.microsoft.com/office/drawing/2014/main" id="{1531ECFC-D296-645B-8D92-F13E18D315C1}"/>
              </a:ext>
            </a:extLst>
          </p:cNvPr>
          <p:cNvSpPr>
            <a:spLocks noGrp="1"/>
          </p:cNvSpPr>
          <p:nvPr/>
        </p:nvSpPr>
        <p:spPr>
          <a:xfrm>
            <a:off x="14163870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1" name="Circle">
            <a:extLst>
              <a:ext uri="{FF2B5EF4-FFF2-40B4-BE49-F238E27FC236}">
                <a16:creationId xmlns:a16="http://schemas.microsoft.com/office/drawing/2014/main" id="{E7540F5B-8834-C613-23BD-7F02846D82C7}"/>
              </a:ext>
            </a:extLst>
          </p:cNvPr>
          <p:cNvSpPr>
            <a:spLocks noGrp="1"/>
          </p:cNvSpPr>
          <p:nvPr/>
        </p:nvSpPr>
        <p:spPr>
          <a:xfrm>
            <a:off x="14263598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2" name="Circle">
            <a:extLst>
              <a:ext uri="{FF2B5EF4-FFF2-40B4-BE49-F238E27FC236}">
                <a16:creationId xmlns:a16="http://schemas.microsoft.com/office/drawing/2014/main" id="{927F2F9B-B341-CBEA-6CA6-D5C54508A57F}"/>
              </a:ext>
            </a:extLst>
          </p:cNvPr>
          <p:cNvSpPr>
            <a:spLocks noGrp="1"/>
          </p:cNvSpPr>
          <p:nvPr/>
        </p:nvSpPr>
        <p:spPr>
          <a:xfrm rot="10800000">
            <a:off x="15028566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3" name="Rounded Rectangle">
            <a:extLst>
              <a:ext uri="{FF2B5EF4-FFF2-40B4-BE49-F238E27FC236}">
                <a16:creationId xmlns:a16="http://schemas.microsoft.com/office/drawing/2014/main" id="{D477E807-3EF8-C271-3899-B19ACEB4461B}"/>
              </a:ext>
            </a:extLst>
          </p:cNvPr>
          <p:cNvSpPr>
            <a:spLocks noGrp="1"/>
          </p:cNvSpPr>
          <p:nvPr/>
        </p:nvSpPr>
        <p:spPr>
          <a:xfrm>
            <a:off x="14163870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4" name="Circle">
            <a:extLst>
              <a:ext uri="{FF2B5EF4-FFF2-40B4-BE49-F238E27FC236}">
                <a16:creationId xmlns:a16="http://schemas.microsoft.com/office/drawing/2014/main" id="{8DCC36E9-FEEC-629D-E9E2-A5B15092021C}"/>
              </a:ext>
            </a:extLst>
          </p:cNvPr>
          <p:cNvSpPr>
            <a:spLocks noGrp="1"/>
          </p:cNvSpPr>
          <p:nvPr/>
        </p:nvSpPr>
        <p:spPr>
          <a:xfrm>
            <a:off x="14263598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5" name="Circle">
            <a:extLst>
              <a:ext uri="{FF2B5EF4-FFF2-40B4-BE49-F238E27FC236}">
                <a16:creationId xmlns:a16="http://schemas.microsoft.com/office/drawing/2014/main" id="{64B2D635-94C1-F70B-FD03-F37BE89A6B9E}"/>
              </a:ext>
            </a:extLst>
          </p:cNvPr>
          <p:cNvSpPr>
            <a:spLocks noGrp="1"/>
          </p:cNvSpPr>
          <p:nvPr/>
        </p:nvSpPr>
        <p:spPr>
          <a:xfrm rot="10800000">
            <a:off x="15028568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6" name="Circle">
            <a:extLst>
              <a:ext uri="{FF2B5EF4-FFF2-40B4-BE49-F238E27FC236}">
                <a16:creationId xmlns:a16="http://schemas.microsoft.com/office/drawing/2014/main" id="{C06D12DD-4FD4-3503-AA54-34BF015E61B8}"/>
              </a:ext>
            </a:extLst>
          </p:cNvPr>
          <p:cNvSpPr>
            <a:spLocks noGrp="1"/>
          </p:cNvSpPr>
          <p:nvPr/>
        </p:nvSpPr>
        <p:spPr>
          <a:xfrm rot="10800000">
            <a:off x="14646083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7" name="Rounded Rectangle">
            <a:extLst>
              <a:ext uri="{FF2B5EF4-FFF2-40B4-BE49-F238E27FC236}">
                <a16:creationId xmlns:a16="http://schemas.microsoft.com/office/drawing/2014/main" id="{F8F20048-0D04-5456-3D01-B9533EDA1F7B}"/>
              </a:ext>
            </a:extLst>
          </p:cNvPr>
          <p:cNvSpPr>
            <a:spLocks noGrp="1"/>
          </p:cNvSpPr>
          <p:nvPr/>
        </p:nvSpPr>
        <p:spPr>
          <a:xfrm>
            <a:off x="14163870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8" name="Circle">
            <a:extLst>
              <a:ext uri="{FF2B5EF4-FFF2-40B4-BE49-F238E27FC236}">
                <a16:creationId xmlns:a16="http://schemas.microsoft.com/office/drawing/2014/main" id="{DEC1CBF4-ABD3-A57E-EBD7-6504801F61FB}"/>
              </a:ext>
            </a:extLst>
          </p:cNvPr>
          <p:cNvSpPr>
            <a:spLocks noGrp="1"/>
          </p:cNvSpPr>
          <p:nvPr/>
        </p:nvSpPr>
        <p:spPr>
          <a:xfrm>
            <a:off x="14263598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9" name="Circle">
            <a:extLst>
              <a:ext uri="{FF2B5EF4-FFF2-40B4-BE49-F238E27FC236}">
                <a16:creationId xmlns:a16="http://schemas.microsoft.com/office/drawing/2014/main" id="{E5D6D989-1F1B-01A4-B226-1A949E7651DB}"/>
              </a:ext>
            </a:extLst>
          </p:cNvPr>
          <p:cNvSpPr>
            <a:spLocks noGrp="1"/>
          </p:cNvSpPr>
          <p:nvPr/>
        </p:nvSpPr>
        <p:spPr>
          <a:xfrm rot="10800000">
            <a:off x="15028568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0" name="Circle">
            <a:extLst>
              <a:ext uri="{FF2B5EF4-FFF2-40B4-BE49-F238E27FC236}">
                <a16:creationId xmlns:a16="http://schemas.microsoft.com/office/drawing/2014/main" id="{268A9BA9-C4F8-4FD8-CE4E-9CCBC4B47065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8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1" name="Circle">
            <a:extLst>
              <a:ext uri="{FF2B5EF4-FFF2-40B4-BE49-F238E27FC236}">
                <a16:creationId xmlns:a16="http://schemas.microsoft.com/office/drawing/2014/main" id="{6FF68B1D-749D-5E5B-5351-D96A613D85B8}"/>
              </a:ext>
            </a:extLst>
          </p:cNvPr>
          <p:cNvSpPr>
            <a:spLocks noGrp="1"/>
          </p:cNvSpPr>
          <p:nvPr/>
        </p:nvSpPr>
        <p:spPr>
          <a:xfrm flipH="1">
            <a:off x="15028568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2" name="Rounded Rectangle">
            <a:extLst>
              <a:ext uri="{FF2B5EF4-FFF2-40B4-BE49-F238E27FC236}">
                <a16:creationId xmlns:a16="http://schemas.microsoft.com/office/drawing/2014/main" id="{36289A7A-2CBC-A775-CE11-CD96825AF568}"/>
              </a:ext>
            </a:extLst>
          </p:cNvPr>
          <p:cNvSpPr>
            <a:spLocks noGrp="1"/>
          </p:cNvSpPr>
          <p:nvPr/>
        </p:nvSpPr>
        <p:spPr>
          <a:xfrm>
            <a:off x="14163870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3" name="Circle">
            <a:extLst>
              <a:ext uri="{FF2B5EF4-FFF2-40B4-BE49-F238E27FC236}">
                <a16:creationId xmlns:a16="http://schemas.microsoft.com/office/drawing/2014/main" id="{B97F6A45-F169-BA5B-C6FE-2FD0431A3F52}"/>
              </a:ext>
            </a:extLst>
          </p:cNvPr>
          <p:cNvSpPr>
            <a:spLocks noGrp="1"/>
          </p:cNvSpPr>
          <p:nvPr/>
        </p:nvSpPr>
        <p:spPr>
          <a:xfrm>
            <a:off x="14263598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4" name="Circle">
            <a:extLst>
              <a:ext uri="{FF2B5EF4-FFF2-40B4-BE49-F238E27FC236}">
                <a16:creationId xmlns:a16="http://schemas.microsoft.com/office/drawing/2014/main" id="{F4EF137B-643F-645A-8188-627B19A75597}"/>
              </a:ext>
            </a:extLst>
          </p:cNvPr>
          <p:cNvSpPr>
            <a:spLocks noGrp="1"/>
          </p:cNvSpPr>
          <p:nvPr/>
        </p:nvSpPr>
        <p:spPr>
          <a:xfrm rot="10800000">
            <a:off x="15028568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5" name="Circle">
            <a:extLst>
              <a:ext uri="{FF2B5EF4-FFF2-40B4-BE49-F238E27FC236}">
                <a16:creationId xmlns:a16="http://schemas.microsoft.com/office/drawing/2014/main" id="{C6C0DA77-39A7-E5B5-1620-35DBC539402C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8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6" name="Circle">
            <a:extLst>
              <a:ext uri="{FF2B5EF4-FFF2-40B4-BE49-F238E27FC236}">
                <a16:creationId xmlns:a16="http://schemas.microsoft.com/office/drawing/2014/main" id="{D41CB026-EA24-E8C8-2695-9C177F7DF6BB}"/>
              </a:ext>
            </a:extLst>
          </p:cNvPr>
          <p:cNvSpPr>
            <a:spLocks noGrp="1"/>
          </p:cNvSpPr>
          <p:nvPr/>
        </p:nvSpPr>
        <p:spPr>
          <a:xfrm flipH="1">
            <a:off x="15028568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7" name="Circle">
            <a:extLst>
              <a:ext uri="{FF2B5EF4-FFF2-40B4-BE49-F238E27FC236}">
                <a16:creationId xmlns:a16="http://schemas.microsoft.com/office/drawing/2014/main" id="{AC3C0CBC-09D3-8746-9E91-D3119CD0A31A}"/>
              </a:ext>
            </a:extLst>
          </p:cNvPr>
          <p:cNvSpPr>
            <a:spLocks noGrp="1"/>
          </p:cNvSpPr>
          <p:nvPr/>
        </p:nvSpPr>
        <p:spPr>
          <a:xfrm rot="10800000">
            <a:off x="14646083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8" name="Rounded Rectangle">
            <a:extLst>
              <a:ext uri="{FF2B5EF4-FFF2-40B4-BE49-F238E27FC236}">
                <a16:creationId xmlns:a16="http://schemas.microsoft.com/office/drawing/2014/main" id="{EAB6448A-860B-35BB-EAB2-172B96B11D34}"/>
              </a:ext>
            </a:extLst>
          </p:cNvPr>
          <p:cNvSpPr>
            <a:spLocks noGrp="1"/>
          </p:cNvSpPr>
          <p:nvPr/>
        </p:nvSpPr>
        <p:spPr>
          <a:xfrm>
            <a:off x="14163870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9" name="Circle">
            <a:extLst>
              <a:ext uri="{FF2B5EF4-FFF2-40B4-BE49-F238E27FC236}">
                <a16:creationId xmlns:a16="http://schemas.microsoft.com/office/drawing/2014/main" id="{E4AD6220-310A-5E20-DB36-72058E856825}"/>
              </a:ext>
            </a:extLst>
          </p:cNvPr>
          <p:cNvSpPr>
            <a:spLocks noGrp="1"/>
          </p:cNvSpPr>
          <p:nvPr/>
        </p:nvSpPr>
        <p:spPr>
          <a:xfrm>
            <a:off x="14263598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0" name="Circle">
            <a:extLst>
              <a:ext uri="{FF2B5EF4-FFF2-40B4-BE49-F238E27FC236}">
                <a16:creationId xmlns:a16="http://schemas.microsoft.com/office/drawing/2014/main" id="{18E16F91-449D-86B1-6342-69C1C650B9F0}"/>
              </a:ext>
            </a:extLst>
          </p:cNvPr>
          <p:cNvSpPr>
            <a:spLocks noGrp="1"/>
          </p:cNvSpPr>
          <p:nvPr/>
        </p:nvSpPr>
        <p:spPr>
          <a:xfrm rot="10800000">
            <a:off x="1502856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1" name="Circle">
            <a:extLst>
              <a:ext uri="{FF2B5EF4-FFF2-40B4-BE49-F238E27FC236}">
                <a16:creationId xmlns:a16="http://schemas.microsoft.com/office/drawing/2014/main" id="{EA4EE1F7-7BD9-16E9-D2F6-156B6C1F36D9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2" name="Circle">
            <a:extLst>
              <a:ext uri="{FF2B5EF4-FFF2-40B4-BE49-F238E27FC236}">
                <a16:creationId xmlns:a16="http://schemas.microsoft.com/office/drawing/2014/main" id="{2A2DB0EC-CE0D-C6EF-058F-BC057648E6F5}"/>
              </a:ext>
            </a:extLst>
          </p:cNvPr>
          <p:cNvSpPr>
            <a:spLocks noGrp="1"/>
          </p:cNvSpPr>
          <p:nvPr/>
        </p:nvSpPr>
        <p:spPr>
          <a:xfrm flipH="1">
            <a:off x="15028568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3" name="Circle">
            <a:extLst>
              <a:ext uri="{FF2B5EF4-FFF2-40B4-BE49-F238E27FC236}">
                <a16:creationId xmlns:a16="http://schemas.microsoft.com/office/drawing/2014/main" id="{1660DE28-44D7-CDBF-F405-21140260FD69}"/>
              </a:ext>
            </a:extLst>
          </p:cNvPr>
          <p:cNvSpPr>
            <a:spLocks noGrp="1"/>
          </p:cNvSpPr>
          <p:nvPr/>
        </p:nvSpPr>
        <p:spPr>
          <a:xfrm rot="10800000">
            <a:off x="1426359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4" name="Circle">
            <a:extLst>
              <a:ext uri="{FF2B5EF4-FFF2-40B4-BE49-F238E27FC236}">
                <a16:creationId xmlns:a16="http://schemas.microsoft.com/office/drawing/2014/main" id="{1A4071DA-9F8F-FDD2-16C7-59342FBF4F46}"/>
              </a:ext>
            </a:extLst>
          </p:cNvPr>
          <p:cNvSpPr>
            <a:spLocks noGrp="1"/>
          </p:cNvSpPr>
          <p:nvPr/>
        </p:nvSpPr>
        <p:spPr>
          <a:xfrm rot="10800000">
            <a:off x="1502856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5" name="Rounded Rectangle">
            <a:extLst>
              <a:ext uri="{FF2B5EF4-FFF2-40B4-BE49-F238E27FC236}">
                <a16:creationId xmlns:a16="http://schemas.microsoft.com/office/drawing/2014/main" id="{871E3694-9C2C-B5CD-18EF-3D7D426ABE8A}"/>
              </a:ext>
            </a:extLst>
          </p:cNvPr>
          <p:cNvSpPr>
            <a:spLocks noGrp="1"/>
          </p:cNvSpPr>
          <p:nvPr/>
        </p:nvSpPr>
        <p:spPr>
          <a:xfrm>
            <a:off x="17955834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6" name="Circle">
            <a:extLst>
              <a:ext uri="{FF2B5EF4-FFF2-40B4-BE49-F238E27FC236}">
                <a16:creationId xmlns:a16="http://schemas.microsoft.com/office/drawing/2014/main" id="{03F79386-4681-8299-B1E2-EA2E76464B72}"/>
              </a:ext>
            </a:extLst>
          </p:cNvPr>
          <p:cNvSpPr>
            <a:spLocks noGrp="1"/>
          </p:cNvSpPr>
          <p:nvPr/>
        </p:nvSpPr>
        <p:spPr>
          <a:xfrm>
            <a:off x="1805556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7" name="Circle">
            <a:extLst>
              <a:ext uri="{FF2B5EF4-FFF2-40B4-BE49-F238E27FC236}">
                <a16:creationId xmlns:a16="http://schemas.microsoft.com/office/drawing/2014/main" id="{F9E5FCCB-2592-334A-A2CE-C1374F07CD8F}"/>
              </a:ext>
            </a:extLst>
          </p:cNvPr>
          <p:cNvSpPr>
            <a:spLocks noGrp="1"/>
          </p:cNvSpPr>
          <p:nvPr/>
        </p:nvSpPr>
        <p:spPr>
          <a:xfrm rot="10800000">
            <a:off x="18820530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8" name="Rounded Rectangle">
            <a:extLst>
              <a:ext uri="{FF2B5EF4-FFF2-40B4-BE49-F238E27FC236}">
                <a16:creationId xmlns:a16="http://schemas.microsoft.com/office/drawing/2014/main" id="{5220191A-FB2D-F9B1-F68D-7BFA4C680AC7}"/>
              </a:ext>
            </a:extLst>
          </p:cNvPr>
          <p:cNvSpPr>
            <a:spLocks noGrp="1"/>
          </p:cNvSpPr>
          <p:nvPr/>
        </p:nvSpPr>
        <p:spPr>
          <a:xfrm>
            <a:off x="17955834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9" name="Circle">
            <a:extLst>
              <a:ext uri="{FF2B5EF4-FFF2-40B4-BE49-F238E27FC236}">
                <a16:creationId xmlns:a16="http://schemas.microsoft.com/office/drawing/2014/main" id="{E8B9DF22-3167-01E0-1616-1736456942D3}"/>
              </a:ext>
            </a:extLst>
          </p:cNvPr>
          <p:cNvSpPr>
            <a:spLocks noGrp="1"/>
          </p:cNvSpPr>
          <p:nvPr/>
        </p:nvSpPr>
        <p:spPr>
          <a:xfrm>
            <a:off x="1805556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0" name="Circle">
            <a:extLst>
              <a:ext uri="{FF2B5EF4-FFF2-40B4-BE49-F238E27FC236}">
                <a16:creationId xmlns:a16="http://schemas.microsoft.com/office/drawing/2014/main" id="{CF9EC832-447B-1F9C-D0C5-584EC76DA167}"/>
              </a:ext>
            </a:extLst>
          </p:cNvPr>
          <p:cNvSpPr>
            <a:spLocks noGrp="1"/>
          </p:cNvSpPr>
          <p:nvPr/>
        </p:nvSpPr>
        <p:spPr>
          <a:xfrm rot="10800000">
            <a:off x="18820532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1" name="Circle">
            <a:extLst>
              <a:ext uri="{FF2B5EF4-FFF2-40B4-BE49-F238E27FC236}">
                <a16:creationId xmlns:a16="http://schemas.microsoft.com/office/drawing/2014/main" id="{DC0E8C7B-3E31-BF9E-0C2D-A07D22938EED}"/>
              </a:ext>
            </a:extLst>
          </p:cNvPr>
          <p:cNvSpPr>
            <a:spLocks noGrp="1"/>
          </p:cNvSpPr>
          <p:nvPr/>
        </p:nvSpPr>
        <p:spPr>
          <a:xfrm rot="10800000">
            <a:off x="18438047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2" name="Rounded Rectangle">
            <a:extLst>
              <a:ext uri="{FF2B5EF4-FFF2-40B4-BE49-F238E27FC236}">
                <a16:creationId xmlns:a16="http://schemas.microsoft.com/office/drawing/2014/main" id="{EC0D7220-D34C-DE40-F23A-822E954B1BFC}"/>
              </a:ext>
            </a:extLst>
          </p:cNvPr>
          <p:cNvSpPr>
            <a:spLocks noGrp="1"/>
          </p:cNvSpPr>
          <p:nvPr/>
        </p:nvSpPr>
        <p:spPr>
          <a:xfrm>
            <a:off x="17955834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3" name="Circle">
            <a:extLst>
              <a:ext uri="{FF2B5EF4-FFF2-40B4-BE49-F238E27FC236}">
                <a16:creationId xmlns:a16="http://schemas.microsoft.com/office/drawing/2014/main" id="{C9CCE08C-79A5-8AC4-28CD-EEF25DF62383}"/>
              </a:ext>
            </a:extLst>
          </p:cNvPr>
          <p:cNvSpPr>
            <a:spLocks noGrp="1"/>
          </p:cNvSpPr>
          <p:nvPr/>
        </p:nvSpPr>
        <p:spPr>
          <a:xfrm>
            <a:off x="1805556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4" name="Circle">
            <a:extLst>
              <a:ext uri="{FF2B5EF4-FFF2-40B4-BE49-F238E27FC236}">
                <a16:creationId xmlns:a16="http://schemas.microsoft.com/office/drawing/2014/main" id="{CB004C99-DEC5-DC13-6884-D8EE00E3D54B}"/>
              </a:ext>
            </a:extLst>
          </p:cNvPr>
          <p:cNvSpPr>
            <a:spLocks noGrp="1"/>
          </p:cNvSpPr>
          <p:nvPr/>
        </p:nvSpPr>
        <p:spPr>
          <a:xfrm rot="10800000">
            <a:off x="18820532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5" name="Circle">
            <a:extLst>
              <a:ext uri="{FF2B5EF4-FFF2-40B4-BE49-F238E27FC236}">
                <a16:creationId xmlns:a16="http://schemas.microsoft.com/office/drawing/2014/main" id="{F1CFAAD7-4CC8-4938-BF5F-857339571741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2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6" name="Circle">
            <a:extLst>
              <a:ext uri="{FF2B5EF4-FFF2-40B4-BE49-F238E27FC236}">
                <a16:creationId xmlns:a16="http://schemas.microsoft.com/office/drawing/2014/main" id="{9012E95C-E543-665A-1BAF-B484AA62C740}"/>
              </a:ext>
            </a:extLst>
          </p:cNvPr>
          <p:cNvSpPr>
            <a:spLocks noGrp="1"/>
          </p:cNvSpPr>
          <p:nvPr/>
        </p:nvSpPr>
        <p:spPr>
          <a:xfrm flipH="1">
            <a:off x="1882053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7" name="Rounded Rectangle">
            <a:extLst>
              <a:ext uri="{FF2B5EF4-FFF2-40B4-BE49-F238E27FC236}">
                <a16:creationId xmlns:a16="http://schemas.microsoft.com/office/drawing/2014/main" id="{A4BE4C4E-7A75-8EB8-85DA-BD199FCE5D09}"/>
              </a:ext>
            </a:extLst>
          </p:cNvPr>
          <p:cNvSpPr>
            <a:spLocks noGrp="1"/>
          </p:cNvSpPr>
          <p:nvPr/>
        </p:nvSpPr>
        <p:spPr>
          <a:xfrm>
            <a:off x="17955834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8" name="Circle">
            <a:extLst>
              <a:ext uri="{FF2B5EF4-FFF2-40B4-BE49-F238E27FC236}">
                <a16:creationId xmlns:a16="http://schemas.microsoft.com/office/drawing/2014/main" id="{83CD52B0-94F5-3724-F375-F35F179EDA3B}"/>
              </a:ext>
            </a:extLst>
          </p:cNvPr>
          <p:cNvSpPr>
            <a:spLocks noGrp="1"/>
          </p:cNvSpPr>
          <p:nvPr/>
        </p:nvSpPr>
        <p:spPr>
          <a:xfrm>
            <a:off x="18055562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9" name="Circle">
            <a:extLst>
              <a:ext uri="{FF2B5EF4-FFF2-40B4-BE49-F238E27FC236}">
                <a16:creationId xmlns:a16="http://schemas.microsoft.com/office/drawing/2014/main" id="{AF180650-D989-7139-2FD1-7B22A81647B5}"/>
              </a:ext>
            </a:extLst>
          </p:cNvPr>
          <p:cNvSpPr>
            <a:spLocks noGrp="1"/>
          </p:cNvSpPr>
          <p:nvPr/>
        </p:nvSpPr>
        <p:spPr>
          <a:xfrm rot="10800000">
            <a:off x="18820532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0" name="Circle">
            <a:extLst>
              <a:ext uri="{FF2B5EF4-FFF2-40B4-BE49-F238E27FC236}">
                <a16:creationId xmlns:a16="http://schemas.microsoft.com/office/drawing/2014/main" id="{06314530-1A5F-7456-E8C3-08A71592ACF7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2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1" name="Circle">
            <a:extLst>
              <a:ext uri="{FF2B5EF4-FFF2-40B4-BE49-F238E27FC236}">
                <a16:creationId xmlns:a16="http://schemas.microsoft.com/office/drawing/2014/main" id="{1A2F797E-079D-91CF-FE53-3C556FEDC4B1}"/>
              </a:ext>
            </a:extLst>
          </p:cNvPr>
          <p:cNvSpPr>
            <a:spLocks noGrp="1"/>
          </p:cNvSpPr>
          <p:nvPr/>
        </p:nvSpPr>
        <p:spPr>
          <a:xfrm flipH="1">
            <a:off x="1882053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2" name="Circle">
            <a:extLst>
              <a:ext uri="{FF2B5EF4-FFF2-40B4-BE49-F238E27FC236}">
                <a16:creationId xmlns:a16="http://schemas.microsoft.com/office/drawing/2014/main" id="{C5B3AF9E-A06C-612D-E29A-C82E179F799D}"/>
              </a:ext>
            </a:extLst>
          </p:cNvPr>
          <p:cNvSpPr>
            <a:spLocks noGrp="1"/>
          </p:cNvSpPr>
          <p:nvPr/>
        </p:nvSpPr>
        <p:spPr>
          <a:xfrm rot="10800000">
            <a:off x="18438047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3" name="Rounded Rectangle">
            <a:extLst>
              <a:ext uri="{FF2B5EF4-FFF2-40B4-BE49-F238E27FC236}">
                <a16:creationId xmlns:a16="http://schemas.microsoft.com/office/drawing/2014/main" id="{7DD98894-4534-E5C2-A02F-61950612677C}"/>
              </a:ext>
            </a:extLst>
          </p:cNvPr>
          <p:cNvSpPr>
            <a:spLocks noGrp="1"/>
          </p:cNvSpPr>
          <p:nvPr/>
        </p:nvSpPr>
        <p:spPr>
          <a:xfrm>
            <a:off x="17955834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4" name="Circle">
            <a:extLst>
              <a:ext uri="{FF2B5EF4-FFF2-40B4-BE49-F238E27FC236}">
                <a16:creationId xmlns:a16="http://schemas.microsoft.com/office/drawing/2014/main" id="{559F08D6-A488-0126-9E3C-95C0BFED0E95}"/>
              </a:ext>
            </a:extLst>
          </p:cNvPr>
          <p:cNvSpPr>
            <a:spLocks noGrp="1"/>
          </p:cNvSpPr>
          <p:nvPr/>
        </p:nvSpPr>
        <p:spPr>
          <a:xfrm>
            <a:off x="18055562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5" name="Circle">
            <a:extLst>
              <a:ext uri="{FF2B5EF4-FFF2-40B4-BE49-F238E27FC236}">
                <a16:creationId xmlns:a16="http://schemas.microsoft.com/office/drawing/2014/main" id="{0680E33B-8723-82DB-3702-8BFAF47CF0D0}"/>
              </a:ext>
            </a:extLst>
          </p:cNvPr>
          <p:cNvSpPr>
            <a:spLocks noGrp="1"/>
          </p:cNvSpPr>
          <p:nvPr/>
        </p:nvSpPr>
        <p:spPr>
          <a:xfrm rot="10800000">
            <a:off x="1882053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6" name="Circle">
            <a:extLst>
              <a:ext uri="{FF2B5EF4-FFF2-40B4-BE49-F238E27FC236}">
                <a16:creationId xmlns:a16="http://schemas.microsoft.com/office/drawing/2014/main" id="{95AACFC9-E315-2EC2-91F1-405413689D6C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7" name="Circle">
            <a:extLst>
              <a:ext uri="{FF2B5EF4-FFF2-40B4-BE49-F238E27FC236}">
                <a16:creationId xmlns:a16="http://schemas.microsoft.com/office/drawing/2014/main" id="{EEB1A429-111D-1201-9C5C-C57790393A29}"/>
              </a:ext>
            </a:extLst>
          </p:cNvPr>
          <p:cNvSpPr>
            <a:spLocks noGrp="1"/>
          </p:cNvSpPr>
          <p:nvPr/>
        </p:nvSpPr>
        <p:spPr>
          <a:xfrm flipH="1">
            <a:off x="18820532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8" name="Circle">
            <a:extLst>
              <a:ext uri="{FF2B5EF4-FFF2-40B4-BE49-F238E27FC236}">
                <a16:creationId xmlns:a16="http://schemas.microsoft.com/office/drawing/2014/main" id="{A9DEAD93-77A4-11C5-05BD-3F9AC7EC056D}"/>
              </a:ext>
            </a:extLst>
          </p:cNvPr>
          <p:cNvSpPr>
            <a:spLocks noGrp="1"/>
          </p:cNvSpPr>
          <p:nvPr/>
        </p:nvSpPr>
        <p:spPr>
          <a:xfrm rot="10800000">
            <a:off x="1805556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9" name="Circle">
            <a:extLst>
              <a:ext uri="{FF2B5EF4-FFF2-40B4-BE49-F238E27FC236}">
                <a16:creationId xmlns:a16="http://schemas.microsoft.com/office/drawing/2014/main" id="{116A9CCF-2E43-C524-254D-944D05D3AA87}"/>
              </a:ext>
            </a:extLst>
          </p:cNvPr>
          <p:cNvSpPr>
            <a:spLocks noGrp="1"/>
          </p:cNvSpPr>
          <p:nvPr/>
        </p:nvSpPr>
        <p:spPr>
          <a:xfrm rot="10800000">
            <a:off x="1882053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1" name="Rounded Rectangle">
            <a:extLst>
              <a:ext uri="{FF2B5EF4-FFF2-40B4-BE49-F238E27FC236}">
                <a16:creationId xmlns:a16="http://schemas.microsoft.com/office/drawing/2014/main" id="{58677CC5-9D40-58BC-FBD2-27A9EF095940}"/>
              </a:ext>
            </a:extLst>
          </p:cNvPr>
          <p:cNvSpPr>
            <a:spLocks noGrp="1"/>
          </p:cNvSpPr>
          <p:nvPr/>
        </p:nvSpPr>
        <p:spPr>
          <a:xfrm>
            <a:off x="20326016" y="1237658"/>
            <a:ext cx="1270000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2" name="Circle">
            <a:extLst>
              <a:ext uri="{FF2B5EF4-FFF2-40B4-BE49-F238E27FC236}">
                <a16:creationId xmlns:a16="http://schemas.microsoft.com/office/drawing/2014/main" id="{5F2D35BD-24CE-E539-F19F-63846956B213}"/>
              </a:ext>
            </a:extLst>
          </p:cNvPr>
          <p:cNvSpPr>
            <a:spLocks noGrp="1"/>
          </p:cNvSpPr>
          <p:nvPr/>
        </p:nvSpPr>
        <p:spPr>
          <a:xfrm>
            <a:off x="20425743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3" name="Circle">
            <a:extLst>
              <a:ext uri="{FF2B5EF4-FFF2-40B4-BE49-F238E27FC236}">
                <a16:creationId xmlns:a16="http://schemas.microsoft.com/office/drawing/2014/main" id="{416A8AF4-8E9A-4C00-FAEB-C7978CDCD3E7}"/>
              </a:ext>
            </a:extLst>
          </p:cNvPr>
          <p:cNvSpPr>
            <a:spLocks noGrp="1"/>
          </p:cNvSpPr>
          <p:nvPr/>
        </p:nvSpPr>
        <p:spPr>
          <a:xfrm rot="10800000">
            <a:off x="21190713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4" name="Circle">
            <a:extLst>
              <a:ext uri="{FF2B5EF4-FFF2-40B4-BE49-F238E27FC236}">
                <a16:creationId xmlns:a16="http://schemas.microsoft.com/office/drawing/2014/main" id="{2CEBA31D-3AB8-D452-AF5A-4CE3C0843698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3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5" name="Circle">
            <a:extLst>
              <a:ext uri="{FF2B5EF4-FFF2-40B4-BE49-F238E27FC236}">
                <a16:creationId xmlns:a16="http://schemas.microsoft.com/office/drawing/2014/main" id="{7ED85AE3-4A90-585E-B682-71FC6B837DD2}"/>
              </a:ext>
            </a:extLst>
          </p:cNvPr>
          <p:cNvSpPr>
            <a:spLocks noGrp="1"/>
          </p:cNvSpPr>
          <p:nvPr/>
        </p:nvSpPr>
        <p:spPr>
          <a:xfrm flipH="1">
            <a:off x="21190713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6" name="Circle">
            <a:extLst>
              <a:ext uri="{FF2B5EF4-FFF2-40B4-BE49-F238E27FC236}">
                <a16:creationId xmlns:a16="http://schemas.microsoft.com/office/drawing/2014/main" id="{ABAA1981-41AD-1671-B2A2-A2D2887BB740}"/>
              </a:ext>
            </a:extLst>
          </p:cNvPr>
          <p:cNvSpPr>
            <a:spLocks noGrp="1"/>
          </p:cNvSpPr>
          <p:nvPr/>
        </p:nvSpPr>
        <p:spPr>
          <a:xfrm rot="10800000">
            <a:off x="20425743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7" name="Circle">
            <a:extLst>
              <a:ext uri="{FF2B5EF4-FFF2-40B4-BE49-F238E27FC236}">
                <a16:creationId xmlns:a16="http://schemas.microsoft.com/office/drawing/2014/main" id="{21A10F5C-2EE9-7C5C-A9F8-2003BB6CD1FE}"/>
              </a:ext>
            </a:extLst>
          </p:cNvPr>
          <p:cNvSpPr>
            <a:spLocks noGrp="1"/>
          </p:cNvSpPr>
          <p:nvPr/>
        </p:nvSpPr>
        <p:spPr>
          <a:xfrm rot="10800000">
            <a:off x="21190713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8" name="Rounded Rectangle">
            <a:extLst>
              <a:ext uri="{FF2B5EF4-FFF2-40B4-BE49-F238E27FC236}">
                <a16:creationId xmlns:a16="http://schemas.microsoft.com/office/drawing/2014/main" id="{8FA20D84-537B-A904-02FD-36E9B6FFCE33}"/>
              </a:ext>
            </a:extLst>
          </p:cNvPr>
          <p:cNvSpPr>
            <a:spLocks noGrp="1"/>
          </p:cNvSpPr>
          <p:nvPr/>
        </p:nvSpPr>
        <p:spPr>
          <a:xfrm>
            <a:off x="20326017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9" name="Circle">
            <a:extLst>
              <a:ext uri="{FF2B5EF4-FFF2-40B4-BE49-F238E27FC236}">
                <a16:creationId xmlns:a16="http://schemas.microsoft.com/office/drawing/2014/main" id="{7538002C-3C1C-A639-6720-75AE72870056}"/>
              </a:ext>
            </a:extLst>
          </p:cNvPr>
          <p:cNvSpPr>
            <a:spLocks noGrp="1"/>
          </p:cNvSpPr>
          <p:nvPr/>
        </p:nvSpPr>
        <p:spPr>
          <a:xfrm>
            <a:off x="20425744" y="4090379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0" name="Circle">
            <a:extLst>
              <a:ext uri="{FF2B5EF4-FFF2-40B4-BE49-F238E27FC236}">
                <a16:creationId xmlns:a16="http://schemas.microsoft.com/office/drawing/2014/main" id="{6EA38386-C964-512D-491B-BC903C4FCFCD}"/>
              </a:ext>
            </a:extLst>
          </p:cNvPr>
          <p:cNvSpPr>
            <a:spLocks noGrp="1"/>
          </p:cNvSpPr>
          <p:nvPr/>
        </p:nvSpPr>
        <p:spPr>
          <a:xfrm rot="10800000">
            <a:off x="21190715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1" name="Circle">
            <a:extLst>
              <a:ext uri="{FF2B5EF4-FFF2-40B4-BE49-F238E27FC236}">
                <a16:creationId xmlns:a16="http://schemas.microsoft.com/office/drawing/2014/main" id="{B3F82D80-E986-29F5-C543-6280DBE8E382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4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2" name="Circle">
            <a:extLst>
              <a:ext uri="{FF2B5EF4-FFF2-40B4-BE49-F238E27FC236}">
                <a16:creationId xmlns:a16="http://schemas.microsoft.com/office/drawing/2014/main" id="{3736D9FB-4171-6443-85D9-5D96B5A2ED37}"/>
              </a:ext>
            </a:extLst>
          </p:cNvPr>
          <p:cNvSpPr>
            <a:spLocks noGrp="1"/>
          </p:cNvSpPr>
          <p:nvPr/>
        </p:nvSpPr>
        <p:spPr>
          <a:xfrm flipH="1">
            <a:off x="21190715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3" name="Circle">
            <a:extLst>
              <a:ext uri="{FF2B5EF4-FFF2-40B4-BE49-F238E27FC236}">
                <a16:creationId xmlns:a16="http://schemas.microsoft.com/office/drawing/2014/main" id="{F7DCB8B3-D11D-B297-CFFD-8C88805E2E06}"/>
              </a:ext>
            </a:extLst>
          </p:cNvPr>
          <p:cNvSpPr>
            <a:spLocks noGrp="1"/>
          </p:cNvSpPr>
          <p:nvPr/>
        </p:nvSpPr>
        <p:spPr>
          <a:xfrm rot="10800000">
            <a:off x="20425744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4" name="Circle">
            <a:extLst>
              <a:ext uri="{FF2B5EF4-FFF2-40B4-BE49-F238E27FC236}">
                <a16:creationId xmlns:a16="http://schemas.microsoft.com/office/drawing/2014/main" id="{1262EAD2-8296-F930-F049-153529D1EF32}"/>
              </a:ext>
            </a:extLst>
          </p:cNvPr>
          <p:cNvSpPr>
            <a:spLocks noGrp="1"/>
          </p:cNvSpPr>
          <p:nvPr/>
        </p:nvSpPr>
        <p:spPr>
          <a:xfrm rot="10800000">
            <a:off x="21190715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5" name="Rounded Rectangle">
            <a:extLst>
              <a:ext uri="{FF2B5EF4-FFF2-40B4-BE49-F238E27FC236}">
                <a16:creationId xmlns:a16="http://schemas.microsoft.com/office/drawing/2014/main" id="{FE951432-30FD-80A9-FFC9-83B9D9D0E8C3}"/>
              </a:ext>
            </a:extLst>
          </p:cNvPr>
          <p:cNvSpPr>
            <a:spLocks noGrp="1"/>
          </p:cNvSpPr>
          <p:nvPr/>
        </p:nvSpPr>
        <p:spPr>
          <a:xfrm>
            <a:off x="20326017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6" name="Circle">
            <a:extLst>
              <a:ext uri="{FF2B5EF4-FFF2-40B4-BE49-F238E27FC236}">
                <a16:creationId xmlns:a16="http://schemas.microsoft.com/office/drawing/2014/main" id="{3203F171-E288-ABD4-E0EC-84A66773EA76}"/>
              </a:ext>
            </a:extLst>
          </p:cNvPr>
          <p:cNvSpPr>
            <a:spLocks noGrp="1"/>
          </p:cNvSpPr>
          <p:nvPr/>
        </p:nvSpPr>
        <p:spPr>
          <a:xfrm>
            <a:off x="20425744" y="608451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7" name="Circle">
            <a:extLst>
              <a:ext uri="{FF2B5EF4-FFF2-40B4-BE49-F238E27FC236}">
                <a16:creationId xmlns:a16="http://schemas.microsoft.com/office/drawing/2014/main" id="{94FC7F0B-847A-1E63-BBBC-918DCF78895C}"/>
              </a:ext>
            </a:extLst>
          </p:cNvPr>
          <p:cNvSpPr>
            <a:spLocks noGrp="1"/>
          </p:cNvSpPr>
          <p:nvPr/>
        </p:nvSpPr>
        <p:spPr>
          <a:xfrm rot="10800000">
            <a:off x="2119071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8" name="Circle">
            <a:extLst>
              <a:ext uri="{FF2B5EF4-FFF2-40B4-BE49-F238E27FC236}">
                <a16:creationId xmlns:a16="http://schemas.microsoft.com/office/drawing/2014/main" id="{2DF46BC9-7361-F670-23BB-69E72B45D19D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4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9" name="Circle">
            <a:extLst>
              <a:ext uri="{FF2B5EF4-FFF2-40B4-BE49-F238E27FC236}">
                <a16:creationId xmlns:a16="http://schemas.microsoft.com/office/drawing/2014/main" id="{CDA9A772-E05C-7D35-85BB-8FA186C0C8D3}"/>
              </a:ext>
            </a:extLst>
          </p:cNvPr>
          <p:cNvSpPr>
            <a:spLocks noGrp="1"/>
          </p:cNvSpPr>
          <p:nvPr/>
        </p:nvSpPr>
        <p:spPr>
          <a:xfrm flipH="1">
            <a:off x="21190715" y="608451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0" name="Circle">
            <a:extLst>
              <a:ext uri="{FF2B5EF4-FFF2-40B4-BE49-F238E27FC236}">
                <a16:creationId xmlns:a16="http://schemas.microsoft.com/office/drawing/2014/main" id="{73738CF5-698E-5FED-A099-887081453040}"/>
              </a:ext>
            </a:extLst>
          </p:cNvPr>
          <p:cNvSpPr>
            <a:spLocks noGrp="1"/>
          </p:cNvSpPr>
          <p:nvPr/>
        </p:nvSpPr>
        <p:spPr>
          <a:xfrm rot="10800000">
            <a:off x="20425744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1" name="Circle">
            <a:extLst>
              <a:ext uri="{FF2B5EF4-FFF2-40B4-BE49-F238E27FC236}">
                <a16:creationId xmlns:a16="http://schemas.microsoft.com/office/drawing/2014/main" id="{5A0D8403-19BC-16E2-D377-C60542F480A4}"/>
              </a:ext>
            </a:extLst>
          </p:cNvPr>
          <p:cNvSpPr>
            <a:spLocks noGrp="1"/>
          </p:cNvSpPr>
          <p:nvPr/>
        </p:nvSpPr>
        <p:spPr>
          <a:xfrm rot="10800000">
            <a:off x="21190715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2" name="Rounded Rectangle">
            <a:extLst>
              <a:ext uri="{FF2B5EF4-FFF2-40B4-BE49-F238E27FC236}">
                <a16:creationId xmlns:a16="http://schemas.microsoft.com/office/drawing/2014/main" id="{6E1BD20C-19C6-C798-8E95-BEA5A6E60CD9}"/>
              </a:ext>
            </a:extLst>
          </p:cNvPr>
          <p:cNvSpPr>
            <a:spLocks noGrp="1"/>
          </p:cNvSpPr>
          <p:nvPr/>
        </p:nvSpPr>
        <p:spPr>
          <a:xfrm>
            <a:off x="20326017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3" name="Circle">
            <a:extLst>
              <a:ext uri="{FF2B5EF4-FFF2-40B4-BE49-F238E27FC236}">
                <a16:creationId xmlns:a16="http://schemas.microsoft.com/office/drawing/2014/main" id="{2CA5D6A2-B27B-860B-53D2-6343ADF6BAAB}"/>
              </a:ext>
            </a:extLst>
          </p:cNvPr>
          <p:cNvSpPr>
            <a:spLocks noGrp="1"/>
          </p:cNvSpPr>
          <p:nvPr/>
        </p:nvSpPr>
        <p:spPr>
          <a:xfrm>
            <a:off x="2042574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4" name="Circle">
            <a:extLst>
              <a:ext uri="{FF2B5EF4-FFF2-40B4-BE49-F238E27FC236}">
                <a16:creationId xmlns:a16="http://schemas.microsoft.com/office/drawing/2014/main" id="{1D13C1DA-2096-3946-D2DA-A8ADACC938F2}"/>
              </a:ext>
            </a:extLst>
          </p:cNvPr>
          <p:cNvSpPr>
            <a:spLocks noGrp="1"/>
          </p:cNvSpPr>
          <p:nvPr/>
        </p:nvSpPr>
        <p:spPr>
          <a:xfrm rot="10800000">
            <a:off x="2119071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5" name="Circle">
            <a:extLst>
              <a:ext uri="{FF2B5EF4-FFF2-40B4-BE49-F238E27FC236}">
                <a16:creationId xmlns:a16="http://schemas.microsoft.com/office/drawing/2014/main" id="{54AE0C5C-D179-FA78-8214-F78C3F168749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4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6" name="Circle">
            <a:extLst>
              <a:ext uri="{FF2B5EF4-FFF2-40B4-BE49-F238E27FC236}">
                <a16:creationId xmlns:a16="http://schemas.microsoft.com/office/drawing/2014/main" id="{B7AC6F5D-38DD-97F1-D23A-682BD7894304}"/>
              </a:ext>
            </a:extLst>
          </p:cNvPr>
          <p:cNvSpPr>
            <a:spLocks noGrp="1"/>
          </p:cNvSpPr>
          <p:nvPr/>
        </p:nvSpPr>
        <p:spPr>
          <a:xfrm flipH="1">
            <a:off x="21190715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7" name="Circle">
            <a:extLst>
              <a:ext uri="{FF2B5EF4-FFF2-40B4-BE49-F238E27FC236}">
                <a16:creationId xmlns:a16="http://schemas.microsoft.com/office/drawing/2014/main" id="{27887FCE-CF83-CF0D-8182-49AE0B0FCE8A}"/>
              </a:ext>
            </a:extLst>
          </p:cNvPr>
          <p:cNvSpPr>
            <a:spLocks noGrp="1"/>
          </p:cNvSpPr>
          <p:nvPr/>
        </p:nvSpPr>
        <p:spPr>
          <a:xfrm rot="10800000">
            <a:off x="20425744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8" name="Circle">
            <a:extLst>
              <a:ext uri="{FF2B5EF4-FFF2-40B4-BE49-F238E27FC236}">
                <a16:creationId xmlns:a16="http://schemas.microsoft.com/office/drawing/2014/main" id="{47BA9153-2BDC-A964-B775-1A34CBE2DEA9}"/>
              </a:ext>
            </a:extLst>
          </p:cNvPr>
          <p:cNvSpPr>
            <a:spLocks noGrp="1"/>
          </p:cNvSpPr>
          <p:nvPr/>
        </p:nvSpPr>
        <p:spPr>
          <a:xfrm rot="10800000">
            <a:off x="21190715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9" name="Rounded Rectangle">
            <a:extLst>
              <a:ext uri="{FF2B5EF4-FFF2-40B4-BE49-F238E27FC236}">
                <a16:creationId xmlns:a16="http://schemas.microsoft.com/office/drawing/2014/main" id="{53B0E020-D28D-4A76-53B1-B645FB86FF13}"/>
              </a:ext>
            </a:extLst>
          </p:cNvPr>
          <p:cNvSpPr>
            <a:spLocks noGrp="1"/>
          </p:cNvSpPr>
          <p:nvPr/>
        </p:nvSpPr>
        <p:spPr>
          <a:xfrm>
            <a:off x="20326017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0" name="Circle">
            <a:extLst>
              <a:ext uri="{FF2B5EF4-FFF2-40B4-BE49-F238E27FC236}">
                <a16:creationId xmlns:a16="http://schemas.microsoft.com/office/drawing/2014/main" id="{A8349372-10AC-5803-30CC-2E8FC05F6C51}"/>
              </a:ext>
            </a:extLst>
          </p:cNvPr>
          <p:cNvSpPr>
            <a:spLocks noGrp="1"/>
          </p:cNvSpPr>
          <p:nvPr/>
        </p:nvSpPr>
        <p:spPr>
          <a:xfrm>
            <a:off x="20425744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1" name="Circle">
            <a:extLst>
              <a:ext uri="{FF2B5EF4-FFF2-40B4-BE49-F238E27FC236}">
                <a16:creationId xmlns:a16="http://schemas.microsoft.com/office/drawing/2014/main" id="{F0073B6D-D9F8-D1FD-C80F-1BE571FA727B}"/>
              </a:ext>
            </a:extLst>
          </p:cNvPr>
          <p:cNvSpPr>
            <a:spLocks noGrp="1"/>
          </p:cNvSpPr>
          <p:nvPr/>
        </p:nvSpPr>
        <p:spPr>
          <a:xfrm rot="10800000">
            <a:off x="21190715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2" name="Circle">
            <a:extLst>
              <a:ext uri="{FF2B5EF4-FFF2-40B4-BE49-F238E27FC236}">
                <a16:creationId xmlns:a16="http://schemas.microsoft.com/office/drawing/2014/main" id="{ADAFF90F-AB3D-F6ED-3282-B08C7B67A7DD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4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3" name="Circle">
            <a:extLst>
              <a:ext uri="{FF2B5EF4-FFF2-40B4-BE49-F238E27FC236}">
                <a16:creationId xmlns:a16="http://schemas.microsoft.com/office/drawing/2014/main" id="{78B1D638-EF3D-1716-74F9-C484DA48710B}"/>
              </a:ext>
            </a:extLst>
          </p:cNvPr>
          <p:cNvSpPr>
            <a:spLocks noGrp="1"/>
          </p:cNvSpPr>
          <p:nvPr/>
        </p:nvSpPr>
        <p:spPr>
          <a:xfrm flipH="1">
            <a:off x="21190715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4" name="Circle">
            <a:extLst>
              <a:ext uri="{FF2B5EF4-FFF2-40B4-BE49-F238E27FC236}">
                <a16:creationId xmlns:a16="http://schemas.microsoft.com/office/drawing/2014/main" id="{AED6C006-7031-A7A4-621B-DE52AA8BBE4A}"/>
              </a:ext>
            </a:extLst>
          </p:cNvPr>
          <p:cNvSpPr>
            <a:spLocks noGrp="1"/>
          </p:cNvSpPr>
          <p:nvPr/>
        </p:nvSpPr>
        <p:spPr>
          <a:xfrm rot="10800000">
            <a:off x="20425744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5" name="Circle">
            <a:extLst>
              <a:ext uri="{FF2B5EF4-FFF2-40B4-BE49-F238E27FC236}">
                <a16:creationId xmlns:a16="http://schemas.microsoft.com/office/drawing/2014/main" id="{40BB4708-6683-DBCA-ED14-42230A04C4BD}"/>
              </a:ext>
            </a:extLst>
          </p:cNvPr>
          <p:cNvSpPr>
            <a:spLocks noGrp="1"/>
          </p:cNvSpPr>
          <p:nvPr/>
        </p:nvSpPr>
        <p:spPr>
          <a:xfrm rot="10800000">
            <a:off x="21190715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6" name="Rounded Rectangle">
            <a:extLst>
              <a:ext uri="{FF2B5EF4-FFF2-40B4-BE49-F238E27FC236}">
                <a16:creationId xmlns:a16="http://schemas.microsoft.com/office/drawing/2014/main" id="{0CDED329-6976-AD5F-73D8-FC292C419747}"/>
              </a:ext>
            </a:extLst>
          </p:cNvPr>
          <p:cNvSpPr>
            <a:spLocks noGrp="1"/>
          </p:cNvSpPr>
          <p:nvPr/>
        </p:nvSpPr>
        <p:spPr>
          <a:xfrm>
            <a:off x="21747796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7" name="Circle">
            <a:extLst>
              <a:ext uri="{FF2B5EF4-FFF2-40B4-BE49-F238E27FC236}">
                <a16:creationId xmlns:a16="http://schemas.microsoft.com/office/drawing/2014/main" id="{DAFC64E7-BB49-56E7-7ED4-E71D657E88AC}"/>
              </a:ext>
            </a:extLst>
          </p:cNvPr>
          <p:cNvSpPr>
            <a:spLocks noGrp="1"/>
          </p:cNvSpPr>
          <p:nvPr/>
        </p:nvSpPr>
        <p:spPr>
          <a:xfrm>
            <a:off x="22230009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8" name="Rounded Rectangle">
            <a:extLst>
              <a:ext uri="{FF2B5EF4-FFF2-40B4-BE49-F238E27FC236}">
                <a16:creationId xmlns:a16="http://schemas.microsoft.com/office/drawing/2014/main" id="{F09C3B06-3364-9974-29A3-7F9925EFFDD0}"/>
              </a:ext>
            </a:extLst>
          </p:cNvPr>
          <p:cNvSpPr>
            <a:spLocks noGrp="1"/>
          </p:cNvSpPr>
          <p:nvPr/>
        </p:nvSpPr>
        <p:spPr>
          <a:xfrm>
            <a:off x="21747796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9" name="Circle">
            <a:extLst>
              <a:ext uri="{FF2B5EF4-FFF2-40B4-BE49-F238E27FC236}">
                <a16:creationId xmlns:a16="http://schemas.microsoft.com/office/drawing/2014/main" id="{2CA0FBB1-F491-83B6-49C2-70B517BA740A}"/>
              </a:ext>
            </a:extLst>
          </p:cNvPr>
          <p:cNvSpPr>
            <a:spLocks noGrp="1"/>
          </p:cNvSpPr>
          <p:nvPr/>
        </p:nvSpPr>
        <p:spPr>
          <a:xfrm>
            <a:off x="21847524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0" name="Circle">
            <a:extLst>
              <a:ext uri="{FF2B5EF4-FFF2-40B4-BE49-F238E27FC236}">
                <a16:creationId xmlns:a16="http://schemas.microsoft.com/office/drawing/2014/main" id="{95DEB165-C2AB-B504-FFDF-3FBD6A3331F3}"/>
              </a:ext>
            </a:extLst>
          </p:cNvPr>
          <p:cNvSpPr>
            <a:spLocks noGrp="1"/>
          </p:cNvSpPr>
          <p:nvPr/>
        </p:nvSpPr>
        <p:spPr>
          <a:xfrm rot="10800000">
            <a:off x="22612492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1" name="Rounded Rectangle">
            <a:extLst>
              <a:ext uri="{FF2B5EF4-FFF2-40B4-BE49-F238E27FC236}">
                <a16:creationId xmlns:a16="http://schemas.microsoft.com/office/drawing/2014/main" id="{FF849956-D933-481C-5ACB-ED5A41F45163}"/>
              </a:ext>
            </a:extLst>
          </p:cNvPr>
          <p:cNvSpPr>
            <a:spLocks noGrp="1"/>
          </p:cNvSpPr>
          <p:nvPr/>
        </p:nvSpPr>
        <p:spPr>
          <a:xfrm>
            <a:off x="21747796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2" name="Circle">
            <a:extLst>
              <a:ext uri="{FF2B5EF4-FFF2-40B4-BE49-F238E27FC236}">
                <a16:creationId xmlns:a16="http://schemas.microsoft.com/office/drawing/2014/main" id="{0F1A963F-483E-A8DA-0BEC-4DA27237DD41}"/>
              </a:ext>
            </a:extLst>
          </p:cNvPr>
          <p:cNvSpPr>
            <a:spLocks noGrp="1"/>
          </p:cNvSpPr>
          <p:nvPr/>
        </p:nvSpPr>
        <p:spPr>
          <a:xfrm>
            <a:off x="21847524" y="608451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3" name="Circle">
            <a:extLst>
              <a:ext uri="{FF2B5EF4-FFF2-40B4-BE49-F238E27FC236}">
                <a16:creationId xmlns:a16="http://schemas.microsoft.com/office/drawing/2014/main" id="{EC772710-5D83-D929-935E-B8BDB252C73F}"/>
              </a:ext>
            </a:extLst>
          </p:cNvPr>
          <p:cNvSpPr>
            <a:spLocks noGrp="1"/>
          </p:cNvSpPr>
          <p:nvPr/>
        </p:nvSpPr>
        <p:spPr>
          <a:xfrm rot="10800000">
            <a:off x="22612494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4" name="Circle">
            <a:extLst>
              <a:ext uri="{FF2B5EF4-FFF2-40B4-BE49-F238E27FC236}">
                <a16:creationId xmlns:a16="http://schemas.microsoft.com/office/drawing/2014/main" id="{3C6CA681-0EB3-A189-2947-1878F347240D}"/>
              </a:ext>
            </a:extLst>
          </p:cNvPr>
          <p:cNvSpPr>
            <a:spLocks noGrp="1"/>
          </p:cNvSpPr>
          <p:nvPr/>
        </p:nvSpPr>
        <p:spPr>
          <a:xfrm rot="10800000">
            <a:off x="22230009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5" name="Rounded Rectangle">
            <a:extLst>
              <a:ext uri="{FF2B5EF4-FFF2-40B4-BE49-F238E27FC236}">
                <a16:creationId xmlns:a16="http://schemas.microsoft.com/office/drawing/2014/main" id="{1E236501-BDB2-F238-70DF-7C344B762843}"/>
              </a:ext>
            </a:extLst>
          </p:cNvPr>
          <p:cNvSpPr>
            <a:spLocks noGrp="1"/>
          </p:cNvSpPr>
          <p:nvPr/>
        </p:nvSpPr>
        <p:spPr>
          <a:xfrm>
            <a:off x="21747796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6" name="Circle">
            <a:extLst>
              <a:ext uri="{FF2B5EF4-FFF2-40B4-BE49-F238E27FC236}">
                <a16:creationId xmlns:a16="http://schemas.microsoft.com/office/drawing/2014/main" id="{69B4B976-6BD4-589C-79F0-4ECB7A703F4B}"/>
              </a:ext>
            </a:extLst>
          </p:cNvPr>
          <p:cNvSpPr>
            <a:spLocks noGrp="1"/>
          </p:cNvSpPr>
          <p:nvPr/>
        </p:nvSpPr>
        <p:spPr>
          <a:xfrm>
            <a:off x="2184752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7" name="Circle">
            <a:extLst>
              <a:ext uri="{FF2B5EF4-FFF2-40B4-BE49-F238E27FC236}">
                <a16:creationId xmlns:a16="http://schemas.microsoft.com/office/drawing/2014/main" id="{BAF5086D-D99B-CF03-1418-F2607FCE633B}"/>
              </a:ext>
            </a:extLst>
          </p:cNvPr>
          <p:cNvSpPr>
            <a:spLocks noGrp="1"/>
          </p:cNvSpPr>
          <p:nvPr/>
        </p:nvSpPr>
        <p:spPr>
          <a:xfrm rot="10800000">
            <a:off x="22612494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8" name="Circle">
            <a:extLst>
              <a:ext uri="{FF2B5EF4-FFF2-40B4-BE49-F238E27FC236}">
                <a16:creationId xmlns:a16="http://schemas.microsoft.com/office/drawing/2014/main" id="{0855624D-F106-3909-F41F-9DF8972780E9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4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9" name="Circle">
            <a:extLst>
              <a:ext uri="{FF2B5EF4-FFF2-40B4-BE49-F238E27FC236}">
                <a16:creationId xmlns:a16="http://schemas.microsoft.com/office/drawing/2014/main" id="{85AD66B0-C46B-72AD-A7F5-F473FC4844A3}"/>
              </a:ext>
            </a:extLst>
          </p:cNvPr>
          <p:cNvSpPr>
            <a:spLocks noGrp="1"/>
          </p:cNvSpPr>
          <p:nvPr/>
        </p:nvSpPr>
        <p:spPr>
          <a:xfrm flipH="1">
            <a:off x="2261249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0" name="Rounded Rectangle">
            <a:extLst>
              <a:ext uri="{FF2B5EF4-FFF2-40B4-BE49-F238E27FC236}">
                <a16:creationId xmlns:a16="http://schemas.microsoft.com/office/drawing/2014/main" id="{001A99D6-61D6-AC51-2AF1-4A840C7F3139}"/>
              </a:ext>
            </a:extLst>
          </p:cNvPr>
          <p:cNvSpPr>
            <a:spLocks noGrp="1"/>
          </p:cNvSpPr>
          <p:nvPr/>
        </p:nvSpPr>
        <p:spPr>
          <a:xfrm>
            <a:off x="21747796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1" name="Circle">
            <a:extLst>
              <a:ext uri="{FF2B5EF4-FFF2-40B4-BE49-F238E27FC236}">
                <a16:creationId xmlns:a16="http://schemas.microsoft.com/office/drawing/2014/main" id="{1E63126A-F142-BCDB-7B43-E8564D36888D}"/>
              </a:ext>
            </a:extLst>
          </p:cNvPr>
          <p:cNvSpPr>
            <a:spLocks noGrp="1"/>
          </p:cNvSpPr>
          <p:nvPr/>
        </p:nvSpPr>
        <p:spPr>
          <a:xfrm>
            <a:off x="21847524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2" name="Circle">
            <a:extLst>
              <a:ext uri="{FF2B5EF4-FFF2-40B4-BE49-F238E27FC236}">
                <a16:creationId xmlns:a16="http://schemas.microsoft.com/office/drawing/2014/main" id="{27E25566-51BE-B415-2C61-99E682B1A570}"/>
              </a:ext>
            </a:extLst>
          </p:cNvPr>
          <p:cNvSpPr>
            <a:spLocks noGrp="1"/>
          </p:cNvSpPr>
          <p:nvPr/>
        </p:nvSpPr>
        <p:spPr>
          <a:xfrm rot="10800000">
            <a:off x="22612494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3" name="Circle">
            <a:extLst>
              <a:ext uri="{FF2B5EF4-FFF2-40B4-BE49-F238E27FC236}">
                <a16:creationId xmlns:a16="http://schemas.microsoft.com/office/drawing/2014/main" id="{0BEE690C-AC0C-B6A3-9D0E-15ECA1D02DD8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4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4" name="Circle">
            <a:extLst>
              <a:ext uri="{FF2B5EF4-FFF2-40B4-BE49-F238E27FC236}">
                <a16:creationId xmlns:a16="http://schemas.microsoft.com/office/drawing/2014/main" id="{0901FC5F-0B57-2AC0-6193-6AFE4B69E3C1}"/>
              </a:ext>
            </a:extLst>
          </p:cNvPr>
          <p:cNvSpPr>
            <a:spLocks noGrp="1"/>
          </p:cNvSpPr>
          <p:nvPr/>
        </p:nvSpPr>
        <p:spPr>
          <a:xfrm flipH="1">
            <a:off x="22612494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5" name="Circle">
            <a:extLst>
              <a:ext uri="{FF2B5EF4-FFF2-40B4-BE49-F238E27FC236}">
                <a16:creationId xmlns:a16="http://schemas.microsoft.com/office/drawing/2014/main" id="{5AAA18BB-509A-4980-54A8-1726A6A61AF6}"/>
              </a:ext>
            </a:extLst>
          </p:cNvPr>
          <p:cNvSpPr>
            <a:spLocks noGrp="1"/>
          </p:cNvSpPr>
          <p:nvPr/>
        </p:nvSpPr>
        <p:spPr>
          <a:xfrm rot="10800000">
            <a:off x="22230009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7" name="Rounded Rectangle">
            <a:extLst>
              <a:ext uri="{FF2B5EF4-FFF2-40B4-BE49-F238E27FC236}">
                <a16:creationId xmlns:a16="http://schemas.microsoft.com/office/drawing/2014/main" id="{DA5868B1-D468-876D-6387-A7F6A7E8034F}"/>
              </a:ext>
            </a:extLst>
          </p:cNvPr>
          <p:cNvSpPr>
            <a:spLocks noGrp="1"/>
          </p:cNvSpPr>
          <p:nvPr/>
        </p:nvSpPr>
        <p:spPr>
          <a:xfrm>
            <a:off x="21747796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818" name="Circle">
            <a:extLst>
              <a:ext uri="{FF2B5EF4-FFF2-40B4-BE49-F238E27FC236}">
                <a16:creationId xmlns:a16="http://schemas.microsoft.com/office/drawing/2014/main" id="{052D6187-DA2E-686F-2FF2-109CC28BC73F}"/>
              </a:ext>
            </a:extLst>
          </p:cNvPr>
          <p:cNvSpPr>
            <a:spLocks noGrp="1"/>
          </p:cNvSpPr>
          <p:nvPr/>
        </p:nvSpPr>
        <p:spPr>
          <a:xfrm>
            <a:off x="21847523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819" name="Circle">
            <a:extLst>
              <a:ext uri="{FF2B5EF4-FFF2-40B4-BE49-F238E27FC236}">
                <a16:creationId xmlns:a16="http://schemas.microsoft.com/office/drawing/2014/main" id="{678C8B61-763E-8534-47A1-0DFFEB2CBFA5}"/>
              </a:ext>
            </a:extLst>
          </p:cNvPr>
          <p:cNvSpPr>
            <a:spLocks noGrp="1"/>
          </p:cNvSpPr>
          <p:nvPr/>
        </p:nvSpPr>
        <p:spPr>
          <a:xfrm rot="10800000">
            <a:off x="22612492" y="113141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820" name="Circle">
            <a:extLst>
              <a:ext uri="{FF2B5EF4-FFF2-40B4-BE49-F238E27FC236}">
                <a16:creationId xmlns:a16="http://schemas.microsoft.com/office/drawing/2014/main" id="{12C08038-EFFF-AA04-7CB6-D1C22A321DE3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113141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821" name="Circle">
            <a:extLst>
              <a:ext uri="{FF2B5EF4-FFF2-40B4-BE49-F238E27FC236}">
                <a16:creationId xmlns:a16="http://schemas.microsoft.com/office/drawing/2014/main" id="{45074721-8C5E-9091-E52F-E53FEDE32476}"/>
              </a:ext>
            </a:extLst>
          </p:cNvPr>
          <p:cNvSpPr>
            <a:spLocks noGrp="1"/>
          </p:cNvSpPr>
          <p:nvPr/>
        </p:nvSpPr>
        <p:spPr>
          <a:xfrm flipH="1">
            <a:off x="22612492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822" name="Circle">
            <a:extLst>
              <a:ext uri="{FF2B5EF4-FFF2-40B4-BE49-F238E27FC236}">
                <a16:creationId xmlns:a16="http://schemas.microsoft.com/office/drawing/2014/main" id="{089A44B5-DD49-ACDF-E648-C060DE412DA3}"/>
              </a:ext>
            </a:extLst>
          </p:cNvPr>
          <p:cNvSpPr>
            <a:spLocks noGrp="1"/>
          </p:cNvSpPr>
          <p:nvPr/>
        </p:nvSpPr>
        <p:spPr>
          <a:xfrm rot="10800000">
            <a:off x="21847523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823" name="Circle">
            <a:extLst>
              <a:ext uri="{FF2B5EF4-FFF2-40B4-BE49-F238E27FC236}">
                <a16:creationId xmlns:a16="http://schemas.microsoft.com/office/drawing/2014/main" id="{7B842CD0-5537-9CBD-C74F-6B22A5D6294F}"/>
              </a:ext>
            </a:extLst>
          </p:cNvPr>
          <p:cNvSpPr>
            <a:spLocks noGrp="1"/>
          </p:cNvSpPr>
          <p:nvPr/>
        </p:nvSpPr>
        <p:spPr>
          <a:xfrm rot="10800000">
            <a:off x="22612492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endParaRPr sz="3200"/>
          </a:p>
        </p:txBody>
      </p:sp>
      <p:sp>
        <p:nvSpPr>
          <p:cNvPr id="2826" name="P(    )">
            <a:extLst>
              <a:ext uri="{FF2B5EF4-FFF2-40B4-BE49-F238E27FC236}">
                <a16:creationId xmlns:a16="http://schemas.microsoft.com/office/drawing/2014/main" id="{37C2A0CB-1C50-9901-03B0-B2F2B6AFE3BD}"/>
              </a:ext>
            </a:extLst>
          </p:cNvPr>
          <p:cNvSpPr>
            <a:spLocks noGrp="1"/>
          </p:cNvSpPr>
          <p:nvPr/>
        </p:nvSpPr>
        <p:spPr>
          <a:xfrm>
            <a:off x="1805081" y="8856651"/>
            <a:ext cx="3989054" cy="198510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3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</a:t>
            </a:r>
            <a:r>
              <a:t>(    )</a:t>
            </a:r>
          </a:p>
        </p:txBody>
      </p:sp>
      <p:sp>
        <p:nvSpPr>
          <p:cNvPr id="2827" name="Rounded Rectangle">
            <a:extLst>
              <a:ext uri="{FF2B5EF4-FFF2-40B4-BE49-F238E27FC236}">
                <a16:creationId xmlns:a16="http://schemas.microsoft.com/office/drawing/2014/main" id="{6BBA7544-324A-DDD4-EF01-D7501AC56FAA}"/>
              </a:ext>
            </a:extLst>
          </p:cNvPr>
          <p:cNvSpPr>
            <a:spLocks noGrp="1"/>
          </p:cNvSpPr>
          <p:nvPr/>
        </p:nvSpPr>
        <p:spPr>
          <a:xfrm>
            <a:off x="3686508" y="9326067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28" name="Circle">
            <a:extLst>
              <a:ext uri="{FF2B5EF4-FFF2-40B4-BE49-F238E27FC236}">
                <a16:creationId xmlns:a16="http://schemas.microsoft.com/office/drawing/2014/main" id="{DE0130AE-B57A-FF52-161D-B9C6EE1B2F1B}"/>
              </a:ext>
            </a:extLst>
          </p:cNvPr>
          <p:cNvSpPr>
            <a:spLocks noGrp="1"/>
          </p:cNvSpPr>
          <p:nvPr/>
        </p:nvSpPr>
        <p:spPr>
          <a:xfrm>
            <a:off x="3786235" y="1018465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29" name="Circle">
            <a:extLst>
              <a:ext uri="{FF2B5EF4-FFF2-40B4-BE49-F238E27FC236}">
                <a16:creationId xmlns:a16="http://schemas.microsoft.com/office/drawing/2014/main" id="{9E9B905E-B70F-91DD-44E0-F234246658FA}"/>
              </a:ext>
            </a:extLst>
          </p:cNvPr>
          <p:cNvSpPr>
            <a:spLocks noGrp="1"/>
          </p:cNvSpPr>
          <p:nvPr/>
        </p:nvSpPr>
        <p:spPr>
          <a:xfrm rot="10800000">
            <a:off x="4551204" y="943190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0" name="Circle">
            <a:extLst>
              <a:ext uri="{FF2B5EF4-FFF2-40B4-BE49-F238E27FC236}">
                <a16:creationId xmlns:a16="http://schemas.microsoft.com/office/drawing/2014/main" id="{4B2E4A28-96CE-820D-526A-10D79DA85255}"/>
              </a:ext>
            </a:extLst>
          </p:cNvPr>
          <p:cNvSpPr>
            <a:spLocks noGrp="1"/>
          </p:cNvSpPr>
          <p:nvPr/>
        </p:nvSpPr>
        <p:spPr>
          <a:xfrm rot="10800000" flipH="1">
            <a:off x="3786235" y="943190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1" name="Circle">
            <a:extLst>
              <a:ext uri="{FF2B5EF4-FFF2-40B4-BE49-F238E27FC236}">
                <a16:creationId xmlns:a16="http://schemas.microsoft.com/office/drawing/2014/main" id="{DBE891A5-B21B-07F7-0E07-5EC36A035EC2}"/>
              </a:ext>
            </a:extLst>
          </p:cNvPr>
          <p:cNvSpPr>
            <a:spLocks noGrp="1"/>
          </p:cNvSpPr>
          <p:nvPr/>
        </p:nvSpPr>
        <p:spPr>
          <a:xfrm flipH="1">
            <a:off x="4551204" y="1018465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2" name="Circle">
            <a:extLst>
              <a:ext uri="{FF2B5EF4-FFF2-40B4-BE49-F238E27FC236}">
                <a16:creationId xmlns:a16="http://schemas.microsoft.com/office/drawing/2014/main" id="{A0E43CDD-36AF-3036-842B-414290E04598}"/>
              </a:ext>
            </a:extLst>
          </p:cNvPr>
          <p:cNvSpPr>
            <a:spLocks noGrp="1"/>
          </p:cNvSpPr>
          <p:nvPr/>
        </p:nvSpPr>
        <p:spPr>
          <a:xfrm rot="10800000">
            <a:off x="3786235" y="98082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3" name="Circle">
            <a:extLst>
              <a:ext uri="{FF2B5EF4-FFF2-40B4-BE49-F238E27FC236}">
                <a16:creationId xmlns:a16="http://schemas.microsoft.com/office/drawing/2014/main" id="{63F21F61-C3C0-2E2B-1D60-A20AF4D6BF80}"/>
              </a:ext>
            </a:extLst>
          </p:cNvPr>
          <p:cNvSpPr>
            <a:spLocks noGrp="1"/>
          </p:cNvSpPr>
          <p:nvPr/>
        </p:nvSpPr>
        <p:spPr>
          <a:xfrm rot="10800000">
            <a:off x="4551204" y="98082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Equation">
                <a:extLst>
                  <a:ext uri="{FF2B5EF4-FFF2-40B4-BE49-F238E27FC236}">
                    <a16:creationId xmlns:a16="http://schemas.microsoft.com/office/drawing/2014/main" id="{B884BAF5-04D8-7A76-1847-408A8B6ED38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146904" y="7968665"/>
                <a:ext cx="2917690" cy="3761081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38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sz="138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Equation">
                <a:extLst>
                  <a:ext uri="{FF2B5EF4-FFF2-40B4-BE49-F238E27FC236}">
                    <a16:creationId xmlns:a16="http://schemas.microsoft.com/office/drawing/2014/main" id="{B884BAF5-04D8-7A76-1847-408A8B6ED3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904" y="7968665"/>
                <a:ext cx="2917690" cy="3761081"/>
              </a:xfrm>
              <a:prstGeom prst="rect">
                <a:avLst/>
              </a:prstGeom>
              <a:blipFill>
                <a:blip r:embed="rId3"/>
                <a:stretch>
                  <a:fillRect l="-9957" t="-1010" r="-18182" b="-2087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(sum 12)">
            <a:extLst>
              <a:ext uri="{FF2B5EF4-FFF2-40B4-BE49-F238E27FC236}">
                <a16:creationId xmlns:a16="http://schemas.microsoft.com/office/drawing/2014/main" id="{D7D485AA-9FFC-9211-6028-584ED82863F7}"/>
              </a:ext>
            </a:extLst>
          </p:cNvPr>
          <p:cNvSpPr>
            <a:spLocks noGrp="1"/>
          </p:cNvSpPr>
          <p:nvPr/>
        </p:nvSpPr>
        <p:spPr>
          <a:xfrm>
            <a:off x="1805081" y="2312709"/>
            <a:ext cx="7156662" cy="2143760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3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P(soma 12)</a:t>
            </a:r>
          </a:p>
        </p:txBody>
      </p:sp>
    </p:spTree>
    <p:extLst>
      <p:ext uri="{BB962C8B-B14F-4D97-AF65-F5344CB8AC3E}">
        <p14:creationId xmlns:p14="http://schemas.microsoft.com/office/powerpoint/2010/main" val="3657323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BAE4E-3328-50C6-D850-06300B6BC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Rounded Rectangle">
            <a:extLst>
              <a:ext uri="{FF2B5EF4-FFF2-40B4-BE49-F238E27FC236}">
                <a16:creationId xmlns:a16="http://schemas.microsoft.com/office/drawing/2014/main" id="{8772E77B-9723-FA62-7DBA-7ED9296AD565}"/>
              </a:ext>
            </a:extLst>
          </p:cNvPr>
          <p:cNvSpPr>
            <a:spLocks noGrp="1"/>
          </p:cNvSpPr>
          <p:nvPr/>
        </p:nvSpPr>
        <p:spPr>
          <a:xfrm>
            <a:off x="1366203" y="1237658"/>
            <a:ext cx="1270000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6" name="Circle">
            <a:extLst>
              <a:ext uri="{FF2B5EF4-FFF2-40B4-BE49-F238E27FC236}">
                <a16:creationId xmlns:a16="http://schemas.microsoft.com/office/drawing/2014/main" id="{048DEE68-19F5-EA84-236E-7A4AC8304972}"/>
              </a:ext>
            </a:extLst>
          </p:cNvPr>
          <p:cNvSpPr>
            <a:spLocks noGrp="1"/>
          </p:cNvSpPr>
          <p:nvPr/>
        </p:nvSpPr>
        <p:spPr>
          <a:xfrm>
            <a:off x="1848415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7" name="Rounded Rectangle">
            <a:extLst>
              <a:ext uri="{FF2B5EF4-FFF2-40B4-BE49-F238E27FC236}">
                <a16:creationId xmlns:a16="http://schemas.microsoft.com/office/drawing/2014/main" id="{AECF4608-97C3-24D3-C568-2FF34F4AF790}"/>
              </a:ext>
            </a:extLst>
          </p:cNvPr>
          <p:cNvSpPr>
            <a:spLocks noGrp="1"/>
          </p:cNvSpPr>
          <p:nvPr/>
        </p:nvSpPr>
        <p:spPr>
          <a:xfrm>
            <a:off x="5158165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8" name="Circle">
            <a:extLst>
              <a:ext uri="{FF2B5EF4-FFF2-40B4-BE49-F238E27FC236}">
                <a16:creationId xmlns:a16="http://schemas.microsoft.com/office/drawing/2014/main" id="{53641C11-EF08-6A6B-34EE-495C6EA4B21B}"/>
              </a:ext>
            </a:extLst>
          </p:cNvPr>
          <p:cNvSpPr>
            <a:spLocks noGrp="1"/>
          </p:cNvSpPr>
          <p:nvPr/>
        </p:nvSpPr>
        <p:spPr>
          <a:xfrm>
            <a:off x="5257893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9" name="Circle">
            <a:extLst>
              <a:ext uri="{FF2B5EF4-FFF2-40B4-BE49-F238E27FC236}">
                <a16:creationId xmlns:a16="http://schemas.microsoft.com/office/drawing/2014/main" id="{1E108FDA-9068-FA11-9AEB-F45E23C69F60}"/>
              </a:ext>
            </a:extLst>
          </p:cNvPr>
          <p:cNvSpPr>
            <a:spLocks noGrp="1"/>
          </p:cNvSpPr>
          <p:nvPr/>
        </p:nvSpPr>
        <p:spPr>
          <a:xfrm rot="10800000">
            <a:off x="6022862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0" name="Rounded Rectangle">
            <a:extLst>
              <a:ext uri="{FF2B5EF4-FFF2-40B4-BE49-F238E27FC236}">
                <a16:creationId xmlns:a16="http://schemas.microsoft.com/office/drawing/2014/main" id="{59BAD2A6-600F-7C9A-207F-5671182CF19E}"/>
              </a:ext>
            </a:extLst>
          </p:cNvPr>
          <p:cNvSpPr>
            <a:spLocks noGrp="1"/>
          </p:cNvSpPr>
          <p:nvPr/>
        </p:nvSpPr>
        <p:spPr>
          <a:xfrm>
            <a:off x="8950128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1" name="Circle">
            <a:extLst>
              <a:ext uri="{FF2B5EF4-FFF2-40B4-BE49-F238E27FC236}">
                <a16:creationId xmlns:a16="http://schemas.microsoft.com/office/drawing/2014/main" id="{42B2E316-7C3D-5B6C-09BD-C3E92D0B2F1D}"/>
              </a:ext>
            </a:extLst>
          </p:cNvPr>
          <p:cNvSpPr>
            <a:spLocks noGrp="1"/>
          </p:cNvSpPr>
          <p:nvPr/>
        </p:nvSpPr>
        <p:spPr>
          <a:xfrm>
            <a:off x="9049856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2" name="Circle">
            <a:extLst>
              <a:ext uri="{FF2B5EF4-FFF2-40B4-BE49-F238E27FC236}">
                <a16:creationId xmlns:a16="http://schemas.microsoft.com/office/drawing/2014/main" id="{1D20DF79-F82E-3E78-5E27-5E4E0A2EE903}"/>
              </a:ext>
            </a:extLst>
          </p:cNvPr>
          <p:cNvSpPr>
            <a:spLocks noGrp="1"/>
          </p:cNvSpPr>
          <p:nvPr/>
        </p:nvSpPr>
        <p:spPr>
          <a:xfrm rot="10800000">
            <a:off x="9814825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3" name="Circle">
            <a:extLst>
              <a:ext uri="{FF2B5EF4-FFF2-40B4-BE49-F238E27FC236}">
                <a16:creationId xmlns:a16="http://schemas.microsoft.com/office/drawing/2014/main" id="{5C3CD312-ED21-4013-841E-628DC9EDEB23}"/>
              </a:ext>
            </a:extLst>
          </p:cNvPr>
          <p:cNvSpPr>
            <a:spLocks noGrp="1"/>
          </p:cNvSpPr>
          <p:nvPr/>
        </p:nvSpPr>
        <p:spPr>
          <a:xfrm rot="10800000">
            <a:off x="9432340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4" name="Rounded Rectangle">
            <a:extLst>
              <a:ext uri="{FF2B5EF4-FFF2-40B4-BE49-F238E27FC236}">
                <a16:creationId xmlns:a16="http://schemas.microsoft.com/office/drawing/2014/main" id="{0EEA6F3B-88BE-1C25-476F-241625D88300}"/>
              </a:ext>
            </a:extLst>
          </p:cNvPr>
          <p:cNvSpPr>
            <a:spLocks noGrp="1"/>
          </p:cNvSpPr>
          <p:nvPr/>
        </p:nvSpPr>
        <p:spPr>
          <a:xfrm>
            <a:off x="12742092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5" name="Circle">
            <a:extLst>
              <a:ext uri="{FF2B5EF4-FFF2-40B4-BE49-F238E27FC236}">
                <a16:creationId xmlns:a16="http://schemas.microsoft.com/office/drawing/2014/main" id="{5EB53589-4BAD-1BC2-FAE6-1195C609CD23}"/>
              </a:ext>
            </a:extLst>
          </p:cNvPr>
          <p:cNvSpPr>
            <a:spLocks noGrp="1"/>
          </p:cNvSpPr>
          <p:nvPr/>
        </p:nvSpPr>
        <p:spPr>
          <a:xfrm>
            <a:off x="12841820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6" name="Circle">
            <a:extLst>
              <a:ext uri="{FF2B5EF4-FFF2-40B4-BE49-F238E27FC236}">
                <a16:creationId xmlns:a16="http://schemas.microsoft.com/office/drawing/2014/main" id="{45D5E2AE-3235-5D95-D705-729C703BBF76}"/>
              </a:ext>
            </a:extLst>
          </p:cNvPr>
          <p:cNvSpPr>
            <a:spLocks noGrp="1"/>
          </p:cNvSpPr>
          <p:nvPr/>
        </p:nvSpPr>
        <p:spPr>
          <a:xfrm rot="10800000">
            <a:off x="13606790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7" name="Circle">
            <a:extLst>
              <a:ext uri="{FF2B5EF4-FFF2-40B4-BE49-F238E27FC236}">
                <a16:creationId xmlns:a16="http://schemas.microsoft.com/office/drawing/2014/main" id="{C877859F-F83F-D373-0D04-2D44F91F30F7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8" name="Circle">
            <a:extLst>
              <a:ext uri="{FF2B5EF4-FFF2-40B4-BE49-F238E27FC236}">
                <a16:creationId xmlns:a16="http://schemas.microsoft.com/office/drawing/2014/main" id="{D4CF993B-7C53-F095-A4AF-96794D0EBE60}"/>
              </a:ext>
            </a:extLst>
          </p:cNvPr>
          <p:cNvSpPr>
            <a:spLocks noGrp="1"/>
          </p:cNvSpPr>
          <p:nvPr/>
        </p:nvSpPr>
        <p:spPr>
          <a:xfrm flipH="1">
            <a:off x="13606790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9" name="Rounded Rectangle">
            <a:extLst>
              <a:ext uri="{FF2B5EF4-FFF2-40B4-BE49-F238E27FC236}">
                <a16:creationId xmlns:a16="http://schemas.microsoft.com/office/drawing/2014/main" id="{BF4D734A-2020-FC95-9478-D6FDB626C38E}"/>
              </a:ext>
            </a:extLst>
          </p:cNvPr>
          <p:cNvSpPr>
            <a:spLocks noGrp="1"/>
          </p:cNvSpPr>
          <p:nvPr/>
        </p:nvSpPr>
        <p:spPr>
          <a:xfrm>
            <a:off x="1653405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0" name="Circle">
            <a:extLst>
              <a:ext uri="{FF2B5EF4-FFF2-40B4-BE49-F238E27FC236}">
                <a16:creationId xmlns:a16="http://schemas.microsoft.com/office/drawing/2014/main" id="{B95A6724-DBF8-F56E-52EF-8CA1A783E011}"/>
              </a:ext>
            </a:extLst>
          </p:cNvPr>
          <p:cNvSpPr>
            <a:spLocks noGrp="1"/>
          </p:cNvSpPr>
          <p:nvPr/>
        </p:nvSpPr>
        <p:spPr>
          <a:xfrm>
            <a:off x="16633782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1" name="Circle">
            <a:extLst>
              <a:ext uri="{FF2B5EF4-FFF2-40B4-BE49-F238E27FC236}">
                <a16:creationId xmlns:a16="http://schemas.microsoft.com/office/drawing/2014/main" id="{CCAF16C4-3A58-1B38-18B1-6656911820A5}"/>
              </a:ext>
            </a:extLst>
          </p:cNvPr>
          <p:cNvSpPr>
            <a:spLocks noGrp="1"/>
          </p:cNvSpPr>
          <p:nvPr/>
        </p:nvSpPr>
        <p:spPr>
          <a:xfrm rot="10800000">
            <a:off x="17398752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2" name="Circle">
            <a:extLst>
              <a:ext uri="{FF2B5EF4-FFF2-40B4-BE49-F238E27FC236}">
                <a16:creationId xmlns:a16="http://schemas.microsoft.com/office/drawing/2014/main" id="{CDF43FCE-FD79-A398-B678-722DFEF72717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3" name="Circle">
            <a:extLst>
              <a:ext uri="{FF2B5EF4-FFF2-40B4-BE49-F238E27FC236}">
                <a16:creationId xmlns:a16="http://schemas.microsoft.com/office/drawing/2014/main" id="{0B26E813-CC49-0F98-80C1-168C1D679538}"/>
              </a:ext>
            </a:extLst>
          </p:cNvPr>
          <p:cNvSpPr>
            <a:spLocks noGrp="1"/>
          </p:cNvSpPr>
          <p:nvPr/>
        </p:nvSpPr>
        <p:spPr>
          <a:xfrm flipH="1">
            <a:off x="17398752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4" name="Circle">
            <a:extLst>
              <a:ext uri="{FF2B5EF4-FFF2-40B4-BE49-F238E27FC236}">
                <a16:creationId xmlns:a16="http://schemas.microsoft.com/office/drawing/2014/main" id="{515F4E77-2C4E-6BC5-B14D-BD809BE15064}"/>
              </a:ext>
            </a:extLst>
          </p:cNvPr>
          <p:cNvSpPr>
            <a:spLocks noGrp="1"/>
          </p:cNvSpPr>
          <p:nvPr/>
        </p:nvSpPr>
        <p:spPr>
          <a:xfrm rot="10800000">
            <a:off x="17016267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5" name="Rounded Rectangle">
            <a:extLst>
              <a:ext uri="{FF2B5EF4-FFF2-40B4-BE49-F238E27FC236}">
                <a16:creationId xmlns:a16="http://schemas.microsoft.com/office/drawing/2014/main" id="{BF205F08-AFC9-C79B-0D60-660F9F8A004C}"/>
              </a:ext>
            </a:extLst>
          </p:cNvPr>
          <p:cNvSpPr>
            <a:spLocks noGrp="1"/>
          </p:cNvSpPr>
          <p:nvPr/>
        </p:nvSpPr>
        <p:spPr>
          <a:xfrm>
            <a:off x="2787982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6" name="Circle">
            <a:extLst>
              <a:ext uri="{FF2B5EF4-FFF2-40B4-BE49-F238E27FC236}">
                <a16:creationId xmlns:a16="http://schemas.microsoft.com/office/drawing/2014/main" id="{324B4A98-AC54-655D-D59B-4EEB2B9F973B}"/>
              </a:ext>
            </a:extLst>
          </p:cNvPr>
          <p:cNvSpPr>
            <a:spLocks noGrp="1"/>
          </p:cNvSpPr>
          <p:nvPr/>
        </p:nvSpPr>
        <p:spPr>
          <a:xfrm>
            <a:off x="3270194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7" name="Rounded Rectangle">
            <a:extLst>
              <a:ext uri="{FF2B5EF4-FFF2-40B4-BE49-F238E27FC236}">
                <a16:creationId xmlns:a16="http://schemas.microsoft.com/office/drawing/2014/main" id="{74745768-9516-A438-8F93-A9C8331D2C1F}"/>
              </a:ext>
            </a:extLst>
          </p:cNvPr>
          <p:cNvSpPr>
            <a:spLocks noGrp="1"/>
          </p:cNvSpPr>
          <p:nvPr/>
        </p:nvSpPr>
        <p:spPr>
          <a:xfrm>
            <a:off x="2787982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8" name="Circle">
            <a:extLst>
              <a:ext uri="{FF2B5EF4-FFF2-40B4-BE49-F238E27FC236}">
                <a16:creationId xmlns:a16="http://schemas.microsoft.com/office/drawing/2014/main" id="{4E1C812D-93F3-2A00-01FE-84D3D302B364}"/>
              </a:ext>
            </a:extLst>
          </p:cNvPr>
          <p:cNvSpPr>
            <a:spLocks noGrp="1"/>
          </p:cNvSpPr>
          <p:nvPr/>
        </p:nvSpPr>
        <p:spPr>
          <a:xfrm>
            <a:off x="2887709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9" name="Circle">
            <a:extLst>
              <a:ext uri="{FF2B5EF4-FFF2-40B4-BE49-F238E27FC236}">
                <a16:creationId xmlns:a16="http://schemas.microsoft.com/office/drawing/2014/main" id="{BEC998C6-88C7-5300-70AB-5584DED76A73}"/>
              </a:ext>
            </a:extLst>
          </p:cNvPr>
          <p:cNvSpPr>
            <a:spLocks noGrp="1"/>
          </p:cNvSpPr>
          <p:nvPr/>
        </p:nvSpPr>
        <p:spPr>
          <a:xfrm rot="10800000">
            <a:off x="3652678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0" name="Rounded Rectangle">
            <a:extLst>
              <a:ext uri="{FF2B5EF4-FFF2-40B4-BE49-F238E27FC236}">
                <a16:creationId xmlns:a16="http://schemas.microsoft.com/office/drawing/2014/main" id="{A4494251-D315-CCAF-2FB1-1D07DA09816D}"/>
              </a:ext>
            </a:extLst>
          </p:cNvPr>
          <p:cNvSpPr>
            <a:spLocks noGrp="1"/>
          </p:cNvSpPr>
          <p:nvPr/>
        </p:nvSpPr>
        <p:spPr>
          <a:xfrm>
            <a:off x="2787982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1" name="Circle">
            <a:extLst>
              <a:ext uri="{FF2B5EF4-FFF2-40B4-BE49-F238E27FC236}">
                <a16:creationId xmlns:a16="http://schemas.microsoft.com/office/drawing/2014/main" id="{6736BA70-6562-C927-3A80-A621DDECC2BE}"/>
              </a:ext>
            </a:extLst>
          </p:cNvPr>
          <p:cNvSpPr>
            <a:spLocks noGrp="1"/>
          </p:cNvSpPr>
          <p:nvPr/>
        </p:nvSpPr>
        <p:spPr>
          <a:xfrm>
            <a:off x="288771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2" name="Circle">
            <a:extLst>
              <a:ext uri="{FF2B5EF4-FFF2-40B4-BE49-F238E27FC236}">
                <a16:creationId xmlns:a16="http://schemas.microsoft.com/office/drawing/2014/main" id="{B710CA9A-56F8-BBBF-67DE-DE9D446E13A4}"/>
              </a:ext>
            </a:extLst>
          </p:cNvPr>
          <p:cNvSpPr>
            <a:spLocks noGrp="1"/>
          </p:cNvSpPr>
          <p:nvPr/>
        </p:nvSpPr>
        <p:spPr>
          <a:xfrm rot="10800000">
            <a:off x="3652678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3" name="Circle">
            <a:extLst>
              <a:ext uri="{FF2B5EF4-FFF2-40B4-BE49-F238E27FC236}">
                <a16:creationId xmlns:a16="http://schemas.microsoft.com/office/drawing/2014/main" id="{712262AA-3FE1-5AFF-59F8-D4E3B135F0CD}"/>
              </a:ext>
            </a:extLst>
          </p:cNvPr>
          <p:cNvSpPr>
            <a:spLocks noGrp="1"/>
          </p:cNvSpPr>
          <p:nvPr/>
        </p:nvSpPr>
        <p:spPr>
          <a:xfrm rot="10800000">
            <a:off x="3270194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4" name="Rounded Rectangle">
            <a:extLst>
              <a:ext uri="{FF2B5EF4-FFF2-40B4-BE49-F238E27FC236}">
                <a16:creationId xmlns:a16="http://schemas.microsoft.com/office/drawing/2014/main" id="{33261714-41AC-62E1-0803-D925BD316147}"/>
              </a:ext>
            </a:extLst>
          </p:cNvPr>
          <p:cNvSpPr>
            <a:spLocks noGrp="1"/>
          </p:cNvSpPr>
          <p:nvPr/>
        </p:nvSpPr>
        <p:spPr>
          <a:xfrm>
            <a:off x="2787982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5" name="Circle">
            <a:extLst>
              <a:ext uri="{FF2B5EF4-FFF2-40B4-BE49-F238E27FC236}">
                <a16:creationId xmlns:a16="http://schemas.microsoft.com/office/drawing/2014/main" id="{6F109FE7-2959-7F3D-DD5E-37CE95CA0E69}"/>
              </a:ext>
            </a:extLst>
          </p:cNvPr>
          <p:cNvSpPr>
            <a:spLocks noGrp="1"/>
          </p:cNvSpPr>
          <p:nvPr/>
        </p:nvSpPr>
        <p:spPr>
          <a:xfrm>
            <a:off x="288771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6" name="Circle">
            <a:extLst>
              <a:ext uri="{FF2B5EF4-FFF2-40B4-BE49-F238E27FC236}">
                <a16:creationId xmlns:a16="http://schemas.microsoft.com/office/drawing/2014/main" id="{78BE7217-D213-A671-15A7-00E5EBB6205B}"/>
              </a:ext>
            </a:extLst>
          </p:cNvPr>
          <p:cNvSpPr>
            <a:spLocks noGrp="1"/>
          </p:cNvSpPr>
          <p:nvPr/>
        </p:nvSpPr>
        <p:spPr>
          <a:xfrm rot="10800000">
            <a:off x="3652678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7" name="Circle">
            <a:extLst>
              <a:ext uri="{FF2B5EF4-FFF2-40B4-BE49-F238E27FC236}">
                <a16:creationId xmlns:a16="http://schemas.microsoft.com/office/drawing/2014/main" id="{FD44909E-494D-13C7-215B-5405E2228C2E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8" name="Circle">
            <a:extLst>
              <a:ext uri="{FF2B5EF4-FFF2-40B4-BE49-F238E27FC236}">
                <a16:creationId xmlns:a16="http://schemas.microsoft.com/office/drawing/2014/main" id="{74C449AE-B076-1F8C-6907-409CCCBDCFFE}"/>
              </a:ext>
            </a:extLst>
          </p:cNvPr>
          <p:cNvSpPr>
            <a:spLocks noGrp="1"/>
          </p:cNvSpPr>
          <p:nvPr/>
        </p:nvSpPr>
        <p:spPr>
          <a:xfrm flipH="1">
            <a:off x="3652678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9" name="Rounded Rectangle">
            <a:extLst>
              <a:ext uri="{FF2B5EF4-FFF2-40B4-BE49-F238E27FC236}">
                <a16:creationId xmlns:a16="http://schemas.microsoft.com/office/drawing/2014/main" id="{31D698FC-6D30-B0CF-E217-6B672289CC84}"/>
              </a:ext>
            </a:extLst>
          </p:cNvPr>
          <p:cNvSpPr>
            <a:spLocks noGrp="1"/>
          </p:cNvSpPr>
          <p:nvPr/>
        </p:nvSpPr>
        <p:spPr>
          <a:xfrm>
            <a:off x="2787982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0" name="Circle">
            <a:extLst>
              <a:ext uri="{FF2B5EF4-FFF2-40B4-BE49-F238E27FC236}">
                <a16:creationId xmlns:a16="http://schemas.microsoft.com/office/drawing/2014/main" id="{17CF5D61-1D6D-2E2C-91BD-D3B36C100FD9}"/>
              </a:ext>
            </a:extLst>
          </p:cNvPr>
          <p:cNvSpPr>
            <a:spLocks noGrp="1"/>
          </p:cNvSpPr>
          <p:nvPr/>
        </p:nvSpPr>
        <p:spPr>
          <a:xfrm>
            <a:off x="2887710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1" name="Circle">
            <a:extLst>
              <a:ext uri="{FF2B5EF4-FFF2-40B4-BE49-F238E27FC236}">
                <a16:creationId xmlns:a16="http://schemas.microsoft.com/office/drawing/2014/main" id="{DAD1DAA2-1973-6EF8-1B4A-DA5295AFA0FE}"/>
              </a:ext>
            </a:extLst>
          </p:cNvPr>
          <p:cNvSpPr>
            <a:spLocks noGrp="1"/>
          </p:cNvSpPr>
          <p:nvPr/>
        </p:nvSpPr>
        <p:spPr>
          <a:xfrm rot="10800000">
            <a:off x="3652678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2" name="Circle">
            <a:extLst>
              <a:ext uri="{FF2B5EF4-FFF2-40B4-BE49-F238E27FC236}">
                <a16:creationId xmlns:a16="http://schemas.microsoft.com/office/drawing/2014/main" id="{8991D981-7C2C-C04D-6F95-67DB4304D530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3" name="Circle">
            <a:extLst>
              <a:ext uri="{FF2B5EF4-FFF2-40B4-BE49-F238E27FC236}">
                <a16:creationId xmlns:a16="http://schemas.microsoft.com/office/drawing/2014/main" id="{7AFF86AB-2CA8-5475-D775-A940CC7DCF29}"/>
              </a:ext>
            </a:extLst>
          </p:cNvPr>
          <p:cNvSpPr>
            <a:spLocks noGrp="1"/>
          </p:cNvSpPr>
          <p:nvPr/>
        </p:nvSpPr>
        <p:spPr>
          <a:xfrm flipH="1">
            <a:off x="3652678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4" name="Circle">
            <a:extLst>
              <a:ext uri="{FF2B5EF4-FFF2-40B4-BE49-F238E27FC236}">
                <a16:creationId xmlns:a16="http://schemas.microsoft.com/office/drawing/2014/main" id="{984738E3-8EDD-15B0-1903-A6FE4481777C}"/>
              </a:ext>
            </a:extLst>
          </p:cNvPr>
          <p:cNvSpPr>
            <a:spLocks noGrp="1"/>
          </p:cNvSpPr>
          <p:nvPr/>
        </p:nvSpPr>
        <p:spPr>
          <a:xfrm rot="10800000">
            <a:off x="3270194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5" name="Rounded Rectangle">
            <a:extLst>
              <a:ext uri="{FF2B5EF4-FFF2-40B4-BE49-F238E27FC236}">
                <a16:creationId xmlns:a16="http://schemas.microsoft.com/office/drawing/2014/main" id="{F1796527-E262-74D9-F1EA-DAC463A26C5B}"/>
              </a:ext>
            </a:extLst>
          </p:cNvPr>
          <p:cNvSpPr>
            <a:spLocks noGrp="1"/>
          </p:cNvSpPr>
          <p:nvPr/>
        </p:nvSpPr>
        <p:spPr>
          <a:xfrm>
            <a:off x="2787982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6" name="Circle">
            <a:extLst>
              <a:ext uri="{FF2B5EF4-FFF2-40B4-BE49-F238E27FC236}">
                <a16:creationId xmlns:a16="http://schemas.microsoft.com/office/drawing/2014/main" id="{27DEBBB1-4E6F-102A-4B12-F4E187CFEC23}"/>
              </a:ext>
            </a:extLst>
          </p:cNvPr>
          <p:cNvSpPr>
            <a:spLocks noGrp="1"/>
          </p:cNvSpPr>
          <p:nvPr/>
        </p:nvSpPr>
        <p:spPr>
          <a:xfrm>
            <a:off x="2887710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7" name="Circle">
            <a:extLst>
              <a:ext uri="{FF2B5EF4-FFF2-40B4-BE49-F238E27FC236}">
                <a16:creationId xmlns:a16="http://schemas.microsoft.com/office/drawing/2014/main" id="{672A80CC-17F4-F3FE-4942-337A90B8DE00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8" name="Circle">
            <a:extLst>
              <a:ext uri="{FF2B5EF4-FFF2-40B4-BE49-F238E27FC236}">
                <a16:creationId xmlns:a16="http://schemas.microsoft.com/office/drawing/2014/main" id="{6F4A62F6-9D77-6E5B-B22E-D15FA4CD8813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9" name="Circle">
            <a:extLst>
              <a:ext uri="{FF2B5EF4-FFF2-40B4-BE49-F238E27FC236}">
                <a16:creationId xmlns:a16="http://schemas.microsoft.com/office/drawing/2014/main" id="{B05D08B2-E07C-DFC4-ED55-ED47B848CA9D}"/>
              </a:ext>
            </a:extLst>
          </p:cNvPr>
          <p:cNvSpPr>
            <a:spLocks noGrp="1"/>
          </p:cNvSpPr>
          <p:nvPr/>
        </p:nvSpPr>
        <p:spPr>
          <a:xfrm flipH="1">
            <a:off x="3652678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0" name="Circle">
            <a:extLst>
              <a:ext uri="{FF2B5EF4-FFF2-40B4-BE49-F238E27FC236}">
                <a16:creationId xmlns:a16="http://schemas.microsoft.com/office/drawing/2014/main" id="{AEA38A2F-02A3-2061-C2A1-A2BE05702A99}"/>
              </a:ext>
            </a:extLst>
          </p:cNvPr>
          <p:cNvSpPr>
            <a:spLocks noGrp="1"/>
          </p:cNvSpPr>
          <p:nvPr/>
        </p:nvSpPr>
        <p:spPr>
          <a:xfrm rot="10800000">
            <a:off x="2887710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1" name="Circle">
            <a:extLst>
              <a:ext uri="{FF2B5EF4-FFF2-40B4-BE49-F238E27FC236}">
                <a16:creationId xmlns:a16="http://schemas.microsoft.com/office/drawing/2014/main" id="{D72E8565-C8DD-9881-4BB0-70EF03FE1D82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2" name="Rounded Rectangle">
            <a:extLst>
              <a:ext uri="{FF2B5EF4-FFF2-40B4-BE49-F238E27FC236}">
                <a16:creationId xmlns:a16="http://schemas.microsoft.com/office/drawing/2014/main" id="{2594050C-D491-70CD-8A49-76706704852A}"/>
              </a:ext>
            </a:extLst>
          </p:cNvPr>
          <p:cNvSpPr>
            <a:spLocks noGrp="1"/>
          </p:cNvSpPr>
          <p:nvPr/>
        </p:nvSpPr>
        <p:spPr>
          <a:xfrm>
            <a:off x="1366203" y="3231794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3" name="Circle">
            <a:extLst>
              <a:ext uri="{FF2B5EF4-FFF2-40B4-BE49-F238E27FC236}">
                <a16:creationId xmlns:a16="http://schemas.microsoft.com/office/drawing/2014/main" id="{E2C42896-05FA-D68A-0ADF-9EDAC9286DE5}"/>
              </a:ext>
            </a:extLst>
          </p:cNvPr>
          <p:cNvSpPr>
            <a:spLocks noGrp="1"/>
          </p:cNvSpPr>
          <p:nvPr/>
        </p:nvSpPr>
        <p:spPr>
          <a:xfrm>
            <a:off x="1848415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4" name="Rounded Rectangle">
            <a:extLst>
              <a:ext uri="{FF2B5EF4-FFF2-40B4-BE49-F238E27FC236}">
                <a16:creationId xmlns:a16="http://schemas.microsoft.com/office/drawing/2014/main" id="{C3961FBC-1E7D-6E69-66D7-34170A539A91}"/>
              </a:ext>
            </a:extLst>
          </p:cNvPr>
          <p:cNvSpPr>
            <a:spLocks noGrp="1"/>
          </p:cNvSpPr>
          <p:nvPr/>
        </p:nvSpPr>
        <p:spPr>
          <a:xfrm>
            <a:off x="5158165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5" name="Circle">
            <a:extLst>
              <a:ext uri="{FF2B5EF4-FFF2-40B4-BE49-F238E27FC236}">
                <a16:creationId xmlns:a16="http://schemas.microsoft.com/office/drawing/2014/main" id="{EED8C8F8-90EC-3317-AF4F-4B56B99DE15D}"/>
              </a:ext>
            </a:extLst>
          </p:cNvPr>
          <p:cNvSpPr>
            <a:spLocks noGrp="1"/>
          </p:cNvSpPr>
          <p:nvPr/>
        </p:nvSpPr>
        <p:spPr>
          <a:xfrm>
            <a:off x="525789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6" name="Circle">
            <a:extLst>
              <a:ext uri="{FF2B5EF4-FFF2-40B4-BE49-F238E27FC236}">
                <a16:creationId xmlns:a16="http://schemas.microsoft.com/office/drawing/2014/main" id="{6A590531-DC40-5C93-5341-794CD2BC8194}"/>
              </a:ext>
            </a:extLst>
          </p:cNvPr>
          <p:cNvSpPr>
            <a:spLocks noGrp="1"/>
          </p:cNvSpPr>
          <p:nvPr/>
        </p:nvSpPr>
        <p:spPr>
          <a:xfrm rot="10800000">
            <a:off x="6022861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7" name="Rounded Rectangle">
            <a:extLst>
              <a:ext uri="{FF2B5EF4-FFF2-40B4-BE49-F238E27FC236}">
                <a16:creationId xmlns:a16="http://schemas.microsoft.com/office/drawing/2014/main" id="{EBB558C9-E33D-64EB-92F7-DC72EE82B00D}"/>
              </a:ext>
            </a:extLst>
          </p:cNvPr>
          <p:cNvSpPr>
            <a:spLocks noGrp="1"/>
          </p:cNvSpPr>
          <p:nvPr/>
        </p:nvSpPr>
        <p:spPr>
          <a:xfrm>
            <a:off x="8950128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8" name="Circle">
            <a:extLst>
              <a:ext uri="{FF2B5EF4-FFF2-40B4-BE49-F238E27FC236}">
                <a16:creationId xmlns:a16="http://schemas.microsoft.com/office/drawing/2014/main" id="{46432017-BAFD-9F9C-D90D-C92A88DCA0EC}"/>
              </a:ext>
            </a:extLst>
          </p:cNvPr>
          <p:cNvSpPr>
            <a:spLocks noGrp="1"/>
          </p:cNvSpPr>
          <p:nvPr/>
        </p:nvSpPr>
        <p:spPr>
          <a:xfrm>
            <a:off x="9049856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9" name="Circle">
            <a:extLst>
              <a:ext uri="{FF2B5EF4-FFF2-40B4-BE49-F238E27FC236}">
                <a16:creationId xmlns:a16="http://schemas.microsoft.com/office/drawing/2014/main" id="{4E285F8C-71DE-DB07-F900-D8231DF188EA}"/>
              </a:ext>
            </a:extLst>
          </p:cNvPr>
          <p:cNvSpPr>
            <a:spLocks noGrp="1"/>
          </p:cNvSpPr>
          <p:nvPr/>
        </p:nvSpPr>
        <p:spPr>
          <a:xfrm rot="10800000">
            <a:off x="9814825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0" name="Circle">
            <a:extLst>
              <a:ext uri="{FF2B5EF4-FFF2-40B4-BE49-F238E27FC236}">
                <a16:creationId xmlns:a16="http://schemas.microsoft.com/office/drawing/2014/main" id="{1276EC57-D7FB-DA35-8DB4-AD31789727D8}"/>
              </a:ext>
            </a:extLst>
          </p:cNvPr>
          <p:cNvSpPr>
            <a:spLocks noGrp="1"/>
          </p:cNvSpPr>
          <p:nvPr/>
        </p:nvSpPr>
        <p:spPr>
          <a:xfrm rot="10800000">
            <a:off x="9432340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1" name="Rounded Rectangle">
            <a:extLst>
              <a:ext uri="{FF2B5EF4-FFF2-40B4-BE49-F238E27FC236}">
                <a16:creationId xmlns:a16="http://schemas.microsoft.com/office/drawing/2014/main" id="{AEED57F4-846B-4ABB-1AFF-72E62287F97A}"/>
              </a:ext>
            </a:extLst>
          </p:cNvPr>
          <p:cNvSpPr>
            <a:spLocks noGrp="1"/>
          </p:cNvSpPr>
          <p:nvPr/>
        </p:nvSpPr>
        <p:spPr>
          <a:xfrm>
            <a:off x="12742092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2" name="Circle">
            <a:extLst>
              <a:ext uri="{FF2B5EF4-FFF2-40B4-BE49-F238E27FC236}">
                <a16:creationId xmlns:a16="http://schemas.microsoft.com/office/drawing/2014/main" id="{4A722291-7B69-EE97-D0EF-DD3278F52D0D}"/>
              </a:ext>
            </a:extLst>
          </p:cNvPr>
          <p:cNvSpPr>
            <a:spLocks noGrp="1"/>
          </p:cNvSpPr>
          <p:nvPr/>
        </p:nvSpPr>
        <p:spPr>
          <a:xfrm>
            <a:off x="12841820" y="4090379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3" name="Circle">
            <a:extLst>
              <a:ext uri="{FF2B5EF4-FFF2-40B4-BE49-F238E27FC236}">
                <a16:creationId xmlns:a16="http://schemas.microsoft.com/office/drawing/2014/main" id="{2B574B4C-49D4-241C-F82A-F4CA0AEB4067}"/>
              </a:ext>
            </a:extLst>
          </p:cNvPr>
          <p:cNvSpPr>
            <a:spLocks noGrp="1"/>
          </p:cNvSpPr>
          <p:nvPr/>
        </p:nvSpPr>
        <p:spPr>
          <a:xfrm rot="10800000">
            <a:off x="13606790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4" name="Circle">
            <a:extLst>
              <a:ext uri="{FF2B5EF4-FFF2-40B4-BE49-F238E27FC236}">
                <a16:creationId xmlns:a16="http://schemas.microsoft.com/office/drawing/2014/main" id="{088CCBE6-7E1D-D490-DC77-21DDB44C1DC5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5" name="Circle">
            <a:extLst>
              <a:ext uri="{FF2B5EF4-FFF2-40B4-BE49-F238E27FC236}">
                <a16:creationId xmlns:a16="http://schemas.microsoft.com/office/drawing/2014/main" id="{713C6FDF-0CCA-9E60-263B-72D92B76EE88}"/>
              </a:ext>
            </a:extLst>
          </p:cNvPr>
          <p:cNvSpPr>
            <a:spLocks noGrp="1"/>
          </p:cNvSpPr>
          <p:nvPr/>
        </p:nvSpPr>
        <p:spPr>
          <a:xfrm flipH="1">
            <a:off x="13606790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6" name="Rounded Rectangle">
            <a:extLst>
              <a:ext uri="{FF2B5EF4-FFF2-40B4-BE49-F238E27FC236}">
                <a16:creationId xmlns:a16="http://schemas.microsoft.com/office/drawing/2014/main" id="{356171E5-FBF0-B8F2-DFD5-328B3D25F356}"/>
              </a:ext>
            </a:extLst>
          </p:cNvPr>
          <p:cNvSpPr>
            <a:spLocks noGrp="1"/>
          </p:cNvSpPr>
          <p:nvPr/>
        </p:nvSpPr>
        <p:spPr>
          <a:xfrm>
            <a:off x="16534056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7" name="Circle">
            <a:extLst>
              <a:ext uri="{FF2B5EF4-FFF2-40B4-BE49-F238E27FC236}">
                <a16:creationId xmlns:a16="http://schemas.microsoft.com/office/drawing/2014/main" id="{EDF2E1C6-C2FD-DAA0-F0E0-6DD43B00AC4F}"/>
              </a:ext>
            </a:extLst>
          </p:cNvPr>
          <p:cNvSpPr>
            <a:spLocks noGrp="1"/>
          </p:cNvSpPr>
          <p:nvPr/>
        </p:nvSpPr>
        <p:spPr>
          <a:xfrm>
            <a:off x="16633783" y="4090379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8" name="Circle">
            <a:extLst>
              <a:ext uri="{FF2B5EF4-FFF2-40B4-BE49-F238E27FC236}">
                <a16:creationId xmlns:a16="http://schemas.microsoft.com/office/drawing/2014/main" id="{2E6B2C10-390D-C14C-ABF1-2FCFF5A73394}"/>
              </a:ext>
            </a:extLst>
          </p:cNvPr>
          <p:cNvSpPr>
            <a:spLocks noGrp="1"/>
          </p:cNvSpPr>
          <p:nvPr/>
        </p:nvSpPr>
        <p:spPr>
          <a:xfrm rot="10800000">
            <a:off x="17398754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9" name="Circle">
            <a:extLst>
              <a:ext uri="{FF2B5EF4-FFF2-40B4-BE49-F238E27FC236}">
                <a16:creationId xmlns:a16="http://schemas.microsoft.com/office/drawing/2014/main" id="{4CFB9148-F48A-0610-985C-A389E6B7A0CC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0" name="Circle">
            <a:extLst>
              <a:ext uri="{FF2B5EF4-FFF2-40B4-BE49-F238E27FC236}">
                <a16:creationId xmlns:a16="http://schemas.microsoft.com/office/drawing/2014/main" id="{D2129B72-19E4-0F06-2456-85EC9F0E6A24}"/>
              </a:ext>
            </a:extLst>
          </p:cNvPr>
          <p:cNvSpPr>
            <a:spLocks noGrp="1"/>
          </p:cNvSpPr>
          <p:nvPr/>
        </p:nvSpPr>
        <p:spPr>
          <a:xfrm flipH="1">
            <a:off x="17398754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1" name="Circle">
            <a:extLst>
              <a:ext uri="{FF2B5EF4-FFF2-40B4-BE49-F238E27FC236}">
                <a16:creationId xmlns:a16="http://schemas.microsoft.com/office/drawing/2014/main" id="{007A878C-9BEE-405F-40DB-C9763881BE30}"/>
              </a:ext>
            </a:extLst>
          </p:cNvPr>
          <p:cNvSpPr>
            <a:spLocks noGrp="1"/>
          </p:cNvSpPr>
          <p:nvPr/>
        </p:nvSpPr>
        <p:spPr>
          <a:xfrm rot="10800000">
            <a:off x="17016268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2" name="Rounded Rectangle">
            <a:extLst>
              <a:ext uri="{FF2B5EF4-FFF2-40B4-BE49-F238E27FC236}">
                <a16:creationId xmlns:a16="http://schemas.microsoft.com/office/drawing/2014/main" id="{36D214C1-16CC-D83D-B560-256638570226}"/>
              </a:ext>
            </a:extLst>
          </p:cNvPr>
          <p:cNvSpPr>
            <a:spLocks noGrp="1"/>
          </p:cNvSpPr>
          <p:nvPr/>
        </p:nvSpPr>
        <p:spPr>
          <a:xfrm>
            <a:off x="1366203" y="5225930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3" name="Circle">
            <a:extLst>
              <a:ext uri="{FF2B5EF4-FFF2-40B4-BE49-F238E27FC236}">
                <a16:creationId xmlns:a16="http://schemas.microsoft.com/office/drawing/2014/main" id="{4DB84ABD-CDDA-E802-A751-338B202BCC9F}"/>
              </a:ext>
            </a:extLst>
          </p:cNvPr>
          <p:cNvSpPr>
            <a:spLocks noGrp="1"/>
          </p:cNvSpPr>
          <p:nvPr/>
        </p:nvSpPr>
        <p:spPr>
          <a:xfrm>
            <a:off x="1848415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4" name="Rounded Rectangle">
            <a:extLst>
              <a:ext uri="{FF2B5EF4-FFF2-40B4-BE49-F238E27FC236}">
                <a16:creationId xmlns:a16="http://schemas.microsoft.com/office/drawing/2014/main" id="{4B9F12F3-466A-7252-F019-5BD95F560B1B}"/>
              </a:ext>
            </a:extLst>
          </p:cNvPr>
          <p:cNvSpPr>
            <a:spLocks noGrp="1"/>
          </p:cNvSpPr>
          <p:nvPr/>
        </p:nvSpPr>
        <p:spPr>
          <a:xfrm>
            <a:off x="5158165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5" name="Circle">
            <a:extLst>
              <a:ext uri="{FF2B5EF4-FFF2-40B4-BE49-F238E27FC236}">
                <a16:creationId xmlns:a16="http://schemas.microsoft.com/office/drawing/2014/main" id="{D20EC7A7-92CA-3154-D8C2-414ABC7617BC}"/>
              </a:ext>
            </a:extLst>
          </p:cNvPr>
          <p:cNvSpPr>
            <a:spLocks noGrp="1"/>
          </p:cNvSpPr>
          <p:nvPr/>
        </p:nvSpPr>
        <p:spPr>
          <a:xfrm>
            <a:off x="525789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6" name="Circle">
            <a:extLst>
              <a:ext uri="{FF2B5EF4-FFF2-40B4-BE49-F238E27FC236}">
                <a16:creationId xmlns:a16="http://schemas.microsoft.com/office/drawing/2014/main" id="{0F631AA2-B755-C653-86E4-ACA37C118E5B}"/>
              </a:ext>
            </a:extLst>
          </p:cNvPr>
          <p:cNvSpPr>
            <a:spLocks noGrp="1"/>
          </p:cNvSpPr>
          <p:nvPr/>
        </p:nvSpPr>
        <p:spPr>
          <a:xfrm rot="10800000">
            <a:off x="602286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7" name="Rounded Rectangle">
            <a:extLst>
              <a:ext uri="{FF2B5EF4-FFF2-40B4-BE49-F238E27FC236}">
                <a16:creationId xmlns:a16="http://schemas.microsoft.com/office/drawing/2014/main" id="{6DC22449-3EEC-A597-0835-FC4707F49DAA}"/>
              </a:ext>
            </a:extLst>
          </p:cNvPr>
          <p:cNvSpPr>
            <a:spLocks noGrp="1"/>
          </p:cNvSpPr>
          <p:nvPr/>
        </p:nvSpPr>
        <p:spPr>
          <a:xfrm>
            <a:off x="8950128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8" name="Circle">
            <a:extLst>
              <a:ext uri="{FF2B5EF4-FFF2-40B4-BE49-F238E27FC236}">
                <a16:creationId xmlns:a16="http://schemas.microsoft.com/office/drawing/2014/main" id="{AA21FE7B-781E-BC93-A3B3-B435A6325052}"/>
              </a:ext>
            </a:extLst>
          </p:cNvPr>
          <p:cNvSpPr>
            <a:spLocks noGrp="1"/>
          </p:cNvSpPr>
          <p:nvPr/>
        </p:nvSpPr>
        <p:spPr>
          <a:xfrm>
            <a:off x="9049856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9" name="Circle">
            <a:extLst>
              <a:ext uri="{FF2B5EF4-FFF2-40B4-BE49-F238E27FC236}">
                <a16:creationId xmlns:a16="http://schemas.microsoft.com/office/drawing/2014/main" id="{523135DE-D9F8-1139-BF27-2AD7DEF84A92}"/>
              </a:ext>
            </a:extLst>
          </p:cNvPr>
          <p:cNvSpPr>
            <a:spLocks noGrp="1"/>
          </p:cNvSpPr>
          <p:nvPr/>
        </p:nvSpPr>
        <p:spPr>
          <a:xfrm rot="10800000">
            <a:off x="981482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0" name="Circle">
            <a:extLst>
              <a:ext uri="{FF2B5EF4-FFF2-40B4-BE49-F238E27FC236}">
                <a16:creationId xmlns:a16="http://schemas.microsoft.com/office/drawing/2014/main" id="{92BC614F-6F6A-F7A6-B037-39ADE6E07E46}"/>
              </a:ext>
            </a:extLst>
          </p:cNvPr>
          <p:cNvSpPr>
            <a:spLocks noGrp="1"/>
          </p:cNvSpPr>
          <p:nvPr/>
        </p:nvSpPr>
        <p:spPr>
          <a:xfrm rot="10800000">
            <a:off x="9432340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1" name="Rounded Rectangle">
            <a:extLst>
              <a:ext uri="{FF2B5EF4-FFF2-40B4-BE49-F238E27FC236}">
                <a16:creationId xmlns:a16="http://schemas.microsoft.com/office/drawing/2014/main" id="{3A3E5EDE-00B9-AC5B-0671-F75109E9B9BF}"/>
              </a:ext>
            </a:extLst>
          </p:cNvPr>
          <p:cNvSpPr>
            <a:spLocks noGrp="1"/>
          </p:cNvSpPr>
          <p:nvPr/>
        </p:nvSpPr>
        <p:spPr>
          <a:xfrm>
            <a:off x="12742092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2" name="Circle">
            <a:extLst>
              <a:ext uri="{FF2B5EF4-FFF2-40B4-BE49-F238E27FC236}">
                <a16:creationId xmlns:a16="http://schemas.microsoft.com/office/drawing/2014/main" id="{A562D318-11B6-5610-540F-A094B3AE5F97}"/>
              </a:ext>
            </a:extLst>
          </p:cNvPr>
          <p:cNvSpPr>
            <a:spLocks noGrp="1"/>
          </p:cNvSpPr>
          <p:nvPr/>
        </p:nvSpPr>
        <p:spPr>
          <a:xfrm>
            <a:off x="1284182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3" name="Circle">
            <a:extLst>
              <a:ext uri="{FF2B5EF4-FFF2-40B4-BE49-F238E27FC236}">
                <a16:creationId xmlns:a16="http://schemas.microsoft.com/office/drawing/2014/main" id="{91A9F6D9-BCF4-4E66-EAE6-EC2329DFE4B5}"/>
              </a:ext>
            </a:extLst>
          </p:cNvPr>
          <p:cNvSpPr>
            <a:spLocks noGrp="1"/>
          </p:cNvSpPr>
          <p:nvPr/>
        </p:nvSpPr>
        <p:spPr>
          <a:xfrm rot="10800000">
            <a:off x="13606790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4" name="Circle">
            <a:extLst>
              <a:ext uri="{FF2B5EF4-FFF2-40B4-BE49-F238E27FC236}">
                <a16:creationId xmlns:a16="http://schemas.microsoft.com/office/drawing/2014/main" id="{8AB28A5A-8D97-9CC4-6F88-55E7DC574280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5" name="Circle">
            <a:extLst>
              <a:ext uri="{FF2B5EF4-FFF2-40B4-BE49-F238E27FC236}">
                <a16:creationId xmlns:a16="http://schemas.microsoft.com/office/drawing/2014/main" id="{249530BF-586F-BE36-B8BE-16527F8A61EF}"/>
              </a:ext>
            </a:extLst>
          </p:cNvPr>
          <p:cNvSpPr>
            <a:spLocks noGrp="1"/>
          </p:cNvSpPr>
          <p:nvPr/>
        </p:nvSpPr>
        <p:spPr>
          <a:xfrm flipH="1">
            <a:off x="1360679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6" name="Rounded Rectangle">
            <a:extLst>
              <a:ext uri="{FF2B5EF4-FFF2-40B4-BE49-F238E27FC236}">
                <a16:creationId xmlns:a16="http://schemas.microsoft.com/office/drawing/2014/main" id="{6B7A7F93-E3CE-F27B-21D3-F314B0ABCC62}"/>
              </a:ext>
            </a:extLst>
          </p:cNvPr>
          <p:cNvSpPr>
            <a:spLocks noGrp="1"/>
          </p:cNvSpPr>
          <p:nvPr/>
        </p:nvSpPr>
        <p:spPr>
          <a:xfrm>
            <a:off x="16534056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7" name="Circle">
            <a:extLst>
              <a:ext uri="{FF2B5EF4-FFF2-40B4-BE49-F238E27FC236}">
                <a16:creationId xmlns:a16="http://schemas.microsoft.com/office/drawing/2014/main" id="{95F65773-C3BA-3698-D07B-BA15D003DC47}"/>
              </a:ext>
            </a:extLst>
          </p:cNvPr>
          <p:cNvSpPr>
            <a:spLocks noGrp="1"/>
          </p:cNvSpPr>
          <p:nvPr/>
        </p:nvSpPr>
        <p:spPr>
          <a:xfrm>
            <a:off x="16633783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8" name="Circle">
            <a:extLst>
              <a:ext uri="{FF2B5EF4-FFF2-40B4-BE49-F238E27FC236}">
                <a16:creationId xmlns:a16="http://schemas.microsoft.com/office/drawing/2014/main" id="{BF4CC79B-64CC-DA27-AA4B-CD3A851B7A61}"/>
              </a:ext>
            </a:extLst>
          </p:cNvPr>
          <p:cNvSpPr>
            <a:spLocks noGrp="1"/>
          </p:cNvSpPr>
          <p:nvPr/>
        </p:nvSpPr>
        <p:spPr>
          <a:xfrm rot="10800000">
            <a:off x="17398754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9" name="Circle">
            <a:extLst>
              <a:ext uri="{FF2B5EF4-FFF2-40B4-BE49-F238E27FC236}">
                <a16:creationId xmlns:a16="http://schemas.microsoft.com/office/drawing/2014/main" id="{E33A28ED-2404-9850-91BE-34B62A130C7C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0" name="Circle">
            <a:extLst>
              <a:ext uri="{FF2B5EF4-FFF2-40B4-BE49-F238E27FC236}">
                <a16:creationId xmlns:a16="http://schemas.microsoft.com/office/drawing/2014/main" id="{6EF93F08-B24E-6C2B-4454-45A041123B37}"/>
              </a:ext>
            </a:extLst>
          </p:cNvPr>
          <p:cNvSpPr>
            <a:spLocks noGrp="1"/>
          </p:cNvSpPr>
          <p:nvPr/>
        </p:nvSpPr>
        <p:spPr>
          <a:xfrm flipH="1">
            <a:off x="17398754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1" name="Circle">
            <a:extLst>
              <a:ext uri="{FF2B5EF4-FFF2-40B4-BE49-F238E27FC236}">
                <a16:creationId xmlns:a16="http://schemas.microsoft.com/office/drawing/2014/main" id="{D5897D53-B366-AF8E-DF24-AC08832653FD}"/>
              </a:ext>
            </a:extLst>
          </p:cNvPr>
          <p:cNvSpPr>
            <a:spLocks noGrp="1"/>
          </p:cNvSpPr>
          <p:nvPr/>
        </p:nvSpPr>
        <p:spPr>
          <a:xfrm rot="10800000">
            <a:off x="17016268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2" name="Rounded Rectangle">
            <a:extLst>
              <a:ext uri="{FF2B5EF4-FFF2-40B4-BE49-F238E27FC236}">
                <a16:creationId xmlns:a16="http://schemas.microsoft.com/office/drawing/2014/main" id="{74BAF46F-24F7-F307-C831-90C4B012CD8E}"/>
              </a:ext>
            </a:extLst>
          </p:cNvPr>
          <p:cNvSpPr>
            <a:spLocks noGrp="1"/>
          </p:cNvSpPr>
          <p:nvPr/>
        </p:nvSpPr>
        <p:spPr>
          <a:xfrm>
            <a:off x="1366203" y="7220069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3" name="Circle">
            <a:extLst>
              <a:ext uri="{FF2B5EF4-FFF2-40B4-BE49-F238E27FC236}">
                <a16:creationId xmlns:a16="http://schemas.microsoft.com/office/drawing/2014/main" id="{8D4693D6-A374-57A0-8B44-DA834F33064C}"/>
              </a:ext>
            </a:extLst>
          </p:cNvPr>
          <p:cNvSpPr>
            <a:spLocks noGrp="1"/>
          </p:cNvSpPr>
          <p:nvPr/>
        </p:nvSpPr>
        <p:spPr>
          <a:xfrm>
            <a:off x="1848415" y="77022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4" name="Rounded Rectangle">
            <a:extLst>
              <a:ext uri="{FF2B5EF4-FFF2-40B4-BE49-F238E27FC236}">
                <a16:creationId xmlns:a16="http://schemas.microsoft.com/office/drawing/2014/main" id="{33658660-9E53-101D-0C4C-6DD0A7A8688B}"/>
              </a:ext>
            </a:extLst>
          </p:cNvPr>
          <p:cNvSpPr>
            <a:spLocks noGrp="1"/>
          </p:cNvSpPr>
          <p:nvPr/>
        </p:nvSpPr>
        <p:spPr>
          <a:xfrm>
            <a:off x="5158165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5" name="Circle">
            <a:extLst>
              <a:ext uri="{FF2B5EF4-FFF2-40B4-BE49-F238E27FC236}">
                <a16:creationId xmlns:a16="http://schemas.microsoft.com/office/drawing/2014/main" id="{D9F6D64E-9E4E-F7F2-7B20-C3A55056D2DD}"/>
              </a:ext>
            </a:extLst>
          </p:cNvPr>
          <p:cNvSpPr>
            <a:spLocks noGrp="1"/>
          </p:cNvSpPr>
          <p:nvPr/>
        </p:nvSpPr>
        <p:spPr>
          <a:xfrm>
            <a:off x="525789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6" name="Circle">
            <a:extLst>
              <a:ext uri="{FF2B5EF4-FFF2-40B4-BE49-F238E27FC236}">
                <a16:creationId xmlns:a16="http://schemas.microsoft.com/office/drawing/2014/main" id="{8501104A-DAB0-C2E3-2CF6-F220189F2E18}"/>
              </a:ext>
            </a:extLst>
          </p:cNvPr>
          <p:cNvSpPr>
            <a:spLocks noGrp="1"/>
          </p:cNvSpPr>
          <p:nvPr/>
        </p:nvSpPr>
        <p:spPr>
          <a:xfrm rot="10800000">
            <a:off x="602286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7" name="Rounded Rectangle">
            <a:extLst>
              <a:ext uri="{FF2B5EF4-FFF2-40B4-BE49-F238E27FC236}">
                <a16:creationId xmlns:a16="http://schemas.microsoft.com/office/drawing/2014/main" id="{C612E955-EBFB-6D74-BA9C-41C5E9B360B0}"/>
              </a:ext>
            </a:extLst>
          </p:cNvPr>
          <p:cNvSpPr>
            <a:spLocks noGrp="1"/>
          </p:cNvSpPr>
          <p:nvPr/>
        </p:nvSpPr>
        <p:spPr>
          <a:xfrm>
            <a:off x="8950128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8" name="Circle">
            <a:extLst>
              <a:ext uri="{FF2B5EF4-FFF2-40B4-BE49-F238E27FC236}">
                <a16:creationId xmlns:a16="http://schemas.microsoft.com/office/drawing/2014/main" id="{0FD3EBE9-4F4B-08B9-72E0-34CEEFC40CBA}"/>
              </a:ext>
            </a:extLst>
          </p:cNvPr>
          <p:cNvSpPr>
            <a:spLocks noGrp="1"/>
          </p:cNvSpPr>
          <p:nvPr/>
        </p:nvSpPr>
        <p:spPr>
          <a:xfrm>
            <a:off x="9049856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9" name="Circle">
            <a:extLst>
              <a:ext uri="{FF2B5EF4-FFF2-40B4-BE49-F238E27FC236}">
                <a16:creationId xmlns:a16="http://schemas.microsoft.com/office/drawing/2014/main" id="{ABE8E095-7CD7-EE33-610F-BDB1E77883F4}"/>
              </a:ext>
            </a:extLst>
          </p:cNvPr>
          <p:cNvSpPr>
            <a:spLocks noGrp="1"/>
          </p:cNvSpPr>
          <p:nvPr/>
        </p:nvSpPr>
        <p:spPr>
          <a:xfrm rot="10800000">
            <a:off x="981482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0" name="Circle">
            <a:extLst>
              <a:ext uri="{FF2B5EF4-FFF2-40B4-BE49-F238E27FC236}">
                <a16:creationId xmlns:a16="http://schemas.microsoft.com/office/drawing/2014/main" id="{ED70EA47-0B2E-0337-4B79-74F61874ADDD}"/>
              </a:ext>
            </a:extLst>
          </p:cNvPr>
          <p:cNvSpPr>
            <a:spLocks noGrp="1"/>
          </p:cNvSpPr>
          <p:nvPr/>
        </p:nvSpPr>
        <p:spPr>
          <a:xfrm rot="10800000">
            <a:off x="9432340" y="77022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1" name="Rounded Rectangle">
            <a:extLst>
              <a:ext uri="{FF2B5EF4-FFF2-40B4-BE49-F238E27FC236}">
                <a16:creationId xmlns:a16="http://schemas.microsoft.com/office/drawing/2014/main" id="{F9A3A808-37D6-EC51-E7B2-FB8A7A6837DF}"/>
              </a:ext>
            </a:extLst>
          </p:cNvPr>
          <p:cNvSpPr>
            <a:spLocks noGrp="1"/>
          </p:cNvSpPr>
          <p:nvPr/>
        </p:nvSpPr>
        <p:spPr>
          <a:xfrm>
            <a:off x="12742092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2" name="Circle">
            <a:extLst>
              <a:ext uri="{FF2B5EF4-FFF2-40B4-BE49-F238E27FC236}">
                <a16:creationId xmlns:a16="http://schemas.microsoft.com/office/drawing/2014/main" id="{4DA76A3E-203D-3A49-252C-D879D45B7DF4}"/>
              </a:ext>
            </a:extLst>
          </p:cNvPr>
          <p:cNvSpPr>
            <a:spLocks noGrp="1"/>
          </p:cNvSpPr>
          <p:nvPr/>
        </p:nvSpPr>
        <p:spPr>
          <a:xfrm>
            <a:off x="1284182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3" name="Circle">
            <a:extLst>
              <a:ext uri="{FF2B5EF4-FFF2-40B4-BE49-F238E27FC236}">
                <a16:creationId xmlns:a16="http://schemas.microsoft.com/office/drawing/2014/main" id="{DEFB52F4-F55C-4CF9-6581-601D872C699E}"/>
              </a:ext>
            </a:extLst>
          </p:cNvPr>
          <p:cNvSpPr>
            <a:spLocks noGrp="1"/>
          </p:cNvSpPr>
          <p:nvPr/>
        </p:nvSpPr>
        <p:spPr>
          <a:xfrm rot="10800000">
            <a:off x="13606790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4" name="Circle">
            <a:extLst>
              <a:ext uri="{FF2B5EF4-FFF2-40B4-BE49-F238E27FC236}">
                <a16:creationId xmlns:a16="http://schemas.microsoft.com/office/drawing/2014/main" id="{A9ED7E7E-2574-1731-6AB3-9379CACC1D7F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5" name="Circle">
            <a:extLst>
              <a:ext uri="{FF2B5EF4-FFF2-40B4-BE49-F238E27FC236}">
                <a16:creationId xmlns:a16="http://schemas.microsoft.com/office/drawing/2014/main" id="{D1B42EFC-82F9-2AA5-F882-76115EDF8D3C}"/>
              </a:ext>
            </a:extLst>
          </p:cNvPr>
          <p:cNvSpPr>
            <a:spLocks noGrp="1"/>
          </p:cNvSpPr>
          <p:nvPr/>
        </p:nvSpPr>
        <p:spPr>
          <a:xfrm flipH="1">
            <a:off x="1360679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6" name="Rounded Rectangle">
            <a:extLst>
              <a:ext uri="{FF2B5EF4-FFF2-40B4-BE49-F238E27FC236}">
                <a16:creationId xmlns:a16="http://schemas.microsoft.com/office/drawing/2014/main" id="{B6712CC7-5575-1FDE-A576-30E7D01EABA6}"/>
              </a:ext>
            </a:extLst>
          </p:cNvPr>
          <p:cNvSpPr>
            <a:spLocks noGrp="1"/>
          </p:cNvSpPr>
          <p:nvPr/>
        </p:nvSpPr>
        <p:spPr>
          <a:xfrm>
            <a:off x="16534056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7" name="Circle">
            <a:extLst>
              <a:ext uri="{FF2B5EF4-FFF2-40B4-BE49-F238E27FC236}">
                <a16:creationId xmlns:a16="http://schemas.microsoft.com/office/drawing/2014/main" id="{4AF0B634-B8E2-DF98-93C3-45E32D450501}"/>
              </a:ext>
            </a:extLst>
          </p:cNvPr>
          <p:cNvSpPr>
            <a:spLocks noGrp="1"/>
          </p:cNvSpPr>
          <p:nvPr/>
        </p:nvSpPr>
        <p:spPr>
          <a:xfrm>
            <a:off x="16633783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8" name="Circle">
            <a:extLst>
              <a:ext uri="{FF2B5EF4-FFF2-40B4-BE49-F238E27FC236}">
                <a16:creationId xmlns:a16="http://schemas.microsoft.com/office/drawing/2014/main" id="{6A3A0C9F-8356-4EF2-2546-370D3629BAAC}"/>
              </a:ext>
            </a:extLst>
          </p:cNvPr>
          <p:cNvSpPr>
            <a:spLocks noGrp="1"/>
          </p:cNvSpPr>
          <p:nvPr/>
        </p:nvSpPr>
        <p:spPr>
          <a:xfrm rot="10800000">
            <a:off x="17398754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9" name="Circle">
            <a:extLst>
              <a:ext uri="{FF2B5EF4-FFF2-40B4-BE49-F238E27FC236}">
                <a16:creationId xmlns:a16="http://schemas.microsoft.com/office/drawing/2014/main" id="{20EAA08C-78B2-6CAC-BCD8-1EBF73F25783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0" name="Circle">
            <a:extLst>
              <a:ext uri="{FF2B5EF4-FFF2-40B4-BE49-F238E27FC236}">
                <a16:creationId xmlns:a16="http://schemas.microsoft.com/office/drawing/2014/main" id="{35FCE591-0C59-576A-BD6F-B2A972A823EC}"/>
              </a:ext>
            </a:extLst>
          </p:cNvPr>
          <p:cNvSpPr>
            <a:spLocks noGrp="1"/>
          </p:cNvSpPr>
          <p:nvPr/>
        </p:nvSpPr>
        <p:spPr>
          <a:xfrm flipH="1">
            <a:off x="1739875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1" name="Circle">
            <a:extLst>
              <a:ext uri="{FF2B5EF4-FFF2-40B4-BE49-F238E27FC236}">
                <a16:creationId xmlns:a16="http://schemas.microsoft.com/office/drawing/2014/main" id="{277C2660-9E2A-7D7E-AC19-015E8C47E7DB}"/>
              </a:ext>
            </a:extLst>
          </p:cNvPr>
          <p:cNvSpPr>
            <a:spLocks noGrp="1"/>
          </p:cNvSpPr>
          <p:nvPr/>
        </p:nvSpPr>
        <p:spPr>
          <a:xfrm rot="10800000">
            <a:off x="17016268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2" name="Rounded Rectangle">
            <a:extLst>
              <a:ext uri="{FF2B5EF4-FFF2-40B4-BE49-F238E27FC236}">
                <a16:creationId xmlns:a16="http://schemas.microsoft.com/office/drawing/2014/main" id="{DA720BF4-A4A4-C4BA-D3CF-91D694D4BF2A}"/>
              </a:ext>
            </a:extLst>
          </p:cNvPr>
          <p:cNvSpPr>
            <a:spLocks noGrp="1"/>
          </p:cNvSpPr>
          <p:nvPr/>
        </p:nvSpPr>
        <p:spPr>
          <a:xfrm>
            <a:off x="1366203" y="9214205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3" name="Circle">
            <a:extLst>
              <a:ext uri="{FF2B5EF4-FFF2-40B4-BE49-F238E27FC236}">
                <a16:creationId xmlns:a16="http://schemas.microsoft.com/office/drawing/2014/main" id="{1E5A09E2-CC31-8CED-FEDA-185DFB8C1C61}"/>
              </a:ext>
            </a:extLst>
          </p:cNvPr>
          <p:cNvSpPr>
            <a:spLocks noGrp="1"/>
          </p:cNvSpPr>
          <p:nvPr/>
        </p:nvSpPr>
        <p:spPr>
          <a:xfrm>
            <a:off x="1848415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4" name="Rounded Rectangle">
            <a:extLst>
              <a:ext uri="{FF2B5EF4-FFF2-40B4-BE49-F238E27FC236}">
                <a16:creationId xmlns:a16="http://schemas.microsoft.com/office/drawing/2014/main" id="{86ABADCA-EBCE-6256-8126-37FB1E0762E0}"/>
              </a:ext>
            </a:extLst>
          </p:cNvPr>
          <p:cNvSpPr>
            <a:spLocks noGrp="1"/>
          </p:cNvSpPr>
          <p:nvPr/>
        </p:nvSpPr>
        <p:spPr>
          <a:xfrm>
            <a:off x="5158165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5" name="Circle">
            <a:extLst>
              <a:ext uri="{FF2B5EF4-FFF2-40B4-BE49-F238E27FC236}">
                <a16:creationId xmlns:a16="http://schemas.microsoft.com/office/drawing/2014/main" id="{23F1D88A-C232-EEF3-974B-7E7982B49413}"/>
              </a:ext>
            </a:extLst>
          </p:cNvPr>
          <p:cNvSpPr>
            <a:spLocks noGrp="1"/>
          </p:cNvSpPr>
          <p:nvPr/>
        </p:nvSpPr>
        <p:spPr>
          <a:xfrm>
            <a:off x="525789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6" name="Circle">
            <a:extLst>
              <a:ext uri="{FF2B5EF4-FFF2-40B4-BE49-F238E27FC236}">
                <a16:creationId xmlns:a16="http://schemas.microsoft.com/office/drawing/2014/main" id="{A868E48E-8CFA-3F31-5FB8-28406047C2A4}"/>
              </a:ext>
            </a:extLst>
          </p:cNvPr>
          <p:cNvSpPr>
            <a:spLocks noGrp="1"/>
          </p:cNvSpPr>
          <p:nvPr/>
        </p:nvSpPr>
        <p:spPr>
          <a:xfrm rot="10800000">
            <a:off x="6022861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7" name="Rounded Rectangle">
            <a:extLst>
              <a:ext uri="{FF2B5EF4-FFF2-40B4-BE49-F238E27FC236}">
                <a16:creationId xmlns:a16="http://schemas.microsoft.com/office/drawing/2014/main" id="{58A12706-BA33-098D-49CE-0611E1661F2F}"/>
              </a:ext>
            </a:extLst>
          </p:cNvPr>
          <p:cNvSpPr>
            <a:spLocks noGrp="1"/>
          </p:cNvSpPr>
          <p:nvPr/>
        </p:nvSpPr>
        <p:spPr>
          <a:xfrm>
            <a:off x="8950128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8" name="Circle">
            <a:extLst>
              <a:ext uri="{FF2B5EF4-FFF2-40B4-BE49-F238E27FC236}">
                <a16:creationId xmlns:a16="http://schemas.microsoft.com/office/drawing/2014/main" id="{2B51DCC4-095A-C532-235A-E1480DF4CCB3}"/>
              </a:ext>
            </a:extLst>
          </p:cNvPr>
          <p:cNvSpPr>
            <a:spLocks noGrp="1"/>
          </p:cNvSpPr>
          <p:nvPr/>
        </p:nvSpPr>
        <p:spPr>
          <a:xfrm>
            <a:off x="9049856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9" name="Circle">
            <a:extLst>
              <a:ext uri="{FF2B5EF4-FFF2-40B4-BE49-F238E27FC236}">
                <a16:creationId xmlns:a16="http://schemas.microsoft.com/office/drawing/2014/main" id="{692A458A-0972-03C8-4741-BA07F65EB892}"/>
              </a:ext>
            </a:extLst>
          </p:cNvPr>
          <p:cNvSpPr>
            <a:spLocks noGrp="1"/>
          </p:cNvSpPr>
          <p:nvPr/>
        </p:nvSpPr>
        <p:spPr>
          <a:xfrm rot="10800000">
            <a:off x="9814825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0" name="Circle">
            <a:extLst>
              <a:ext uri="{FF2B5EF4-FFF2-40B4-BE49-F238E27FC236}">
                <a16:creationId xmlns:a16="http://schemas.microsoft.com/office/drawing/2014/main" id="{B8EB69C8-D204-BEC3-B62F-7A79464114E7}"/>
              </a:ext>
            </a:extLst>
          </p:cNvPr>
          <p:cNvSpPr>
            <a:spLocks noGrp="1"/>
          </p:cNvSpPr>
          <p:nvPr/>
        </p:nvSpPr>
        <p:spPr>
          <a:xfrm rot="10800000">
            <a:off x="9432340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1" name="Rounded Rectangle">
            <a:extLst>
              <a:ext uri="{FF2B5EF4-FFF2-40B4-BE49-F238E27FC236}">
                <a16:creationId xmlns:a16="http://schemas.microsoft.com/office/drawing/2014/main" id="{F4245A83-0C9F-8904-B8CD-D2DA9F1136B4}"/>
              </a:ext>
            </a:extLst>
          </p:cNvPr>
          <p:cNvSpPr>
            <a:spLocks noGrp="1"/>
          </p:cNvSpPr>
          <p:nvPr/>
        </p:nvSpPr>
        <p:spPr>
          <a:xfrm>
            <a:off x="12742092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2" name="Circle">
            <a:extLst>
              <a:ext uri="{FF2B5EF4-FFF2-40B4-BE49-F238E27FC236}">
                <a16:creationId xmlns:a16="http://schemas.microsoft.com/office/drawing/2014/main" id="{23BFEB86-E6DD-874C-BD42-418B6E700934}"/>
              </a:ext>
            </a:extLst>
          </p:cNvPr>
          <p:cNvSpPr>
            <a:spLocks noGrp="1"/>
          </p:cNvSpPr>
          <p:nvPr/>
        </p:nvSpPr>
        <p:spPr>
          <a:xfrm>
            <a:off x="12841820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3" name="Circle">
            <a:extLst>
              <a:ext uri="{FF2B5EF4-FFF2-40B4-BE49-F238E27FC236}">
                <a16:creationId xmlns:a16="http://schemas.microsoft.com/office/drawing/2014/main" id="{8FF3A6BF-5AC7-7C96-83BA-BB006434BAC1}"/>
              </a:ext>
            </a:extLst>
          </p:cNvPr>
          <p:cNvSpPr>
            <a:spLocks noGrp="1"/>
          </p:cNvSpPr>
          <p:nvPr/>
        </p:nvSpPr>
        <p:spPr>
          <a:xfrm rot="10800000">
            <a:off x="13606790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4" name="Circle">
            <a:extLst>
              <a:ext uri="{FF2B5EF4-FFF2-40B4-BE49-F238E27FC236}">
                <a16:creationId xmlns:a16="http://schemas.microsoft.com/office/drawing/2014/main" id="{C4030776-E68E-985E-8FD5-A4FE9ADBE11D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5" name="Circle">
            <a:extLst>
              <a:ext uri="{FF2B5EF4-FFF2-40B4-BE49-F238E27FC236}">
                <a16:creationId xmlns:a16="http://schemas.microsoft.com/office/drawing/2014/main" id="{E6959349-3249-A468-1D2A-0125EE40B97B}"/>
              </a:ext>
            </a:extLst>
          </p:cNvPr>
          <p:cNvSpPr>
            <a:spLocks noGrp="1"/>
          </p:cNvSpPr>
          <p:nvPr/>
        </p:nvSpPr>
        <p:spPr>
          <a:xfrm flipH="1">
            <a:off x="13606790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6" name="Rounded Rectangle">
            <a:extLst>
              <a:ext uri="{FF2B5EF4-FFF2-40B4-BE49-F238E27FC236}">
                <a16:creationId xmlns:a16="http://schemas.microsoft.com/office/drawing/2014/main" id="{E58D13E3-55F7-6F51-D36F-BDE8A56422F8}"/>
              </a:ext>
            </a:extLst>
          </p:cNvPr>
          <p:cNvSpPr>
            <a:spLocks noGrp="1"/>
          </p:cNvSpPr>
          <p:nvPr/>
        </p:nvSpPr>
        <p:spPr>
          <a:xfrm>
            <a:off x="16534056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7" name="Circle">
            <a:extLst>
              <a:ext uri="{FF2B5EF4-FFF2-40B4-BE49-F238E27FC236}">
                <a16:creationId xmlns:a16="http://schemas.microsoft.com/office/drawing/2014/main" id="{9B04AFD4-542B-012B-2839-14DA40EC7FF2}"/>
              </a:ext>
            </a:extLst>
          </p:cNvPr>
          <p:cNvSpPr>
            <a:spLocks noGrp="1"/>
          </p:cNvSpPr>
          <p:nvPr/>
        </p:nvSpPr>
        <p:spPr>
          <a:xfrm>
            <a:off x="16633783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8" name="Circle">
            <a:extLst>
              <a:ext uri="{FF2B5EF4-FFF2-40B4-BE49-F238E27FC236}">
                <a16:creationId xmlns:a16="http://schemas.microsoft.com/office/drawing/2014/main" id="{D2F87AE3-FA35-3D8E-FBC5-90363D7FC0C1}"/>
              </a:ext>
            </a:extLst>
          </p:cNvPr>
          <p:cNvSpPr>
            <a:spLocks noGrp="1"/>
          </p:cNvSpPr>
          <p:nvPr/>
        </p:nvSpPr>
        <p:spPr>
          <a:xfrm rot="10800000">
            <a:off x="17398754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9" name="Circle">
            <a:extLst>
              <a:ext uri="{FF2B5EF4-FFF2-40B4-BE49-F238E27FC236}">
                <a16:creationId xmlns:a16="http://schemas.microsoft.com/office/drawing/2014/main" id="{16ADCFD7-4425-9A5A-9379-13A0A92BEDC0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0" name="Circle">
            <a:extLst>
              <a:ext uri="{FF2B5EF4-FFF2-40B4-BE49-F238E27FC236}">
                <a16:creationId xmlns:a16="http://schemas.microsoft.com/office/drawing/2014/main" id="{A5ED0B3E-70D4-3945-47AB-7FA6CAD3D35C}"/>
              </a:ext>
            </a:extLst>
          </p:cNvPr>
          <p:cNvSpPr>
            <a:spLocks noGrp="1"/>
          </p:cNvSpPr>
          <p:nvPr/>
        </p:nvSpPr>
        <p:spPr>
          <a:xfrm flipH="1">
            <a:off x="17398754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1" name="Circle">
            <a:extLst>
              <a:ext uri="{FF2B5EF4-FFF2-40B4-BE49-F238E27FC236}">
                <a16:creationId xmlns:a16="http://schemas.microsoft.com/office/drawing/2014/main" id="{A0AFA129-9B80-46CB-0173-9C461D563639}"/>
              </a:ext>
            </a:extLst>
          </p:cNvPr>
          <p:cNvSpPr>
            <a:spLocks noGrp="1"/>
          </p:cNvSpPr>
          <p:nvPr/>
        </p:nvSpPr>
        <p:spPr>
          <a:xfrm rot="10800000">
            <a:off x="17016268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2" name="Rounded Rectangle">
            <a:extLst>
              <a:ext uri="{FF2B5EF4-FFF2-40B4-BE49-F238E27FC236}">
                <a16:creationId xmlns:a16="http://schemas.microsoft.com/office/drawing/2014/main" id="{7F8BE03F-9897-3403-5B66-D73F4087ECC6}"/>
              </a:ext>
            </a:extLst>
          </p:cNvPr>
          <p:cNvSpPr>
            <a:spLocks noGrp="1"/>
          </p:cNvSpPr>
          <p:nvPr/>
        </p:nvSpPr>
        <p:spPr>
          <a:xfrm>
            <a:off x="1366203" y="11208341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3" name="Circle">
            <a:extLst>
              <a:ext uri="{FF2B5EF4-FFF2-40B4-BE49-F238E27FC236}">
                <a16:creationId xmlns:a16="http://schemas.microsoft.com/office/drawing/2014/main" id="{B9403228-84AA-527D-8B2F-18BAE3C49E03}"/>
              </a:ext>
            </a:extLst>
          </p:cNvPr>
          <p:cNvSpPr>
            <a:spLocks noGrp="1"/>
          </p:cNvSpPr>
          <p:nvPr/>
        </p:nvSpPr>
        <p:spPr>
          <a:xfrm>
            <a:off x="1848415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4" name="Rounded Rectangle">
            <a:extLst>
              <a:ext uri="{FF2B5EF4-FFF2-40B4-BE49-F238E27FC236}">
                <a16:creationId xmlns:a16="http://schemas.microsoft.com/office/drawing/2014/main" id="{AD339C26-0183-320E-0B48-DA5D05760E79}"/>
              </a:ext>
            </a:extLst>
          </p:cNvPr>
          <p:cNvSpPr>
            <a:spLocks noGrp="1"/>
          </p:cNvSpPr>
          <p:nvPr/>
        </p:nvSpPr>
        <p:spPr>
          <a:xfrm>
            <a:off x="5158165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5" name="Circle">
            <a:extLst>
              <a:ext uri="{FF2B5EF4-FFF2-40B4-BE49-F238E27FC236}">
                <a16:creationId xmlns:a16="http://schemas.microsoft.com/office/drawing/2014/main" id="{8EB539CD-77E9-9D69-218A-57A59D2F987C}"/>
              </a:ext>
            </a:extLst>
          </p:cNvPr>
          <p:cNvSpPr>
            <a:spLocks noGrp="1"/>
          </p:cNvSpPr>
          <p:nvPr/>
        </p:nvSpPr>
        <p:spPr>
          <a:xfrm>
            <a:off x="5257892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6" name="Circle">
            <a:extLst>
              <a:ext uri="{FF2B5EF4-FFF2-40B4-BE49-F238E27FC236}">
                <a16:creationId xmlns:a16="http://schemas.microsoft.com/office/drawing/2014/main" id="{D7BDE7BD-9562-D5B5-FDB4-740EBA31F45B}"/>
              </a:ext>
            </a:extLst>
          </p:cNvPr>
          <p:cNvSpPr>
            <a:spLocks noGrp="1"/>
          </p:cNvSpPr>
          <p:nvPr/>
        </p:nvSpPr>
        <p:spPr>
          <a:xfrm rot="10800000">
            <a:off x="602286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7" name="Rounded Rectangle">
            <a:extLst>
              <a:ext uri="{FF2B5EF4-FFF2-40B4-BE49-F238E27FC236}">
                <a16:creationId xmlns:a16="http://schemas.microsoft.com/office/drawing/2014/main" id="{CE9A1C50-883A-BFD5-4365-B372FE6BDCFF}"/>
              </a:ext>
            </a:extLst>
          </p:cNvPr>
          <p:cNvSpPr>
            <a:spLocks noGrp="1"/>
          </p:cNvSpPr>
          <p:nvPr/>
        </p:nvSpPr>
        <p:spPr>
          <a:xfrm>
            <a:off x="895012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8" name="Circle">
            <a:extLst>
              <a:ext uri="{FF2B5EF4-FFF2-40B4-BE49-F238E27FC236}">
                <a16:creationId xmlns:a16="http://schemas.microsoft.com/office/drawing/2014/main" id="{3331B9C3-4D6A-5957-71E3-78E01B28535B}"/>
              </a:ext>
            </a:extLst>
          </p:cNvPr>
          <p:cNvSpPr>
            <a:spLocks noGrp="1"/>
          </p:cNvSpPr>
          <p:nvPr/>
        </p:nvSpPr>
        <p:spPr>
          <a:xfrm>
            <a:off x="9049856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9" name="Circle">
            <a:extLst>
              <a:ext uri="{FF2B5EF4-FFF2-40B4-BE49-F238E27FC236}">
                <a16:creationId xmlns:a16="http://schemas.microsoft.com/office/drawing/2014/main" id="{BFA23838-29E8-357D-FA7F-4DFD26FB06BE}"/>
              </a:ext>
            </a:extLst>
          </p:cNvPr>
          <p:cNvSpPr>
            <a:spLocks noGrp="1"/>
          </p:cNvSpPr>
          <p:nvPr/>
        </p:nvSpPr>
        <p:spPr>
          <a:xfrm rot="10800000">
            <a:off x="981482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0" name="Circle">
            <a:extLst>
              <a:ext uri="{FF2B5EF4-FFF2-40B4-BE49-F238E27FC236}">
                <a16:creationId xmlns:a16="http://schemas.microsoft.com/office/drawing/2014/main" id="{111F8178-7B38-F490-43E4-64C18AEF294A}"/>
              </a:ext>
            </a:extLst>
          </p:cNvPr>
          <p:cNvSpPr>
            <a:spLocks noGrp="1"/>
          </p:cNvSpPr>
          <p:nvPr/>
        </p:nvSpPr>
        <p:spPr>
          <a:xfrm rot="10800000">
            <a:off x="9432340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1" name="Rounded Rectangle">
            <a:extLst>
              <a:ext uri="{FF2B5EF4-FFF2-40B4-BE49-F238E27FC236}">
                <a16:creationId xmlns:a16="http://schemas.microsoft.com/office/drawing/2014/main" id="{F247A3D6-BCC9-7C6A-5BEF-F404EB071D99}"/>
              </a:ext>
            </a:extLst>
          </p:cNvPr>
          <p:cNvSpPr>
            <a:spLocks noGrp="1"/>
          </p:cNvSpPr>
          <p:nvPr/>
        </p:nvSpPr>
        <p:spPr>
          <a:xfrm>
            <a:off x="12742092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2" name="Circle">
            <a:extLst>
              <a:ext uri="{FF2B5EF4-FFF2-40B4-BE49-F238E27FC236}">
                <a16:creationId xmlns:a16="http://schemas.microsoft.com/office/drawing/2014/main" id="{ED3602A5-B2DE-F023-564A-655A1DA1552D}"/>
              </a:ext>
            </a:extLst>
          </p:cNvPr>
          <p:cNvSpPr>
            <a:spLocks noGrp="1"/>
          </p:cNvSpPr>
          <p:nvPr/>
        </p:nvSpPr>
        <p:spPr>
          <a:xfrm>
            <a:off x="12841820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3" name="Circle">
            <a:extLst>
              <a:ext uri="{FF2B5EF4-FFF2-40B4-BE49-F238E27FC236}">
                <a16:creationId xmlns:a16="http://schemas.microsoft.com/office/drawing/2014/main" id="{BB21BD71-8EEF-EBBA-0028-294374ECB73E}"/>
              </a:ext>
            </a:extLst>
          </p:cNvPr>
          <p:cNvSpPr>
            <a:spLocks noGrp="1"/>
          </p:cNvSpPr>
          <p:nvPr/>
        </p:nvSpPr>
        <p:spPr>
          <a:xfrm rot="10800000">
            <a:off x="1360679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4" name="Circle">
            <a:extLst>
              <a:ext uri="{FF2B5EF4-FFF2-40B4-BE49-F238E27FC236}">
                <a16:creationId xmlns:a16="http://schemas.microsoft.com/office/drawing/2014/main" id="{6F9FE078-C4F1-B942-88A2-5E251476D318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5" name="Circle">
            <a:extLst>
              <a:ext uri="{FF2B5EF4-FFF2-40B4-BE49-F238E27FC236}">
                <a16:creationId xmlns:a16="http://schemas.microsoft.com/office/drawing/2014/main" id="{68E54CD5-4CAA-9AED-E2E9-0E4260DD8684}"/>
              </a:ext>
            </a:extLst>
          </p:cNvPr>
          <p:cNvSpPr>
            <a:spLocks noGrp="1"/>
          </p:cNvSpPr>
          <p:nvPr/>
        </p:nvSpPr>
        <p:spPr>
          <a:xfrm flipH="1">
            <a:off x="13606790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6" name="Rounded Rectangle">
            <a:extLst>
              <a:ext uri="{FF2B5EF4-FFF2-40B4-BE49-F238E27FC236}">
                <a16:creationId xmlns:a16="http://schemas.microsoft.com/office/drawing/2014/main" id="{17501701-B348-C324-FD9D-43512B65E26F}"/>
              </a:ext>
            </a:extLst>
          </p:cNvPr>
          <p:cNvSpPr>
            <a:spLocks noGrp="1"/>
          </p:cNvSpPr>
          <p:nvPr/>
        </p:nvSpPr>
        <p:spPr>
          <a:xfrm>
            <a:off x="16534056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7" name="Circle">
            <a:extLst>
              <a:ext uri="{FF2B5EF4-FFF2-40B4-BE49-F238E27FC236}">
                <a16:creationId xmlns:a16="http://schemas.microsoft.com/office/drawing/2014/main" id="{22AE5384-7AC3-3767-4BCA-87CE41958F66}"/>
              </a:ext>
            </a:extLst>
          </p:cNvPr>
          <p:cNvSpPr>
            <a:spLocks noGrp="1"/>
          </p:cNvSpPr>
          <p:nvPr/>
        </p:nvSpPr>
        <p:spPr>
          <a:xfrm>
            <a:off x="16633783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8" name="Circle">
            <a:extLst>
              <a:ext uri="{FF2B5EF4-FFF2-40B4-BE49-F238E27FC236}">
                <a16:creationId xmlns:a16="http://schemas.microsoft.com/office/drawing/2014/main" id="{8A25A50B-0E14-48DE-318E-AFB92CF459E8}"/>
              </a:ext>
            </a:extLst>
          </p:cNvPr>
          <p:cNvSpPr>
            <a:spLocks noGrp="1"/>
          </p:cNvSpPr>
          <p:nvPr/>
        </p:nvSpPr>
        <p:spPr>
          <a:xfrm rot="10800000">
            <a:off x="17398754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9" name="Circle">
            <a:extLst>
              <a:ext uri="{FF2B5EF4-FFF2-40B4-BE49-F238E27FC236}">
                <a16:creationId xmlns:a16="http://schemas.microsoft.com/office/drawing/2014/main" id="{D370EF76-4B88-82C4-D27F-1B5FA3309E8A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0" name="Circle">
            <a:extLst>
              <a:ext uri="{FF2B5EF4-FFF2-40B4-BE49-F238E27FC236}">
                <a16:creationId xmlns:a16="http://schemas.microsoft.com/office/drawing/2014/main" id="{4B71C00C-7A83-CAC3-5269-6CE21B79258A}"/>
              </a:ext>
            </a:extLst>
          </p:cNvPr>
          <p:cNvSpPr>
            <a:spLocks noGrp="1"/>
          </p:cNvSpPr>
          <p:nvPr/>
        </p:nvSpPr>
        <p:spPr>
          <a:xfrm flipH="1">
            <a:off x="17398754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1" name="Circle">
            <a:extLst>
              <a:ext uri="{FF2B5EF4-FFF2-40B4-BE49-F238E27FC236}">
                <a16:creationId xmlns:a16="http://schemas.microsoft.com/office/drawing/2014/main" id="{B73A8A6C-4573-A097-3F30-0321CD13D7EF}"/>
              </a:ext>
            </a:extLst>
          </p:cNvPr>
          <p:cNvSpPr>
            <a:spLocks noGrp="1"/>
          </p:cNvSpPr>
          <p:nvPr/>
        </p:nvSpPr>
        <p:spPr>
          <a:xfrm rot="10800000">
            <a:off x="1701626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2" name="Rounded Rectangle">
            <a:extLst>
              <a:ext uri="{FF2B5EF4-FFF2-40B4-BE49-F238E27FC236}">
                <a16:creationId xmlns:a16="http://schemas.microsoft.com/office/drawing/2014/main" id="{3056A747-413E-C2A5-FB86-BD0053BF5848}"/>
              </a:ext>
            </a:extLst>
          </p:cNvPr>
          <p:cNvSpPr>
            <a:spLocks noGrp="1"/>
          </p:cNvSpPr>
          <p:nvPr/>
        </p:nvSpPr>
        <p:spPr>
          <a:xfrm>
            <a:off x="657994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3" name="Circle">
            <a:extLst>
              <a:ext uri="{FF2B5EF4-FFF2-40B4-BE49-F238E27FC236}">
                <a16:creationId xmlns:a16="http://schemas.microsoft.com/office/drawing/2014/main" id="{8149990A-8047-D0BC-D881-9441B130F7C8}"/>
              </a:ext>
            </a:extLst>
          </p:cNvPr>
          <p:cNvSpPr>
            <a:spLocks noGrp="1"/>
          </p:cNvSpPr>
          <p:nvPr/>
        </p:nvSpPr>
        <p:spPr>
          <a:xfrm>
            <a:off x="7062157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4" name="Rounded Rectangle">
            <a:extLst>
              <a:ext uri="{FF2B5EF4-FFF2-40B4-BE49-F238E27FC236}">
                <a16:creationId xmlns:a16="http://schemas.microsoft.com/office/drawing/2014/main" id="{6CD3932D-4FF5-EDBB-1587-E2E1C022F405}"/>
              </a:ext>
            </a:extLst>
          </p:cNvPr>
          <p:cNvSpPr>
            <a:spLocks noGrp="1"/>
          </p:cNvSpPr>
          <p:nvPr/>
        </p:nvSpPr>
        <p:spPr>
          <a:xfrm>
            <a:off x="10371908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5" name="Circle">
            <a:extLst>
              <a:ext uri="{FF2B5EF4-FFF2-40B4-BE49-F238E27FC236}">
                <a16:creationId xmlns:a16="http://schemas.microsoft.com/office/drawing/2014/main" id="{7927C74E-FCD1-6D8D-44DF-3F1607400C1C}"/>
              </a:ext>
            </a:extLst>
          </p:cNvPr>
          <p:cNvSpPr>
            <a:spLocks noGrp="1"/>
          </p:cNvSpPr>
          <p:nvPr/>
        </p:nvSpPr>
        <p:spPr>
          <a:xfrm>
            <a:off x="10854120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6" name="Rounded Rectangle">
            <a:extLst>
              <a:ext uri="{FF2B5EF4-FFF2-40B4-BE49-F238E27FC236}">
                <a16:creationId xmlns:a16="http://schemas.microsoft.com/office/drawing/2014/main" id="{013591FC-C2D4-EC2D-FFE1-4FC5673E30D3}"/>
              </a:ext>
            </a:extLst>
          </p:cNvPr>
          <p:cNvSpPr>
            <a:spLocks noGrp="1"/>
          </p:cNvSpPr>
          <p:nvPr/>
        </p:nvSpPr>
        <p:spPr>
          <a:xfrm>
            <a:off x="14163870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7" name="Circle">
            <a:extLst>
              <a:ext uri="{FF2B5EF4-FFF2-40B4-BE49-F238E27FC236}">
                <a16:creationId xmlns:a16="http://schemas.microsoft.com/office/drawing/2014/main" id="{85BCED61-BD32-80E6-E08B-82A9702CBD35}"/>
              </a:ext>
            </a:extLst>
          </p:cNvPr>
          <p:cNvSpPr>
            <a:spLocks noGrp="1"/>
          </p:cNvSpPr>
          <p:nvPr/>
        </p:nvSpPr>
        <p:spPr>
          <a:xfrm>
            <a:off x="14646083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8" name="Rounded Rectangle">
            <a:extLst>
              <a:ext uri="{FF2B5EF4-FFF2-40B4-BE49-F238E27FC236}">
                <a16:creationId xmlns:a16="http://schemas.microsoft.com/office/drawing/2014/main" id="{FC9894BE-DFED-C314-9AD8-60BF0D5CB3C1}"/>
              </a:ext>
            </a:extLst>
          </p:cNvPr>
          <p:cNvSpPr>
            <a:spLocks noGrp="1"/>
          </p:cNvSpPr>
          <p:nvPr/>
        </p:nvSpPr>
        <p:spPr>
          <a:xfrm>
            <a:off x="1795583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9" name="Circle">
            <a:extLst>
              <a:ext uri="{FF2B5EF4-FFF2-40B4-BE49-F238E27FC236}">
                <a16:creationId xmlns:a16="http://schemas.microsoft.com/office/drawing/2014/main" id="{47246A28-1CDC-AD97-42C7-CD6F4F15081D}"/>
              </a:ext>
            </a:extLst>
          </p:cNvPr>
          <p:cNvSpPr>
            <a:spLocks noGrp="1"/>
          </p:cNvSpPr>
          <p:nvPr/>
        </p:nvSpPr>
        <p:spPr>
          <a:xfrm>
            <a:off x="18438047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0" name="Rounded Rectangle">
            <a:extLst>
              <a:ext uri="{FF2B5EF4-FFF2-40B4-BE49-F238E27FC236}">
                <a16:creationId xmlns:a16="http://schemas.microsoft.com/office/drawing/2014/main" id="{EA4548AB-2AD0-B04E-81B6-1F7E5FB7D147}"/>
              </a:ext>
            </a:extLst>
          </p:cNvPr>
          <p:cNvSpPr>
            <a:spLocks noGrp="1"/>
          </p:cNvSpPr>
          <p:nvPr/>
        </p:nvSpPr>
        <p:spPr>
          <a:xfrm>
            <a:off x="6579944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1" name="Circle">
            <a:extLst>
              <a:ext uri="{FF2B5EF4-FFF2-40B4-BE49-F238E27FC236}">
                <a16:creationId xmlns:a16="http://schemas.microsoft.com/office/drawing/2014/main" id="{111D469D-7C27-A0F9-79F3-C62DA4260527}"/>
              </a:ext>
            </a:extLst>
          </p:cNvPr>
          <p:cNvSpPr>
            <a:spLocks noGrp="1"/>
          </p:cNvSpPr>
          <p:nvPr/>
        </p:nvSpPr>
        <p:spPr>
          <a:xfrm>
            <a:off x="667967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2" name="Circle">
            <a:extLst>
              <a:ext uri="{FF2B5EF4-FFF2-40B4-BE49-F238E27FC236}">
                <a16:creationId xmlns:a16="http://schemas.microsoft.com/office/drawing/2014/main" id="{51667068-AD9B-F430-CBE4-1E0AD3D08FC9}"/>
              </a:ext>
            </a:extLst>
          </p:cNvPr>
          <p:cNvSpPr>
            <a:spLocks noGrp="1"/>
          </p:cNvSpPr>
          <p:nvPr/>
        </p:nvSpPr>
        <p:spPr>
          <a:xfrm rot="10800000">
            <a:off x="7444641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3" name="Rounded Rectangle">
            <a:extLst>
              <a:ext uri="{FF2B5EF4-FFF2-40B4-BE49-F238E27FC236}">
                <a16:creationId xmlns:a16="http://schemas.microsoft.com/office/drawing/2014/main" id="{A8913027-DF94-CE0C-B299-24F175F785C0}"/>
              </a:ext>
            </a:extLst>
          </p:cNvPr>
          <p:cNvSpPr>
            <a:spLocks noGrp="1"/>
          </p:cNvSpPr>
          <p:nvPr/>
        </p:nvSpPr>
        <p:spPr>
          <a:xfrm>
            <a:off x="6579944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4" name="Circle">
            <a:extLst>
              <a:ext uri="{FF2B5EF4-FFF2-40B4-BE49-F238E27FC236}">
                <a16:creationId xmlns:a16="http://schemas.microsoft.com/office/drawing/2014/main" id="{B0909AC5-A19C-0FCD-76B6-3807F449DA8B}"/>
              </a:ext>
            </a:extLst>
          </p:cNvPr>
          <p:cNvSpPr>
            <a:spLocks noGrp="1"/>
          </p:cNvSpPr>
          <p:nvPr/>
        </p:nvSpPr>
        <p:spPr>
          <a:xfrm>
            <a:off x="667967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5" name="Circle">
            <a:extLst>
              <a:ext uri="{FF2B5EF4-FFF2-40B4-BE49-F238E27FC236}">
                <a16:creationId xmlns:a16="http://schemas.microsoft.com/office/drawing/2014/main" id="{9F26F697-023F-DAFE-1BE3-77805B4B5275}"/>
              </a:ext>
            </a:extLst>
          </p:cNvPr>
          <p:cNvSpPr>
            <a:spLocks noGrp="1"/>
          </p:cNvSpPr>
          <p:nvPr/>
        </p:nvSpPr>
        <p:spPr>
          <a:xfrm rot="10800000">
            <a:off x="744464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6" name="Circle">
            <a:extLst>
              <a:ext uri="{FF2B5EF4-FFF2-40B4-BE49-F238E27FC236}">
                <a16:creationId xmlns:a16="http://schemas.microsoft.com/office/drawing/2014/main" id="{E50E47CE-8118-283E-78D1-DEEB2FC99FB7}"/>
              </a:ext>
            </a:extLst>
          </p:cNvPr>
          <p:cNvSpPr>
            <a:spLocks noGrp="1"/>
          </p:cNvSpPr>
          <p:nvPr/>
        </p:nvSpPr>
        <p:spPr>
          <a:xfrm rot="10800000">
            <a:off x="7062157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7" name="Rounded Rectangle">
            <a:extLst>
              <a:ext uri="{FF2B5EF4-FFF2-40B4-BE49-F238E27FC236}">
                <a16:creationId xmlns:a16="http://schemas.microsoft.com/office/drawing/2014/main" id="{160D2C4E-9C09-3D92-C525-BDFC7E04A9F8}"/>
              </a:ext>
            </a:extLst>
          </p:cNvPr>
          <p:cNvSpPr>
            <a:spLocks noGrp="1"/>
          </p:cNvSpPr>
          <p:nvPr/>
        </p:nvSpPr>
        <p:spPr>
          <a:xfrm>
            <a:off x="6579944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8" name="Circle">
            <a:extLst>
              <a:ext uri="{FF2B5EF4-FFF2-40B4-BE49-F238E27FC236}">
                <a16:creationId xmlns:a16="http://schemas.microsoft.com/office/drawing/2014/main" id="{A53D49DA-518A-EC07-08A5-350A8047E819}"/>
              </a:ext>
            </a:extLst>
          </p:cNvPr>
          <p:cNvSpPr>
            <a:spLocks noGrp="1"/>
          </p:cNvSpPr>
          <p:nvPr/>
        </p:nvSpPr>
        <p:spPr>
          <a:xfrm>
            <a:off x="667967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9" name="Circle">
            <a:extLst>
              <a:ext uri="{FF2B5EF4-FFF2-40B4-BE49-F238E27FC236}">
                <a16:creationId xmlns:a16="http://schemas.microsoft.com/office/drawing/2014/main" id="{6806ED2B-A497-8DCA-ABD6-77DB88427D65}"/>
              </a:ext>
            </a:extLst>
          </p:cNvPr>
          <p:cNvSpPr>
            <a:spLocks noGrp="1"/>
          </p:cNvSpPr>
          <p:nvPr/>
        </p:nvSpPr>
        <p:spPr>
          <a:xfrm rot="10800000">
            <a:off x="744464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0" name="Circle">
            <a:extLst>
              <a:ext uri="{FF2B5EF4-FFF2-40B4-BE49-F238E27FC236}">
                <a16:creationId xmlns:a16="http://schemas.microsoft.com/office/drawing/2014/main" id="{A6532F5D-9FCD-8C2E-8F08-29903CCF53D0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1" name="Circle">
            <a:extLst>
              <a:ext uri="{FF2B5EF4-FFF2-40B4-BE49-F238E27FC236}">
                <a16:creationId xmlns:a16="http://schemas.microsoft.com/office/drawing/2014/main" id="{3E417D94-BCC9-39E4-69FC-6EA4D71C8F9B}"/>
              </a:ext>
            </a:extLst>
          </p:cNvPr>
          <p:cNvSpPr>
            <a:spLocks noGrp="1"/>
          </p:cNvSpPr>
          <p:nvPr/>
        </p:nvSpPr>
        <p:spPr>
          <a:xfrm flipH="1">
            <a:off x="7444641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2" name="Rounded Rectangle">
            <a:extLst>
              <a:ext uri="{FF2B5EF4-FFF2-40B4-BE49-F238E27FC236}">
                <a16:creationId xmlns:a16="http://schemas.microsoft.com/office/drawing/2014/main" id="{AF38A8DD-69CA-89DF-7341-68938BF845D8}"/>
              </a:ext>
            </a:extLst>
          </p:cNvPr>
          <p:cNvSpPr>
            <a:spLocks noGrp="1"/>
          </p:cNvSpPr>
          <p:nvPr/>
        </p:nvSpPr>
        <p:spPr>
          <a:xfrm>
            <a:off x="6579944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3" name="Circle">
            <a:extLst>
              <a:ext uri="{FF2B5EF4-FFF2-40B4-BE49-F238E27FC236}">
                <a16:creationId xmlns:a16="http://schemas.microsoft.com/office/drawing/2014/main" id="{8DE642DD-C1DA-C919-9171-9879C74BC1CE}"/>
              </a:ext>
            </a:extLst>
          </p:cNvPr>
          <p:cNvSpPr>
            <a:spLocks noGrp="1"/>
          </p:cNvSpPr>
          <p:nvPr/>
        </p:nvSpPr>
        <p:spPr>
          <a:xfrm>
            <a:off x="6679672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4" name="Circle">
            <a:extLst>
              <a:ext uri="{FF2B5EF4-FFF2-40B4-BE49-F238E27FC236}">
                <a16:creationId xmlns:a16="http://schemas.microsoft.com/office/drawing/2014/main" id="{780289F7-02BA-612C-C561-13394BCDFF61}"/>
              </a:ext>
            </a:extLst>
          </p:cNvPr>
          <p:cNvSpPr>
            <a:spLocks noGrp="1"/>
          </p:cNvSpPr>
          <p:nvPr/>
        </p:nvSpPr>
        <p:spPr>
          <a:xfrm rot="10800000">
            <a:off x="7444641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5" name="Circle">
            <a:extLst>
              <a:ext uri="{FF2B5EF4-FFF2-40B4-BE49-F238E27FC236}">
                <a16:creationId xmlns:a16="http://schemas.microsoft.com/office/drawing/2014/main" id="{376DA8F5-8079-19D0-550A-F7E4D50BDC34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6" name="Circle">
            <a:extLst>
              <a:ext uri="{FF2B5EF4-FFF2-40B4-BE49-F238E27FC236}">
                <a16:creationId xmlns:a16="http://schemas.microsoft.com/office/drawing/2014/main" id="{72D7035A-6805-109A-B6F3-721FDE073014}"/>
              </a:ext>
            </a:extLst>
          </p:cNvPr>
          <p:cNvSpPr>
            <a:spLocks noGrp="1"/>
          </p:cNvSpPr>
          <p:nvPr/>
        </p:nvSpPr>
        <p:spPr>
          <a:xfrm flipH="1">
            <a:off x="7444641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7" name="Circle">
            <a:extLst>
              <a:ext uri="{FF2B5EF4-FFF2-40B4-BE49-F238E27FC236}">
                <a16:creationId xmlns:a16="http://schemas.microsoft.com/office/drawing/2014/main" id="{A417B493-7EDF-5906-54B5-493E8E877C77}"/>
              </a:ext>
            </a:extLst>
          </p:cNvPr>
          <p:cNvSpPr>
            <a:spLocks noGrp="1"/>
          </p:cNvSpPr>
          <p:nvPr/>
        </p:nvSpPr>
        <p:spPr>
          <a:xfrm rot="10800000">
            <a:off x="7062157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8" name="Rounded Rectangle">
            <a:extLst>
              <a:ext uri="{FF2B5EF4-FFF2-40B4-BE49-F238E27FC236}">
                <a16:creationId xmlns:a16="http://schemas.microsoft.com/office/drawing/2014/main" id="{342F9F43-877D-3397-A424-ED689B477331}"/>
              </a:ext>
            </a:extLst>
          </p:cNvPr>
          <p:cNvSpPr>
            <a:spLocks noGrp="1"/>
          </p:cNvSpPr>
          <p:nvPr/>
        </p:nvSpPr>
        <p:spPr>
          <a:xfrm>
            <a:off x="6579944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9" name="Circle">
            <a:extLst>
              <a:ext uri="{FF2B5EF4-FFF2-40B4-BE49-F238E27FC236}">
                <a16:creationId xmlns:a16="http://schemas.microsoft.com/office/drawing/2014/main" id="{8032BB3D-C0F8-D4BD-7A8D-93E63247EE05}"/>
              </a:ext>
            </a:extLst>
          </p:cNvPr>
          <p:cNvSpPr>
            <a:spLocks noGrp="1"/>
          </p:cNvSpPr>
          <p:nvPr/>
        </p:nvSpPr>
        <p:spPr>
          <a:xfrm>
            <a:off x="6679672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0" name="Circle">
            <a:extLst>
              <a:ext uri="{FF2B5EF4-FFF2-40B4-BE49-F238E27FC236}">
                <a16:creationId xmlns:a16="http://schemas.microsoft.com/office/drawing/2014/main" id="{9392595A-D9A3-61D0-9C27-6F1C02CCC41B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1" name="Circle">
            <a:extLst>
              <a:ext uri="{FF2B5EF4-FFF2-40B4-BE49-F238E27FC236}">
                <a16:creationId xmlns:a16="http://schemas.microsoft.com/office/drawing/2014/main" id="{59FEEE82-CED5-E999-ACAB-C60DBEE1E317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2" name="Circle">
            <a:extLst>
              <a:ext uri="{FF2B5EF4-FFF2-40B4-BE49-F238E27FC236}">
                <a16:creationId xmlns:a16="http://schemas.microsoft.com/office/drawing/2014/main" id="{C3E9D788-11D9-893E-988C-A22A6921C35D}"/>
              </a:ext>
            </a:extLst>
          </p:cNvPr>
          <p:cNvSpPr>
            <a:spLocks noGrp="1"/>
          </p:cNvSpPr>
          <p:nvPr/>
        </p:nvSpPr>
        <p:spPr>
          <a:xfrm flipH="1">
            <a:off x="7444641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3" name="Circle">
            <a:extLst>
              <a:ext uri="{FF2B5EF4-FFF2-40B4-BE49-F238E27FC236}">
                <a16:creationId xmlns:a16="http://schemas.microsoft.com/office/drawing/2014/main" id="{64040E72-2FB5-3E83-7EE9-FAEBDF5A750E}"/>
              </a:ext>
            </a:extLst>
          </p:cNvPr>
          <p:cNvSpPr>
            <a:spLocks noGrp="1"/>
          </p:cNvSpPr>
          <p:nvPr/>
        </p:nvSpPr>
        <p:spPr>
          <a:xfrm rot="10800000">
            <a:off x="667967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4" name="Circle">
            <a:extLst>
              <a:ext uri="{FF2B5EF4-FFF2-40B4-BE49-F238E27FC236}">
                <a16:creationId xmlns:a16="http://schemas.microsoft.com/office/drawing/2014/main" id="{38CEADBC-A30A-BE1D-FAFC-338BF579A189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5" name="Rounded Rectangle">
            <a:extLst>
              <a:ext uri="{FF2B5EF4-FFF2-40B4-BE49-F238E27FC236}">
                <a16:creationId xmlns:a16="http://schemas.microsoft.com/office/drawing/2014/main" id="{3B9B4409-923F-FF5E-37E8-148744FB25FD}"/>
              </a:ext>
            </a:extLst>
          </p:cNvPr>
          <p:cNvSpPr>
            <a:spLocks noGrp="1"/>
          </p:cNvSpPr>
          <p:nvPr/>
        </p:nvSpPr>
        <p:spPr>
          <a:xfrm>
            <a:off x="10371908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6" name="Circle">
            <a:extLst>
              <a:ext uri="{FF2B5EF4-FFF2-40B4-BE49-F238E27FC236}">
                <a16:creationId xmlns:a16="http://schemas.microsoft.com/office/drawing/2014/main" id="{7C17275D-9F6D-0F3C-500B-4CE2FEBB7AC6}"/>
              </a:ext>
            </a:extLst>
          </p:cNvPr>
          <p:cNvSpPr>
            <a:spLocks noGrp="1"/>
          </p:cNvSpPr>
          <p:nvPr/>
        </p:nvSpPr>
        <p:spPr>
          <a:xfrm>
            <a:off x="10471635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7" name="Circle">
            <a:extLst>
              <a:ext uri="{FF2B5EF4-FFF2-40B4-BE49-F238E27FC236}">
                <a16:creationId xmlns:a16="http://schemas.microsoft.com/office/drawing/2014/main" id="{BD264F1F-5647-6C51-4A5A-FA225CB90C65}"/>
              </a:ext>
            </a:extLst>
          </p:cNvPr>
          <p:cNvSpPr>
            <a:spLocks noGrp="1"/>
          </p:cNvSpPr>
          <p:nvPr/>
        </p:nvSpPr>
        <p:spPr>
          <a:xfrm rot="10800000">
            <a:off x="11236605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8" name="Rounded Rectangle">
            <a:extLst>
              <a:ext uri="{FF2B5EF4-FFF2-40B4-BE49-F238E27FC236}">
                <a16:creationId xmlns:a16="http://schemas.microsoft.com/office/drawing/2014/main" id="{A84C826D-6E6F-D5B6-8116-143178DE9205}"/>
              </a:ext>
            </a:extLst>
          </p:cNvPr>
          <p:cNvSpPr>
            <a:spLocks noGrp="1"/>
          </p:cNvSpPr>
          <p:nvPr/>
        </p:nvSpPr>
        <p:spPr>
          <a:xfrm>
            <a:off x="10371908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9" name="Circle">
            <a:extLst>
              <a:ext uri="{FF2B5EF4-FFF2-40B4-BE49-F238E27FC236}">
                <a16:creationId xmlns:a16="http://schemas.microsoft.com/office/drawing/2014/main" id="{7F4BB004-266F-36A6-D8F8-EC7A2E84BD84}"/>
              </a:ext>
            </a:extLst>
          </p:cNvPr>
          <p:cNvSpPr>
            <a:spLocks noGrp="1"/>
          </p:cNvSpPr>
          <p:nvPr/>
        </p:nvSpPr>
        <p:spPr>
          <a:xfrm>
            <a:off x="10471636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0" name="Circle">
            <a:extLst>
              <a:ext uri="{FF2B5EF4-FFF2-40B4-BE49-F238E27FC236}">
                <a16:creationId xmlns:a16="http://schemas.microsoft.com/office/drawing/2014/main" id="{FA531F6B-6B69-6C4E-1FC2-20785252C9D7}"/>
              </a:ext>
            </a:extLst>
          </p:cNvPr>
          <p:cNvSpPr>
            <a:spLocks noGrp="1"/>
          </p:cNvSpPr>
          <p:nvPr/>
        </p:nvSpPr>
        <p:spPr>
          <a:xfrm rot="10800000">
            <a:off x="1123660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1" name="Circle">
            <a:extLst>
              <a:ext uri="{FF2B5EF4-FFF2-40B4-BE49-F238E27FC236}">
                <a16:creationId xmlns:a16="http://schemas.microsoft.com/office/drawing/2014/main" id="{BCE42E90-0EFD-1574-DF40-0A680CA3054D}"/>
              </a:ext>
            </a:extLst>
          </p:cNvPr>
          <p:cNvSpPr>
            <a:spLocks noGrp="1"/>
          </p:cNvSpPr>
          <p:nvPr/>
        </p:nvSpPr>
        <p:spPr>
          <a:xfrm rot="10800000">
            <a:off x="10854120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2" name="Rounded Rectangle">
            <a:extLst>
              <a:ext uri="{FF2B5EF4-FFF2-40B4-BE49-F238E27FC236}">
                <a16:creationId xmlns:a16="http://schemas.microsoft.com/office/drawing/2014/main" id="{C3FEED15-8698-085A-C308-4271E30EFA0A}"/>
              </a:ext>
            </a:extLst>
          </p:cNvPr>
          <p:cNvSpPr>
            <a:spLocks noGrp="1"/>
          </p:cNvSpPr>
          <p:nvPr/>
        </p:nvSpPr>
        <p:spPr>
          <a:xfrm>
            <a:off x="10371908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3" name="Circle">
            <a:extLst>
              <a:ext uri="{FF2B5EF4-FFF2-40B4-BE49-F238E27FC236}">
                <a16:creationId xmlns:a16="http://schemas.microsoft.com/office/drawing/2014/main" id="{C86CE4D9-B211-D611-9A38-9648A4418AD1}"/>
              </a:ext>
            </a:extLst>
          </p:cNvPr>
          <p:cNvSpPr>
            <a:spLocks noGrp="1"/>
          </p:cNvSpPr>
          <p:nvPr/>
        </p:nvSpPr>
        <p:spPr>
          <a:xfrm>
            <a:off x="10471636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4" name="Circle">
            <a:extLst>
              <a:ext uri="{FF2B5EF4-FFF2-40B4-BE49-F238E27FC236}">
                <a16:creationId xmlns:a16="http://schemas.microsoft.com/office/drawing/2014/main" id="{04667FF0-5704-7A8C-AC4A-B7E5B3399A60}"/>
              </a:ext>
            </a:extLst>
          </p:cNvPr>
          <p:cNvSpPr>
            <a:spLocks noGrp="1"/>
          </p:cNvSpPr>
          <p:nvPr/>
        </p:nvSpPr>
        <p:spPr>
          <a:xfrm rot="10800000">
            <a:off x="1123660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5" name="Circle">
            <a:extLst>
              <a:ext uri="{FF2B5EF4-FFF2-40B4-BE49-F238E27FC236}">
                <a16:creationId xmlns:a16="http://schemas.microsoft.com/office/drawing/2014/main" id="{E606C69C-07F4-3B84-840C-8805BC219F73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6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6" name="Circle">
            <a:extLst>
              <a:ext uri="{FF2B5EF4-FFF2-40B4-BE49-F238E27FC236}">
                <a16:creationId xmlns:a16="http://schemas.microsoft.com/office/drawing/2014/main" id="{604686B8-0AC8-A5AD-2ADB-00EEEDA305C1}"/>
              </a:ext>
            </a:extLst>
          </p:cNvPr>
          <p:cNvSpPr>
            <a:spLocks noGrp="1"/>
          </p:cNvSpPr>
          <p:nvPr/>
        </p:nvSpPr>
        <p:spPr>
          <a:xfrm flipH="1">
            <a:off x="11236605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7" name="Rounded Rectangle">
            <a:extLst>
              <a:ext uri="{FF2B5EF4-FFF2-40B4-BE49-F238E27FC236}">
                <a16:creationId xmlns:a16="http://schemas.microsoft.com/office/drawing/2014/main" id="{486B792D-E883-B265-4C81-3E6D10EC0A08}"/>
              </a:ext>
            </a:extLst>
          </p:cNvPr>
          <p:cNvSpPr>
            <a:spLocks noGrp="1"/>
          </p:cNvSpPr>
          <p:nvPr/>
        </p:nvSpPr>
        <p:spPr>
          <a:xfrm>
            <a:off x="10371908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8" name="Circle">
            <a:extLst>
              <a:ext uri="{FF2B5EF4-FFF2-40B4-BE49-F238E27FC236}">
                <a16:creationId xmlns:a16="http://schemas.microsoft.com/office/drawing/2014/main" id="{281AA827-43F5-CAF6-5D4C-0AA1A9668464}"/>
              </a:ext>
            </a:extLst>
          </p:cNvPr>
          <p:cNvSpPr>
            <a:spLocks noGrp="1"/>
          </p:cNvSpPr>
          <p:nvPr/>
        </p:nvSpPr>
        <p:spPr>
          <a:xfrm>
            <a:off x="10471636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9" name="Circle">
            <a:extLst>
              <a:ext uri="{FF2B5EF4-FFF2-40B4-BE49-F238E27FC236}">
                <a16:creationId xmlns:a16="http://schemas.microsoft.com/office/drawing/2014/main" id="{7ABABCCC-024C-87C8-899C-38E6E6AD2691}"/>
              </a:ext>
            </a:extLst>
          </p:cNvPr>
          <p:cNvSpPr>
            <a:spLocks noGrp="1"/>
          </p:cNvSpPr>
          <p:nvPr/>
        </p:nvSpPr>
        <p:spPr>
          <a:xfrm rot="10800000">
            <a:off x="11236605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0" name="Circle">
            <a:extLst>
              <a:ext uri="{FF2B5EF4-FFF2-40B4-BE49-F238E27FC236}">
                <a16:creationId xmlns:a16="http://schemas.microsoft.com/office/drawing/2014/main" id="{F2757A96-BAAA-F15B-59BF-34BEF112E205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6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1" name="Circle">
            <a:extLst>
              <a:ext uri="{FF2B5EF4-FFF2-40B4-BE49-F238E27FC236}">
                <a16:creationId xmlns:a16="http://schemas.microsoft.com/office/drawing/2014/main" id="{48F2591B-1CDD-ADB0-A148-6CBCF9F79012}"/>
              </a:ext>
            </a:extLst>
          </p:cNvPr>
          <p:cNvSpPr>
            <a:spLocks noGrp="1"/>
          </p:cNvSpPr>
          <p:nvPr/>
        </p:nvSpPr>
        <p:spPr>
          <a:xfrm flipH="1">
            <a:off x="11236605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2" name="Circle">
            <a:extLst>
              <a:ext uri="{FF2B5EF4-FFF2-40B4-BE49-F238E27FC236}">
                <a16:creationId xmlns:a16="http://schemas.microsoft.com/office/drawing/2014/main" id="{1121AAF1-1B11-7F43-4320-613BA7F62793}"/>
              </a:ext>
            </a:extLst>
          </p:cNvPr>
          <p:cNvSpPr>
            <a:spLocks noGrp="1"/>
          </p:cNvSpPr>
          <p:nvPr/>
        </p:nvSpPr>
        <p:spPr>
          <a:xfrm rot="10800000">
            <a:off x="10854120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3" name="Rounded Rectangle">
            <a:extLst>
              <a:ext uri="{FF2B5EF4-FFF2-40B4-BE49-F238E27FC236}">
                <a16:creationId xmlns:a16="http://schemas.microsoft.com/office/drawing/2014/main" id="{4EFCA1A1-A329-4345-2B8E-3D77C0596231}"/>
              </a:ext>
            </a:extLst>
          </p:cNvPr>
          <p:cNvSpPr>
            <a:spLocks noGrp="1"/>
          </p:cNvSpPr>
          <p:nvPr/>
        </p:nvSpPr>
        <p:spPr>
          <a:xfrm>
            <a:off x="1037190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4" name="Circle">
            <a:extLst>
              <a:ext uri="{FF2B5EF4-FFF2-40B4-BE49-F238E27FC236}">
                <a16:creationId xmlns:a16="http://schemas.microsoft.com/office/drawing/2014/main" id="{9E790B36-5310-61A1-59D8-BB5D28336000}"/>
              </a:ext>
            </a:extLst>
          </p:cNvPr>
          <p:cNvSpPr>
            <a:spLocks noGrp="1"/>
          </p:cNvSpPr>
          <p:nvPr/>
        </p:nvSpPr>
        <p:spPr>
          <a:xfrm>
            <a:off x="10471636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5" name="Circle">
            <a:extLst>
              <a:ext uri="{FF2B5EF4-FFF2-40B4-BE49-F238E27FC236}">
                <a16:creationId xmlns:a16="http://schemas.microsoft.com/office/drawing/2014/main" id="{DD88B55C-F092-C18D-B50B-294FB9AD9A1A}"/>
              </a:ext>
            </a:extLst>
          </p:cNvPr>
          <p:cNvSpPr>
            <a:spLocks noGrp="1"/>
          </p:cNvSpPr>
          <p:nvPr/>
        </p:nvSpPr>
        <p:spPr>
          <a:xfrm rot="10800000">
            <a:off x="1123660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6" name="Circle">
            <a:extLst>
              <a:ext uri="{FF2B5EF4-FFF2-40B4-BE49-F238E27FC236}">
                <a16:creationId xmlns:a16="http://schemas.microsoft.com/office/drawing/2014/main" id="{131D65C1-6B0C-5E9F-15A0-69837A81CD8D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6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7" name="Circle">
            <a:extLst>
              <a:ext uri="{FF2B5EF4-FFF2-40B4-BE49-F238E27FC236}">
                <a16:creationId xmlns:a16="http://schemas.microsoft.com/office/drawing/2014/main" id="{3DFE8B5C-DBAA-44E7-DEF1-A54E314DAD28}"/>
              </a:ext>
            </a:extLst>
          </p:cNvPr>
          <p:cNvSpPr>
            <a:spLocks noGrp="1"/>
          </p:cNvSpPr>
          <p:nvPr/>
        </p:nvSpPr>
        <p:spPr>
          <a:xfrm flipH="1">
            <a:off x="11236605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8" name="Circle">
            <a:extLst>
              <a:ext uri="{FF2B5EF4-FFF2-40B4-BE49-F238E27FC236}">
                <a16:creationId xmlns:a16="http://schemas.microsoft.com/office/drawing/2014/main" id="{FE2A60AA-363F-8821-8E6B-BBDABF6CB375}"/>
              </a:ext>
            </a:extLst>
          </p:cNvPr>
          <p:cNvSpPr>
            <a:spLocks noGrp="1"/>
          </p:cNvSpPr>
          <p:nvPr/>
        </p:nvSpPr>
        <p:spPr>
          <a:xfrm rot="10800000">
            <a:off x="10471636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9" name="Circle">
            <a:extLst>
              <a:ext uri="{FF2B5EF4-FFF2-40B4-BE49-F238E27FC236}">
                <a16:creationId xmlns:a16="http://schemas.microsoft.com/office/drawing/2014/main" id="{41E303E0-58BF-54CC-2AEC-8FDFCF3ADAAD}"/>
              </a:ext>
            </a:extLst>
          </p:cNvPr>
          <p:cNvSpPr>
            <a:spLocks noGrp="1"/>
          </p:cNvSpPr>
          <p:nvPr/>
        </p:nvSpPr>
        <p:spPr>
          <a:xfrm rot="10800000">
            <a:off x="11236605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0" name="Rounded Rectangle">
            <a:extLst>
              <a:ext uri="{FF2B5EF4-FFF2-40B4-BE49-F238E27FC236}">
                <a16:creationId xmlns:a16="http://schemas.microsoft.com/office/drawing/2014/main" id="{C92CE7E2-F506-7312-B713-98E72C6638B6}"/>
              </a:ext>
            </a:extLst>
          </p:cNvPr>
          <p:cNvSpPr>
            <a:spLocks noGrp="1"/>
          </p:cNvSpPr>
          <p:nvPr/>
        </p:nvSpPr>
        <p:spPr>
          <a:xfrm>
            <a:off x="14163870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1" name="Circle">
            <a:extLst>
              <a:ext uri="{FF2B5EF4-FFF2-40B4-BE49-F238E27FC236}">
                <a16:creationId xmlns:a16="http://schemas.microsoft.com/office/drawing/2014/main" id="{CA7B582E-1BB5-003B-6325-128810C42484}"/>
              </a:ext>
            </a:extLst>
          </p:cNvPr>
          <p:cNvSpPr>
            <a:spLocks noGrp="1"/>
          </p:cNvSpPr>
          <p:nvPr/>
        </p:nvSpPr>
        <p:spPr>
          <a:xfrm>
            <a:off x="14263598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2" name="Circle">
            <a:extLst>
              <a:ext uri="{FF2B5EF4-FFF2-40B4-BE49-F238E27FC236}">
                <a16:creationId xmlns:a16="http://schemas.microsoft.com/office/drawing/2014/main" id="{4C26616F-4AA6-D29C-9B4E-9A124D72B9B9}"/>
              </a:ext>
            </a:extLst>
          </p:cNvPr>
          <p:cNvSpPr>
            <a:spLocks noGrp="1"/>
          </p:cNvSpPr>
          <p:nvPr/>
        </p:nvSpPr>
        <p:spPr>
          <a:xfrm rot="10800000">
            <a:off x="15028566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3" name="Rounded Rectangle">
            <a:extLst>
              <a:ext uri="{FF2B5EF4-FFF2-40B4-BE49-F238E27FC236}">
                <a16:creationId xmlns:a16="http://schemas.microsoft.com/office/drawing/2014/main" id="{19D69296-AD31-E271-FFA1-BA7B39836D16}"/>
              </a:ext>
            </a:extLst>
          </p:cNvPr>
          <p:cNvSpPr>
            <a:spLocks noGrp="1"/>
          </p:cNvSpPr>
          <p:nvPr/>
        </p:nvSpPr>
        <p:spPr>
          <a:xfrm>
            <a:off x="14163870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4" name="Circle">
            <a:extLst>
              <a:ext uri="{FF2B5EF4-FFF2-40B4-BE49-F238E27FC236}">
                <a16:creationId xmlns:a16="http://schemas.microsoft.com/office/drawing/2014/main" id="{A9A8B061-9E96-26B4-D3CD-0EDB81FD1C97}"/>
              </a:ext>
            </a:extLst>
          </p:cNvPr>
          <p:cNvSpPr>
            <a:spLocks noGrp="1"/>
          </p:cNvSpPr>
          <p:nvPr/>
        </p:nvSpPr>
        <p:spPr>
          <a:xfrm>
            <a:off x="14263598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5" name="Circle">
            <a:extLst>
              <a:ext uri="{FF2B5EF4-FFF2-40B4-BE49-F238E27FC236}">
                <a16:creationId xmlns:a16="http://schemas.microsoft.com/office/drawing/2014/main" id="{333C4F1C-0D31-AD6A-A537-29410F97949D}"/>
              </a:ext>
            </a:extLst>
          </p:cNvPr>
          <p:cNvSpPr>
            <a:spLocks noGrp="1"/>
          </p:cNvSpPr>
          <p:nvPr/>
        </p:nvSpPr>
        <p:spPr>
          <a:xfrm rot="10800000">
            <a:off x="15028568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6" name="Circle">
            <a:extLst>
              <a:ext uri="{FF2B5EF4-FFF2-40B4-BE49-F238E27FC236}">
                <a16:creationId xmlns:a16="http://schemas.microsoft.com/office/drawing/2014/main" id="{F290B67C-59DE-D87C-6B02-8281682F6007}"/>
              </a:ext>
            </a:extLst>
          </p:cNvPr>
          <p:cNvSpPr>
            <a:spLocks noGrp="1"/>
          </p:cNvSpPr>
          <p:nvPr/>
        </p:nvSpPr>
        <p:spPr>
          <a:xfrm rot="10800000">
            <a:off x="14646083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7" name="Rounded Rectangle">
            <a:extLst>
              <a:ext uri="{FF2B5EF4-FFF2-40B4-BE49-F238E27FC236}">
                <a16:creationId xmlns:a16="http://schemas.microsoft.com/office/drawing/2014/main" id="{05E880F0-BC8D-4B8F-46CF-395EA18CF819}"/>
              </a:ext>
            </a:extLst>
          </p:cNvPr>
          <p:cNvSpPr>
            <a:spLocks noGrp="1"/>
          </p:cNvSpPr>
          <p:nvPr/>
        </p:nvSpPr>
        <p:spPr>
          <a:xfrm>
            <a:off x="14163870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8" name="Circle">
            <a:extLst>
              <a:ext uri="{FF2B5EF4-FFF2-40B4-BE49-F238E27FC236}">
                <a16:creationId xmlns:a16="http://schemas.microsoft.com/office/drawing/2014/main" id="{6B4EC620-79EC-3326-7576-5616ECB8B9C3}"/>
              </a:ext>
            </a:extLst>
          </p:cNvPr>
          <p:cNvSpPr>
            <a:spLocks noGrp="1"/>
          </p:cNvSpPr>
          <p:nvPr/>
        </p:nvSpPr>
        <p:spPr>
          <a:xfrm>
            <a:off x="14263598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9" name="Circle">
            <a:extLst>
              <a:ext uri="{FF2B5EF4-FFF2-40B4-BE49-F238E27FC236}">
                <a16:creationId xmlns:a16="http://schemas.microsoft.com/office/drawing/2014/main" id="{8148A2CA-3B88-761F-1125-1E65A3B244C8}"/>
              </a:ext>
            </a:extLst>
          </p:cNvPr>
          <p:cNvSpPr>
            <a:spLocks noGrp="1"/>
          </p:cNvSpPr>
          <p:nvPr/>
        </p:nvSpPr>
        <p:spPr>
          <a:xfrm rot="10800000">
            <a:off x="15028568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0" name="Circle">
            <a:extLst>
              <a:ext uri="{FF2B5EF4-FFF2-40B4-BE49-F238E27FC236}">
                <a16:creationId xmlns:a16="http://schemas.microsoft.com/office/drawing/2014/main" id="{3F3D0049-756A-1F58-5D95-2134F2402FCC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8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1" name="Circle">
            <a:extLst>
              <a:ext uri="{FF2B5EF4-FFF2-40B4-BE49-F238E27FC236}">
                <a16:creationId xmlns:a16="http://schemas.microsoft.com/office/drawing/2014/main" id="{106A5572-ABBE-FE42-8457-3521491E303F}"/>
              </a:ext>
            </a:extLst>
          </p:cNvPr>
          <p:cNvSpPr>
            <a:spLocks noGrp="1"/>
          </p:cNvSpPr>
          <p:nvPr/>
        </p:nvSpPr>
        <p:spPr>
          <a:xfrm flipH="1">
            <a:off x="15028568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2" name="Rounded Rectangle">
            <a:extLst>
              <a:ext uri="{FF2B5EF4-FFF2-40B4-BE49-F238E27FC236}">
                <a16:creationId xmlns:a16="http://schemas.microsoft.com/office/drawing/2014/main" id="{B9DCF82B-4BD9-EA14-DEFE-BEAE2F61194B}"/>
              </a:ext>
            </a:extLst>
          </p:cNvPr>
          <p:cNvSpPr>
            <a:spLocks noGrp="1"/>
          </p:cNvSpPr>
          <p:nvPr/>
        </p:nvSpPr>
        <p:spPr>
          <a:xfrm>
            <a:off x="14163870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3" name="Circle">
            <a:extLst>
              <a:ext uri="{FF2B5EF4-FFF2-40B4-BE49-F238E27FC236}">
                <a16:creationId xmlns:a16="http://schemas.microsoft.com/office/drawing/2014/main" id="{82BCFC57-9175-CF1B-EA8A-32010A14C188}"/>
              </a:ext>
            </a:extLst>
          </p:cNvPr>
          <p:cNvSpPr>
            <a:spLocks noGrp="1"/>
          </p:cNvSpPr>
          <p:nvPr/>
        </p:nvSpPr>
        <p:spPr>
          <a:xfrm>
            <a:off x="14263598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4" name="Circle">
            <a:extLst>
              <a:ext uri="{FF2B5EF4-FFF2-40B4-BE49-F238E27FC236}">
                <a16:creationId xmlns:a16="http://schemas.microsoft.com/office/drawing/2014/main" id="{8C8181A3-84A4-995B-BC23-874B0473D656}"/>
              </a:ext>
            </a:extLst>
          </p:cNvPr>
          <p:cNvSpPr>
            <a:spLocks noGrp="1"/>
          </p:cNvSpPr>
          <p:nvPr/>
        </p:nvSpPr>
        <p:spPr>
          <a:xfrm rot="10800000">
            <a:off x="15028568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5" name="Circle">
            <a:extLst>
              <a:ext uri="{FF2B5EF4-FFF2-40B4-BE49-F238E27FC236}">
                <a16:creationId xmlns:a16="http://schemas.microsoft.com/office/drawing/2014/main" id="{FE37CBE5-1CE2-FEEC-0183-93D4EBFCCBAE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8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6" name="Circle">
            <a:extLst>
              <a:ext uri="{FF2B5EF4-FFF2-40B4-BE49-F238E27FC236}">
                <a16:creationId xmlns:a16="http://schemas.microsoft.com/office/drawing/2014/main" id="{2E86C0BE-A449-32EF-ED4B-DD6F0C0AD429}"/>
              </a:ext>
            </a:extLst>
          </p:cNvPr>
          <p:cNvSpPr>
            <a:spLocks noGrp="1"/>
          </p:cNvSpPr>
          <p:nvPr/>
        </p:nvSpPr>
        <p:spPr>
          <a:xfrm flipH="1">
            <a:off x="15028568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7" name="Circle">
            <a:extLst>
              <a:ext uri="{FF2B5EF4-FFF2-40B4-BE49-F238E27FC236}">
                <a16:creationId xmlns:a16="http://schemas.microsoft.com/office/drawing/2014/main" id="{6AB84BF5-6580-6112-B144-778B80650EE4}"/>
              </a:ext>
            </a:extLst>
          </p:cNvPr>
          <p:cNvSpPr>
            <a:spLocks noGrp="1"/>
          </p:cNvSpPr>
          <p:nvPr/>
        </p:nvSpPr>
        <p:spPr>
          <a:xfrm rot="10800000">
            <a:off x="14646083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8" name="Rounded Rectangle">
            <a:extLst>
              <a:ext uri="{FF2B5EF4-FFF2-40B4-BE49-F238E27FC236}">
                <a16:creationId xmlns:a16="http://schemas.microsoft.com/office/drawing/2014/main" id="{9860B51C-A4EA-E0FC-09D1-1FA50E209A69}"/>
              </a:ext>
            </a:extLst>
          </p:cNvPr>
          <p:cNvSpPr>
            <a:spLocks noGrp="1"/>
          </p:cNvSpPr>
          <p:nvPr/>
        </p:nvSpPr>
        <p:spPr>
          <a:xfrm>
            <a:off x="14163870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9" name="Circle">
            <a:extLst>
              <a:ext uri="{FF2B5EF4-FFF2-40B4-BE49-F238E27FC236}">
                <a16:creationId xmlns:a16="http://schemas.microsoft.com/office/drawing/2014/main" id="{B2BDACCB-744D-2E5C-762F-F51ABDDE348D}"/>
              </a:ext>
            </a:extLst>
          </p:cNvPr>
          <p:cNvSpPr>
            <a:spLocks noGrp="1"/>
          </p:cNvSpPr>
          <p:nvPr/>
        </p:nvSpPr>
        <p:spPr>
          <a:xfrm>
            <a:off x="14263598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0" name="Circle">
            <a:extLst>
              <a:ext uri="{FF2B5EF4-FFF2-40B4-BE49-F238E27FC236}">
                <a16:creationId xmlns:a16="http://schemas.microsoft.com/office/drawing/2014/main" id="{401F2DC8-EEDE-2A01-862F-6B9874430EA0}"/>
              </a:ext>
            </a:extLst>
          </p:cNvPr>
          <p:cNvSpPr>
            <a:spLocks noGrp="1"/>
          </p:cNvSpPr>
          <p:nvPr/>
        </p:nvSpPr>
        <p:spPr>
          <a:xfrm rot="10800000">
            <a:off x="1502856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1" name="Circle">
            <a:extLst>
              <a:ext uri="{FF2B5EF4-FFF2-40B4-BE49-F238E27FC236}">
                <a16:creationId xmlns:a16="http://schemas.microsoft.com/office/drawing/2014/main" id="{F438BF76-C9F2-82FD-4A8A-3946F0E910AC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2" name="Circle">
            <a:extLst>
              <a:ext uri="{FF2B5EF4-FFF2-40B4-BE49-F238E27FC236}">
                <a16:creationId xmlns:a16="http://schemas.microsoft.com/office/drawing/2014/main" id="{BD699F6B-2507-7977-9726-057769928CE8}"/>
              </a:ext>
            </a:extLst>
          </p:cNvPr>
          <p:cNvSpPr>
            <a:spLocks noGrp="1"/>
          </p:cNvSpPr>
          <p:nvPr/>
        </p:nvSpPr>
        <p:spPr>
          <a:xfrm flipH="1">
            <a:off x="15028568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3" name="Circle">
            <a:extLst>
              <a:ext uri="{FF2B5EF4-FFF2-40B4-BE49-F238E27FC236}">
                <a16:creationId xmlns:a16="http://schemas.microsoft.com/office/drawing/2014/main" id="{F426297B-DE07-9B1C-4D4D-FD6EBD72C8B8}"/>
              </a:ext>
            </a:extLst>
          </p:cNvPr>
          <p:cNvSpPr>
            <a:spLocks noGrp="1"/>
          </p:cNvSpPr>
          <p:nvPr/>
        </p:nvSpPr>
        <p:spPr>
          <a:xfrm rot="10800000">
            <a:off x="1426359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4" name="Circle">
            <a:extLst>
              <a:ext uri="{FF2B5EF4-FFF2-40B4-BE49-F238E27FC236}">
                <a16:creationId xmlns:a16="http://schemas.microsoft.com/office/drawing/2014/main" id="{C3CDC067-7ECB-2639-A505-DFB9C0D9F7F0}"/>
              </a:ext>
            </a:extLst>
          </p:cNvPr>
          <p:cNvSpPr>
            <a:spLocks noGrp="1"/>
          </p:cNvSpPr>
          <p:nvPr/>
        </p:nvSpPr>
        <p:spPr>
          <a:xfrm rot="10800000">
            <a:off x="1502856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5" name="Rounded Rectangle">
            <a:extLst>
              <a:ext uri="{FF2B5EF4-FFF2-40B4-BE49-F238E27FC236}">
                <a16:creationId xmlns:a16="http://schemas.microsoft.com/office/drawing/2014/main" id="{9F587904-D027-BD5D-2BDD-59AA62C33EE9}"/>
              </a:ext>
            </a:extLst>
          </p:cNvPr>
          <p:cNvSpPr>
            <a:spLocks noGrp="1"/>
          </p:cNvSpPr>
          <p:nvPr/>
        </p:nvSpPr>
        <p:spPr>
          <a:xfrm>
            <a:off x="17955834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6" name="Circle">
            <a:extLst>
              <a:ext uri="{FF2B5EF4-FFF2-40B4-BE49-F238E27FC236}">
                <a16:creationId xmlns:a16="http://schemas.microsoft.com/office/drawing/2014/main" id="{9D937C52-CDE7-EEDF-CF39-63FB503F1CDF}"/>
              </a:ext>
            </a:extLst>
          </p:cNvPr>
          <p:cNvSpPr>
            <a:spLocks noGrp="1"/>
          </p:cNvSpPr>
          <p:nvPr/>
        </p:nvSpPr>
        <p:spPr>
          <a:xfrm>
            <a:off x="1805556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7" name="Circle">
            <a:extLst>
              <a:ext uri="{FF2B5EF4-FFF2-40B4-BE49-F238E27FC236}">
                <a16:creationId xmlns:a16="http://schemas.microsoft.com/office/drawing/2014/main" id="{2C8AED22-3D54-2243-8F26-360F90E9F56A}"/>
              </a:ext>
            </a:extLst>
          </p:cNvPr>
          <p:cNvSpPr>
            <a:spLocks noGrp="1"/>
          </p:cNvSpPr>
          <p:nvPr/>
        </p:nvSpPr>
        <p:spPr>
          <a:xfrm rot="10800000">
            <a:off x="18820530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8" name="Rounded Rectangle">
            <a:extLst>
              <a:ext uri="{FF2B5EF4-FFF2-40B4-BE49-F238E27FC236}">
                <a16:creationId xmlns:a16="http://schemas.microsoft.com/office/drawing/2014/main" id="{D2177ED2-2000-BB45-0E4A-3FE19FFBCB32}"/>
              </a:ext>
            </a:extLst>
          </p:cNvPr>
          <p:cNvSpPr>
            <a:spLocks noGrp="1"/>
          </p:cNvSpPr>
          <p:nvPr/>
        </p:nvSpPr>
        <p:spPr>
          <a:xfrm>
            <a:off x="17955834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9" name="Circle">
            <a:extLst>
              <a:ext uri="{FF2B5EF4-FFF2-40B4-BE49-F238E27FC236}">
                <a16:creationId xmlns:a16="http://schemas.microsoft.com/office/drawing/2014/main" id="{2444A4DD-6DFC-BB6E-729A-1EF4A22CA992}"/>
              </a:ext>
            </a:extLst>
          </p:cNvPr>
          <p:cNvSpPr>
            <a:spLocks noGrp="1"/>
          </p:cNvSpPr>
          <p:nvPr/>
        </p:nvSpPr>
        <p:spPr>
          <a:xfrm>
            <a:off x="1805556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0" name="Circle">
            <a:extLst>
              <a:ext uri="{FF2B5EF4-FFF2-40B4-BE49-F238E27FC236}">
                <a16:creationId xmlns:a16="http://schemas.microsoft.com/office/drawing/2014/main" id="{3A0A8181-9C13-7E51-CD94-E905A473D80D}"/>
              </a:ext>
            </a:extLst>
          </p:cNvPr>
          <p:cNvSpPr>
            <a:spLocks noGrp="1"/>
          </p:cNvSpPr>
          <p:nvPr/>
        </p:nvSpPr>
        <p:spPr>
          <a:xfrm rot="10800000">
            <a:off x="18820532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1" name="Circle">
            <a:extLst>
              <a:ext uri="{FF2B5EF4-FFF2-40B4-BE49-F238E27FC236}">
                <a16:creationId xmlns:a16="http://schemas.microsoft.com/office/drawing/2014/main" id="{B5B4B244-99F0-54E3-41E8-404E57A1638E}"/>
              </a:ext>
            </a:extLst>
          </p:cNvPr>
          <p:cNvSpPr>
            <a:spLocks noGrp="1"/>
          </p:cNvSpPr>
          <p:nvPr/>
        </p:nvSpPr>
        <p:spPr>
          <a:xfrm rot="10800000">
            <a:off x="18438047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2" name="Rounded Rectangle">
            <a:extLst>
              <a:ext uri="{FF2B5EF4-FFF2-40B4-BE49-F238E27FC236}">
                <a16:creationId xmlns:a16="http://schemas.microsoft.com/office/drawing/2014/main" id="{D6407092-B7AD-D0DC-ADB2-C1BEF4FFEA2C}"/>
              </a:ext>
            </a:extLst>
          </p:cNvPr>
          <p:cNvSpPr>
            <a:spLocks noGrp="1"/>
          </p:cNvSpPr>
          <p:nvPr/>
        </p:nvSpPr>
        <p:spPr>
          <a:xfrm>
            <a:off x="17955834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3" name="Circle">
            <a:extLst>
              <a:ext uri="{FF2B5EF4-FFF2-40B4-BE49-F238E27FC236}">
                <a16:creationId xmlns:a16="http://schemas.microsoft.com/office/drawing/2014/main" id="{745DB854-584D-8582-7D42-01008F7219B4}"/>
              </a:ext>
            </a:extLst>
          </p:cNvPr>
          <p:cNvSpPr>
            <a:spLocks noGrp="1"/>
          </p:cNvSpPr>
          <p:nvPr/>
        </p:nvSpPr>
        <p:spPr>
          <a:xfrm>
            <a:off x="1805556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4" name="Circle">
            <a:extLst>
              <a:ext uri="{FF2B5EF4-FFF2-40B4-BE49-F238E27FC236}">
                <a16:creationId xmlns:a16="http://schemas.microsoft.com/office/drawing/2014/main" id="{7BE324EC-3505-1B66-6D35-119DBF98BFC8}"/>
              </a:ext>
            </a:extLst>
          </p:cNvPr>
          <p:cNvSpPr>
            <a:spLocks noGrp="1"/>
          </p:cNvSpPr>
          <p:nvPr/>
        </p:nvSpPr>
        <p:spPr>
          <a:xfrm rot="10800000">
            <a:off x="18820532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5" name="Circle">
            <a:extLst>
              <a:ext uri="{FF2B5EF4-FFF2-40B4-BE49-F238E27FC236}">
                <a16:creationId xmlns:a16="http://schemas.microsoft.com/office/drawing/2014/main" id="{9ABDE4CC-111F-FA25-63F8-ABA72A0B0127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2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6" name="Circle">
            <a:extLst>
              <a:ext uri="{FF2B5EF4-FFF2-40B4-BE49-F238E27FC236}">
                <a16:creationId xmlns:a16="http://schemas.microsoft.com/office/drawing/2014/main" id="{0F5D1922-5C9A-017F-E747-1254188E8F09}"/>
              </a:ext>
            </a:extLst>
          </p:cNvPr>
          <p:cNvSpPr>
            <a:spLocks noGrp="1"/>
          </p:cNvSpPr>
          <p:nvPr/>
        </p:nvSpPr>
        <p:spPr>
          <a:xfrm flipH="1">
            <a:off x="1882053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7" name="Rounded Rectangle">
            <a:extLst>
              <a:ext uri="{FF2B5EF4-FFF2-40B4-BE49-F238E27FC236}">
                <a16:creationId xmlns:a16="http://schemas.microsoft.com/office/drawing/2014/main" id="{5D719E31-1C51-16C7-7A78-8594137123F5}"/>
              </a:ext>
            </a:extLst>
          </p:cNvPr>
          <p:cNvSpPr>
            <a:spLocks noGrp="1"/>
          </p:cNvSpPr>
          <p:nvPr/>
        </p:nvSpPr>
        <p:spPr>
          <a:xfrm>
            <a:off x="17955834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8" name="Circle">
            <a:extLst>
              <a:ext uri="{FF2B5EF4-FFF2-40B4-BE49-F238E27FC236}">
                <a16:creationId xmlns:a16="http://schemas.microsoft.com/office/drawing/2014/main" id="{AA5E9E34-BCFA-652C-4AAF-722DB6F540AA}"/>
              </a:ext>
            </a:extLst>
          </p:cNvPr>
          <p:cNvSpPr>
            <a:spLocks noGrp="1"/>
          </p:cNvSpPr>
          <p:nvPr/>
        </p:nvSpPr>
        <p:spPr>
          <a:xfrm>
            <a:off x="18055562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9" name="Circle">
            <a:extLst>
              <a:ext uri="{FF2B5EF4-FFF2-40B4-BE49-F238E27FC236}">
                <a16:creationId xmlns:a16="http://schemas.microsoft.com/office/drawing/2014/main" id="{2F90697B-0D4C-487C-F2B4-ACBE237A5960}"/>
              </a:ext>
            </a:extLst>
          </p:cNvPr>
          <p:cNvSpPr>
            <a:spLocks noGrp="1"/>
          </p:cNvSpPr>
          <p:nvPr/>
        </p:nvSpPr>
        <p:spPr>
          <a:xfrm rot="10800000">
            <a:off x="18820532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0" name="Circle">
            <a:extLst>
              <a:ext uri="{FF2B5EF4-FFF2-40B4-BE49-F238E27FC236}">
                <a16:creationId xmlns:a16="http://schemas.microsoft.com/office/drawing/2014/main" id="{5D356B13-95AC-214D-4C4B-613CA174B198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2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1" name="Circle">
            <a:extLst>
              <a:ext uri="{FF2B5EF4-FFF2-40B4-BE49-F238E27FC236}">
                <a16:creationId xmlns:a16="http://schemas.microsoft.com/office/drawing/2014/main" id="{6189F581-F67F-6764-52ED-2FC4626BA934}"/>
              </a:ext>
            </a:extLst>
          </p:cNvPr>
          <p:cNvSpPr>
            <a:spLocks noGrp="1"/>
          </p:cNvSpPr>
          <p:nvPr/>
        </p:nvSpPr>
        <p:spPr>
          <a:xfrm flipH="1">
            <a:off x="1882053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2" name="Circle">
            <a:extLst>
              <a:ext uri="{FF2B5EF4-FFF2-40B4-BE49-F238E27FC236}">
                <a16:creationId xmlns:a16="http://schemas.microsoft.com/office/drawing/2014/main" id="{7E8913E1-ACA9-09E6-F9A1-F0B61FA732ED}"/>
              </a:ext>
            </a:extLst>
          </p:cNvPr>
          <p:cNvSpPr>
            <a:spLocks noGrp="1"/>
          </p:cNvSpPr>
          <p:nvPr/>
        </p:nvSpPr>
        <p:spPr>
          <a:xfrm rot="10800000">
            <a:off x="18438047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3" name="Rounded Rectangle">
            <a:extLst>
              <a:ext uri="{FF2B5EF4-FFF2-40B4-BE49-F238E27FC236}">
                <a16:creationId xmlns:a16="http://schemas.microsoft.com/office/drawing/2014/main" id="{34A1505F-B41D-8420-A579-B503114F542C}"/>
              </a:ext>
            </a:extLst>
          </p:cNvPr>
          <p:cNvSpPr>
            <a:spLocks noGrp="1"/>
          </p:cNvSpPr>
          <p:nvPr/>
        </p:nvSpPr>
        <p:spPr>
          <a:xfrm>
            <a:off x="17955834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4" name="Circle">
            <a:extLst>
              <a:ext uri="{FF2B5EF4-FFF2-40B4-BE49-F238E27FC236}">
                <a16:creationId xmlns:a16="http://schemas.microsoft.com/office/drawing/2014/main" id="{410F11CE-B1B6-2A8B-AD38-EFF226D48808}"/>
              </a:ext>
            </a:extLst>
          </p:cNvPr>
          <p:cNvSpPr>
            <a:spLocks noGrp="1"/>
          </p:cNvSpPr>
          <p:nvPr/>
        </p:nvSpPr>
        <p:spPr>
          <a:xfrm>
            <a:off x="18055562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5" name="Circle">
            <a:extLst>
              <a:ext uri="{FF2B5EF4-FFF2-40B4-BE49-F238E27FC236}">
                <a16:creationId xmlns:a16="http://schemas.microsoft.com/office/drawing/2014/main" id="{3542BC47-B534-DAB5-B8C5-FBC6EC0664B6}"/>
              </a:ext>
            </a:extLst>
          </p:cNvPr>
          <p:cNvSpPr>
            <a:spLocks noGrp="1"/>
          </p:cNvSpPr>
          <p:nvPr/>
        </p:nvSpPr>
        <p:spPr>
          <a:xfrm rot="10800000">
            <a:off x="1882053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6" name="Circle">
            <a:extLst>
              <a:ext uri="{FF2B5EF4-FFF2-40B4-BE49-F238E27FC236}">
                <a16:creationId xmlns:a16="http://schemas.microsoft.com/office/drawing/2014/main" id="{B79AF2FC-B7F0-F9D9-67EE-7027B186C5F4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7" name="Circle">
            <a:extLst>
              <a:ext uri="{FF2B5EF4-FFF2-40B4-BE49-F238E27FC236}">
                <a16:creationId xmlns:a16="http://schemas.microsoft.com/office/drawing/2014/main" id="{724A0414-6750-909C-7D4B-1C948CCB9632}"/>
              </a:ext>
            </a:extLst>
          </p:cNvPr>
          <p:cNvSpPr>
            <a:spLocks noGrp="1"/>
          </p:cNvSpPr>
          <p:nvPr/>
        </p:nvSpPr>
        <p:spPr>
          <a:xfrm flipH="1">
            <a:off x="18820532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8" name="Circle">
            <a:extLst>
              <a:ext uri="{FF2B5EF4-FFF2-40B4-BE49-F238E27FC236}">
                <a16:creationId xmlns:a16="http://schemas.microsoft.com/office/drawing/2014/main" id="{A2249B82-B4F3-7DA4-5377-0B978D2A77FE}"/>
              </a:ext>
            </a:extLst>
          </p:cNvPr>
          <p:cNvSpPr>
            <a:spLocks noGrp="1"/>
          </p:cNvSpPr>
          <p:nvPr/>
        </p:nvSpPr>
        <p:spPr>
          <a:xfrm rot="10800000">
            <a:off x="1805556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9" name="Circle">
            <a:extLst>
              <a:ext uri="{FF2B5EF4-FFF2-40B4-BE49-F238E27FC236}">
                <a16:creationId xmlns:a16="http://schemas.microsoft.com/office/drawing/2014/main" id="{4305024F-2FE6-D6EA-6FE2-05680CF73445}"/>
              </a:ext>
            </a:extLst>
          </p:cNvPr>
          <p:cNvSpPr>
            <a:spLocks noGrp="1"/>
          </p:cNvSpPr>
          <p:nvPr/>
        </p:nvSpPr>
        <p:spPr>
          <a:xfrm rot="10800000">
            <a:off x="1882053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1" name="Rounded Rectangle">
            <a:extLst>
              <a:ext uri="{FF2B5EF4-FFF2-40B4-BE49-F238E27FC236}">
                <a16:creationId xmlns:a16="http://schemas.microsoft.com/office/drawing/2014/main" id="{70024462-A390-ABC8-6E59-4C532061F54F}"/>
              </a:ext>
            </a:extLst>
          </p:cNvPr>
          <p:cNvSpPr>
            <a:spLocks noGrp="1"/>
          </p:cNvSpPr>
          <p:nvPr/>
        </p:nvSpPr>
        <p:spPr>
          <a:xfrm>
            <a:off x="20326016" y="1237658"/>
            <a:ext cx="1270000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2" name="Circle">
            <a:extLst>
              <a:ext uri="{FF2B5EF4-FFF2-40B4-BE49-F238E27FC236}">
                <a16:creationId xmlns:a16="http://schemas.microsoft.com/office/drawing/2014/main" id="{6EF17500-BC8C-FED5-B8F4-5CE5BB43B934}"/>
              </a:ext>
            </a:extLst>
          </p:cNvPr>
          <p:cNvSpPr>
            <a:spLocks noGrp="1"/>
          </p:cNvSpPr>
          <p:nvPr/>
        </p:nvSpPr>
        <p:spPr>
          <a:xfrm>
            <a:off x="20425743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3" name="Circle">
            <a:extLst>
              <a:ext uri="{FF2B5EF4-FFF2-40B4-BE49-F238E27FC236}">
                <a16:creationId xmlns:a16="http://schemas.microsoft.com/office/drawing/2014/main" id="{32AAD004-9E94-2CE0-FCE4-07702647B3BE}"/>
              </a:ext>
            </a:extLst>
          </p:cNvPr>
          <p:cNvSpPr>
            <a:spLocks noGrp="1"/>
          </p:cNvSpPr>
          <p:nvPr/>
        </p:nvSpPr>
        <p:spPr>
          <a:xfrm rot="10800000">
            <a:off x="21190713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4" name="Circle">
            <a:extLst>
              <a:ext uri="{FF2B5EF4-FFF2-40B4-BE49-F238E27FC236}">
                <a16:creationId xmlns:a16="http://schemas.microsoft.com/office/drawing/2014/main" id="{4BF07023-789E-0F7B-6FED-C03D821CF945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3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5" name="Circle">
            <a:extLst>
              <a:ext uri="{FF2B5EF4-FFF2-40B4-BE49-F238E27FC236}">
                <a16:creationId xmlns:a16="http://schemas.microsoft.com/office/drawing/2014/main" id="{2F6C242A-E936-7ED0-81FE-9086ECEC5E81}"/>
              </a:ext>
            </a:extLst>
          </p:cNvPr>
          <p:cNvSpPr>
            <a:spLocks noGrp="1"/>
          </p:cNvSpPr>
          <p:nvPr/>
        </p:nvSpPr>
        <p:spPr>
          <a:xfrm flipH="1">
            <a:off x="21190713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6" name="Circle">
            <a:extLst>
              <a:ext uri="{FF2B5EF4-FFF2-40B4-BE49-F238E27FC236}">
                <a16:creationId xmlns:a16="http://schemas.microsoft.com/office/drawing/2014/main" id="{1998312D-1F0B-B640-0363-628C2D3B7FF4}"/>
              </a:ext>
            </a:extLst>
          </p:cNvPr>
          <p:cNvSpPr>
            <a:spLocks noGrp="1"/>
          </p:cNvSpPr>
          <p:nvPr/>
        </p:nvSpPr>
        <p:spPr>
          <a:xfrm rot="10800000">
            <a:off x="20425743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7" name="Circle">
            <a:extLst>
              <a:ext uri="{FF2B5EF4-FFF2-40B4-BE49-F238E27FC236}">
                <a16:creationId xmlns:a16="http://schemas.microsoft.com/office/drawing/2014/main" id="{56372C10-6FA3-33DA-FC80-FC1CF77C44BD}"/>
              </a:ext>
            </a:extLst>
          </p:cNvPr>
          <p:cNvSpPr>
            <a:spLocks noGrp="1"/>
          </p:cNvSpPr>
          <p:nvPr/>
        </p:nvSpPr>
        <p:spPr>
          <a:xfrm rot="10800000">
            <a:off x="21190713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8" name="Rounded Rectangle">
            <a:extLst>
              <a:ext uri="{FF2B5EF4-FFF2-40B4-BE49-F238E27FC236}">
                <a16:creationId xmlns:a16="http://schemas.microsoft.com/office/drawing/2014/main" id="{59147D5B-9566-89D4-F9C6-FEF3CB8A42DE}"/>
              </a:ext>
            </a:extLst>
          </p:cNvPr>
          <p:cNvSpPr>
            <a:spLocks noGrp="1"/>
          </p:cNvSpPr>
          <p:nvPr/>
        </p:nvSpPr>
        <p:spPr>
          <a:xfrm>
            <a:off x="20326017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9" name="Circle">
            <a:extLst>
              <a:ext uri="{FF2B5EF4-FFF2-40B4-BE49-F238E27FC236}">
                <a16:creationId xmlns:a16="http://schemas.microsoft.com/office/drawing/2014/main" id="{8AD23DB8-57BF-6DF7-B6C0-71A23FDA08F5}"/>
              </a:ext>
            </a:extLst>
          </p:cNvPr>
          <p:cNvSpPr>
            <a:spLocks noGrp="1"/>
          </p:cNvSpPr>
          <p:nvPr/>
        </p:nvSpPr>
        <p:spPr>
          <a:xfrm>
            <a:off x="20425744" y="4090379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0" name="Circle">
            <a:extLst>
              <a:ext uri="{FF2B5EF4-FFF2-40B4-BE49-F238E27FC236}">
                <a16:creationId xmlns:a16="http://schemas.microsoft.com/office/drawing/2014/main" id="{F8D9B788-580D-847A-0322-E6699FC0A911}"/>
              </a:ext>
            </a:extLst>
          </p:cNvPr>
          <p:cNvSpPr>
            <a:spLocks noGrp="1"/>
          </p:cNvSpPr>
          <p:nvPr/>
        </p:nvSpPr>
        <p:spPr>
          <a:xfrm rot="10800000">
            <a:off x="21190715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1" name="Circle">
            <a:extLst>
              <a:ext uri="{FF2B5EF4-FFF2-40B4-BE49-F238E27FC236}">
                <a16:creationId xmlns:a16="http://schemas.microsoft.com/office/drawing/2014/main" id="{6C69328F-AC5B-9CB2-55F2-79B0AAEF9A04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4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2" name="Circle">
            <a:extLst>
              <a:ext uri="{FF2B5EF4-FFF2-40B4-BE49-F238E27FC236}">
                <a16:creationId xmlns:a16="http://schemas.microsoft.com/office/drawing/2014/main" id="{38B1B6A2-2A43-DF88-89C8-17E4139CC3CD}"/>
              </a:ext>
            </a:extLst>
          </p:cNvPr>
          <p:cNvSpPr>
            <a:spLocks noGrp="1"/>
          </p:cNvSpPr>
          <p:nvPr/>
        </p:nvSpPr>
        <p:spPr>
          <a:xfrm flipH="1">
            <a:off x="21190715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3" name="Circle">
            <a:extLst>
              <a:ext uri="{FF2B5EF4-FFF2-40B4-BE49-F238E27FC236}">
                <a16:creationId xmlns:a16="http://schemas.microsoft.com/office/drawing/2014/main" id="{5C7FA708-FFDD-9F52-26FF-586102AC1B02}"/>
              </a:ext>
            </a:extLst>
          </p:cNvPr>
          <p:cNvSpPr>
            <a:spLocks noGrp="1"/>
          </p:cNvSpPr>
          <p:nvPr/>
        </p:nvSpPr>
        <p:spPr>
          <a:xfrm rot="10800000">
            <a:off x="20425744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4" name="Circle">
            <a:extLst>
              <a:ext uri="{FF2B5EF4-FFF2-40B4-BE49-F238E27FC236}">
                <a16:creationId xmlns:a16="http://schemas.microsoft.com/office/drawing/2014/main" id="{202697A2-9681-9145-9E63-9BE6FCBFE413}"/>
              </a:ext>
            </a:extLst>
          </p:cNvPr>
          <p:cNvSpPr>
            <a:spLocks noGrp="1"/>
          </p:cNvSpPr>
          <p:nvPr/>
        </p:nvSpPr>
        <p:spPr>
          <a:xfrm rot="10800000">
            <a:off x="21190715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5" name="Rounded Rectangle">
            <a:extLst>
              <a:ext uri="{FF2B5EF4-FFF2-40B4-BE49-F238E27FC236}">
                <a16:creationId xmlns:a16="http://schemas.microsoft.com/office/drawing/2014/main" id="{1C305572-E86F-1DD5-1849-7732D840A34A}"/>
              </a:ext>
            </a:extLst>
          </p:cNvPr>
          <p:cNvSpPr>
            <a:spLocks noGrp="1"/>
          </p:cNvSpPr>
          <p:nvPr/>
        </p:nvSpPr>
        <p:spPr>
          <a:xfrm>
            <a:off x="20326017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6" name="Circle">
            <a:extLst>
              <a:ext uri="{FF2B5EF4-FFF2-40B4-BE49-F238E27FC236}">
                <a16:creationId xmlns:a16="http://schemas.microsoft.com/office/drawing/2014/main" id="{F3A28F1A-3610-B764-8DDD-967FA9EAD304}"/>
              </a:ext>
            </a:extLst>
          </p:cNvPr>
          <p:cNvSpPr>
            <a:spLocks noGrp="1"/>
          </p:cNvSpPr>
          <p:nvPr/>
        </p:nvSpPr>
        <p:spPr>
          <a:xfrm>
            <a:off x="20425744" y="608451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7" name="Circle">
            <a:extLst>
              <a:ext uri="{FF2B5EF4-FFF2-40B4-BE49-F238E27FC236}">
                <a16:creationId xmlns:a16="http://schemas.microsoft.com/office/drawing/2014/main" id="{BD845681-8626-908D-7855-4A77AE6E4D54}"/>
              </a:ext>
            </a:extLst>
          </p:cNvPr>
          <p:cNvSpPr>
            <a:spLocks noGrp="1"/>
          </p:cNvSpPr>
          <p:nvPr/>
        </p:nvSpPr>
        <p:spPr>
          <a:xfrm rot="10800000">
            <a:off x="2119071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8" name="Circle">
            <a:extLst>
              <a:ext uri="{FF2B5EF4-FFF2-40B4-BE49-F238E27FC236}">
                <a16:creationId xmlns:a16="http://schemas.microsoft.com/office/drawing/2014/main" id="{F83F8919-5E01-5DA4-2822-4E391ABBF2D4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4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9" name="Circle">
            <a:extLst>
              <a:ext uri="{FF2B5EF4-FFF2-40B4-BE49-F238E27FC236}">
                <a16:creationId xmlns:a16="http://schemas.microsoft.com/office/drawing/2014/main" id="{F2C41C1A-FDB6-09F4-C604-9278459C180F}"/>
              </a:ext>
            </a:extLst>
          </p:cNvPr>
          <p:cNvSpPr>
            <a:spLocks noGrp="1"/>
          </p:cNvSpPr>
          <p:nvPr/>
        </p:nvSpPr>
        <p:spPr>
          <a:xfrm flipH="1">
            <a:off x="21190715" y="608451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0" name="Circle">
            <a:extLst>
              <a:ext uri="{FF2B5EF4-FFF2-40B4-BE49-F238E27FC236}">
                <a16:creationId xmlns:a16="http://schemas.microsoft.com/office/drawing/2014/main" id="{CC945F22-CE5A-16DA-8EE4-B79BCD5A7B0F}"/>
              </a:ext>
            </a:extLst>
          </p:cNvPr>
          <p:cNvSpPr>
            <a:spLocks noGrp="1"/>
          </p:cNvSpPr>
          <p:nvPr/>
        </p:nvSpPr>
        <p:spPr>
          <a:xfrm rot="10800000">
            <a:off x="20425744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1" name="Circle">
            <a:extLst>
              <a:ext uri="{FF2B5EF4-FFF2-40B4-BE49-F238E27FC236}">
                <a16:creationId xmlns:a16="http://schemas.microsoft.com/office/drawing/2014/main" id="{129A773B-C9D8-B446-6E9E-B668269A5167}"/>
              </a:ext>
            </a:extLst>
          </p:cNvPr>
          <p:cNvSpPr>
            <a:spLocks noGrp="1"/>
          </p:cNvSpPr>
          <p:nvPr/>
        </p:nvSpPr>
        <p:spPr>
          <a:xfrm rot="10800000">
            <a:off x="21190715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2" name="Rounded Rectangle">
            <a:extLst>
              <a:ext uri="{FF2B5EF4-FFF2-40B4-BE49-F238E27FC236}">
                <a16:creationId xmlns:a16="http://schemas.microsoft.com/office/drawing/2014/main" id="{C6791379-E554-B2E7-0B27-F32CC9B1EFE3}"/>
              </a:ext>
            </a:extLst>
          </p:cNvPr>
          <p:cNvSpPr>
            <a:spLocks noGrp="1"/>
          </p:cNvSpPr>
          <p:nvPr/>
        </p:nvSpPr>
        <p:spPr>
          <a:xfrm>
            <a:off x="20326017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3" name="Circle">
            <a:extLst>
              <a:ext uri="{FF2B5EF4-FFF2-40B4-BE49-F238E27FC236}">
                <a16:creationId xmlns:a16="http://schemas.microsoft.com/office/drawing/2014/main" id="{74FE4B7A-9D25-77F0-1E1F-A352DCF46E51}"/>
              </a:ext>
            </a:extLst>
          </p:cNvPr>
          <p:cNvSpPr>
            <a:spLocks noGrp="1"/>
          </p:cNvSpPr>
          <p:nvPr/>
        </p:nvSpPr>
        <p:spPr>
          <a:xfrm>
            <a:off x="2042574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4" name="Circle">
            <a:extLst>
              <a:ext uri="{FF2B5EF4-FFF2-40B4-BE49-F238E27FC236}">
                <a16:creationId xmlns:a16="http://schemas.microsoft.com/office/drawing/2014/main" id="{7C1B24FD-AC32-E10C-0E74-F7B99F646E8F}"/>
              </a:ext>
            </a:extLst>
          </p:cNvPr>
          <p:cNvSpPr>
            <a:spLocks noGrp="1"/>
          </p:cNvSpPr>
          <p:nvPr/>
        </p:nvSpPr>
        <p:spPr>
          <a:xfrm rot="10800000">
            <a:off x="2119071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5" name="Circle">
            <a:extLst>
              <a:ext uri="{FF2B5EF4-FFF2-40B4-BE49-F238E27FC236}">
                <a16:creationId xmlns:a16="http://schemas.microsoft.com/office/drawing/2014/main" id="{24E313A0-7365-8D6C-961B-5EC1B89F4712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4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6" name="Circle">
            <a:extLst>
              <a:ext uri="{FF2B5EF4-FFF2-40B4-BE49-F238E27FC236}">
                <a16:creationId xmlns:a16="http://schemas.microsoft.com/office/drawing/2014/main" id="{5DA8BA02-3D67-BAC5-335B-94C5A473F606}"/>
              </a:ext>
            </a:extLst>
          </p:cNvPr>
          <p:cNvSpPr>
            <a:spLocks noGrp="1"/>
          </p:cNvSpPr>
          <p:nvPr/>
        </p:nvSpPr>
        <p:spPr>
          <a:xfrm flipH="1">
            <a:off x="21190715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7" name="Circle">
            <a:extLst>
              <a:ext uri="{FF2B5EF4-FFF2-40B4-BE49-F238E27FC236}">
                <a16:creationId xmlns:a16="http://schemas.microsoft.com/office/drawing/2014/main" id="{BFA93281-7195-54FD-70CD-32996198DAEE}"/>
              </a:ext>
            </a:extLst>
          </p:cNvPr>
          <p:cNvSpPr>
            <a:spLocks noGrp="1"/>
          </p:cNvSpPr>
          <p:nvPr/>
        </p:nvSpPr>
        <p:spPr>
          <a:xfrm rot="10800000">
            <a:off x="20425744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8" name="Circle">
            <a:extLst>
              <a:ext uri="{FF2B5EF4-FFF2-40B4-BE49-F238E27FC236}">
                <a16:creationId xmlns:a16="http://schemas.microsoft.com/office/drawing/2014/main" id="{478F0365-43FC-A49C-9083-C93435EA6959}"/>
              </a:ext>
            </a:extLst>
          </p:cNvPr>
          <p:cNvSpPr>
            <a:spLocks noGrp="1"/>
          </p:cNvSpPr>
          <p:nvPr/>
        </p:nvSpPr>
        <p:spPr>
          <a:xfrm rot="10800000">
            <a:off x="21190715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9" name="Rounded Rectangle">
            <a:extLst>
              <a:ext uri="{FF2B5EF4-FFF2-40B4-BE49-F238E27FC236}">
                <a16:creationId xmlns:a16="http://schemas.microsoft.com/office/drawing/2014/main" id="{D54941FA-8824-3BCB-CEA1-4416ED8515CF}"/>
              </a:ext>
            </a:extLst>
          </p:cNvPr>
          <p:cNvSpPr>
            <a:spLocks noGrp="1"/>
          </p:cNvSpPr>
          <p:nvPr/>
        </p:nvSpPr>
        <p:spPr>
          <a:xfrm>
            <a:off x="20326017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0" name="Circle">
            <a:extLst>
              <a:ext uri="{FF2B5EF4-FFF2-40B4-BE49-F238E27FC236}">
                <a16:creationId xmlns:a16="http://schemas.microsoft.com/office/drawing/2014/main" id="{1FE439A1-BB81-7E70-5667-0899B458EBF3}"/>
              </a:ext>
            </a:extLst>
          </p:cNvPr>
          <p:cNvSpPr>
            <a:spLocks noGrp="1"/>
          </p:cNvSpPr>
          <p:nvPr/>
        </p:nvSpPr>
        <p:spPr>
          <a:xfrm>
            <a:off x="20425744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1" name="Circle">
            <a:extLst>
              <a:ext uri="{FF2B5EF4-FFF2-40B4-BE49-F238E27FC236}">
                <a16:creationId xmlns:a16="http://schemas.microsoft.com/office/drawing/2014/main" id="{B836F701-7EBC-73DE-8A3D-D031FD5E8160}"/>
              </a:ext>
            </a:extLst>
          </p:cNvPr>
          <p:cNvSpPr>
            <a:spLocks noGrp="1"/>
          </p:cNvSpPr>
          <p:nvPr/>
        </p:nvSpPr>
        <p:spPr>
          <a:xfrm rot="10800000">
            <a:off x="21190715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2" name="Circle">
            <a:extLst>
              <a:ext uri="{FF2B5EF4-FFF2-40B4-BE49-F238E27FC236}">
                <a16:creationId xmlns:a16="http://schemas.microsoft.com/office/drawing/2014/main" id="{8E1E2CB4-872F-06E3-A3EE-C91B49287366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4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3" name="Circle">
            <a:extLst>
              <a:ext uri="{FF2B5EF4-FFF2-40B4-BE49-F238E27FC236}">
                <a16:creationId xmlns:a16="http://schemas.microsoft.com/office/drawing/2014/main" id="{2F17A82E-70F4-A8DB-068E-7348600183AE}"/>
              </a:ext>
            </a:extLst>
          </p:cNvPr>
          <p:cNvSpPr>
            <a:spLocks noGrp="1"/>
          </p:cNvSpPr>
          <p:nvPr/>
        </p:nvSpPr>
        <p:spPr>
          <a:xfrm flipH="1">
            <a:off x="21190715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4" name="Circle">
            <a:extLst>
              <a:ext uri="{FF2B5EF4-FFF2-40B4-BE49-F238E27FC236}">
                <a16:creationId xmlns:a16="http://schemas.microsoft.com/office/drawing/2014/main" id="{E7C7A807-6549-D530-960F-B9FB286242EC}"/>
              </a:ext>
            </a:extLst>
          </p:cNvPr>
          <p:cNvSpPr>
            <a:spLocks noGrp="1"/>
          </p:cNvSpPr>
          <p:nvPr/>
        </p:nvSpPr>
        <p:spPr>
          <a:xfrm rot="10800000">
            <a:off x="20425744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5" name="Circle">
            <a:extLst>
              <a:ext uri="{FF2B5EF4-FFF2-40B4-BE49-F238E27FC236}">
                <a16:creationId xmlns:a16="http://schemas.microsoft.com/office/drawing/2014/main" id="{7656403E-245A-2F31-24A1-149388056BD7}"/>
              </a:ext>
            </a:extLst>
          </p:cNvPr>
          <p:cNvSpPr>
            <a:spLocks noGrp="1"/>
          </p:cNvSpPr>
          <p:nvPr/>
        </p:nvSpPr>
        <p:spPr>
          <a:xfrm rot="10800000">
            <a:off x="21190715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6" name="Rounded Rectangle">
            <a:extLst>
              <a:ext uri="{FF2B5EF4-FFF2-40B4-BE49-F238E27FC236}">
                <a16:creationId xmlns:a16="http://schemas.microsoft.com/office/drawing/2014/main" id="{F0D96988-104A-491F-A2ED-365DC7720B54}"/>
              </a:ext>
            </a:extLst>
          </p:cNvPr>
          <p:cNvSpPr>
            <a:spLocks noGrp="1"/>
          </p:cNvSpPr>
          <p:nvPr/>
        </p:nvSpPr>
        <p:spPr>
          <a:xfrm>
            <a:off x="21747796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7" name="Circle">
            <a:extLst>
              <a:ext uri="{FF2B5EF4-FFF2-40B4-BE49-F238E27FC236}">
                <a16:creationId xmlns:a16="http://schemas.microsoft.com/office/drawing/2014/main" id="{C530524E-B91F-5C5D-CFD1-D81803651E4C}"/>
              </a:ext>
            </a:extLst>
          </p:cNvPr>
          <p:cNvSpPr>
            <a:spLocks noGrp="1"/>
          </p:cNvSpPr>
          <p:nvPr/>
        </p:nvSpPr>
        <p:spPr>
          <a:xfrm>
            <a:off x="22230009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8" name="Rounded Rectangle">
            <a:extLst>
              <a:ext uri="{FF2B5EF4-FFF2-40B4-BE49-F238E27FC236}">
                <a16:creationId xmlns:a16="http://schemas.microsoft.com/office/drawing/2014/main" id="{87CDC3FB-69F0-3615-6F1D-B27251EDBED8}"/>
              </a:ext>
            </a:extLst>
          </p:cNvPr>
          <p:cNvSpPr>
            <a:spLocks noGrp="1"/>
          </p:cNvSpPr>
          <p:nvPr/>
        </p:nvSpPr>
        <p:spPr>
          <a:xfrm>
            <a:off x="21747796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9" name="Circle">
            <a:extLst>
              <a:ext uri="{FF2B5EF4-FFF2-40B4-BE49-F238E27FC236}">
                <a16:creationId xmlns:a16="http://schemas.microsoft.com/office/drawing/2014/main" id="{75BF3DF5-FE44-1A53-055E-AD1EDCB159A1}"/>
              </a:ext>
            </a:extLst>
          </p:cNvPr>
          <p:cNvSpPr>
            <a:spLocks noGrp="1"/>
          </p:cNvSpPr>
          <p:nvPr/>
        </p:nvSpPr>
        <p:spPr>
          <a:xfrm>
            <a:off x="21847524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0" name="Circle">
            <a:extLst>
              <a:ext uri="{FF2B5EF4-FFF2-40B4-BE49-F238E27FC236}">
                <a16:creationId xmlns:a16="http://schemas.microsoft.com/office/drawing/2014/main" id="{3DA6816A-F443-CD49-E35C-6A9A8B90F645}"/>
              </a:ext>
            </a:extLst>
          </p:cNvPr>
          <p:cNvSpPr>
            <a:spLocks noGrp="1"/>
          </p:cNvSpPr>
          <p:nvPr/>
        </p:nvSpPr>
        <p:spPr>
          <a:xfrm rot="10800000">
            <a:off x="22612492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1" name="Rounded Rectangle">
            <a:extLst>
              <a:ext uri="{FF2B5EF4-FFF2-40B4-BE49-F238E27FC236}">
                <a16:creationId xmlns:a16="http://schemas.microsoft.com/office/drawing/2014/main" id="{EB54C498-94B6-36E2-E60C-792AD9A5A657}"/>
              </a:ext>
            </a:extLst>
          </p:cNvPr>
          <p:cNvSpPr>
            <a:spLocks noGrp="1"/>
          </p:cNvSpPr>
          <p:nvPr/>
        </p:nvSpPr>
        <p:spPr>
          <a:xfrm>
            <a:off x="21747796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2" name="Circle">
            <a:extLst>
              <a:ext uri="{FF2B5EF4-FFF2-40B4-BE49-F238E27FC236}">
                <a16:creationId xmlns:a16="http://schemas.microsoft.com/office/drawing/2014/main" id="{C7882018-586F-5874-B472-3C9352BC907D}"/>
              </a:ext>
            </a:extLst>
          </p:cNvPr>
          <p:cNvSpPr>
            <a:spLocks noGrp="1"/>
          </p:cNvSpPr>
          <p:nvPr/>
        </p:nvSpPr>
        <p:spPr>
          <a:xfrm>
            <a:off x="21847524" y="608451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3" name="Circle">
            <a:extLst>
              <a:ext uri="{FF2B5EF4-FFF2-40B4-BE49-F238E27FC236}">
                <a16:creationId xmlns:a16="http://schemas.microsoft.com/office/drawing/2014/main" id="{40352292-9AE9-B513-5559-7AEE138655BB}"/>
              </a:ext>
            </a:extLst>
          </p:cNvPr>
          <p:cNvSpPr>
            <a:spLocks noGrp="1"/>
          </p:cNvSpPr>
          <p:nvPr/>
        </p:nvSpPr>
        <p:spPr>
          <a:xfrm rot="10800000">
            <a:off x="22612494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4" name="Circle">
            <a:extLst>
              <a:ext uri="{FF2B5EF4-FFF2-40B4-BE49-F238E27FC236}">
                <a16:creationId xmlns:a16="http://schemas.microsoft.com/office/drawing/2014/main" id="{797B1E2A-9215-003C-271C-7613265C0797}"/>
              </a:ext>
            </a:extLst>
          </p:cNvPr>
          <p:cNvSpPr>
            <a:spLocks noGrp="1"/>
          </p:cNvSpPr>
          <p:nvPr/>
        </p:nvSpPr>
        <p:spPr>
          <a:xfrm rot="10800000">
            <a:off x="22230009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5" name="Rounded Rectangle">
            <a:extLst>
              <a:ext uri="{FF2B5EF4-FFF2-40B4-BE49-F238E27FC236}">
                <a16:creationId xmlns:a16="http://schemas.microsoft.com/office/drawing/2014/main" id="{8DABDC74-503B-7E08-00A8-10F8B4466E4D}"/>
              </a:ext>
            </a:extLst>
          </p:cNvPr>
          <p:cNvSpPr>
            <a:spLocks noGrp="1"/>
          </p:cNvSpPr>
          <p:nvPr/>
        </p:nvSpPr>
        <p:spPr>
          <a:xfrm>
            <a:off x="21747796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6" name="Circle">
            <a:extLst>
              <a:ext uri="{FF2B5EF4-FFF2-40B4-BE49-F238E27FC236}">
                <a16:creationId xmlns:a16="http://schemas.microsoft.com/office/drawing/2014/main" id="{098776FE-3DA1-CE09-30E6-E6714537EEDA}"/>
              </a:ext>
            </a:extLst>
          </p:cNvPr>
          <p:cNvSpPr>
            <a:spLocks noGrp="1"/>
          </p:cNvSpPr>
          <p:nvPr/>
        </p:nvSpPr>
        <p:spPr>
          <a:xfrm>
            <a:off x="2184752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7" name="Circle">
            <a:extLst>
              <a:ext uri="{FF2B5EF4-FFF2-40B4-BE49-F238E27FC236}">
                <a16:creationId xmlns:a16="http://schemas.microsoft.com/office/drawing/2014/main" id="{84F40F2D-368F-9A55-DDF6-B4E2C7973162}"/>
              </a:ext>
            </a:extLst>
          </p:cNvPr>
          <p:cNvSpPr>
            <a:spLocks noGrp="1"/>
          </p:cNvSpPr>
          <p:nvPr/>
        </p:nvSpPr>
        <p:spPr>
          <a:xfrm rot="10800000">
            <a:off x="22612494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8" name="Circle">
            <a:extLst>
              <a:ext uri="{FF2B5EF4-FFF2-40B4-BE49-F238E27FC236}">
                <a16:creationId xmlns:a16="http://schemas.microsoft.com/office/drawing/2014/main" id="{B15A725E-3372-969A-E8C6-C86EAE541D0F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4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9" name="Circle">
            <a:extLst>
              <a:ext uri="{FF2B5EF4-FFF2-40B4-BE49-F238E27FC236}">
                <a16:creationId xmlns:a16="http://schemas.microsoft.com/office/drawing/2014/main" id="{17F84662-50D0-54ED-2668-477B3C1708E4}"/>
              </a:ext>
            </a:extLst>
          </p:cNvPr>
          <p:cNvSpPr>
            <a:spLocks noGrp="1"/>
          </p:cNvSpPr>
          <p:nvPr/>
        </p:nvSpPr>
        <p:spPr>
          <a:xfrm flipH="1">
            <a:off x="2261249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0" name="Rounded Rectangle">
            <a:extLst>
              <a:ext uri="{FF2B5EF4-FFF2-40B4-BE49-F238E27FC236}">
                <a16:creationId xmlns:a16="http://schemas.microsoft.com/office/drawing/2014/main" id="{195D83F8-02BC-5F16-0FF6-C3A2E83A07E7}"/>
              </a:ext>
            </a:extLst>
          </p:cNvPr>
          <p:cNvSpPr>
            <a:spLocks noGrp="1"/>
          </p:cNvSpPr>
          <p:nvPr/>
        </p:nvSpPr>
        <p:spPr>
          <a:xfrm>
            <a:off x="21747796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1" name="Circle">
            <a:extLst>
              <a:ext uri="{FF2B5EF4-FFF2-40B4-BE49-F238E27FC236}">
                <a16:creationId xmlns:a16="http://schemas.microsoft.com/office/drawing/2014/main" id="{AC127C0B-E409-6EB9-010B-B586D3C4AC4B}"/>
              </a:ext>
            </a:extLst>
          </p:cNvPr>
          <p:cNvSpPr>
            <a:spLocks noGrp="1"/>
          </p:cNvSpPr>
          <p:nvPr/>
        </p:nvSpPr>
        <p:spPr>
          <a:xfrm>
            <a:off x="21847524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2" name="Circle">
            <a:extLst>
              <a:ext uri="{FF2B5EF4-FFF2-40B4-BE49-F238E27FC236}">
                <a16:creationId xmlns:a16="http://schemas.microsoft.com/office/drawing/2014/main" id="{F19546DA-08F7-4899-47D2-3FC59483D19F}"/>
              </a:ext>
            </a:extLst>
          </p:cNvPr>
          <p:cNvSpPr>
            <a:spLocks noGrp="1"/>
          </p:cNvSpPr>
          <p:nvPr/>
        </p:nvSpPr>
        <p:spPr>
          <a:xfrm rot="10800000">
            <a:off x="22612494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3" name="Circle">
            <a:extLst>
              <a:ext uri="{FF2B5EF4-FFF2-40B4-BE49-F238E27FC236}">
                <a16:creationId xmlns:a16="http://schemas.microsoft.com/office/drawing/2014/main" id="{26A92A01-D341-1A83-35CA-46F92F4A4802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4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4" name="Circle">
            <a:extLst>
              <a:ext uri="{FF2B5EF4-FFF2-40B4-BE49-F238E27FC236}">
                <a16:creationId xmlns:a16="http://schemas.microsoft.com/office/drawing/2014/main" id="{C0DBB2AD-242A-D095-1154-1405B09D482C}"/>
              </a:ext>
            </a:extLst>
          </p:cNvPr>
          <p:cNvSpPr>
            <a:spLocks noGrp="1"/>
          </p:cNvSpPr>
          <p:nvPr/>
        </p:nvSpPr>
        <p:spPr>
          <a:xfrm flipH="1">
            <a:off x="22612494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5" name="Circle">
            <a:extLst>
              <a:ext uri="{FF2B5EF4-FFF2-40B4-BE49-F238E27FC236}">
                <a16:creationId xmlns:a16="http://schemas.microsoft.com/office/drawing/2014/main" id="{29D09CF8-A058-43F5-C6FC-8FD379792416}"/>
              </a:ext>
            </a:extLst>
          </p:cNvPr>
          <p:cNvSpPr>
            <a:spLocks noGrp="1"/>
          </p:cNvSpPr>
          <p:nvPr/>
        </p:nvSpPr>
        <p:spPr>
          <a:xfrm rot="10800000">
            <a:off x="22230009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26" name="P(    )">
            <a:extLst>
              <a:ext uri="{FF2B5EF4-FFF2-40B4-BE49-F238E27FC236}">
                <a16:creationId xmlns:a16="http://schemas.microsoft.com/office/drawing/2014/main" id="{46A9E58F-D666-5569-8E84-5039F38BDEAC}"/>
              </a:ext>
            </a:extLst>
          </p:cNvPr>
          <p:cNvSpPr>
            <a:spLocks noGrp="1"/>
          </p:cNvSpPr>
          <p:nvPr/>
        </p:nvSpPr>
        <p:spPr>
          <a:xfrm>
            <a:off x="1805081" y="8856651"/>
            <a:ext cx="3989054" cy="198510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3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</a:t>
            </a:r>
            <a:r>
              <a:t>(    )</a:t>
            </a:r>
          </a:p>
        </p:txBody>
      </p:sp>
      <p:sp>
        <p:nvSpPr>
          <p:cNvPr id="2827" name="Rounded Rectangle">
            <a:extLst>
              <a:ext uri="{FF2B5EF4-FFF2-40B4-BE49-F238E27FC236}">
                <a16:creationId xmlns:a16="http://schemas.microsoft.com/office/drawing/2014/main" id="{06AF4123-4EFC-C03A-63CF-CE95AF026187}"/>
              </a:ext>
            </a:extLst>
          </p:cNvPr>
          <p:cNvSpPr>
            <a:spLocks noGrp="1"/>
          </p:cNvSpPr>
          <p:nvPr/>
        </p:nvSpPr>
        <p:spPr>
          <a:xfrm>
            <a:off x="3686508" y="9326067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28" name="Circle">
            <a:extLst>
              <a:ext uri="{FF2B5EF4-FFF2-40B4-BE49-F238E27FC236}">
                <a16:creationId xmlns:a16="http://schemas.microsoft.com/office/drawing/2014/main" id="{43D204A5-9A41-90F8-5AFD-20748F691E96}"/>
              </a:ext>
            </a:extLst>
          </p:cNvPr>
          <p:cNvSpPr>
            <a:spLocks noGrp="1"/>
          </p:cNvSpPr>
          <p:nvPr/>
        </p:nvSpPr>
        <p:spPr>
          <a:xfrm>
            <a:off x="3786235" y="1018465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29" name="Circle">
            <a:extLst>
              <a:ext uri="{FF2B5EF4-FFF2-40B4-BE49-F238E27FC236}">
                <a16:creationId xmlns:a16="http://schemas.microsoft.com/office/drawing/2014/main" id="{29DE0CE1-AEE1-F664-9429-F78A47173D03}"/>
              </a:ext>
            </a:extLst>
          </p:cNvPr>
          <p:cNvSpPr>
            <a:spLocks noGrp="1"/>
          </p:cNvSpPr>
          <p:nvPr/>
        </p:nvSpPr>
        <p:spPr>
          <a:xfrm rot="10800000">
            <a:off x="4551204" y="943190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0" name="Circle">
            <a:extLst>
              <a:ext uri="{FF2B5EF4-FFF2-40B4-BE49-F238E27FC236}">
                <a16:creationId xmlns:a16="http://schemas.microsoft.com/office/drawing/2014/main" id="{C8264C85-0011-76F9-BB86-B6CCFD497AA2}"/>
              </a:ext>
            </a:extLst>
          </p:cNvPr>
          <p:cNvSpPr>
            <a:spLocks noGrp="1"/>
          </p:cNvSpPr>
          <p:nvPr/>
        </p:nvSpPr>
        <p:spPr>
          <a:xfrm rot="10800000" flipH="1">
            <a:off x="3786235" y="943190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1" name="Circle">
            <a:extLst>
              <a:ext uri="{FF2B5EF4-FFF2-40B4-BE49-F238E27FC236}">
                <a16:creationId xmlns:a16="http://schemas.microsoft.com/office/drawing/2014/main" id="{ECCB483A-C32E-68A3-CA71-8AE9290DCDDF}"/>
              </a:ext>
            </a:extLst>
          </p:cNvPr>
          <p:cNvSpPr>
            <a:spLocks noGrp="1"/>
          </p:cNvSpPr>
          <p:nvPr/>
        </p:nvSpPr>
        <p:spPr>
          <a:xfrm flipH="1">
            <a:off x="4551204" y="1018465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2" name="Circle">
            <a:extLst>
              <a:ext uri="{FF2B5EF4-FFF2-40B4-BE49-F238E27FC236}">
                <a16:creationId xmlns:a16="http://schemas.microsoft.com/office/drawing/2014/main" id="{4F480DAC-590E-C47A-364C-97F41D1AA300}"/>
              </a:ext>
            </a:extLst>
          </p:cNvPr>
          <p:cNvSpPr>
            <a:spLocks noGrp="1"/>
          </p:cNvSpPr>
          <p:nvPr/>
        </p:nvSpPr>
        <p:spPr>
          <a:xfrm rot="10800000">
            <a:off x="3786235" y="98082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3" name="Circle">
            <a:extLst>
              <a:ext uri="{FF2B5EF4-FFF2-40B4-BE49-F238E27FC236}">
                <a16:creationId xmlns:a16="http://schemas.microsoft.com/office/drawing/2014/main" id="{A038B99D-93DD-98C9-1C50-B9EA8280A8FB}"/>
              </a:ext>
            </a:extLst>
          </p:cNvPr>
          <p:cNvSpPr>
            <a:spLocks noGrp="1"/>
          </p:cNvSpPr>
          <p:nvPr/>
        </p:nvSpPr>
        <p:spPr>
          <a:xfrm rot="10800000">
            <a:off x="4551204" y="98082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Equation">
                <a:extLst>
                  <a:ext uri="{FF2B5EF4-FFF2-40B4-BE49-F238E27FC236}">
                    <a16:creationId xmlns:a16="http://schemas.microsoft.com/office/drawing/2014/main" id="{0CB8126D-2059-1FB4-230D-537BA01956D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146904" y="7968665"/>
                <a:ext cx="2917690" cy="3761081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38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sz="138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Equation">
                <a:extLst>
                  <a:ext uri="{FF2B5EF4-FFF2-40B4-BE49-F238E27FC236}">
                    <a16:creationId xmlns:a16="http://schemas.microsoft.com/office/drawing/2014/main" id="{0CB8126D-2059-1FB4-230D-537BA0195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904" y="7968665"/>
                <a:ext cx="2917690" cy="3761081"/>
              </a:xfrm>
              <a:prstGeom prst="rect">
                <a:avLst/>
              </a:prstGeom>
              <a:blipFill>
                <a:blip r:embed="rId3"/>
                <a:stretch>
                  <a:fillRect l="-9957" t="-1010" r="-18182" b="-2087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(sum 12)">
            <a:extLst>
              <a:ext uri="{FF2B5EF4-FFF2-40B4-BE49-F238E27FC236}">
                <a16:creationId xmlns:a16="http://schemas.microsoft.com/office/drawing/2014/main" id="{37E698AD-2A53-FBC1-264C-FBBE8E3FD1ED}"/>
              </a:ext>
            </a:extLst>
          </p:cNvPr>
          <p:cNvSpPr>
            <a:spLocks noGrp="1"/>
          </p:cNvSpPr>
          <p:nvPr/>
        </p:nvSpPr>
        <p:spPr>
          <a:xfrm>
            <a:off x="1805081" y="2312709"/>
            <a:ext cx="7156662" cy="2143760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3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P(soma 12)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uation">
                <a:extLst>
                  <a:ext uri="{FF2B5EF4-FFF2-40B4-BE49-F238E27FC236}">
                    <a16:creationId xmlns:a16="http://schemas.microsoft.com/office/drawing/2014/main" id="{EB6E4CB1-AFE0-E117-B43B-D3ECF116950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690527" y="1424723"/>
                <a:ext cx="3793990" cy="376108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38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sz="13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" name="Equation">
                <a:extLst>
                  <a:ext uri="{FF2B5EF4-FFF2-40B4-BE49-F238E27FC236}">
                    <a16:creationId xmlns:a16="http://schemas.microsoft.com/office/drawing/2014/main" id="{EB6E4CB1-AFE0-E117-B43B-D3ECF11695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0527" y="1424723"/>
                <a:ext cx="3793990" cy="3761082"/>
              </a:xfrm>
              <a:prstGeom prst="rect">
                <a:avLst/>
              </a:prstGeom>
              <a:blipFill>
                <a:blip r:embed="rId4"/>
                <a:stretch>
                  <a:fillRect l="-9365" t="-1010" r="-15050" b="-2087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">
            <a:extLst>
              <a:ext uri="{FF2B5EF4-FFF2-40B4-BE49-F238E27FC236}">
                <a16:creationId xmlns:a16="http://schemas.microsoft.com/office/drawing/2014/main" id="{8A953914-9082-39DB-2CA8-FCB4F14301C2}"/>
              </a:ext>
            </a:extLst>
          </p:cNvPr>
          <p:cNvSpPr>
            <a:spLocks noGrp="1"/>
          </p:cNvSpPr>
          <p:nvPr/>
        </p:nvSpPr>
        <p:spPr>
          <a:xfrm>
            <a:off x="2032601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" name="Circle">
            <a:extLst>
              <a:ext uri="{FF2B5EF4-FFF2-40B4-BE49-F238E27FC236}">
                <a16:creationId xmlns:a16="http://schemas.microsoft.com/office/drawing/2014/main" id="{3B244317-3513-B8C0-E80B-09D4693DC718}"/>
              </a:ext>
            </a:extLst>
          </p:cNvPr>
          <p:cNvSpPr>
            <a:spLocks noGrp="1"/>
          </p:cNvSpPr>
          <p:nvPr/>
        </p:nvSpPr>
        <p:spPr>
          <a:xfrm>
            <a:off x="20425745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" name="Circle">
            <a:extLst>
              <a:ext uri="{FF2B5EF4-FFF2-40B4-BE49-F238E27FC236}">
                <a16:creationId xmlns:a16="http://schemas.microsoft.com/office/drawing/2014/main" id="{20ECF1DF-5CFE-E658-2DA2-31159B5EB964}"/>
              </a:ext>
            </a:extLst>
          </p:cNvPr>
          <p:cNvSpPr>
            <a:spLocks noGrp="1"/>
          </p:cNvSpPr>
          <p:nvPr/>
        </p:nvSpPr>
        <p:spPr>
          <a:xfrm rot="10800000">
            <a:off x="21190714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" name="Circle">
            <a:extLst>
              <a:ext uri="{FF2B5EF4-FFF2-40B4-BE49-F238E27FC236}">
                <a16:creationId xmlns:a16="http://schemas.microsoft.com/office/drawing/2014/main" id="{B7CDADA6-BEA0-90EE-7BE9-DA6307B0AE23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" name="Circle">
            <a:extLst>
              <a:ext uri="{FF2B5EF4-FFF2-40B4-BE49-F238E27FC236}">
                <a16:creationId xmlns:a16="http://schemas.microsoft.com/office/drawing/2014/main" id="{8D3C1CC1-C4DB-D87F-DEBF-D395B96E77A2}"/>
              </a:ext>
            </a:extLst>
          </p:cNvPr>
          <p:cNvSpPr>
            <a:spLocks noGrp="1"/>
          </p:cNvSpPr>
          <p:nvPr/>
        </p:nvSpPr>
        <p:spPr>
          <a:xfrm flipH="1">
            <a:off x="21190714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" name="Circle">
            <a:extLst>
              <a:ext uri="{FF2B5EF4-FFF2-40B4-BE49-F238E27FC236}">
                <a16:creationId xmlns:a16="http://schemas.microsoft.com/office/drawing/2014/main" id="{C5BF0716-7910-1418-DBD8-9233CEC7E9EE}"/>
              </a:ext>
            </a:extLst>
          </p:cNvPr>
          <p:cNvSpPr>
            <a:spLocks noGrp="1"/>
          </p:cNvSpPr>
          <p:nvPr/>
        </p:nvSpPr>
        <p:spPr>
          <a:xfrm rot="10800000">
            <a:off x="20425745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1E9BCCF1-A197-13EF-58BF-54F26575F2C8}"/>
              </a:ext>
            </a:extLst>
          </p:cNvPr>
          <p:cNvSpPr>
            <a:spLocks noGrp="1"/>
          </p:cNvSpPr>
          <p:nvPr/>
        </p:nvSpPr>
        <p:spPr>
          <a:xfrm rot="10800000">
            <a:off x="21190714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" name="Rounded Rectangle">
            <a:extLst>
              <a:ext uri="{FF2B5EF4-FFF2-40B4-BE49-F238E27FC236}">
                <a16:creationId xmlns:a16="http://schemas.microsoft.com/office/drawing/2014/main" id="{04AB7E20-E658-1D5D-8B03-54667A5A1143}"/>
              </a:ext>
            </a:extLst>
          </p:cNvPr>
          <p:cNvSpPr>
            <a:spLocks noGrp="1"/>
          </p:cNvSpPr>
          <p:nvPr/>
        </p:nvSpPr>
        <p:spPr>
          <a:xfrm>
            <a:off x="21747796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" name="Circle">
            <a:extLst>
              <a:ext uri="{FF2B5EF4-FFF2-40B4-BE49-F238E27FC236}">
                <a16:creationId xmlns:a16="http://schemas.microsoft.com/office/drawing/2014/main" id="{1F97C1F5-C18D-5042-83BF-34170789FC48}"/>
              </a:ext>
            </a:extLst>
          </p:cNvPr>
          <p:cNvSpPr>
            <a:spLocks noGrp="1"/>
          </p:cNvSpPr>
          <p:nvPr/>
        </p:nvSpPr>
        <p:spPr>
          <a:xfrm>
            <a:off x="21847523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" name="Circle">
            <a:extLst>
              <a:ext uri="{FF2B5EF4-FFF2-40B4-BE49-F238E27FC236}">
                <a16:creationId xmlns:a16="http://schemas.microsoft.com/office/drawing/2014/main" id="{06171FCF-1BB0-7F72-8654-C6FD76532C5C}"/>
              </a:ext>
            </a:extLst>
          </p:cNvPr>
          <p:cNvSpPr>
            <a:spLocks noGrp="1"/>
          </p:cNvSpPr>
          <p:nvPr/>
        </p:nvSpPr>
        <p:spPr>
          <a:xfrm rot="10800000">
            <a:off x="22612492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" name="Circle">
            <a:extLst>
              <a:ext uri="{FF2B5EF4-FFF2-40B4-BE49-F238E27FC236}">
                <a16:creationId xmlns:a16="http://schemas.microsoft.com/office/drawing/2014/main" id="{994291B1-1788-0897-7706-949CBD8DCBC7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" name="Circle">
            <a:extLst>
              <a:ext uri="{FF2B5EF4-FFF2-40B4-BE49-F238E27FC236}">
                <a16:creationId xmlns:a16="http://schemas.microsoft.com/office/drawing/2014/main" id="{4D004DE2-FE6E-CDEF-7D20-7A1DE2904D55}"/>
              </a:ext>
            </a:extLst>
          </p:cNvPr>
          <p:cNvSpPr>
            <a:spLocks noGrp="1"/>
          </p:cNvSpPr>
          <p:nvPr/>
        </p:nvSpPr>
        <p:spPr>
          <a:xfrm flipH="1">
            <a:off x="22612492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" name="Circle">
            <a:extLst>
              <a:ext uri="{FF2B5EF4-FFF2-40B4-BE49-F238E27FC236}">
                <a16:creationId xmlns:a16="http://schemas.microsoft.com/office/drawing/2014/main" id="{7C12A84E-54D0-9259-82BF-943880E77A9C}"/>
              </a:ext>
            </a:extLst>
          </p:cNvPr>
          <p:cNvSpPr>
            <a:spLocks noGrp="1"/>
          </p:cNvSpPr>
          <p:nvPr/>
        </p:nvSpPr>
        <p:spPr>
          <a:xfrm rot="10800000">
            <a:off x="21847523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" name="Circle">
            <a:extLst>
              <a:ext uri="{FF2B5EF4-FFF2-40B4-BE49-F238E27FC236}">
                <a16:creationId xmlns:a16="http://schemas.microsoft.com/office/drawing/2014/main" id="{EDE9A607-D76A-78C5-8548-F7074B99FB62}"/>
              </a:ext>
            </a:extLst>
          </p:cNvPr>
          <p:cNvSpPr>
            <a:spLocks noGrp="1"/>
          </p:cNvSpPr>
          <p:nvPr/>
        </p:nvSpPr>
        <p:spPr>
          <a:xfrm rot="10800000">
            <a:off x="22612492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97739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2CFFE-4916-2100-3237-C9DA4F6BC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Rounded Rectangle">
            <a:extLst>
              <a:ext uri="{FF2B5EF4-FFF2-40B4-BE49-F238E27FC236}">
                <a16:creationId xmlns:a16="http://schemas.microsoft.com/office/drawing/2014/main" id="{C5C0CDE2-D3C8-DEFE-1070-004C509C417C}"/>
              </a:ext>
            </a:extLst>
          </p:cNvPr>
          <p:cNvSpPr>
            <a:spLocks noGrp="1"/>
          </p:cNvSpPr>
          <p:nvPr/>
        </p:nvSpPr>
        <p:spPr>
          <a:xfrm>
            <a:off x="1366203" y="1237658"/>
            <a:ext cx="1270000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6" name="Circle">
            <a:extLst>
              <a:ext uri="{FF2B5EF4-FFF2-40B4-BE49-F238E27FC236}">
                <a16:creationId xmlns:a16="http://schemas.microsoft.com/office/drawing/2014/main" id="{09AE98BC-7427-8FF2-0E10-3C044E873DF3}"/>
              </a:ext>
            </a:extLst>
          </p:cNvPr>
          <p:cNvSpPr>
            <a:spLocks noGrp="1"/>
          </p:cNvSpPr>
          <p:nvPr/>
        </p:nvSpPr>
        <p:spPr>
          <a:xfrm>
            <a:off x="1848415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7" name="Rounded Rectangle">
            <a:extLst>
              <a:ext uri="{FF2B5EF4-FFF2-40B4-BE49-F238E27FC236}">
                <a16:creationId xmlns:a16="http://schemas.microsoft.com/office/drawing/2014/main" id="{88E4F10E-E5CF-CF58-7990-857DB658D249}"/>
              </a:ext>
            </a:extLst>
          </p:cNvPr>
          <p:cNvSpPr>
            <a:spLocks noGrp="1"/>
          </p:cNvSpPr>
          <p:nvPr/>
        </p:nvSpPr>
        <p:spPr>
          <a:xfrm>
            <a:off x="5158165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8" name="Circle">
            <a:extLst>
              <a:ext uri="{FF2B5EF4-FFF2-40B4-BE49-F238E27FC236}">
                <a16:creationId xmlns:a16="http://schemas.microsoft.com/office/drawing/2014/main" id="{290868DB-25EB-ACAF-0C90-C9957C4FB299}"/>
              </a:ext>
            </a:extLst>
          </p:cNvPr>
          <p:cNvSpPr>
            <a:spLocks noGrp="1"/>
          </p:cNvSpPr>
          <p:nvPr/>
        </p:nvSpPr>
        <p:spPr>
          <a:xfrm>
            <a:off x="5257893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9" name="Circle">
            <a:extLst>
              <a:ext uri="{FF2B5EF4-FFF2-40B4-BE49-F238E27FC236}">
                <a16:creationId xmlns:a16="http://schemas.microsoft.com/office/drawing/2014/main" id="{8AA3D3E3-DDB8-FF1F-4329-C4F3C1811E3D}"/>
              </a:ext>
            </a:extLst>
          </p:cNvPr>
          <p:cNvSpPr>
            <a:spLocks noGrp="1"/>
          </p:cNvSpPr>
          <p:nvPr/>
        </p:nvSpPr>
        <p:spPr>
          <a:xfrm rot="10800000">
            <a:off x="6022862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0" name="Rounded Rectangle">
            <a:extLst>
              <a:ext uri="{FF2B5EF4-FFF2-40B4-BE49-F238E27FC236}">
                <a16:creationId xmlns:a16="http://schemas.microsoft.com/office/drawing/2014/main" id="{28BB28C4-2EB0-AB4B-2F92-955EFCB12B72}"/>
              </a:ext>
            </a:extLst>
          </p:cNvPr>
          <p:cNvSpPr>
            <a:spLocks noGrp="1"/>
          </p:cNvSpPr>
          <p:nvPr/>
        </p:nvSpPr>
        <p:spPr>
          <a:xfrm>
            <a:off x="8950128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1" name="Circle">
            <a:extLst>
              <a:ext uri="{FF2B5EF4-FFF2-40B4-BE49-F238E27FC236}">
                <a16:creationId xmlns:a16="http://schemas.microsoft.com/office/drawing/2014/main" id="{1C00B790-6D4C-0965-9F46-04E72F699663}"/>
              </a:ext>
            </a:extLst>
          </p:cNvPr>
          <p:cNvSpPr>
            <a:spLocks noGrp="1"/>
          </p:cNvSpPr>
          <p:nvPr/>
        </p:nvSpPr>
        <p:spPr>
          <a:xfrm>
            <a:off x="9049856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2" name="Circle">
            <a:extLst>
              <a:ext uri="{FF2B5EF4-FFF2-40B4-BE49-F238E27FC236}">
                <a16:creationId xmlns:a16="http://schemas.microsoft.com/office/drawing/2014/main" id="{050E7208-8B5F-A0E5-5B5B-E9B0360AA1AF}"/>
              </a:ext>
            </a:extLst>
          </p:cNvPr>
          <p:cNvSpPr>
            <a:spLocks noGrp="1"/>
          </p:cNvSpPr>
          <p:nvPr/>
        </p:nvSpPr>
        <p:spPr>
          <a:xfrm rot="10800000">
            <a:off x="9814825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3" name="Circle">
            <a:extLst>
              <a:ext uri="{FF2B5EF4-FFF2-40B4-BE49-F238E27FC236}">
                <a16:creationId xmlns:a16="http://schemas.microsoft.com/office/drawing/2014/main" id="{4A523645-2CFB-6377-A583-29EED922B47C}"/>
              </a:ext>
            </a:extLst>
          </p:cNvPr>
          <p:cNvSpPr>
            <a:spLocks noGrp="1"/>
          </p:cNvSpPr>
          <p:nvPr/>
        </p:nvSpPr>
        <p:spPr>
          <a:xfrm rot="10800000">
            <a:off x="9432340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4" name="Rounded Rectangle">
            <a:extLst>
              <a:ext uri="{FF2B5EF4-FFF2-40B4-BE49-F238E27FC236}">
                <a16:creationId xmlns:a16="http://schemas.microsoft.com/office/drawing/2014/main" id="{A9A877BC-AC62-7547-8777-1ADA02353B14}"/>
              </a:ext>
            </a:extLst>
          </p:cNvPr>
          <p:cNvSpPr>
            <a:spLocks noGrp="1"/>
          </p:cNvSpPr>
          <p:nvPr/>
        </p:nvSpPr>
        <p:spPr>
          <a:xfrm>
            <a:off x="12742092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5" name="Circle">
            <a:extLst>
              <a:ext uri="{FF2B5EF4-FFF2-40B4-BE49-F238E27FC236}">
                <a16:creationId xmlns:a16="http://schemas.microsoft.com/office/drawing/2014/main" id="{3506533A-3AF4-4327-F9E0-3F4E90F81531}"/>
              </a:ext>
            </a:extLst>
          </p:cNvPr>
          <p:cNvSpPr>
            <a:spLocks noGrp="1"/>
          </p:cNvSpPr>
          <p:nvPr/>
        </p:nvSpPr>
        <p:spPr>
          <a:xfrm>
            <a:off x="12841820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6" name="Circle">
            <a:extLst>
              <a:ext uri="{FF2B5EF4-FFF2-40B4-BE49-F238E27FC236}">
                <a16:creationId xmlns:a16="http://schemas.microsoft.com/office/drawing/2014/main" id="{8790FB8A-3F7A-0F53-80BE-D65075E64E88}"/>
              </a:ext>
            </a:extLst>
          </p:cNvPr>
          <p:cNvSpPr>
            <a:spLocks noGrp="1"/>
          </p:cNvSpPr>
          <p:nvPr/>
        </p:nvSpPr>
        <p:spPr>
          <a:xfrm rot="10800000">
            <a:off x="13606790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7" name="Circle">
            <a:extLst>
              <a:ext uri="{FF2B5EF4-FFF2-40B4-BE49-F238E27FC236}">
                <a16:creationId xmlns:a16="http://schemas.microsoft.com/office/drawing/2014/main" id="{38422060-6408-D4E7-8269-34B0D85F7916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8" name="Circle">
            <a:extLst>
              <a:ext uri="{FF2B5EF4-FFF2-40B4-BE49-F238E27FC236}">
                <a16:creationId xmlns:a16="http://schemas.microsoft.com/office/drawing/2014/main" id="{8433FE65-D1BB-5314-7B54-6C93DFECB9A7}"/>
              </a:ext>
            </a:extLst>
          </p:cNvPr>
          <p:cNvSpPr>
            <a:spLocks noGrp="1"/>
          </p:cNvSpPr>
          <p:nvPr/>
        </p:nvSpPr>
        <p:spPr>
          <a:xfrm flipH="1">
            <a:off x="13606790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9" name="Rounded Rectangle">
            <a:extLst>
              <a:ext uri="{FF2B5EF4-FFF2-40B4-BE49-F238E27FC236}">
                <a16:creationId xmlns:a16="http://schemas.microsoft.com/office/drawing/2014/main" id="{AECB1A73-9AE4-ACC0-9009-C2F857FFA32B}"/>
              </a:ext>
            </a:extLst>
          </p:cNvPr>
          <p:cNvSpPr>
            <a:spLocks noGrp="1"/>
          </p:cNvSpPr>
          <p:nvPr/>
        </p:nvSpPr>
        <p:spPr>
          <a:xfrm>
            <a:off x="1653405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0" name="Circle">
            <a:extLst>
              <a:ext uri="{FF2B5EF4-FFF2-40B4-BE49-F238E27FC236}">
                <a16:creationId xmlns:a16="http://schemas.microsoft.com/office/drawing/2014/main" id="{1758F432-4826-98B2-CC8C-5563DE58CA7A}"/>
              </a:ext>
            </a:extLst>
          </p:cNvPr>
          <p:cNvSpPr>
            <a:spLocks noGrp="1"/>
          </p:cNvSpPr>
          <p:nvPr/>
        </p:nvSpPr>
        <p:spPr>
          <a:xfrm>
            <a:off x="16633782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1" name="Circle">
            <a:extLst>
              <a:ext uri="{FF2B5EF4-FFF2-40B4-BE49-F238E27FC236}">
                <a16:creationId xmlns:a16="http://schemas.microsoft.com/office/drawing/2014/main" id="{D9E70340-EE22-BF7B-D852-42976CB23D6B}"/>
              </a:ext>
            </a:extLst>
          </p:cNvPr>
          <p:cNvSpPr>
            <a:spLocks noGrp="1"/>
          </p:cNvSpPr>
          <p:nvPr/>
        </p:nvSpPr>
        <p:spPr>
          <a:xfrm rot="10800000">
            <a:off x="17398752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2" name="Circle">
            <a:extLst>
              <a:ext uri="{FF2B5EF4-FFF2-40B4-BE49-F238E27FC236}">
                <a16:creationId xmlns:a16="http://schemas.microsoft.com/office/drawing/2014/main" id="{79F2AADF-BE5C-DCEF-0F71-A3CE1B4DBBD7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3" name="Circle">
            <a:extLst>
              <a:ext uri="{FF2B5EF4-FFF2-40B4-BE49-F238E27FC236}">
                <a16:creationId xmlns:a16="http://schemas.microsoft.com/office/drawing/2014/main" id="{CB144225-CDB5-BED5-C03E-424A1E8293E2}"/>
              </a:ext>
            </a:extLst>
          </p:cNvPr>
          <p:cNvSpPr>
            <a:spLocks noGrp="1"/>
          </p:cNvSpPr>
          <p:nvPr/>
        </p:nvSpPr>
        <p:spPr>
          <a:xfrm flipH="1">
            <a:off x="17398752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4" name="Circle">
            <a:extLst>
              <a:ext uri="{FF2B5EF4-FFF2-40B4-BE49-F238E27FC236}">
                <a16:creationId xmlns:a16="http://schemas.microsoft.com/office/drawing/2014/main" id="{D30DD808-C3C1-23DC-A8E8-2EF23524E5C5}"/>
              </a:ext>
            </a:extLst>
          </p:cNvPr>
          <p:cNvSpPr>
            <a:spLocks noGrp="1"/>
          </p:cNvSpPr>
          <p:nvPr/>
        </p:nvSpPr>
        <p:spPr>
          <a:xfrm rot="10800000">
            <a:off x="17016267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5" name="Rounded Rectangle">
            <a:extLst>
              <a:ext uri="{FF2B5EF4-FFF2-40B4-BE49-F238E27FC236}">
                <a16:creationId xmlns:a16="http://schemas.microsoft.com/office/drawing/2014/main" id="{96E511D1-5483-489E-B473-E45B7F17C15C}"/>
              </a:ext>
            </a:extLst>
          </p:cNvPr>
          <p:cNvSpPr>
            <a:spLocks noGrp="1"/>
          </p:cNvSpPr>
          <p:nvPr/>
        </p:nvSpPr>
        <p:spPr>
          <a:xfrm>
            <a:off x="2787982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6" name="Circle">
            <a:extLst>
              <a:ext uri="{FF2B5EF4-FFF2-40B4-BE49-F238E27FC236}">
                <a16:creationId xmlns:a16="http://schemas.microsoft.com/office/drawing/2014/main" id="{7C09C754-A099-B03A-0225-6168BBCAB4EF}"/>
              </a:ext>
            </a:extLst>
          </p:cNvPr>
          <p:cNvSpPr>
            <a:spLocks noGrp="1"/>
          </p:cNvSpPr>
          <p:nvPr/>
        </p:nvSpPr>
        <p:spPr>
          <a:xfrm>
            <a:off x="3270194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7" name="Rounded Rectangle">
            <a:extLst>
              <a:ext uri="{FF2B5EF4-FFF2-40B4-BE49-F238E27FC236}">
                <a16:creationId xmlns:a16="http://schemas.microsoft.com/office/drawing/2014/main" id="{DFCD4766-189B-82B0-468F-D9369E3DBE9D}"/>
              </a:ext>
            </a:extLst>
          </p:cNvPr>
          <p:cNvSpPr>
            <a:spLocks noGrp="1"/>
          </p:cNvSpPr>
          <p:nvPr/>
        </p:nvSpPr>
        <p:spPr>
          <a:xfrm>
            <a:off x="2787982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8" name="Circle">
            <a:extLst>
              <a:ext uri="{FF2B5EF4-FFF2-40B4-BE49-F238E27FC236}">
                <a16:creationId xmlns:a16="http://schemas.microsoft.com/office/drawing/2014/main" id="{0E88CB91-7DD3-2BAF-2BA5-B1FC20B9492F}"/>
              </a:ext>
            </a:extLst>
          </p:cNvPr>
          <p:cNvSpPr>
            <a:spLocks noGrp="1"/>
          </p:cNvSpPr>
          <p:nvPr/>
        </p:nvSpPr>
        <p:spPr>
          <a:xfrm>
            <a:off x="2887709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9" name="Circle">
            <a:extLst>
              <a:ext uri="{FF2B5EF4-FFF2-40B4-BE49-F238E27FC236}">
                <a16:creationId xmlns:a16="http://schemas.microsoft.com/office/drawing/2014/main" id="{85FA4F51-F744-CD45-0111-D75EC51E2EC6}"/>
              </a:ext>
            </a:extLst>
          </p:cNvPr>
          <p:cNvSpPr>
            <a:spLocks noGrp="1"/>
          </p:cNvSpPr>
          <p:nvPr/>
        </p:nvSpPr>
        <p:spPr>
          <a:xfrm rot="10800000">
            <a:off x="3652678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0" name="Rounded Rectangle">
            <a:extLst>
              <a:ext uri="{FF2B5EF4-FFF2-40B4-BE49-F238E27FC236}">
                <a16:creationId xmlns:a16="http://schemas.microsoft.com/office/drawing/2014/main" id="{AF366CFE-0BAD-840F-4EBB-4806D6FED1A0}"/>
              </a:ext>
            </a:extLst>
          </p:cNvPr>
          <p:cNvSpPr>
            <a:spLocks noGrp="1"/>
          </p:cNvSpPr>
          <p:nvPr/>
        </p:nvSpPr>
        <p:spPr>
          <a:xfrm>
            <a:off x="2787982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1" name="Circle">
            <a:extLst>
              <a:ext uri="{FF2B5EF4-FFF2-40B4-BE49-F238E27FC236}">
                <a16:creationId xmlns:a16="http://schemas.microsoft.com/office/drawing/2014/main" id="{55DB7952-10C4-0B25-E2F2-F1E578262D51}"/>
              </a:ext>
            </a:extLst>
          </p:cNvPr>
          <p:cNvSpPr>
            <a:spLocks noGrp="1"/>
          </p:cNvSpPr>
          <p:nvPr/>
        </p:nvSpPr>
        <p:spPr>
          <a:xfrm>
            <a:off x="288771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2" name="Circle">
            <a:extLst>
              <a:ext uri="{FF2B5EF4-FFF2-40B4-BE49-F238E27FC236}">
                <a16:creationId xmlns:a16="http://schemas.microsoft.com/office/drawing/2014/main" id="{06F400AA-E2C5-4E05-DDDF-311070E0E9EE}"/>
              </a:ext>
            </a:extLst>
          </p:cNvPr>
          <p:cNvSpPr>
            <a:spLocks noGrp="1"/>
          </p:cNvSpPr>
          <p:nvPr/>
        </p:nvSpPr>
        <p:spPr>
          <a:xfrm rot="10800000">
            <a:off x="3652678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3" name="Circle">
            <a:extLst>
              <a:ext uri="{FF2B5EF4-FFF2-40B4-BE49-F238E27FC236}">
                <a16:creationId xmlns:a16="http://schemas.microsoft.com/office/drawing/2014/main" id="{F3F75718-66F4-439F-3B9C-ABCAB29BBB41}"/>
              </a:ext>
            </a:extLst>
          </p:cNvPr>
          <p:cNvSpPr>
            <a:spLocks noGrp="1"/>
          </p:cNvSpPr>
          <p:nvPr/>
        </p:nvSpPr>
        <p:spPr>
          <a:xfrm rot="10800000">
            <a:off x="3270194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4" name="Rounded Rectangle">
            <a:extLst>
              <a:ext uri="{FF2B5EF4-FFF2-40B4-BE49-F238E27FC236}">
                <a16:creationId xmlns:a16="http://schemas.microsoft.com/office/drawing/2014/main" id="{33E7E51E-C502-D483-18A3-9C00CE293D27}"/>
              </a:ext>
            </a:extLst>
          </p:cNvPr>
          <p:cNvSpPr>
            <a:spLocks noGrp="1"/>
          </p:cNvSpPr>
          <p:nvPr/>
        </p:nvSpPr>
        <p:spPr>
          <a:xfrm>
            <a:off x="2787982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5" name="Circle">
            <a:extLst>
              <a:ext uri="{FF2B5EF4-FFF2-40B4-BE49-F238E27FC236}">
                <a16:creationId xmlns:a16="http://schemas.microsoft.com/office/drawing/2014/main" id="{D38DE66D-FD4E-44AC-FCDA-0AF57E7F6C60}"/>
              </a:ext>
            </a:extLst>
          </p:cNvPr>
          <p:cNvSpPr>
            <a:spLocks noGrp="1"/>
          </p:cNvSpPr>
          <p:nvPr/>
        </p:nvSpPr>
        <p:spPr>
          <a:xfrm>
            <a:off x="288771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6" name="Circle">
            <a:extLst>
              <a:ext uri="{FF2B5EF4-FFF2-40B4-BE49-F238E27FC236}">
                <a16:creationId xmlns:a16="http://schemas.microsoft.com/office/drawing/2014/main" id="{BC0DEE58-5636-5725-E441-85450DA1E8A0}"/>
              </a:ext>
            </a:extLst>
          </p:cNvPr>
          <p:cNvSpPr>
            <a:spLocks noGrp="1"/>
          </p:cNvSpPr>
          <p:nvPr/>
        </p:nvSpPr>
        <p:spPr>
          <a:xfrm rot="10800000">
            <a:off x="3652678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7" name="Circle">
            <a:extLst>
              <a:ext uri="{FF2B5EF4-FFF2-40B4-BE49-F238E27FC236}">
                <a16:creationId xmlns:a16="http://schemas.microsoft.com/office/drawing/2014/main" id="{1D27418F-79B5-639A-8368-3CE11B1D91F9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8" name="Circle">
            <a:extLst>
              <a:ext uri="{FF2B5EF4-FFF2-40B4-BE49-F238E27FC236}">
                <a16:creationId xmlns:a16="http://schemas.microsoft.com/office/drawing/2014/main" id="{113DF29C-FE8E-3B3C-DA8C-AAAD34AEA5E5}"/>
              </a:ext>
            </a:extLst>
          </p:cNvPr>
          <p:cNvSpPr>
            <a:spLocks noGrp="1"/>
          </p:cNvSpPr>
          <p:nvPr/>
        </p:nvSpPr>
        <p:spPr>
          <a:xfrm flipH="1">
            <a:off x="3652678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9" name="Rounded Rectangle">
            <a:extLst>
              <a:ext uri="{FF2B5EF4-FFF2-40B4-BE49-F238E27FC236}">
                <a16:creationId xmlns:a16="http://schemas.microsoft.com/office/drawing/2014/main" id="{52026174-FF7A-D75D-4BA2-6BD631561373}"/>
              </a:ext>
            </a:extLst>
          </p:cNvPr>
          <p:cNvSpPr>
            <a:spLocks noGrp="1"/>
          </p:cNvSpPr>
          <p:nvPr/>
        </p:nvSpPr>
        <p:spPr>
          <a:xfrm>
            <a:off x="2787982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0" name="Circle">
            <a:extLst>
              <a:ext uri="{FF2B5EF4-FFF2-40B4-BE49-F238E27FC236}">
                <a16:creationId xmlns:a16="http://schemas.microsoft.com/office/drawing/2014/main" id="{24829159-8FDD-C9EB-3A4A-31352EF01BA5}"/>
              </a:ext>
            </a:extLst>
          </p:cNvPr>
          <p:cNvSpPr>
            <a:spLocks noGrp="1"/>
          </p:cNvSpPr>
          <p:nvPr/>
        </p:nvSpPr>
        <p:spPr>
          <a:xfrm>
            <a:off x="2887710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1" name="Circle">
            <a:extLst>
              <a:ext uri="{FF2B5EF4-FFF2-40B4-BE49-F238E27FC236}">
                <a16:creationId xmlns:a16="http://schemas.microsoft.com/office/drawing/2014/main" id="{5EB962C2-F90D-18BD-9211-8AF8E3881AD1}"/>
              </a:ext>
            </a:extLst>
          </p:cNvPr>
          <p:cNvSpPr>
            <a:spLocks noGrp="1"/>
          </p:cNvSpPr>
          <p:nvPr/>
        </p:nvSpPr>
        <p:spPr>
          <a:xfrm rot="10800000">
            <a:off x="3652678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2" name="Circle">
            <a:extLst>
              <a:ext uri="{FF2B5EF4-FFF2-40B4-BE49-F238E27FC236}">
                <a16:creationId xmlns:a16="http://schemas.microsoft.com/office/drawing/2014/main" id="{B89D4E9A-0811-A242-D216-9E2BA9E596A9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3" name="Circle">
            <a:extLst>
              <a:ext uri="{FF2B5EF4-FFF2-40B4-BE49-F238E27FC236}">
                <a16:creationId xmlns:a16="http://schemas.microsoft.com/office/drawing/2014/main" id="{7C07CC41-1FDB-1FDA-AE7C-41EA14838DE6}"/>
              </a:ext>
            </a:extLst>
          </p:cNvPr>
          <p:cNvSpPr>
            <a:spLocks noGrp="1"/>
          </p:cNvSpPr>
          <p:nvPr/>
        </p:nvSpPr>
        <p:spPr>
          <a:xfrm flipH="1">
            <a:off x="3652678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4" name="Circle">
            <a:extLst>
              <a:ext uri="{FF2B5EF4-FFF2-40B4-BE49-F238E27FC236}">
                <a16:creationId xmlns:a16="http://schemas.microsoft.com/office/drawing/2014/main" id="{40A633AE-15AA-A737-3F26-F3B6575F5B7A}"/>
              </a:ext>
            </a:extLst>
          </p:cNvPr>
          <p:cNvSpPr>
            <a:spLocks noGrp="1"/>
          </p:cNvSpPr>
          <p:nvPr/>
        </p:nvSpPr>
        <p:spPr>
          <a:xfrm rot="10800000">
            <a:off x="3270194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5" name="Rounded Rectangle">
            <a:extLst>
              <a:ext uri="{FF2B5EF4-FFF2-40B4-BE49-F238E27FC236}">
                <a16:creationId xmlns:a16="http://schemas.microsoft.com/office/drawing/2014/main" id="{FECA3006-3945-4F4F-BC75-4F4D63CFD114}"/>
              </a:ext>
            </a:extLst>
          </p:cNvPr>
          <p:cNvSpPr>
            <a:spLocks noGrp="1"/>
          </p:cNvSpPr>
          <p:nvPr/>
        </p:nvSpPr>
        <p:spPr>
          <a:xfrm>
            <a:off x="2787982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6" name="Circle">
            <a:extLst>
              <a:ext uri="{FF2B5EF4-FFF2-40B4-BE49-F238E27FC236}">
                <a16:creationId xmlns:a16="http://schemas.microsoft.com/office/drawing/2014/main" id="{65A7FF39-8625-6AB8-0E7D-E37DC03D258C}"/>
              </a:ext>
            </a:extLst>
          </p:cNvPr>
          <p:cNvSpPr>
            <a:spLocks noGrp="1"/>
          </p:cNvSpPr>
          <p:nvPr/>
        </p:nvSpPr>
        <p:spPr>
          <a:xfrm>
            <a:off x="2887710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7" name="Circle">
            <a:extLst>
              <a:ext uri="{FF2B5EF4-FFF2-40B4-BE49-F238E27FC236}">
                <a16:creationId xmlns:a16="http://schemas.microsoft.com/office/drawing/2014/main" id="{D3AB77FF-F4F4-2B54-B79E-725A5CE02D5C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8" name="Circle">
            <a:extLst>
              <a:ext uri="{FF2B5EF4-FFF2-40B4-BE49-F238E27FC236}">
                <a16:creationId xmlns:a16="http://schemas.microsoft.com/office/drawing/2014/main" id="{89E82676-AB31-2246-210B-6D86E19A7C05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9" name="Circle">
            <a:extLst>
              <a:ext uri="{FF2B5EF4-FFF2-40B4-BE49-F238E27FC236}">
                <a16:creationId xmlns:a16="http://schemas.microsoft.com/office/drawing/2014/main" id="{96FFA2CD-C7C3-BE4D-EE6B-5D10702653D9}"/>
              </a:ext>
            </a:extLst>
          </p:cNvPr>
          <p:cNvSpPr>
            <a:spLocks noGrp="1"/>
          </p:cNvSpPr>
          <p:nvPr/>
        </p:nvSpPr>
        <p:spPr>
          <a:xfrm flipH="1">
            <a:off x="3652678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0" name="Circle">
            <a:extLst>
              <a:ext uri="{FF2B5EF4-FFF2-40B4-BE49-F238E27FC236}">
                <a16:creationId xmlns:a16="http://schemas.microsoft.com/office/drawing/2014/main" id="{F22E800E-BA67-C765-C835-3D9727A9B3C6}"/>
              </a:ext>
            </a:extLst>
          </p:cNvPr>
          <p:cNvSpPr>
            <a:spLocks noGrp="1"/>
          </p:cNvSpPr>
          <p:nvPr/>
        </p:nvSpPr>
        <p:spPr>
          <a:xfrm rot="10800000">
            <a:off x="2887710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1" name="Circle">
            <a:extLst>
              <a:ext uri="{FF2B5EF4-FFF2-40B4-BE49-F238E27FC236}">
                <a16:creationId xmlns:a16="http://schemas.microsoft.com/office/drawing/2014/main" id="{15938E4D-F7F4-CFF9-2CFC-122944959C54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2" name="Rounded Rectangle">
            <a:extLst>
              <a:ext uri="{FF2B5EF4-FFF2-40B4-BE49-F238E27FC236}">
                <a16:creationId xmlns:a16="http://schemas.microsoft.com/office/drawing/2014/main" id="{DFB40199-A081-4232-C0F6-A2A6730FA5E0}"/>
              </a:ext>
            </a:extLst>
          </p:cNvPr>
          <p:cNvSpPr>
            <a:spLocks noGrp="1"/>
          </p:cNvSpPr>
          <p:nvPr/>
        </p:nvSpPr>
        <p:spPr>
          <a:xfrm>
            <a:off x="1366203" y="3231794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3" name="Circle">
            <a:extLst>
              <a:ext uri="{FF2B5EF4-FFF2-40B4-BE49-F238E27FC236}">
                <a16:creationId xmlns:a16="http://schemas.microsoft.com/office/drawing/2014/main" id="{15EF429E-9AC5-DB45-CC7B-E3AF4D8A157E}"/>
              </a:ext>
            </a:extLst>
          </p:cNvPr>
          <p:cNvSpPr>
            <a:spLocks noGrp="1"/>
          </p:cNvSpPr>
          <p:nvPr/>
        </p:nvSpPr>
        <p:spPr>
          <a:xfrm>
            <a:off x="1848415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4" name="Rounded Rectangle">
            <a:extLst>
              <a:ext uri="{FF2B5EF4-FFF2-40B4-BE49-F238E27FC236}">
                <a16:creationId xmlns:a16="http://schemas.microsoft.com/office/drawing/2014/main" id="{DCBA4E43-C8C5-81A1-75BC-4F5EA1DA5C67}"/>
              </a:ext>
            </a:extLst>
          </p:cNvPr>
          <p:cNvSpPr>
            <a:spLocks noGrp="1"/>
          </p:cNvSpPr>
          <p:nvPr/>
        </p:nvSpPr>
        <p:spPr>
          <a:xfrm>
            <a:off x="5158165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5" name="Circle">
            <a:extLst>
              <a:ext uri="{FF2B5EF4-FFF2-40B4-BE49-F238E27FC236}">
                <a16:creationId xmlns:a16="http://schemas.microsoft.com/office/drawing/2014/main" id="{A827458A-0879-2BDF-25DF-4F93D0E5A595}"/>
              </a:ext>
            </a:extLst>
          </p:cNvPr>
          <p:cNvSpPr>
            <a:spLocks noGrp="1"/>
          </p:cNvSpPr>
          <p:nvPr/>
        </p:nvSpPr>
        <p:spPr>
          <a:xfrm>
            <a:off x="525789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6" name="Circle">
            <a:extLst>
              <a:ext uri="{FF2B5EF4-FFF2-40B4-BE49-F238E27FC236}">
                <a16:creationId xmlns:a16="http://schemas.microsoft.com/office/drawing/2014/main" id="{972554AD-B26C-5638-0FCA-4C88C59ACBD4}"/>
              </a:ext>
            </a:extLst>
          </p:cNvPr>
          <p:cNvSpPr>
            <a:spLocks noGrp="1"/>
          </p:cNvSpPr>
          <p:nvPr/>
        </p:nvSpPr>
        <p:spPr>
          <a:xfrm rot="10800000">
            <a:off x="6022861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7" name="Rounded Rectangle">
            <a:extLst>
              <a:ext uri="{FF2B5EF4-FFF2-40B4-BE49-F238E27FC236}">
                <a16:creationId xmlns:a16="http://schemas.microsoft.com/office/drawing/2014/main" id="{239F3912-59A9-282E-5CEC-1D7371308FD4}"/>
              </a:ext>
            </a:extLst>
          </p:cNvPr>
          <p:cNvSpPr>
            <a:spLocks noGrp="1"/>
          </p:cNvSpPr>
          <p:nvPr/>
        </p:nvSpPr>
        <p:spPr>
          <a:xfrm>
            <a:off x="8950128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8" name="Circle">
            <a:extLst>
              <a:ext uri="{FF2B5EF4-FFF2-40B4-BE49-F238E27FC236}">
                <a16:creationId xmlns:a16="http://schemas.microsoft.com/office/drawing/2014/main" id="{DEC9271A-5EDB-58B7-98E3-27EFBDF02506}"/>
              </a:ext>
            </a:extLst>
          </p:cNvPr>
          <p:cNvSpPr>
            <a:spLocks noGrp="1"/>
          </p:cNvSpPr>
          <p:nvPr/>
        </p:nvSpPr>
        <p:spPr>
          <a:xfrm>
            <a:off x="9049856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9" name="Circle">
            <a:extLst>
              <a:ext uri="{FF2B5EF4-FFF2-40B4-BE49-F238E27FC236}">
                <a16:creationId xmlns:a16="http://schemas.microsoft.com/office/drawing/2014/main" id="{CB8DE233-E7C1-3661-AA18-EC0CBC9C6AD2}"/>
              </a:ext>
            </a:extLst>
          </p:cNvPr>
          <p:cNvSpPr>
            <a:spLocks noGrp="1"/>
          </p:cNvSpPr>
          <p:nvPr/>
        </p:nvSpPr>
        <p:spPr>
          <a:xfrm rot="10800000">
            <a:off x="9814825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0" name="Circle">
            <a:extLst>
              <a:ext uri="{FF2B5EF4-FFF2-40B4-BE49-F238E27FC236}">
                <a16:creationId xmlns:a16="http://schemas.microsoft.com/office/drawing/2014/main" id="{53FAA628-7BC3-4F28-0EF9-3D73D7C82B43}"/>
              </a:ext>
            </a:extLst>
          </p:cNvPr>
          <p:cNvSpPr>
            <a:spLocks noGrp="1"/>
          </p:cNvSpPr>
          <p:nvPr/>
        </p:nvSpPr>
        <p:spPr>
          <a:xfrm rot="10800000">
            <a:off x="9432340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1" name="Rounded Rectangle">
            <a:extLst>
              <a:ext uri="{FF2B5EF4-FFF2-40B4-BE49-F238E27FC236}">
                <a16:creationId xmlns:a16="http://schemas.microsoft.com/office/drawing/2014/main" id="{4388B97D-09C1-D212-878B-F6FFF8D0F03A}"/>
              </a:ext>
            </a:extLst>
          </p:cNvPr>
          <p:cNvSpPr>
            <a:spLocks noGrp="1"/>
          </p:cNvSpPr>
          <p:nvPr/>
        </p:nvSpPr>
        <p:spPr>
          <a:xfrm>
            <a:off x="12742092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2" name="Circle">
            <a:extLst>
              <a:ext uri="{FF2B5EF4-FFF2-40B4-BE49-F238E27FC236}">
                <a16:creationId xmlns:a16="http://schemas.microsoft.com/office/drawing/2014/main" id="{615DC45D-AF5E-5D14-C508-5EB5770DDF16}"/>
              </a:ext>
            </a:extLst>
          </p:cNvPr>
          <p:cNvSpPr>
            <a:spLocks noGrp="1"/>
          </p:cNvSpPr>
          <p:nvPr/>
        </p:nvSpPr>
        <p:spPr>
          <a:xfrm>
            <a:off x="12841820" y="4090379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3" name="Circle">
            <a:extLst>
              <a:ext uri="{FF2B5EF4-FFF2-40B4-BE49-F238E27FC236}">
                <a16:creationId xmlns:a16="http://schemas.microsoft.com/office/drawing/2014/main" id="{DF6CE6CD-D783-1E2D-1339-2862746C0DE6}"/>
              </a:ext>
            </a:extLst>
          </p:cNvPr>
          <p:cNvSpPr>
            <a:spLocks noGrp="1"/>
          </p:cNvSpPr>
          <p:nvPr/>
        </p:nvSpPr>
        <p:spPr>
          <a:xfrm rot="10800000">
            <a:off x="13606790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4" name="Circle">
            <a:extLst>
              <a:ext uri="{FF2B5EF4-FFF2-40B4-BE49-F238E27FC236}">
                <a16:creationId xmlns:a16="http://schemas.microsoft.com/office/drawing/2014/main" id="{56B41801-D475-9641-C70A-47D074659902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5" name="Circle">
            <a:extLst>
              <a:ext uri="{FF2B5EF4-FFF2-40B4-BE49-F238E27FC236}">
                <a16:creationId xmlns:a16="http://schemas.microsoft.com/office/drawing/2014/main" id="{48E1213C-7D7B-6EBF-CC3C-3B3A4A0E25D1}"/>
              </a:ext>
            </a:extLst>
          </p:cNvPr>
          <p:cNvSpPr>
            <a:spLocks noGrp="1"/>
          </p:cNvSpPr>
          <p:nvPr/>
        </p:nvSpPr>
        <p:spPr>
          <a:xfrm flipH="1">
            <a:off x="13606790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6" name="Rounded Rectangle">
            <a:extLst>
              <a:ext uri="{FF2B5EF4-FFF2-40B4-BE49-F238E27FC236}">
                <a16:creationId xmlns:a16="http://schemas.microsoft.com/office/drawing/2014/main" id="{E9CF2EAC-C6DE-1A3F-D491-507601DEFBCB}"/>
              </a:ext>
            </a:extLst>
          </p:cNvPr>
          <p:cNvSpPr>
            <a:spLocks noGrp="1"/>
          </p:cNvSpPr>
          <p:nvPr/>
        </p:nvSpPr>
        <p:spPr>
          <a:xfrm>
            <a:off x="16534056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7" name="Circle">
            <a:extLst>
              <a:ext uri="{FF2B5EF4-FFF2-40B4-BE49-F238E27FC236}">
                <a16:creationId xmlns:a16="http://schemas.microsoft.com/office/drawing/2014/main" id="{6F7D364F-74AF-1164-CF78-52FF6A04247D}"/>
              </a:ext>
            </a:extLst>
          </p:cNvPr>
          <p:cNvSpPr>
            <a:spLocks noGrp="1"/>
          </p:cNvSpPr>
          <p:nvPr/>
        </p:nvSpPr>
        <p:spPr>
          <a:xfrm>
            <a:off x="16633783" y="4090379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8" name="Circle">
            <a:extLst>
              <a:ext uri="{FF2B5EF4-FFF2-40B4-BE49-F238E27FC236}">
                <a16:creationId xmlns:a16="http://schemas.microsoft.com/office/drawing/2014/main" id="{E4717BD3-D206-5427-15D3-E58516304BE3}"/>
              </a:ext>
            </a:extLst>
          </p:cNvPr>
          <p:cNvSpPr>
            <a:spLocks noGrp="1"/>
          </p:cNvSpPr>
          <p:nvPr/>
        </p:nvSpPr>
        <p:spPr>
          <a:xfrm rot="10800000">
            <a:off x="17398754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9" name="Circle">
            <a:extLst>
              <a:ext uri="{FF2B5EF4-FFF2-40B4-BE49-F238E27FC236}">
                <a16:creationId xmlns:a16="http://schemas.microsoft.com/office/drawing/2014/main" id="{15F07F94-F459-4317-EC3F-DFBE9AB52F73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0" name="Circle">
            <a:extLst>
              <a:ext uri="{FF2B5EF4-FFF2-40B4-BE49-F238E27FC236}">
                <a16:creationId xmlns:a16="http://schemas.microsoft.com/office/drawing/2014/main" id="{9E5E7628-CEAE-2A53-6529-32BD4F6E53F2}"/>
              </a:ext>
            </a:extLst>
          </p:cNvPr>
          <p:cNvSpPr>
            <a:spLocks noGrp="1"/>
          </p:cNvSpPr>
          <p:nvPr/>
        </p:nvSpPr>
        <p:spPr>
          <a:xfrm flipH="1">
            <a:off x="17398754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1" name="Circle">
            <a:extLst>
              <a:ext uri="{FF2B5EF4-FFF2-40B4-BE49-F238E27FC236}">
                <a16:creationId xmlns:a16="http://schemas.microsoft.com/office/drawing/2014/main" id="{7E9D3898-756D-22AD-8D90-6EB7CBCF6885}"/>
              </a:ext>
            </a:extLst>
          </p:cNvPr>
          <p:cNvSpPr>
            <a:spLocks noGrp="1"/>
          </p:cNvSpPr>
          <p:nvPr/>
        </p:nvSpPr>
        <p:spPr>
          <a:xfrm rot="10800000">
            <a:off x="17016268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2" name="Rounded Rectangle">
            <a:extLst>
              <a:ext uri="{FF2B5EF4-FFF2-40B4-BE49-F238E27FC236}">
                <a16:creationId xmlns:a16="http://schemas.microsoft.com/office/drawing/2014/main" id="{830A1042-E9F0-A4D7-D51D-07B1681A2FCB}"/>
              </a:ext>
            </a:extLst>
          </p:cNvPr>
          <p:cNvSpPr>
            <a:spLocks noGrp="1"/>
          </p:cNvSpPr>
          <p:nvPr/>
        </p:nvSpPr>
        <p:spPr>
          <a:xfrm>
            <a:off x="1366203" y="5225930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3" name="Circle">
            <a:extLst>
              <a:ext uri="{FF2B5EF4-FFF2-40B4-BE49-F238E27FC236}">
                <a16:creationId xmlns:a16="http://schemas.microsoft.com/office/drawing/2014/main" id="{4BFB7244-F257-EB50-F12D-9A461B7FDA7F}"/>
              </a:ext>
            </a:extLst>
          </p:cNvPr>
          <p:cNvSpPr>
            <a:spLocks noGrp="1"/>
          </p:cNvSpPr>
          <p:nvPr/>
        </p:nvSpPr>
        <p:spPr>
          <a:xfrm>
            <a:off x="1848415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4" name="Rounded Rectangle">
            <a:extLst>
              <a:ext uri="{FF2B5EF4-FFF2-40B4-BE49-F238E27FC236}">
                <a16:creationId xmlns:a16="http://schemas.microsoft.com/office/drawing/2014/main" id="{F2D03252-BA5D-505E-C2B8-7CCA61B0BBD8}"/>
              </a:ext>
            </a:extLst>
          </p:cNvPr>
          <p:cNvSpPr>
            <a:spLocks noGrp="1"/>
          </p:cNvSpPr>
          <p:nvPr/>
        </p:nvSpPr>
        <p:spPr>
          <a:xfrm>
            <a:off x="5158165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5" name="Circle">
            <a:extLst>
              <a:ext uri="{FF2B5EF4-FFF2-40B4-BE49-F238E27FC236}">
                <a16:creationId xmlns:a16="http://schemas.microsoft.com/office/drawing/2014/main" id="{2F09797A-3C6B-CF3E-A630-E512CA96BB19}"/>
              </a:ext>
            </a:extLst>
          </p:cNvPr>
          <p:cNvSpPr>
            <a:spLocks noGrp="1"/>
          </p:cNvSpPr>
          <p:nvPr/>
        </p:nvSpPr>
        <p:spPr>
          <a:xfrm>
            <a:off x="525789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6" name="Circle">
            <a:extLst>
              <a:ext uri="{FF2B5EF4-FFF2-40B4-BE49-F238E27FC236}">
                <a16:creationId xmlns:a16="http://schemas.microsoft.com/office/drawing/2014/main" id="{F5022A14-12B2-7855-3F05-1C4CE4E98DA8}"/>
              </a:ext>
            </a:extLst>
          </p:cNvPr>
          <p:cNvSpPr>
            <a:spLocks noGrp="1"/>
          </p:cNvSpPr>
          <p:nvPr/>
        </p:nvSpPr>
        <p:spPr>
          <a:xfrm rot="10800000">
            <a:off x="602286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7" name="Rounded Rectangle">
            <a:extLst>
              <a:ext uri="{FF2B5EF4-FFF2-40B4-BE49-F238E27FC236}">
                <a16:creationId xmlns:a16="http://schemas.microsoft.com/office/drawing/2014/main" id="{6DFAD3CC-8D17-5ED6-B324-BB1325BB1B25}"/>
              </a:ext>
            </a:extLst>
          </p:cNvPr>
          <p:cNvSpPr>
            <a:spLocks noGrp="1"/>
          </p:cNvSpPr>
          <p:nvPr/>
        </p:nvSpPr>
        <p:spPr>
          <a:xfrm>
            <a:off x="8950128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8" name="Circle">
            <a:extLst>
              <a:ext uri="{FF2B5EF4-FFF2-40B4-BE49-F238E27FC236}">
                <a16:creationId xmlns:a16="http://schemas.microsoft.com/office/drawing/2014/main" id="{DCAD5940-6AC9-C12E-B733-1617250239DD}"/>
              </a:ext>
            </a:extLst>
          </p:cNvPr>
          <p:cNvSpPr>
            <a:spLocks noGrp="1"/>
          </p:cNvSpPr>
          <p:nvPr/>
        </p:nvSpPr>
        <p:spPr>
          <a:xfrm>
            <a:off x="9049856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9" name="Circle">
            <a:extLst>
              <a:ext uri="{FF2B5EF4-FFF2-40B4-BE49-F238E27FC236}">
                <a16:creationId xmlns:a16="http://schemas.microsoft.com/office/drawing/2014/main" id="{C8921849-B6AF-A325-5E4E-DC85B906404F}"/>
              </a:ext>
            </a:extLst>
          </p:cNvPr>
          <p:cNvSpPr>
            <a:spLocks noGrp="1"/>
          </p:cNvSpPr>
          <p:nvPr/>
        </p:nvSpPr>
        <p:spPr>
          <a:xfrm rot="10800000">
            <a:off x="981482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0" name="Circle">
            <a:extLst>
              <a:ext uri="{FF2B5EF4-FFF2-40B4-BE49-F238E27FC236}">
                <a16:creationId xmlns:a16="http://schemas.microsoft.com/office/drawing/2014/main" id="{73D5A752-A4D7-B1F9-A5DA-330EDD303B07}"/>
              </a:ext>
            </a:extLst>
          </p:cNvPr>
          <p:cNvSpPr>
            <a:spLocks noGrp="1"/>
          </p:cNvSpPr>
          <p:nvPr/>
        </p:nvSpPr>
        <p:spPr>
          <a:xfrm rot="10800000">
            <a:off x="9432340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1" name="Rounded Rectangle">
            <a:extLst>
              <a:ext uri="{FF2B5EF4-FFF2-40B4-BE49-F238E27FC236}">
                <a16:creationId xmlns:a16="http://schemas.microsoft.com/office/drawing/2014/main" id="{3CEFE128-33BA-61AE-716D-02E3372438BF}"/>
              </a:ext>
            </a:extLst>
          </p:cNvPr>
          <p:cNvSpPr>
            <a:spLocks noGrp="1"/>
          </p:cNvSpPr>
          <p:nvPr/>
        </p:nvSpPr>
        <p:spPr>
          <a:xfrm>
            <a:off x="12742092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2" name="Circle">
            <a:extLst>
              <a:ext uri="{FF2B5EF4-FFF2-40B4-BE49-F238E27FC236}">
                <a16:creationId xmlns:a16="http://schemas.microsoft.com/office/drawing/2014/main" id="{6E0889A0-414A-CE27-76E2-9D013E4A41EE}"/>
              </a:ext>
            </a:extLst>
          </p:cNvPr>
          <p:cNvSpPr>
            <a:spLocks noGrp="1"/>
          </p:cNvSpPr>
          <p:nvPr/>
        </p:nvSpPr>
        <p:spPr>
          <a:xfrm>
            <a:off x="1284182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3" name="Circle">
            <a:extLst>
              <a:ext uri="{FF2B5EF4-FFF2-40B4-BE49-F238E27FC236}">
                <a16:creationId xmlns:a16="http://schemas.microsoft.com/office/drawing/2014/main" id="{42844357-CFC6-8D62-96E7-AEACD0DC97CE}"/>
              </a:ext>
            </a:extLst>
          </p:cNvPr>
          <p:cNvSpPr>
            <a:spLocks noGrp="1"/>
          </p:cNvSpPr>
          <p:nvPr/>
        </p:nvSpPr>
        <p:spPr>
          <a:xfrm rot="10800000">
            <a:off x="13606790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4" name="Circle">
            <a:extLst>
              <a:ext uri="{FF2B5EF4-FFF2-40B4-BE49-F238E27FC236}">
                <a16:creationId xmlns:a16="http://schemas.microsoft.com/office/drawing/2014/main" id="{042B76F9-6746-C0EF-B2B4-7F292C5483E6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5" name="Circle">
            <a:extLst>
              <a:ext uri="{FF2B5EF4-FFF2-40B4-BE49-F238E27FC236}">
                <a16:creationId xmlns:a16="http://schemas.microsoft.com/office/drawing/2014/main" id="{82955C10-8221-D955-8697-C29EF87452D0}"/>
              </a:ext>
            </a:extLst>
          </p:cNvPr>
          <p:cNvSpPr>
            <a:spLocks noGrp="1"/>
          </p:cNvSpPr>
          <p:nvPr/>
        </p:nvSpPr>
        <p:spPr>
          <a:xfrm flipH="1">
            <a:off x="1360679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6" name="Rounded Rectangle">
            <a:extLst>
              <a:ext uri="{FF2B5EF4-FFF2-40B4-BE49-F238E27FC236}">
                <a16:creationId xmlns:a16="http://schemas.microsoft.com/office/drawing/2014/main" id="{B5BC4FD7-A050-A61B-BA95-75000ABAD2F1}"/>
              </a:ext>
            </a:extLst>
          </p:cNvPr>
          <p:cNvSpPr>
            <a:spLocks noGrp="1"/>
          </p:cNvSpPr>
          <p:nvPr/>
        </p:nvSpPr>
        <p:spPr>
          <a:xfrm>
            <a:off x="16534056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7" name="Circle">
            <a:extLst>
              <a:ext uri="{FF2B5EF4-FFF2-40B4-BE49-F238E27FC236}">
                <a16:creationId xmlns:a16="http://schemas.microsoft.com/office/drawing/2014/main" id="{C3C8FFB1-3B1B-F3D9-B5F4-FA3949F1EE1B}"/>
              </a:ext>
            </a:extLst>
          </p:cNvPr>
          <p:cNvSpPr>
            <a:spLocks noGrp="1"/>
          </p:cNvSpPr>
          <p:nvPr/>
        </p:nvSpPr>
        <p:spPr>
          <a:xfrm>
            <a:off x="16633783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8" name="Circle">
            <a:extLst>
              <a:ext uri="{FF2B5EF4-FFF2-40B4-BE49-F238E27FC236}">
                <a16:creationId xmlns:a16="http://schemas.microsoft.com/office/drawing/2014/main" id="{A2FA5B03-6036-8991-C181-7652CA8D0DDE}"/>
              </a:ext>
            </a:extLst>
          </p:cNvPr>
          <p:cNvSpPr>
            <a:spLocks noGrp="1"/>
          </p:cNvSpPr>
          <p:nvPr/>
        </p:nvSpPr>
        <p:spPr>
          <a:xfrm rot="10800000">
            <a:off x="17398754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9" name="Circle">
            <a:extLst>
              <a:ext uri="{FF2B5EF4-FFF2-40B4-BE49-F238E27FC236}">
                <a16:creationId xmlns:a16="http://schemas.microsoft.com/office/drawing/2014/main" id="{C0EAA869-1D77-D59C-B05D-B3569010E1AA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0" name="Circle">
            <a:extLst>
              <a:ext uri="{FF2B5EF4-FFF2-40B4-BE49-F238E27FC236}">
                <a16:creationId xmlns:a16="http://schemas.microsoft.com/office/drawing/2014/main" id="{BD344062-66E5-3710-75B1-3E9A2E313CDB}"/>
              </a:ext>
            </a:extLst>
          </p:cNvPr>
          <p:cNvSpPr>
            <a:spLocks noGrp="1"/>
          </p:cNvSpPr>
          <p:nvPr/>
        </p:nvSpPr>
        <p:spPr>
          <a:xfrm flipH="1">
            <a:off x="17398754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1" name="Circle">
            <a:extLst>
              <a:ext uri="{FF2B5EF4-FFF2-40B4-BE49-F238E27FC236}">
                <a16:creationId xmlns:a16="http://schemas.microsoft.com/office/drawing/2014/main" id="{9D1317A6-AA08-CD49-C8DE-DACDC3613E54}"/>
              </a:ext>
            </a:extLst>
          </p:cNvPr>
          <p:cNvSpPr>
            <a:spLocks noGrp="1"/>
          </p:cNvSpPr>
          <p:nvPr/>
        </p:nvSpPr>
        <p:spPr>
          <a:xfrm rot="10800000">
            <a:off x="17016268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2" name="Rounded Rectangle">
            <a:extLst>
              <a:ext uri="{FF2B5EF4-FFF2-40B4-BE49-F238E27FC236}">
                <a16:creationId xmlns:a16="http://schemas.microsoft.com/office/drawing/2014/main" id="{C40D5956-9673-CA5F-A389-08E999B3ED73}"/>
              </a:ext>
            </a:extLst>
          </p:cNvPr>
          <p:cNvSpPr>
            <a:spLocks noGrp="1"/>
          </p:cNvSpPr>
          <p:nvPr/>
        </p:nvSpPr>
        <p:spPr>
          <a:xfrm>
            <a:off x="1366203" y="7220069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3" name="Circle">
            <a:extLst>
              <a:ext uri="{FF2B5EF4-FFF2-40B4-BE49-F238E27FC236}">
                <a16:creationId xmlns:a16="http://schemas.microsoft.com/office/drawing/2014/main" id="{0DA4385A-5D6B-390D-83DB-E6348ADC02AC}"/>
              </a:ext>
            </a:extLst>
          </p:cNvPr>
          <p:cNvSpPr>
            <a:spLocks noGrp="1"/>
          </p:cNvSpPr>
          <p:nvPr/>
        </p:nvSpPr>
        <p:spPr>
          <a:xfrm>
            <a:off x="1848415" y="77022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4" name="Rounded Rectangle">
            <a:extLst>
              <a:ext uri="{FF2B5EF4-FFF2-40B4-BE49-F238E27FC236}">
                <a16:creationId xmlns:a16="http://schemas.microsoft.com/office/drawing/2014/main" id="{D4FFF585-07A4-076E-F043-AEF417EDB7BB}"/>
              </a:ext>
            </a:extLst>
          </p:cNvPr>
          <p:cNvSpPr>
            <a:spLocks noGrp="1"/>
          </p:cNvSpPr>
          <p:nvPr/>
        </p:nvSpPr>
        <p:spPr>
          <a:xfrm>
            <a:off x="5158165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5" name="Circle">
            <a:extLst>
              <a:ext uri="{FF2B5EF4-FFF2-40B4-BE49-F238E27FC236}">
                <a16:creationId xmlns:a16="http://schemas.microsoft.com/office/drawing/2014/main" id="{7BCEDDD0-5E8F-132C-D38C-FC92E9368E82}"/>
              </a:ext>
            </a:extLst>
          </p:cNvPr>
          <p:cNvSpPr>
            <a:spLocks noGrp="1"/>
          </p:cNvSpPr>
          <p:nvPr/>
        </p:nvSpPr>
        <p:spPr>
          <a:xfrm>
            <a:off x="525789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6" name="Circle">
            <a:extLst>
              <a:ext uri="{FF2B5EF4-FFF2-40B4-BE49-F238E27FC236}">
                <a16:creationId xmlns:a16="http://schemas.microsoft.com/office/drawing/2014/main" id="{5515752C-B876-E84A-4146-D9201B241CA4}"/>
              </a:ext>
            </a:extLst>
          </p:cNvPr>
          <p:cNvSpPr>
            <a:spLocks noGrp="1"/>
          </p:cNvSpPr>
          <p:nvPr/>
        </p:nvSpPr>
        <p:spPr>
          <a:xfrm rot="10800000">
            <a:off x="602286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7" name="Rounded Rectangle">
            <a:extLst>
              <a:ext uri="{FF2B5EF4-FFF2-40B4-BE49-F238E27FC236}">
                <a16:creationId xmlns:a16="http://schemas.microsoft.com/office/drawing/2014/main" id="{44AA5FE9-0D8A-B262-C690-828F0A0B06E2}"/>
              </a:ext>
            </a:extLst>
          </p:cNvPr>
          <p:cNvSpPr>
            <a:spLocks noGrp="1"/>
          </p:cNvSpPr>
          <p:nvPr/>
        </p:nvSpPr>
        <p:spPr>
          <a:xfrm>
            <a:off x="8950128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8" name="Circle">
            <a:extLst>
              <a:ext uri="{FF2B5EF4-FFF2-40B4-BE49-F238E27FC236}">
                <a16:creationId xmlns:a16="http://schemas.microsoft.com/office/drawing/2014/main" id="{19ECC39E-A17D-D08B-DEEE-0409AA5892C9}"/>
              </a:ext>
            </a:extLst>
          </p:cNvPr>
          <p:cNvSpPr>
            <a:spLocks noGrp="1"/>
          </p:cNvSpPr>
          <p:nvPr/>
        </p:nvSpPr>
        <p:spPr>
          <a:xfrm>
            <a:off x="9049856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9" name="Circle">
            <a:extLst>
              <a:ext uri="{FF2B5EF4-FFF2-40B4-BE49-F238E27FC236}">
                <a16:creationId xmlns:a16="http://schemas.microsoft.com/office/drawing/2014/main" id="{23C0987C-3C0E-B47E-3ACD-399CBDB33CC3}"/>
              </a:ext>
            </a:extLst>
          </p:cNvPr>
          <p:cNvSpPr>
            <a:spLocks noGrp="1"/>
          </p:cNvSpPr>
          <p:nvPr/>
        </p:nvSpPr>
        <p:spPr>
          <a:xfrm rot="10800000">
            <a:off x="981482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0" name="Circle">
            <a:extLst>
              <a:ext uri="{FF2B5EF4-FFF2-40B4-BE49-F238E27FC236}">
                <a16:creationId xmlns:a16="http://schemas.microsoft.com/office/drawing/2014/main" id="{92539D53-9E61-A19D-C1CE-203BF2357F75}"/>
              </a:ext>
            </a:extLst>
          </p:cNvPr>
          <p:cNvSpPr>
            <a:spLocks noGrp="1"/>
          </p:cNvSpPr>
          <p:nvPr/>
        </p:nvSpPr>
        <p:spPr>
          <a:xfrm rot="10800000">
            <a:off x="9432340" y="77022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1" name="Rounded Rectangle">
            <a:extLst>
              <a:ext uri="{FF2B5EF4-FFF2-40B4-BE49-F238E27FC236}">
                <a16:creationId xmlns:a16="http://schemas.microsoft.com/office/drawing/2014/main" id="{59528AB5-8176-F061-C7BF-CBB5D5BD8293}"/>
              </a:ext>
            </a:extLst>
          </p:cNvPr>
          <p:cNvSpPr>
            <a:spLocks noGrp="1"/>
          </p:cNvSpPr>
          <p:nvPr/>
        </p:nvSpPr>
        <p:spPr>
          <a:xfrm>
            <a:off x="12742092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2" name="Circle">
            <a:extLst>
              <a:ext uri="{FF2B5EF4-FFF2-40B4-BE49-F238E27FC236}">
                <a16:creationId xmlns:a16="http://schemas.microsoft.com/office/drawing/2014/main" id="{FE910F7D-A784-DC77-560F-937F97BB4407}"/>
              </a:ext>
            </a:extLst>
          </p:cNvPr>
          <p:cNvSpPr>
            <a:spLocks noGrp="1"/>
          </p:cNvSpPr>
          <p:nvPr/>
        </p:nvSpPr>
        <p:spPr>
          <a:xfrm>
            <a:off x="1284182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3" name="Circle">
            <a:extLst>
              <a:ext uri="{FF2B5EF4-FFF2-40B4-BE49-F238E27FC236}">
                <a16:creationId xmlns:a16="http://schemas.microsoft.com/office/drawing/2014/main" id="{DED2102F-EF62-ECFB-0EAE-E833DDD96A3E}"/>
              </a:ext>
            </a:extLst>
          </p:cNvPr>
          <p:cNvSpPr>
            <a:spLocks noGrp="1"/>
          </p:cNvSpPr>
          <p:nvPr/>
        </p:nvSpPr>
        <p:spPr>
          <a:xfrm rot="10800000">
            <a:off x="13606790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4" name="Circle">
            <a:extLst>
              <a:ext uri="{FF2B5EF4-FFF2-40B4-BE49-F238E27FC236}">
                <a16:creationId xmlns:a16="http://schemas.microsoft.com/office/drawing/2014/main" id="{36F6728B-2C6B-4B3D-6FF1-03D30DC5FDA3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5" name="Circle">
            <a:extLst>
              <a:ext uri="{FF2B5EF4-FFF2-40B4-BE49-F238E27FC236}">
                <a16:creationId xmlns:a16="http://schemas.microsoft.com/office/drawing/2014/main" id="{EAB6083A-501D-F51A-22CA-3986524E087B}"/>
              </a:ext>
            </a:extLst>
          </p:cNvPr>
          <p:cNvSpPr>
            <a:spLocks noGrp="1"/>
          </p:cNvSpPr>
          <p:nvPr/>
        </p:nvSpPr>
        <p:spPr>
          <a:xfrm flipH="1">
            <a:off x="1360679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6" name="Rounded Rectangle">
            <a:extLst>
              <a:ext uri="{FF2B5EF4-FFF2-40B4-BE49-F238E27FC236}">
                <a16:creationId xmlns:a16="http://schemas.microsoft.com/office/drawing/2014/main" id="{68BFDE12-0CA1-008F-4961-CCD9510B0B18}"/>
              </a:ext>
            </a:extLst>
          </p:cNvPr>
          <p:cNvSpPr>
            <a:spLocks noGrp="1"/>
          </p:cNvSpPr>
          <p:nvPr/>
        </p:nvSpPr>
        <p:spPr>
          <a:xfrm>
            <a:off x="16534056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7" name="Circle">
            <a:extLst>
              <a:ext uri="{FF2B5EF4-FFF2-40B4-BE49-F238E27FC236}">
                <a16:creationId xmlns:a16="http://schemas.microsoft.com/office/drawing/2014/main" id="{ED8711D7-0639-646A-6765-2489E27CDD24}"/>
              </a:ext>
            </a:extLst>
          </p:cNvPr>
          <p:cNvSpPr>
            <a:spLocks noGrp="1"/>
          </p:cNvSpPr>
          <p:nvPr/>
        </p:nvSpPr>
        <p:spPr>
          <a:xfrm>
            <a:off x="16633783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8" name="Circle">
            <a:extLst>
              <a:ext uri="{FF2B5EF4-FFF2-40B4-BE49-F238E27FC236}">
                <a16:creationId xmlns:a16="http://schemas.microsoft.com/office/drawing/2014/main" id="{0C554601-6026-F964-A1C6-0DF264C7B93C}"/>
              </a:ext>
            </a:extLst>
          </p:cNvPr>
          <p:cNvSpPr>
            <a:spLocks noGrp="1"/>
          </p:cNvSpPr>
          <p:nvPr/>
        </p:nvSpPr>
        <p:spPr>
          <a:xfrm rot="10800000">
            <a:off x="17398754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9" name="Circle">
            <a:extLst>
              <a:ext uri="{FF2B5EF4-FFF2-40B4-BE49-F238E27FC236}">
                <a16:creationId xmlns:a16="http://schemas.microsoft.com/office/drawing/2014/main" id="{4C1CC6EC-C85E-460C-B536-19CF4791E92C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0" name="Circle">
            <a:extLst>
              <a:ext uri="{FF2B5EF4-FFF2-40B4-BE49-F238E27FC236}">
                <a16:creationId xmlns:a16="http://schemas.microsoft.com/office/drawing/2014/main" id="{CB448021-48AF-82D1-5A35-6B2DCE219E57}"/>
              </a:ext>
            </a:extLst>
          </p:cNvPr>
          <p:cNvSpPr>
            <a:spLocks noGrp="1"/>
          </p:cNvSpPr>
          <p:nvPr/>
        </p:nvSpPr>
        <p:spPr>
          <a:xfrm flipH="1">
            <a:off x="1739875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1" name="Circle">
            <a:extLst>
              <a:ext uri="{FF2B5EF4-FFF2-40B4-BE49-F238E27FC236}">
                <a16:creationId xmlns:a16="http://schemas.microsoft.com/office/drawing/2014/main" id="{66B78529-A6CC-B6FA-EDF3-A64FA946699F}"/>
              </a:ext>
            </a:extLst>
          </p:cNvPr>
          <p:cNvSpPr>
            <a:spLocks noGrp="1"/>
          </p:cNvSpPr>
          <p:nvPr/>
        </p:nvSpPr>
        <p:spPr>
          <a:xfrm rot="10800000">
            <a:off x="17016268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2" name="Rounded Rectangle">
            <a:extLst>
              <a:ext uri="{FF2B5EF4-FFF2-40B4-BE49-F238E27FC236}">
                <a16:creationId xmlns:a16="http://schemas.microsoft.com/office/drawing/2014/main" id="{5EA5662D-3D68-0412-E49B-D3485FB268DC}"/>
              </a:ext>
            </a:extLst>
          </p:cNvPr>
          <p:cNvSpPr>
            <a:spLocks noGrp="1"/>
          </p:cNvSpPr>
          <p:nvPr/>
        </p:nvSpPr>
        <p:spPr>
          <a:xfrm>
            <a:off x="1366203" y="9214205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3" name="Circle">
            <a:extLst>
              <a:ext uri="{FF2B5EF4-FFF2-40B4-BE49-F238E27FC236}">
                <a16:creationId xmlns:a16="http://schemas.microsoft.com/office/drawing/2014/main" id="{6EC17E8E-6919-E9F3-6FD5-9CFBBE161A01}"/>
              </a:ext>
            </a:extLst>
          </p:cNvPr>
          <p:cNvSpPr>
            <a:spLocks noGrp="1"/>
          </p:cNvSpPr>
          <p:nvPr/>
        </p:nvSpPr>
        <p:spPr>
          <a:xfrm>
            <a:off x="1848415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4" name="Rounded Rectangle">
            <a:extLst>
              <a:ext uri="{FF2B5EF4-FFF2-40B4-BE49-F238E27FC236}">
                <a16:creationId xmlns:a16="http://schemas.microsoft.com/office/drawing/2014/main" id="{65AC6B8A-222C-7649-2985-8BE327951992}"/>
              </a:ext>
            </a:extLst>
          </p:cNvPr>
          <p:cNvSpPr>
            <a:spLocks noGrp="1"/>
          </p:cNvSpPr>
          <p:nvPr/>
        </p:nvSpPr>
        <p:spPr>
          <a:xfrm>
            <a:off x="5158165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5" name="Circle">
            <a:extLst>
              <a:ext uri="{FF2B5EF4-FFF2-40B4-BE49-F238E27FC236}">
                <a16:creationId xmlns:a16="http://schemas.microsoft.com/office/drawing/2014/main" id="{94730C2B-102F-3409-1BFB-91B7D825C3F7}"/>
              </a:ext>
            </a:extLst>
          </p:cNvPr>
          <p:cNvSpPr>
            <a:spLocks noGrp="1"/>
          </p:cNvSpPr>
          <p:nvPr/>
        </p:nvSpPr>
        <p:spPr>
          <a:xfrm>
            <a:off x="525789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6" name="Circle">
            <a:extLst>
              <a:ext uri="{FF2B5EF4-FFF2-40B4-BE49-F238E27FC236}">
                <a16:creationId xmlns:a16="http://schemas.microsoft.com/office/drawing/2014/main" id="{A1BF0F84-608A-2FEC-8E91-F2F2521A1C5B}"/>
              </a:ext>
            </a:extLst>
          </p:cNvPr>
          <p:cNvSpPr>
            <a:spLocks noGrp="1"/>
          </p:cNvSpPr>
          <p:nvPr/>
        </p:nvSpPr>
        <p:spPr>
          <a:xfrm rot="10800000">
            <a:off x="6022861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7" name="Rounded Rectangle">
            <a:extLst>
              <a:ext uri="{FF2B5EF4-FFF2-40B4-BE49-F238E27FC236}">
                <a16:creationId xmlns:a16="http://schemas.microsoft.com/office/drawing/2014/main" id="{EA3040C5-4B7A-4707-3027-D81C1E9D8F69}"/>
              </a:ext>
            </a:extLst>
          </p:cNvPr>
          <p:cNvSpPr>
            <a:spLocks noGrp="1"/>
          </p:cNvSpPr>
          <p:nvPr/>
        </p:nvSpPr>
        <p:spPr>
          <a:xfrm>
            <a:off x="8950128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8" name="Circle">
            <a:extLst>
              <a:ext uri="{FF2B5EF4-FFF2-40B4-BE49-F238E27FC236}">
                <a16:creationId xmlns:a16="http://schemas.microsoft.com/office/drawing/2014/main" id="{E701BC1A-1037-D2EC-2C0D-B4D49B06A635}"/>
              </a:ext>
            </a:extLst>
          </p:cNvPr>
          <p:cNvSpPr>
            <a:spLocks noGrp="1"/>
          </p:cNvSpPr>
          <p:nvPr/>
        </p:nvSpPr>
        <p:spPr>
          <a:xfrm>
            <a:off x="9049856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9" name="Circle">
            <a:extLst>
              <a:ext uri="{FF2B5EF4-FFF2-40B4-BE49-F238E27FC236}">
                <a16:creationId xmlns:a16="http://schemas.microsoft.com/office/drawing/2014/main" id="{662007C2-AB7B-0683-6DE5-550ECD350FC3}"/>
              </a:ext>
            </a:extLst>
          </p:cNvPr>
          <p:cNvSpPr>
            <a:spLocks noGrp="1"/>
          </p:cNvSpPr>
          <p:nvPr/>
        </p:nvSpPr>
        <p:spPr>
          <a:xfrm rot="10800000">
            <a:off x="9814825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0" name="Circle">
            <a:extLst>
              <a:ext uri="{FF2B5EF4-FFF2-40B4-BE49-F238E27FC236}">
                <a16:creationId xmlns:a16="http://schemas.microsoft.com/office/drawing/2014/main" id="{64376DD7-76AE-8FC4-E26D-4A5079A0C20D}"/>
              </a:ext>
            </a:extLst>
          </p:cNvPr>
          <p:cNvSpPr>
            <a:spLocks noGrp="1"/>
          </p:cNvSpPr>
          <p:nvPr/>
        </p:nvSpPr>
        <p:spPr>
          <a:xfrm rot="10800000">
            <a:off x="9432340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1" name="Rounded Rectangle">
            <a:extLst>
              <a:ext uri="{FF2B5EF4-FFF2-40B4-BE49-F238E27FC236}">
                <a16:creationId xmlns:a16="http://schemas.microsoft.com/office/drawing/2014/main" id="{3B572784-D186-76F3-B698-61A0793104BA}"/>
              </a:ext>
            </a:extLst>
          </p:cNvPr>
          <p:cNvSpPr>
            <a:spLocks noGrp="1"/>
          </p:cNvSpPr>
          <p:nvPr/>
        </p:nvSpPr>
        <p:spPr>
          <a:xfrm>
            <a:off x="12742092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2" name="Circle">
            <a:extLst>
              <a:ext uri="{FF2B5EF4-FFF2-40B4-BE49-F238E27FC236}">
                <a16:creationId xmlns:a16="http://schemas.microsoft.com/office/drawing/2014/main" id="{34B57D3F-6A7F-369D-2722-1AA1AC8889D0}"/>
              </a:ext>
            </a:extLst>
          </p:cNvPr>
          <p:cNvSpPr>
            <a:spLocks noGrp="1"/>
          </p:cNvSpPr>
          <p:nvPr/>
        </p:nvSpPr>
        <p:spPr>
          <a:xfrm>
            <a:off x="12841820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3" name="Circle">
            <a:extLst>
              <a:ext uri="{FF2B5EF4-FFF2-40B4-BE49-F238E27FC236}">
                <a16:creationId xmlns:a16="http://schemas.microsoft.com/office/drawing/2014/main" id="{E0B8E3CA-5EFB-9487-96BC-ADE09E42D333}"/>
              </a:ext>
            </a:extLst>
          </p:cNvPr>
          <p:cNvSpPr>
            <a:spLocks noGrp="1"/>
          </p:cNvSpPr>
          <p:nvPr/>
        </p:nvSpPr>
        <p:spPr>
          <a:xfrm rot="10800000">
            <a:off x="13606790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4" name="Circle">
            <a:extLst>
              <a:ext uri="{FF2B5EF4-FFF2-40B4-BE49-F238E27FC236}">
                <a16:creationId xmlns:a16="http://schemas.microsoft.com/office/drawing/2014/main" id="{CAD80601-5DED-BBEB-D4AB-15A2043004D7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5" name="Circle">
            <a:extLst>
              <a:ext uri="{FF2B5EF4-FFF2-40B4-BE49-F238E27FC236}">
                <a16:creationId xmlns:a16="http://schemas.microsoft.com/office/drawing/2014/main" id="{4FF2C491-35F8-493F-C0D6-9EE23FCAD913}"/>
              </a:ext>
            </a:extLst>
          </p:cNvPr>
          <p:cNvSpPr>
            <a:spLocks noGrp="1"/>
          </p:cNvSpPr>
          <p:nvPr/>
        </p:nvSpPr>
        <p:spPr>
          <a:xfrm flipH="1">
            <a:off x="13606790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6" name="Rounded Rectangle">
            <a:extLst>
              <a:ext uri="{FF2B5EF4-FFF2-40B4-BE49-F238E27FC236}">
                <a16:creationId xmlns:a16="http://schemas.microsoft.com/office/drawing/2014/main" id="{B4BAF0F4-B506-B566-35FC-D5FA0D7D37B9}"/>
              </a:ext>
            </a:extLst>
          </p:cNvPr>
          <p:cNvSpPr>
            <a:spLocks noGrp="1"/>
          </p:cNvSpPr>
          <p:nvPr/>
        </p:nvSpPr>
        <p:spPr>
          <a:xfrm>
            <a:off x="16534056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7" name="Circle">
            <a:extLst>
              <a:ext uri="{FF2B5EF4-FFF2-40B4-BE49-F238E27FC236}">
                <a16:creationId xmlns:a16="http://schemas.microsoft.com/office/drawing/2014/main" id="{217850DF-07FA-CF7B-2C2B-BBE0AA2FBF74}"/>
              </a:ext>
            </a:extLst>
          </p:cNvPr>
          <p:cNvSpPr>
            <a:spLocks noGrp="1"/>
          </p:cNvSpPr>
          <p:nvPr/>
        </p:nvSpPr>
        <p:spPr>
          <a:xfrm>
            <a:off x="16633783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8" name="Circle">
            <a:extLst>
              <a:ext uri="{FF2B5EF4-FFF2-40B4-BE49-F238E27FC236}">
                <a16:creationId xmlns:a16="http://schemas.microsoft.com/office/drawing/2014/main" id="{79976553-A0A1-0C5C-1C8F-5A245134A074}"/>
              </a:ext>
            </a:extLst>
          </p:cNvPr>
          <p:cNvSpPr>
            <a:spLocks noGrp="1"/>
          </p:cNvSpPr>
          <p:nvPr/>
        </p:nvSpPr>
        <p:spPr>
          <a:xfrm rot="10800000">
            <a:off x="17398754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9" name="Circle">
            <a:extLst>
              <a:ext uri="{FF2B5EF4-FFF2-40B4-BE49-F238E27FC236}">
                <a16:creationId xmlns:a16="http://schemas.microsoft.com/office/drawing/2014/main" id="{A3BB4946-1DC8-5EA4-96BF-22A94DECEB74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0" name="Circle">
            <a:extLst>
              <a:ext uri="{FF2B5EF4-FFF2-40B4-BE49-F238E27FC236}">
                <a16:creationId xmlns:a16="http://schemas.microsoft.com/office/drawing/2014/main" id="{503C3BBA-CAFF-F22D-E5A1-4CD699CA33E3}"/>
              </a:ext>
            </a:extLst>
          </p:cNvPr>
          <p:cNvSpPr>
            <a:spLocks noGrp="1"/>
          </p:cNvSpPr>
          <p:nvPr/>
        </p:nvSpPr>
        <p:spPr>
          <a:xfrm flipH="1">
            <a:off x="17398754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1" name="Circle">
            <a:extLst>
              <a:ext uri="{FF2B5EF4-FFF2-40B4-BE49-F238E27FC236}">
                <a16:creationId xmlns:a16="http://schemas.microsoft.com/office/drawing/2014/main" id="{77F7B1D2-C536-D425-F6C1-FE94A0AC5CF6}"/>
              </a:ext>
            </a:extLst>
          </p:cNvPr>
          <p:cNvSpPr>
            <a:spLocks noGrp="1"/>
          </p:cNvSpPr>
          <p:nvPr/>
        </p:nvSpPr>
        <p:spPr>
          <a:xfrm rot="10800000">
            <a:off x="17016268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2" name="Rounded Rectangle">
            <a:extLst>
              <a:ext uri="{FF2B5EF4-FFF2-40B4-BE49-F238E27FC236}">
                <a16:creationId xmlns:a16="http://schemas.microsoft.com/office/drawing/2014/main" id="{36465086-C0F0-451C-3E1E-2590CA4A15F9}"/>
              </a:ext>
            </a:extLst>
          </p:cNvPr>
          <p:cNvSpPr>
            <a:spLocks noGrp="1"/>
          </p:cNvSpPr>
          <p:nvPr/>
        </p:nvSpPr>
        <p:spPr>
          <a:xfrm>
            <a:off x="1366203" y="11208341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3" name="Circle">
            <a:extLst>
              <a:ext uri="{FF2B5EF4-FFF2-40B4-BE49-F238E27FC236}">
                <a16:creationId xmlns:a16="http://schemas.microsoft.com/office/drawing/2014/main" id="{36EA002E-7ADB-CFC9-3594-1DA9438C1653}"/>
              </a:ext>
            </a:extLst>
          </p:cNvPr>
          <p:cNvSpPr>
            <a:spLocks noGrp="1"/>
          </p:cNvSpPr>
          <p:nvPr/>
        </p:nvSpPr>
        <p:spPr>
          <a:xfrm>
            <a:off x="1848415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4" name="Rounded Rectangle">
            <a:extLst>
              <a:ext uri="{FF2B5EF4-FFF2-40B4-BE49-F238E27FC236}">
                <a16:creationId xmlns:a16="http://schemas.microsoft.com/office/drawing/2014/main" id="{9ADEF672-C0C7-D3D0-3603-74C354CDB33A}"/>
              </a:ext>
            </a:extLst>
          </p:cNvPr>
          <p:cNvSpPr>
            <a:spLocks noGrp="1"/>
          </p:cNvSpPr>
          <p:nvPr/>
        </p:nvSpPr>
        <p:spPr>
          <a:xfrm>
            <a:off x="5158165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5" name="Circle">
            <a:extLst>
              <a:ext uri="{FF2B5EF4-FFF2-40B4-BE49-F238E27FC236}">
                <a16:creationId xmlns:a16="http://schemas.microsoft.com/office/drawing/2014/main" id="{166721A6-3F57-BA92-8B41-FCAA2902606B}"/>
              </a:ext>
            </a:extLst>
          </p:cNvPr>
          <p:cNvSpPr>
            <a:spLocks noGrp="1"/>
          </p:cNvSpPr>
          <p:nvPr/>
        </p:nvSpPr>
        <p:spPr>
          <a:xfrm>
            <a:off x="5257892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6" name="Circle">
            <a:extLst>
              <a:ext uri="{FF2B5EF4-FFF2-40B4-BE49-F238E27FC236}">
                <a16:creationId xmlns:a16="http://schemas.microsoft.com/office/drawing/2014/main" id="{24709DAF-D67F-B6A2-FE06-B53D66B39220}"/>
              </a:ext>
            </a:extLst>
          </p:cNvPr>
          <p:cNvSpPr>
            <a:spLocks noGrp="1"/>
          </p:cNvSpPr>
          <p:nvPr/>
        </p:nvSpPr>
        <p:spPr>
          <a:xfrm rot="10800000">
            <a:off x="602286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7" name="Rounded Rectangle">
            <a:extLst>
              <a:ext uri="{FF2B5EF4-FFF2-40B4-BE49-F238E27FC236}">
                <a16:creationId xmlns:a16="http://schemas.microsoft.com/office/drawing/2014/main" id="{D0C457E6-1C1D-7477-C17D-9122649C3E37}"/>
              </a:ext>
            </a:extLst>
          </p:cNvPr>
          <p:cNvSpPr>
            <a:spLocks noGrp="1"/>
          </p:cNvSpPr>
          <p:nvPr/>
        </p:nvSpPr>
        <p:spPr>
          <a:xfrm>
            <a:off x="895012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8" name="Circle">
            <a:extLst>
              <a:ext uri="{FF2B5EF4-FFF2-40B4-BE49-F238E27FC236}">
                <a16:creationId xmlns:a16="http://schemas.microsoft.com/office/drawing/2014/main" id="{BCE812B3-2489-24F4-7F7C-DDCAD99EEEDA}"/>
              </a:ext>
            </a:extLst>
          </p:cNvPr>
          <p:cNvSpPr>
            <a:spLocks noGrp="1"/>
          </p:cNvSpPr>
          <p:nvPr/>
        </p:nvSpPr>
        <p:spPr>
          <a:xfrm>
            <a:off x="9049856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9" name="Circle">
            <a:extLst>
              <a:ext uri="{FF2B5EF4-FFF2-40B4-BE49-F238E27FC236}">
                <a16:creationId xmlns:a16="http://schemas.microsoft.com/office/drawing/2014/main" id="{3C7E6E15-9438-E65C-1BD8-DB1BCE160ED3}"/>
              </a:ext>
            </a:extLst>
          </p:cNvPr>
          <p:cNvSpPr>
            <a:spLocks noGrp="1"/>
          </p:cNvSpPr>
          <p:nvPr/>
        </p:nvSpPr>
        <p:spPr>
          <a:xfrm rot="10800000">
            <a:off x="981482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0" name="Circle">
            <a:extLst>
              <a:ext uri="{FF2B5EF4-FFF2-40B4-BE49-F238E27FC236}">
                <a16:creationId xmlns:a16="http://schemas.microsoft.com/office/drawing/2014/main" id="{2643CB4E-3266-717C-2AAB-CE59A985CD0F}"/>
              </a:ext>
            </a:extLst>
          </p:cNvPr>
          <p:cNvSpPr>
            <a:spLocks noGrp="1"/>
          </p:cNvSpPr>
          <p:nvPr/>
        </p:nvSpPr>
        <p:spPr>
          <a:xfrm rot="10800000">
            <a:off x="9432340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1" name="Rounded Rectangle">
            <a:extLst>
              <a:ext uri="{FF2B5EF4-FFF2-40B4-BE49-F238E27FC236}">
                <a16:creationId xmlns:a16="http://schemas.microsoft.com/office/drawing/2014/main" id="{B53A8297-CB91-5F90-4400-E9E298C993A1}"/>
              </a:ext>
            </a:extLst>
          </p:cNvPr>
          <p:cNvSpPr>
            <a:spLocks noGrp="1"/>
          </p:cNvSpPr>
          <p:nvPr/>
        </p:nvSpPr>
        <p:spPr>
          <a:xfrm>
            <a:off x="12742092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2" name="Circle">
            <a:extLst>
              <a:ext uri="{FF2B5EF4-FFF2-40B4-BE49-F238E27FC236}">
                <a16:creationId xmlns:a16="http://schemas.microsoft.com/office/drawing/2014/main" id="{ED0207FD-912F-A34C-48F9-C547FF4F2AF1}"/>
              </a:ext>
            </a:extLst>
          </p:cNvPr>
          <p:cNvSpPr>
            <a:spLocks noGrp="1"/>
          </p:cNvSpPr>
          <p:nvPr/>
        </p:nvSpPr>
        <p:spPr>
          <a:xfrm>
            <a:off x="12841820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3" name="Circle">
            <a:extLst>
              <a:ext uri="{FF2B5EF4-FFF2-40B4-BE49-F238E27FC236}">
                <a16:creationId xmlns:a16="http://schemas.microsoft.com/office/drawing/2014/main" id="{D92FBACD-E56C-1097-463A-E5430E071090}"/>
              </a:ext>
            </a:extLst>
          </p:cNvPr>
          <p:cNvSpPr>
            <a:spLocks noGrp="1"/>
          </p:cNvSpPr>
          <p:nvPr/>
        </p:nvSpPr>
        <p:spPr>
          <a:xfrm rot="10800000">
            <a:off x="1360679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4" name="Circle">
            <a:extLst>
              <a:ext uri="{FF2B5EF4-FFF2-40B4-BE49-F238E27FC236}">
                <a16:creationId xmlns:a16="http://schemas.microsoft.com/office/drawing/2014/main" id="{5A6D9B80-4EB9-CAA4-22B9-26F6EFCE8F04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5" name="Circle">
            <a:extLst>
              <a:ext uri="{FF2B5EF4-FFF2-40B4-BE49-F238E27FC236}">
                <a16:creationId xmlns:a16="http://schemas.microsoft.com/office/drawing/2014/main" id="{917BCC3F-1B24-36ED-FC0C-BE1A4A442201}"/>
              </a:ext>
            </a:extLst>
          </p:cNvPr>
          <p:cNvSpPr>
            <a:spLocks noGrp="1"/>
          </p:cNvSpPr>
          <p:nvPr/>
        </p:nvSpPr>
        <p:spPr>
          <a:xfrm flipH="1">
            <a:off x="13606790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6" name="Rounded Rectangle">
            <a:extLst>
              <a:ext uri="{FF2B5EF4-FFF2-40B4-BE49-F238E27FC236}">
                <a16:creationId xmlns:a16="http://schemas.microsoft.com/office/drawing/2014/main" id="{502E13FC-5ED8-2F9B-B079-9416FC2D184E}"/>
              </a:ext>
            </a:extLst>
          </p:cNvPr>
          <p:cNvSpPr>
            <a:spLocks noGrp="1"/>
          </p:cNvSpPr>
          <p:nvPr/>
        </p:nvSpPr>
        <p:spPr>
          <a:xfrm>
            <a:off x="16534056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7" name="Circle">
            <a:extLst>
              <a:ext uri="{FF2B5EF4-FFF2-40B4-BE49-F238E27FC236}">
                <a16:creationId xmlns:a16="http://schemas.microsoft.com/office/drawing/2014/main" id="{90CB77FF-4663-C007-D299-E9BE1AF478D1}"/>
              </a:ext>
            </a:extLst>
          </p:cNvPr>
          <p:cNvSpPr>
            <a:spLocks noGrp="1"/>
          </p:cNvSpPr>
          <p:nvPr/>
        </p:nvSpPr>
        <p:spPr>
          <a:xfrm>
            <a:off x="16633783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8" name="Circle">
            <a:extLst>
              <a:ext uri="{FF2B5EF4-FFF2-40B4-BE49-F238E27FC236}">
                <a16:creationId xmlns:a16="http://schemas.microsoft.com/office/drawing/2014/main" id="{E87EF25C-04CA-AF52-AA98-CF1FA4FFA3C3}"/>
              </a:ext>
            </a:extLst>
          </p:cNvPr>
          <p:cNvSpPr>
            <a:spLocks noGrp="1"/>
          </p:cNvSpPr>
          <p:nvPr/>
        </p:nvSpPr>
        <p:spPr>
          <a:xfrm rot="10800000">
            <a:off x="17398754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9" name="Circle">
            <a:extLst>
              <a:ext uri="{FF2B5EF4-FFF2-40B4-BE49-F238E27FC236}">
                <a16:creationId xmlns:a16="http://schemas.microsoft.com/office/drawing/2014/main" id="{704FA598-D4D7-BAE7-DAEB-985C3C88A444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0" name="Circle">
            <a:extLst>
              <a:ext uri="{FF2B5EF4-FFF2-40B4-BE49-F238E27FC236}">
                <a16:creationId xmlns:a16="http://schemas.microsoft.com/office/drawing/2014/main" id="{50393F6C-2780-3FA7-3C55-F74E6F256570}"/>
              </a:ext>
            </a:extLst>
          </p:cNvPr>
          <p:cNvSpPr>
            <a:spLocks noGrp="1"/>
          </p:cNvSpPr>
          <p:nvPr/>
        </p:nvSpPr>
        <p:spPr>
          <a:xfrm flipH="1">
            <a:off x="17398754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1" name="Circle">
            <a:extLst>
              <a:ext uri="{FF2B5EF4-FFF2-40B4-BE49-F238E27FC236}">
                <a16:creationId xmlns:a16="http://schemas.microsoft.com/office/drawing/2014/main" id="{8525CE14-92E9-86AF-C78F-9D37D12B11CD}"/>
              </a:ext>
            </a:extLst>
          </p:cNvPr>
          <p:cNvSpPr>
            <a:spLocks noGrp="1"/>
          </p:cNvSpPr>
          <p:nvPr/>
        </p:nvSpPr>
        <p:spPr>
          <a:xfrm rot="10800000">
            <a:off x="1701626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2" name="Rounded Rectangle">
            <a:extLst>
              <a:ext uri="{FF2B5EF4-FFF2-40B4-BE49-F238E27FC236}">
                <a16:creationId xmlns:a16="http://schemas.microsoft.com/office/drawing/2014/main" id="{EE9C58D4-5876-2183-FC3C-A57ED5F5D374}"/>
              </a:ext>
            </a:extLst>
          </p:cNvPr>
          <p:cNvSpPr>
            <a:spLocks noGrp="1"/>
          </p:cNvSpPr>
          <p:nvPr/>
        </p:nvSpPr>
        <p:spPr>
          <a:xfrm>
            <a:off x="657994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3" name="Circle">
            <a:extLst>
              <a:ext uri="{FF2B5EF4-FFF2-40B4-BE49-F238E27FC236}">
                <a16:creationId xmlns:a16="http://schemas.microsoft.com/office/drawing/2014/main" id="{623F1FB6-8E6F-491D-3E75-834C63C8761B}"/>
              </a:ext>
            </a:extLst>
          </p:cNvPr>
          <p:cNvSpPr>
            <a:spLocks noGrp="1"/>
          </p:cNvSpPr>
          <p:nvPr/>
        </p:nvSpPr>
        <p:spPr>
          <a:xfrm>
            <a:off x="7062157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4" name="Rounded Rectangle">
            <a:extLst>
              <a:ext uri="{FF2B5EF4-FFF2-40B4-BE49-F238E27FC236}">
                <a16:creationId xmlns:a16="http://schemas.microsoft.com/office/drawing/2014/main" id="{E3BFE492-2759-A57A-7A73-795FE0FA9400}"/>
              </a:ext>
            </a:extLst>
          </p:cNvPr>
          <p:cNvSpPr>
            <a:spLocks noGrp="1"/>
          </p:cNvSpPr>
          <p:nvPr/>
        </p:nvSpPr>
        <p:spPr>
          <a:xfrm>
            <a:off x="10371908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5" name="Circle">
            <a:extLst>
              <a:ext uri="{FF2B5EF4-FFF2-40B4-BE49-F238E27FC236}">
                <a16:creationId xmlns:a16="http://schemas.microsoft.com/office/drawing/2014/main" id="{AFBCAD7E-0E91-1526-67B8-EC44DF6788CF}"/>
              </a:ext>
            </a:extLst>
          </p:cNvPr>
          <p:cNvSpPr>
            <a:spLocks noGrp="1"/>
          </p:cNvSpPr>
          <p:nvPr/>
        </p:nvSpPr>
        <p:spPr>
          <a:xfrm>
            <a:off x="10854120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6" name="Rounded Rectangle">
            <a:extLst>
              <a:ext uri="{FF2B5EF4-FFF2-40B4-BE49-F238E27FC236}">
                <a16:creationId xmlns:a16="http://schemas.microsoft.com/office/drawing/2014/main" id="{2A33BD00-174A-6A84-95FA-19BC540C1427}"/>
              </a:ext>
            </a:extLst>
          </p:cNvPr>
          <p:cNvSpPr>
            <a:spLocks noGrp="1"/>
          </p:cNvSpPr>
          <p:nvPr/>
        </p:nvSpPr>
        <p:spPr>
          <a:xfrm>
            <a:off x="14163870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7" name="Circle">
            <a:extLst>
              <a:ext uri="{FF2B5EF4-FFF2-40B4-BE49-F238E27FC236}">
                <a16:creationId xmlns:a16="http://schemas.microsoft.com/office/drawing/2014/main" id="{A9097D89-E9C1-3F64-E50A-0E2EB342E564}"/>
              </a:ext>
            </a:extLst>
          </p:cNvPr>
          <p:cNvSpPr>
            <a:spLocks noGrp="1"/>
          </p:cNvSpPr>
          <p:nvPr/>
        </p:nvSpPr>
        <p:spPr>
          <a:xfrm>
            <a:off x="14646083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8" name="Rounded Rectangle">
            <a:extLst>
              <a:ext uri="{FF2B5EF4-FFF2-40B4-BE49-F238E27FC236}">
                <a16:creationId xmlns:a16="http://schemas.microsoft.com/office/drawing/2014/main" id="{316B824A-04B7-ECBB-D40F-AD1889C5DAA3}"/>
              </a:ext>
            </a:extLst>
          </p:cNvPr>
          <p:cNvSpPr>
            <a:spLocks noGrp="1"/>
          </p:cNvSpPr>
          <p:nvPr/>
        </p:nvSpPr>
        <p:spPr>
          <a:xfrm>
            <a:off x="1795583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9" name="Circle">
            <a:extLst>
              <a:ext uri="{FF2B5EF4-FFF2-40B4-BE49-F238E27FC236}">
                <a16:creationId xmlns:a16="http://schemas.microsoft.com/office/drawing/2014/main" id="{9B2E078A-A7BE-8D14-3202-D85AC5B3796B}"/>
              </a:ext>
            </a:extLst>
          </p:cNvPr>
          <p:cNvSpPr>
            <a:spLocks noGrp="1"/>
          </p:cNvSpPr>
          <p:nvPr/>
        </p:nvSpPr>
        <p:spPr>
          <a:xfrm>
            <a:off x="18438047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0" name="Rounded Rectangle">
            <a:extLst>
              <a:ext uri="{FF2B5EF4-FFF2-40B4-BE49-F238E27FC236}">
                <a16:creationId xmlns:a16="http://schemas.microsoft.com/office/drawing/2014/main" id="{E2BB8599-226F-1ED6-6A65-1C565C216653}"/>
              </a:ext>
            </a:extLst>
          </p:cNvPr>
          <p:cNvSpPr>
            <a:spLocks noGrp="1"/>
          </p:cNvSpPr>
          <p:nvPr/>
        </p:nvSpPr>
        <p:spPr>
          <a:xfrm>
            <a:off x="6579944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1" name="Circle">
            <a:extLst>
              <a:ext uri="{FF2B5EF4-FFF2-40B4-BE49-F238E27FC236}">
                <a16:creationId xmlns:a16="http://schemas.microsoft.com/office/drawing/2014/main" id="{A6AD41E1-D3E6-D7AA-6306-83F1D93EEE0E}"/>
              </a:ext>
            </a:extLst>
          </p:cNvPr>
          <p:cNvSpPr>
            <a:spLocks noGrp="1"/>
          </p:cNvSpPr>
          <p:nvPr/>
        </p:nvSpPr>
        <p:spPr>
          <a:xfrm>
            <a:off x="667967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2" name="Circle">
            <a:extLst>
              <a:ext uri="{FF2B5EF4-FFF2-40B4-BE49-F238E27FC236}">
                <a16:creationId xmlns:a16="http://schemas.microsoft.com/office/drawing/2014/main" id="{0433A656-6154-747E-2CE3-31B102519DA2}"/>
              </a:ext>
            </a:extLst>
          </p:cNvPr>
          <p:cNvSpPr>
            <a:spLocks noGrp="1"/>
          </p:cNvSpPr>
          <p:nvPr/>
        </p:nvSpPr>
        <p:spPr>
          <a:xfrm rot="10800000">
            <a:off x="7444641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3" name="Rounded Rectangle">
            <a:extLst>
              <a:ext uri="{FF2B5EF4-FFF2-40B4-BE49-F238E27FC236}">
                <a16:creationId xmlns:a16="http://schemas.microsoft.com/office/drawing/2014/main" id="{5FC137FD-F531-4951-39D7-1198BFC34E0B}"/>
              </a:ext>
            </a:extLst>
          </p:cNvPr>
          <p:cNvSpPr>
            <a:spLocks noGrp="1"/>
          </p:cNvSpPr>
          <p:nvPr/>
        </p:nvSpPr>
        <p:spPr>
          <a:xfrm>
            <a:off x="6579944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4" name="Circle">
            <a:extLst>
              <a:ext uri="{FF2B5EF4-FFF2-40B4-BE49-F238E27FC236}">
                <a16:creationId xmlns:a16="http://schemas.microsoft.com/office/drawing/2014/main" id="{24C6F20E-368B-9668-1A78-DCC6B7920ADC}"/>
              </a:ext>
            </a:extLst>
          </p:cNvPr>
          <p:cNvSpPr>
            <a:spLocks noGrp="1"/>
          </p:cNvSpPr>
          <p:nvPr/>
        </p:nvSpPr>
        <p:spPr>
          <a:xfrm>
            <a:off x="667967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5" name="Circle">
            <a:extLst>
              <a:ext uri="{FF2B5EF4-FFF2-40B4-BE49-F238E27FC236}">
                <a16:creationId xmlns:a16="http://schemas.microsoft.com/office/drawing/2014/main" id="{83016D6B-D484-F485-2802-B9A4EDE5015F}"/>
              </a:ext>
            </a:extLst>
          </p:cNvPr>
          <p:cNvSpPr>
            <a:spLocks noGrp="1"/>
          </p:cNvSpPr>
          <p:nvPr/>
        </p:nvSpPr>
        <p:spPr>
          <a:xfrm rot="10800000">
            <a:off x="744464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6" name="Circle">
            <a:extLst>
              <a:ext uri="{FF2B5EF4-FFF2-40B4-BE49-F238E27FC236}">
                <a16:creationId xmlns:a16="http://schemas.microsoft.com/office/drawing/2014/main" id="{8BBAD9CD-D9F1-43D1-CDBD-95471F24200B}"/>
              </a:ext>
            </a:extLst>
          </p:cNvPr>
          <p:cNvSpPr>
            <a:spLocks noGrp="1"/>
          </p:cNvSpPr>
          <p:nvPr/>
        </p:nvSpPr>
        <p:spPr>
          <a:xfrm rot="10800000">
            <a:off x="7062157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7" name="Rounded Rectangle">
            <a:extLst>
              <a:ext uri="{FF2B5EF4-FFF2-40B4-BE49-F238E27FC236}">
                <a16:creationId xmlns:a16="http://schemas.microsoft.com/office/drawing/2014/main" id="{57BCFB74-B6A8-C82B-E504-85663A0B66C2}"/>
              </a:ext>
            </a:extLst>
          </p:cNvPr>
          <p:cNvSpPr>
            <a:spLocks noGrp="1"/>
          </p:cNvSpPr>
          <p:nvPr/>
        </p:nvSpPr>
        <p:spPr>
          <a:xfrm>
            <a:off x="6579944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8" name="Circle">
            <a:extLst>
              <a:ext uri="{FF2B5EF4-FFF2-40B4-BE49-F238E27FC236}">
                <a16:creationId xmlns:a16="http://schemas.microsoft.com/office/drawing/2014/main" id="{CEFA9ED5-9A34-89A5-CCE0-D7ED7034B6F7}"/>
              </a:ext>
            </a:extLst>
          </p:cNvPr>
          <p:cNvSpPr>
            <a:spLocks noGrp="1"/>
          </p:cNvSpPr>
          <p:nvPr/>
        </p:nvSpPr>
        <p:spPr>
          <a:xfrm>
            <a:off x="667967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9" name="Circle">
            <a:extLst>
              <a:ext uri="{FF2B5EF4-FFF2-40B4-BE49-F238E27FC236}">
                <a16:creationId xmlns:a16="http://schemas.microsoft.com/office/drawing/2014/main" id="{47C341DF-B013-7B70-A2F7-70EBF5FF7C8E}"/>
              </a:ext>
            </a:extLst>
          </p:cNvPr>
          <p:cNvSpPr>
            <a:spLocks noGrp="1"/>
          </p:cNvSpPr>
          <p:nvPr/>
        </p:nvSpPr>
        <p:spPr>
          <a:xfrm rot="10800000">
            <a:off x="744464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0" name="Circle">
            <a:extLst>
              <a:ext uri="{FF2B5EF4-FFF2-40B4-BE49-F238E27FC236}">
                <a16:creationId xmlns:a16="http://schemas.microsoft.com/office/drawing/2014/main" id="{2ADD7B5C-D5ED-C724-254C-8BFCE64E9CAE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1" name="Circle">
            <a:extLst>
              <a:ext uri="{FF2B5EF4-FFF2-40B4-BE49-F238E27FC236}">
                <a16:creationId xmlns:a16="http://schemas.microsoft.com/office/drawing/2014/main" id="{B5B8C1F1-309B-C469-E567-7B5200DC0F9B}"/>
              </a:ext>
            </a:extLst>
          </p:cNvPr>
          <p:cNvSpPr>
            <a:spLocks noGrp="1"/>
          </p:cNvSpPr>
          <p:nvPr/>
        </p:nvSpPr>
        <p:spPr>
          <a:xfrm flipH="1">
            <a:off x="7444641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2" name="Rounded Rectangle">
            <a:extLst>
              <a:ext uri="{FF2B5EF4-FFF2-40B4-BE49-F238E27FC236}">
                <a16:creationId xmlns:a16="http://schemas.microsoft.com/office/drawing/2014/main" id="{22317779-433B-A29B-2A93-C52D48811B6A}"/>
              </a:ext>
            </a:extLst>
          </p:cNvPr>
          <p:cNvSpPr>
            <a:spLocks noGrp="1"/>
          </p:cNvSpPr>
          <p:nvPr/>
        </p:nvSpPr>
        <p:spPr>
          <a:xfrm>
            <a:off x="6579944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3" name="Circle">
            <a:extLst>
              <a:ext uri="{FF2B5EF4-FFF2-40B4-BE49-F238E27FC236}">
                <a16:creationId xmlns:a16="http://schemas.microsoft.com/office/drawing/2014/main" id="{3918997B-1F59-EEAC-087F-712ABC4A9DA9}"/>
              </a:ext>
            </a:extLst>
          </p:cNvPr>
          <p:cNvSpPr>
            <a:spLocks noGrp="1"/>
          </p:cNvSpPr>
          <p:nvPr/>
        </p:nvSpPr>
        <p:spPr>
          <a:xfrm>
            <a:off x="6679672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4" name="Circle">
            <a:extLst>
              <a:ext uri="{FF2B5EF4-FFF2-40B4-BE49-F238E27FC236}">
                <a16:creationId xmlns:a16="http://schemas.microsoft.com/office/drawing/2014/main" id="{34B6867A-33C9-9C55-7C22-33FA200064A5}"/>
              </a:ext>
            </a:extLst>
          </p:cNvPr>
          <p:cNvSpPr>
            <a:spLocks noGrp="1"/>
          </p:cNvSpPr>
          <p:nvPr/>
        </p:nvSpPr>
        <p:spPr>
          <a:xfrm rot="10800000">
            <a:off x="7444641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5" name="Circle">
            <a:extLst>
              <a:ext uri="{FF2B5EF4-FFF2-40B4-BE49-F238E27FC236}">
                <a16:creationId xmlns:a16="http://schemas.microsoft.com/office/drawing/2014/main" id="{942306F2-88AD-8243-918E-9A842F178937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6" name="Circle">
            <a:extLst>
              <a:ext uri="{FF2B5EF4-FFF2-40B4-BE49-F238E27FC236}">
                <a16:creationId xmlns:a16="http://schemas.microsoft.com/office/drawing/2014/main" id="{4FA04908-A888-B68D-C4E8-0E0D27FE0152}"/>
              </a:ext>
            </a:extLst>
          </p:cNvPr>
          <p:cNvSpPr>
            <a:spLocks noGrp="1"/>
          </p:cNvSpPr>
          <p:nvPr/>
        </p:nvSpPr>
        <p:spPr>
          <a:xfrm flipH="1">
            <a:off x="7444641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7" name="Circle">
            <a:extLst>
              <a:ext uri="{FF2B5EF4-FFF2-40B4-BE49-F238E27FC236}">
                <a16:creationId xmlns:a16="http://schemas.microsoft.com/office/drawing/2014/main" id="{DAA7D294-9265-1715-CC43-1B71120B068A}"/>
              </a:ext>
            </a:extLst>
          </p:cNvPr>
          <p:cNvSpPr>
            <a:spLocks noGrp="1"/>
          </p:cNvSpPr>
          <p:nvPr/>
        </p:nvSpPr>
        <p:spPr>
          <a:xfrm rot="10800000">
            <a:off x="7062157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8" name="Rounded Rectangle">
            <a:extLst>
              <a:ext uri="{FF2B5EF4-FFF2-40B4-BE49-F238E27FC236}">
                <a16:creationId xmlns:a16="http://schemas.microsoft.com/office/drawing/2014/main" id="{E64A4939-83CD-1776-70A8-73FE7F6CC728}"/>
              </a:ext>
            </a:extLst>
          </p:cNvPr>
          <p:cNvSpPr>
            <a:spLocks noGrp="1"/>
          </p:cNvSpPr>
          <p:nvPr/>
        </p:nvSpPr>
        <p:spPr>
          <a:xfrm>
            <a:off x="6579944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9" name="Circle">
            <a:extLst>
              <a:ext uri="{FF2B5EF4-FFF2-40B4-BE49-F238E27FC236}">
                <a16:creationId xmlns:a16="http://schemas.microsoft.com/office/drawing/2014/main" id="{BF5DDCB0-B820-87A5-5365-3C24F1AA5784}"/>
              </a:ext>
            </a:extLst>
          </p:cNvPr>
          <p:cNvSpPr>
            <a:spLocks noGrp="1"/>
          </p:cNvSpPr>
          <p:nvPr/>
        </p:nvSpPr>
        <p:spPr>
          <a:xfrm>
            <a:off x="6679672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0" name="Circle">
            <a:extLst>
              <a:ext uri="{FF2B5EF4-FFF2-40B4-BE49-F238E27FC236}">
                <a16:creationId xmlns:a16="http://schemas.microsoft.com/office/drawing/2014/main" id="{31347CC2-360E-9FD8-C499-6578067ECA91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1" name="Circle">
            <a:extLst>
              <a:ext uri="{FF2B5EF4-FFF2-40B4-BE49-F238E27FC236}">
                <a16:creationId xmlns:a16="http://schemas.microsoft.com/office/drawing/2014/main" id="{22E7896B-8F47-F0B5-A7A7-6909EE7A1412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2" name="Circle">
            <a:extLst>
              <a:ext uri="{FF2B5EF4-FFF2-40B4-BE49-F238E27FC236}">
                <a16:creationId xmlns:a16="http://schemas.microsoft.com/office/drawing/2014/main" id="{5E14A016-0087-3F1C-5CB5-E3F77FB36CE7}"/>
              </a:ext>
            </a:extLst>
          </p:cNvPr>
          <p:cNvSpPr>
            <a:spLocks noGrp="1"/>
          </p:cNvSpPr>
          <p:nvPr/>
        </p:nvSpPr>
        <p:spPr>
          <a:xfrm flipH="1">
            <a:off x="7444641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3" name="Circle">
            <a:extLst>
              <a:ext uri="{FF2B5EF4-FFF2-40B4-BE49-F238E27FC236}">
                <a16:creationId xmlns:a16="http://schemas.microsoft.com/office/drawing/2014/main" id="{8624E580-B18F-A101-3E79-57949276012C}"/>
              </a:ext>
            </a:extLst>
          </p:cNvPr>
          <p:cNvSpPr>
            <a:spLocks noGrp="1"/>
          </p:cNvSpPr>
          <p:nvPr/>
        </p:nvSpPr>
        <p:spPr>
          <a:xfrm rot="10800000">
            <a:off x="667967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4" name="Circle">
            <a:extLst>
              <a:ext uri="{FF2B5EF4-FFF2-40B4-BE49-F238E27FC236}">
                <a16:creationId xmlns:a16="http://schemas.microsoft.com/office/drawing/2014/main" id="{E30FEBB9-E568-4C0B-19E8-321FB9007B45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5" name="Rounded Rectangle">
            <a:extLst>
              <a:ext uri="{FF2B5EF4-FFF2-40B4-BE49-F238E27FC236}">
                <a16:creationId xmlns:a16="http://schemas.microsoft.com/office/drawing/2014/main" id="{E82ED742-ED42-29EF-59D6-DEE75F3FD211}"/>
              </a:ext>
            </a:extLst>
          </p:cNvPr>
          <p:cNvSpPr>
            <a:spLocks noGrp="1"/>
          </p:cNvSpPr>
          <p:nvPr/>
        </p:nvSpPr>
        <p:spPr>
          <a:xfrm>
            <a:off x="10371908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6" name="Circle">
            <a:extLst>
              <a:ext uri="{FF2B5EF4-FFF2-40B4-BE49-F238E27FC236}">
                <a16:creationId xmlns:a16="http://schemas.microsoft.com/office/drawing/2014/main" id="{9080C6B0-1367-C2A3-50D6-6BC3BECD0237}"/>
              </a:ext>
            </a:extLst>
          </p:cNvPr>
          <p:cNvSpPr>
            <a:spLocks noGrp="1"/>
          </p:cNvSpPr>
          <p:nvPr/>
        </p:nvSpPr>
        <p:spPr>
          <a:xfrm>
            <a:off x="10471635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7" name="Circle">
            <a:extLst>
              <a:ext uri="{FF2B5EF4-FFF2-40B4-BE49-F238E27FC236}">
                <a16:creationId xmlns:a16="http://schemas.microsoft.com/office/drawing/2014/main" id="{161601D4-A2B1-3F7E-E792-78649A20B8C0}"/>
              </a:ext>
            </a:extLst>
          </p:cNvPr>
          <p:cNvSpPr>
            <a:spLocks noGrp="1"/>
          </p:cNvSpPr>
          <p:nvPr/>
        </p:nvSpPr>
        <p:spPr>
          <a:xfrm rot="10800000">
            <a:off x="11236605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8" name="Rounded Rectangle">
            <a:extLst>
              <a:ext uri="{FF2B5EF4-FFF2-40B4-BE49-F238E27FC236}">
                <a16:creationId xmlns:a16="http://schemas.microsoft.com/office/drawing/2014/main" id="{E1158DDD-D949-9648-D28C-D0138DA9BDB0}"/>
              </a:ext>
            </a:extLst>
          </p:cNvPr>
          <p:cNvSpPr>
            <a:spLocks noGrp="1"/>
          </p:cNvSpPr>
          <p:nvPr/>
        </p:nvSpPr>
        <p:spPr>
          <a:xfrm>
            <a:off x="10371908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9" name="Circle">
            <a:extLst>
              <a:ext uri="{FF2B5EF4-FFF2-40B4-BE49-F238E27FC236}">
                <a16:creationId xmlns:a16="http://schemas.microsoft.com/office/drawing/2014/main" id="{52F49797-F771-7453-2992-B8FE20AC6935}"/>
              </a:ext>
            </a:extLst>
          </p:cNvPr>
          <p:cNvSpPr>
            <a:spLocks noGrp="1"/>
          </p:cNvSpPr>
          <p:nvPr/>
        </p:nvSpPr>
        <p:spPr>
          <a:xfrm>
            <a:off x="10471636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0" name="Circle">
            <a:extLst>
              <a:ext uri="{FF2B5EF4-FFF2-40B4-BE49-F238E27FC236}">
                <a16:creationId xmlns:a16="http://schemas.microsoft.com/office/drawing/2014/main" id="{327C726A-8151-0735-094F-6912DC40CA4F}"/>
              </a:ext>
            </a:extLst>
          </p:cNvPr>
          <p:cNvSpPr>
            <a:spLocks noGrp="1"/>
          </p:cNvSpPr>
          <p:nvPr/>
        </p:nvSpPr>
        <p:spPr>
          <a:xfrm rot="10800000">
            <a:off x="1123660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1" name="Circle">
            <a:extLst>
              <a:ext uri="{FF2B5EF4-FFF2-40B4-BE49-F238E27FC236}">
                <a16:creationId xmlns:a16="http://schemas.microsoft.com/office/drawing/2014/main" id="{23027BCC-3815-BA79-5789-DCDC0B1789C5}"/>
              </a:ext>
            </a:extLst>
          </p:cNvPr>
          <p:cNvSpPr>
            <a:spLocks noGrp="1"/>
          </p:cNvSpPr>
          <p:nvPr/>
        </p:nvSpPr>
        <p:spPr>
          <a:xfrm rot="10800000">
            <a:off x="10854120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2" name="Rounded Rectangle">
            <a:extLst>
              <a:ext uri="{FF2B5EF4-FFF2-40B4-BE49-F238E27FC236}">
                <a16:creationId xmlns:a16="http://schemas.microsoft.com/office/drawing/2014/main" id="{88697670-F694-F61E-160D-C33C1530C80D}"/>
              </a:ext>
            </a:extLst>
          </p:cNvPr>
          <p:cNvSpPr>
            <a:spLocks noGrp="1"/>
          </p:cNvSpPr>
          <p:nvPr/>
        </p:nvSpPr>
        <p:spPr>
          <a:xfrm>
            <a:off x="10371908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3" name="Circle">
            <a:extLst>
              <a:ext uri="{FF2B5EF4-FFF2-40B4-BE49-F238E27FC236}">
                <a16:creationId xmlns:a16="http://schemas.microsoft.com/office/drawing/2014/main" id="{B3CF4560-716F-A71A-6B7E-BD91970DCE11}"/>
              </a:ext>
            </a:extLst>
          </p:cNvPr>
          <p:cNvSpPr>
            <a:spLocks noGrp="1"/>
          </p:cNvSpPr>
          <p:nvPr/>
        </p:nvSpPr>
        <p:spPr>
          <a:xfrm>
            <a:off x="10471636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4" name="Circle">
            <a:extLst>
              <a:ext uri="{FF2B5EF4-FFF2-40B4-BE49-F238E27FC236}">
                <a16:creationId xmlns:a16="http://schemas.microsoft.com/office/drawing/2014/main" id="{248FCAF4-58B4-AF72-AB4F-CFB821438925}"/>
              </a:ext>
            </a:extLst>
          </p:cNvPr>
          <p:cNvSpPr>
            <a:spLocks noGrp="1"/>
          </p:cNvSpPr>
          <p:nvPr/>
        </p:nvSpPr>
        <p:spPr>
          <a:xfrm rot="10800000">
            <a:off x="1123660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5" name="Circle">
            <a:extLst>
              <a:ext uri="{FF2B5EF4-FFF2-40B4-BE49-F238E27FC236}">
                <a16:creationId xmlns:a16="http://schemas.microsoft.com/office/drawing/2014/main" id="{4129BF25-D691-5C1B-499C-E016B9D18614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6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6" name="Circle">
            <a:extLst>
              <a:ext uri="{FF2B5EF4-FFF2-40B4-BE49-F238E27FC236}">
                <a16:creationId xmlns:a16="http://schemas.microsoft.com/office/drawing/2014/main" id="{FB3556A1-BC12-623D-3056-B2879CC4E7EB}"/>
              </a:ext>
            </a:extLst>
          </p:cNvPr>
          <p:cNvSpPr>
            <a:spLocks noGrp="1"/>
          </p:cNvSpPr>
          <p:nvPr/>
        </p:nvSpPr>
        <p:spPr>
          <a:xfrm flipH="1">
            <a:off x="11236605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7" name="Rounded Rectangle">
            <a:extLst>
              <a:ext uri="{FF2B5EF4-FFF2-40B4-BE49-F238E27FC236}">
                <a16:creationId xmlns:a16="http://schemas.microsoft.com/office/drawing/2014/main" id="{57E7943D-BD8B-5EC2-F8C5-804912B6273B}"/>
              </a:ext>
            </a:extLst>
          </p:cNvPr>
          <p:cNvSpPr>
            <a:spLocks noGrp="1"/>
          </p:cNvSpPr>
          <p:nvPr/>
        </p:nvSpPr>
        <p:spPr>
          <a:xfrm>
            <a:off x="10371908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8" name="Circle">
            <a:extLst>
              <a:ext uri="{FF2B5EF4-FFF2-40B4-BE49-F238E27FC236}">
                <a16:creationId xmlns:a16="http://schemas.microsoft.com/office/drawing/2014/main" id="{FB7C6FEE-BB86-36F5-06B5-26E5AECC5271}"/>
              </a:ext>
            </a:extLst>
          </p:cNvPr>
          <p:cNvSpPr>
            <a:spLocks noGrp="1"/>
          </p:cNvSpPr>
          <p:nvPr/>
        </p:nvSpPr>
        <p:spPr>
          <a:xfrm>
            <a:off x="10471636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9" name="Circle">
            <a:extLst>
              <a:ext uri="{FF2B5EF4-FFF2-40B4-BE49-F238E27FC236}">
                <a16:creationId xmlns:a16="http://schemas.microsoft.com/office/drawing/2014/main" id="{AB442270-9C29-DA9E-A9C8-91C57484C8A9}"/>
              </a:ext>
            </a:extLst>
          </p:cNvPr>
          <p:cNvSpPr>
            <a:spLocks noGrp="1"/>
          </p:cNvSpPr>
          <p:nvPr/>
        </p:nvSpPr>
        <p:spPr>
          <a:xfrm rot="10800000">
            <a:off x="11236605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0" name="Circle">
            <a:extLst>
              <a:ext uri="{FF2B5EF4-FFF2-40B4-BE49-F238E27FC236}">
                <a16:creationId xmlns:a16="http://schemas.microsoft.com/office/drawing/2014/main" id="{FD5DD83C-C910-EFA5-9D74-384A8F72D941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6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1" name="Circle">
            <a:extLst>
              <a:ext uri="{FF2B5EF4-FFF2-40B4-BE49-F238E27FC236}">
                <a16:creationId xmlns:a16="http://schemas.microsoft.com/office/drawing/2014/main" id="{EB5C058C-36EC-12B0-7C97-7C56EEA38E12}"/>
              </a:ext>
            </a:extLst>
          </p:cNvPr>
          <p:cNvSpPr>
            <a:spLocks noGrp="1"/>
          </p:cNvSpPr>
          <p:nvPr/>
        </p:nvSpPr>
        <p:spPr>
          <a:xfrm flipH="1">
            <a:off x="11236605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2" name="Circle">
            <a:extLst>
              <a:ext uri="{FF2B5EF4-FFF2-40B4-BE49-F238E27FC236}">
                <a16:creationId xmlns:a16="http://schemas.microsoft.com/office/drawing/2014/main" id="{186639B4-FF56-97E9-5375-0E19178FA37A}"/>
              </a:ext>
            </a:extLst>
          </p:cNvPr>
          <p:cNvSpPr>
            <a:spLocks noGrp="1"/>
          </p:cNvSpPr>
          <p:nvPr/>
        </p:nvSpPr>
        <p:spPr>
          <a:xfrm rot="10800000">
            <a:off x="10854120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3" name="Rounded Rectangle">
            <a:extLst>
              <a:ext uri="{FF2B5EF4-FFF2-40B4-BE49-F238E27FC236}">
                <a16:creationId xmlns:a16="http://schemas.microsoft.com/office/drawing/2014/main" id="{61D46631-1D0E-27AE-7CE7-EF8F05F63423}"/>
              </a:ext>
            </a:extLst>
          </p:cNvPr>
          <p:cNvSpPr>
            <a:spLocks noGrp="1"/>
          </p:cNvSpPr>
          <p:nvPr/>
        </p:nvSpPr>
        <p:spPr>
          <a:xfrm>
            <a:off x="1037190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4" name="Circle">
            <a:extLst>
              <a:ext uri="{FF2B5EF4-FFF2-40B4-BE49-F238E27FC236}">
                <a16:creationId xmlns:a16="http://schemas.microsoft.com/office/drawing/2014/main" id="{C6BBB8F7-B612-F616-E0C9-6C7731780F8C}"/>
              </a:ext>
            </a:extLst>
          </p:cNvPr>
          <p:cNvSpPr>
            <a:spLocks noGrp="1"/>
          </p:cNvSpPr>
          <p:nvPr/>
        </p:nvSpPr>
        <p:spPr>
          <a:xfrm>
            <a:off x="10471636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5" name="Circle">
            <a:extLst>
              <a:ext uri="{FF2B5EF4-FFF2-40B4-BE49-F238E27FC236}">
                <a16:creationId xmlns:a16="http://schemas.microsoft.com/office/drawing/2014/main" id="{BBC3FF71-84D1-18BA-6893-D3C74FF4666A}"/>
              </a:ext>
            </a:extLst>
          </p:cNvPr>
          <p:cNvSpPr>
            <a:spLocks noGrp="1"/>
          </p:cNvSpPr>
          <p:nvPr/>
        </p:nvSpPr>
        <p:spPr>
          <a:xfrm rot="10800000">
            <a:off x="1123660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6" name="Circle">
            <a:extLst>
              <a:ext uri="{FF2B5EF4-FFF2-40B4-BE49-F238E27FC236}">
                <a16:creationId xmlns:a16="http://schemas.microsoft.com/office/drawing/2014/main" id="{3B65180C-20CC-EEC8-C3CF-092719994FAF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6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7" name="Circle">
            <a:extLst>
              <a:ext uri="{FF2B5EF4-FFF2-40B4-BE49-F238E27FC236}">
                <a16:creationId xmlns:a16="http://schemas.microsoft.com/office/drawing/2014/main" id="{2582F8E0-E8E0-274F-EBBC-2057597C1D49}"/>
              </a:ext>
            </a:extLst>
          </p:cNvPr>
          <p:cNvSpPr>
            <a:spLocks noGrp="1"/>
          </p:cNvSpPr>
          <p:nvPr/>
        </p:nvSpPr>
        <p:spPr>
          <a:xfrm flipH="1">
            <a:off x="11236605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8" name="Circle">
            <a:extLst>
              <a:ext uri="{FF2B5EF4-FFF2-40B4-BE49-F238E27FC236}">
                <a16:creationId xmlns:a16="http://schemas.microsoft.com/office/drawing/2014/main" id="{A12A8BD3-BC53-7C56-F321-B34D329D4ADD}"/>
              </a:ext>
            </a:extLst>
          </p:cNvPr>
          <p:cNvSpPr>
            <a:spLocks noGrp="1"/>
          </p:cNvSpPr>
          <p:nvPr/>
        </p:nvSpPr>
        <p:spPr>
          <a:xfrm rot="10800000">
            <a:off x="10471636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9" name="Circle">
            <a:extLst>
              <a:ext uri="{FF2B5EF4-FFF2-40B4-BE49-F238E27FC236}">
                <a16:creationId xmlns:a16="http://schemas.microsoft.com/office/drawing/2014/main" id="{5C933D20-62AC-B979-791D-25DE105E9C3B}"/>
              </a:ext>
            </a:extLst>
          </p:cNvPr>
          <p:cNvSpPr>
            <a:spLocks noGrp="1"/>
          </p:cNvSpPr>
          <p:nvPr/>
        </p:nvSpPr>
        <p:spPr>
          <a:xfrm rot="10800000">
            <a:off x="11236605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0" name="Rounded Rectangle">
            <a:extLst>
              <a:ext uri="{FF2B5EF4-FFF2-40B4-BE49-F238E27FC236}">
                <a16:creationId xmlns:a16="http://schemas.microsoft.com/office/drawing/2014/main" id="{ABECAFC7-28F6-656D-D118-BCD95A5DC463}"/>
              </a:ext>
            </a:extLst>
          </p:cNvPr>
          <p:cNvSpPr>
            <a:spLocks noGrp="1"/>
          </p:cNvSpPr>
          <p:nvPr/>
        </p:nvSpPr>
        <p:spPr>
          <a:xfrm>
            <a:off x="14163870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1" name="Circle">
            <a:extLst>
              <a:ext uri="{FF2B5EF4-FFF2-40B4-BE49-F238E27FC236}">
                <a16:creationId xmlns:a16="http://schemas.microsoft.com/office/drawing/2014/main" id="{E06167BD-C8C0-554C-97C6-79C07874FEE9}"/>
              </a:ext>
            </a:extLst>
          </p:cNvPr>
          <p:cNvSpPr>
            <a:spLocks noGrp="1"/>
          </p:cNvSpPr>
          <p:nvPr/>
        </p:nvSpPr>
        <p:spPr>
          <a:xfrm>
            <a:off x="14263598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2" name="Circle">
            <a:extLst>
              <a:ext uri="{FF2B5EF4-FFF2-40B4-BE49-F238E27FC236}">
                <a16:creationId xmlns:a16="http://schemas.microsoft.com/office/drawing/2014/main" id="{5E2E530F-AE23-6F57-5D46-C0F9C9A53568}"/>
              </a:ext>
            </a:extLst>
          </p:cNvPr>
          <p:cNvSpPr>
            <a:spLocks noGrp="1"/>
          </p:cNvSpPr>
          <p:nvPr/>
        </p:nvSpPr>
        <p:spPr>
          <a:xfrm rot="10800000">
            <a:off x="15028566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3" name="Rounded Rectangle">
            <a:extLst>
              <a:ext uri="{FF2B5EF4-FFF2-40B4-BE49-F238E27FC236}">
                <a16:creationId xmlns:a16="http://schemas.microsoft.com/office/drawing/2014/main" id="{8E0CEAAD-0B51-B600-DCC9-4839E89F4D28}"/>
              </a:ext>
            </a:extLst>
          </p:cNvPr>
          <p:cNvSpPr>
            <a:spLocks noGrp="1"/>
          </p:cNvSpPr>
          <p:nvPr/>
        </p:nvSpPr>
        <p:spPr>
          <a:xfrm>
            <a:off x="14163870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4" name="Circle">
            <a:extLst>
              <a:ext uri="{FF2B5EF4-FFF2-40B4-BE49-F238E27FC236}">
                <a16:creationId xmlns:a16="http://schemas.microsoft.com/office/drawing/2014/main" id="{33FC3252-BC1C-C686-604B-6784D3199402}"/>
              </a:ext>
            </a:extLst>
          </p:cNvPr>
          <p:cNvSpPr>
            <a:spLocks noGrp="1"/>
          </p:cNvSpPr>
          <p:nvPr/>
        </p:nvSpPr>
        <p:spPr>
          <a:xfrm>
            <a:off x="14263598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5" name="Circle">
            <a:extLst>
              <a:ext uri="{FF2B5EF4-FFF2-40B4-BE49-F238E27FC236}">
                <a16:creationId xmlns:a16="http://schemas.microsoft.com/office/drawing/2014/main" id="{D0B580A3-4F65-4017-9F95-9C1962B59BCA}"/>
              </a:ext>
            </a:extLst>
          </p:cNvPr>
          <p:cNvSpPr>
            <a:spLocks noGrp="1"/>
          </p:cNvSpPr>
          <p:nvPr/>
        </p:nvSpPr>
        <p:spPr>
          <a:xfrm rot="10800000">
            <a:off x="15028568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6" name="Circle">
            <a:extLst>
              <a:ext uri="{FF2B5EF4-FFF2-40B4-BE49-F238E27FC236}">
                <a16:creationId xmlns:a16="http://schemas.microsoft.com/office/drawing/2014/main" id="{F12AE6F5-85E6-99CF-50B0-51F7FB20DE97}"/>
              </a:ext>
            </a:extLst>
          </p:cNvPr>
          <p:cNvSpPr>
            <a:spLocks noGrp="1"/>
          </p:cNvSpPr>
          <p:nvPr/>
        </p:nvSpPr>
        <p:spPr>
          <a:xfrm rot="10800000">
            <a:off x="14646083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7" name="Rounded Rectangle">
            <a:extLst>
              <a:ext uri="{FF2B5EF4-FFF2-40B4-BE49-F238E27FC236}">
                <a16:creationId xmlns:a16="http://schemas.microsoft.com/office/drawing/2014/main" id="{F3B282EA-59F9-977F-2EED-9516FDAC75E9}"/>
              </a:ext>
            </a:extLst>
          </p:cNvPr>
          <p:cNvSpPr>
            <a:spLocks noGrp="1"/>
          </p:cNvSpPr>
          <p:nvPr/>
        </p:nvSpPr>
        <p:spPr>
          <a:xfrm>
            <a:off x="14163870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8" name="Circle">
            <a:extLst>
              <a:ext uri="{FF2B5EF4-FFF2-40B4-BE49-F238E27FC236}">
                <a16:creationId xmlns:a16="http://schemas.microsoft.com/office/drawing/2014/main" id="{1D9EC74A-4073-11E4-7F16-2B94ACC7EB5D}"/>
              </a:ext>
            </a:extLst>
          </p:cNvPr>
          <p:cNvSpPr>
            <a:spLocks noGrp="1"/>
          </p:cNvSpPr>
          <p:nvPr/>
        </p:nvSpPr>
        <p:spPr>
          <a:xfrm>
            <a:off x="14263598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9" name="Circle">
            <a:extLst>
              <a:ext uri="{FF2B5EF4-FFF2-40B4-BE49-F238E27FC236}">
                <a16:creationId xmlns:a16="http://schemas.microsoft.com/office/drawing/2014/main" id="{49B115FF-0697-F7D4-66C0-0BAB6F19B1AF}"/>
              </a:ext>
            </a:extLst>
          </p:cNvPr>
          <p:cNvSpPr>
            <a:spLocks noGrp="1"/>
          </p:cNvSpPr>
          <p:nvPr/>
        </p:nvSpPr>
        <p:spPr>
          <a:xfrm rot="10800000">
            <a:off x="15028568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0" name="Circle">
            <a:extLst>
              <a:ext uri="{FF2B5EF4-FFF2-40B4-BE49-F238E27FC236}">
                <a16:creationId xmlns:a16="http://schemas.microsoft.com/office/drawing/2014/main" id="{A25D9AF3-8D6E-B2A7-ECC2-6BAC0E32BBE8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8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1" name="Circle">
            <a:extLst>
              <a:ext uri="{FF2B5EF4-FFF2-40B4-BE49-F238E27FC236}">
                <a16:creationId xmlns:a16="http://schemas.microsoft.com/office/drawing/2014/main" id="{4760F464-D545-1F0B-6955-D19AF0AEBD3B}"/>
              </a:ext>
            </a:extLst>
          </p:cNvPr>
          <p:cNvSpPr>
            <a:spLocks noGrp="1"/>
          </p:cNvSpPr>
          <p:nvPr/>
        </p:nvSpPr>
        <p:spPr>
          <a:xfrm flipH="1">
            <a:off x="15028568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2" name="Rounded Rectangle">
            <a:extLst>
              <a:ext uri="{FF2B5EF4-FFF2-40B4-BE49-F238E27FC236}">
                <a16:creationId xmlns:a16="http://schemas.microsoft.com/office/drawing/2014/main" id="{DE096B11-A824-0CA5-2E72-7B7B712F9346}"/>
              </a:ext>
            </a:extLst>
          </p:cNvPr>
          <p:cNvSpPr>
            <a:spLocks noGrp="1"/>
          </p:cNvSpPr>
          <p:nvPr/>
        </p:nvSpPr>
        <p:spPr>
          <a:xfrm>
            <a:off x="14163870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3" name="Circle">
            <a:extLst>
              <a:ext uri="{FF2B5EF4-FFF2-40B4-BE49-F238E27FC236}">
                <a16:creationId xmlns:a16="http://schemas.microsoft.com/office/drawing/2014/main" id="{D8A3B366-3026-91F8-7E5E-6D85107D2BFD}"/>
              </a:ext>
            </a:extLst>
          </p:cNvPr>
          <p:cNvSpPr>
            <a:spLocks noGrp="1"/>
          </p:cNvSpPr>
          <p:nvPr/>
        </p:nvSpPr>
        <p:spPr>
          <a:xfrm>
            <a:off x="14263598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4" name="Circle">
            <a:extLst>
              <a:ext uri="{FF2B5EF4-FFF2-40B4-BE49-F238E27FC236}">
                <a16:creationId xmlns:a16="http://schemas.microsoft.com/office/drawing/2014/main" id="{1DC932E4-1982-AB99-6C43-8E6BE7EC420B}"/>
              </a:ext>
            </a:extLst>
          </p:cNvPr>
          <p:cNvSpPr>
            <a:spLocks noGrp="1"/>
          </p:cNvSpPr>
          <p:nvPr/>
        </p:nvSpPr>
        <p:spPr>
          <a:xfrm rot="10800000">
            <a:off x="15028568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5" name="Circle">
            <a:extLst>
              <a:ext uri="{FF2B5EF4-FFF2-40B4-BE49-F238E27FC236}">
                <a16:creationId xmlns:a16="http://schemas.microsoft.com/office/drawing/2014/main" id="{5F3C506F-A8CB-4F93-C10C-FC5692EF3476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8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6" name="Circle">
            <a:extLst>
              <a:ext uri="{FF2B5EF4-FFF2-40B4-BE49-F238E27FC236}">
                <a16:creationId xmlns:a16="http://schemas.microsoft.com/office/drawing/2014/main" id="{58CADEBE-EB42-DA52-F820-CE88377F9A38}"/>
              </a:ext>
            </a:extLst>
          </p:cNvPr>
          <p:cNvSpPr>
            <a:spLocks noGrp="1"/>
          </p:cNvSpPr>
          <p:nvPr/>
        </p:nvSpPr>
        <p:spPr>
          <a:xfrm flipH="1">
            <a:off x="15028568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7" name="Circle">
            <a:extLst>
              <a:ext uri="{FF2B5EF4-FFF2-40B4-BE49-F238E27FC236}">
                <a16:creationId xmlns:a16="http://schemas.microsoft.com/office/drawing/2014/main" id="{62434C00-161C-08CF-8273-8189BF21F088}"/>
              </a:ext>
            </a:extLst>
          </p:cNvPr>
          <p:cNvSpPr>
            <a:spLocks noGrp="1"/>
          </p:cNvSpPr>
          <p:nvPr/>
        </p:nvSpPr>
        <p:spPr>
          <a:xfrm rot="10800000">
            <a:off x="14646083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8" name="Rounded Rectangle">
            <a:extLst>
              <a:ext uri="{FF2B5EF4-FFF2-40B4-BE49-F238E27FC236}">
                <a16:creationId xmlns:a16="http://schemas.microsoft.com/office/drawing/2014/main" id="{3EB8BE93-F0D9-0158-FB89-534ABA80C704}"/>
              </a:ext>
            </a:extLst>
          </p:cNvPr>
          <p:cNvSpPr>
            <a:spLocks noGrp="1"/>
          </p:cNvSpPr>
          <p:nvPr/>
        </p:nvSpPr>
        <p:spPr>
          <a:xfrm>
            <a:off x="14163870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9" name="Circle">
            <a:extLst>
              <a:ext uri="{FF2B5EF4-FFF2-40B4-BE49-F238E27FC236}">
                <a16:creationId xmlns:a16="http://schemas.microsoft.com/office/drawing/2014/main" id="{49CE332A-B7B4-1AB0-82EB-2A0F5F3596C7}"/>
              </a:ext>
            </a:extLst>
          </p:cNvPr>
          <p:cNvSpPr>
            <a:spLocks noGrp="1"/>
          </p:cNvSpPr>
          <p:nvPr/>
        </p:nvSpPr>
        <p:spPr>
          <a:xfrm>
            <a:off x="14263598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0" name="Circle">
            <a:extLst>
              <a:ext uri="{FF2B5EF4-FFF2-40B4-BE49-F238E27FC236}">
                <a16:creationId xmlns:a16="http://schemas.microsoft.com/office/drawing/2014/main" id="{20F1FAC6-8A25-D5A9-AA74-756DD9ABE36D}"/>
              </a:ext>
            </a:extLst>
          </p:cNvPr>
          <p:cNvSpPr>
            <a:spLocks noGrp="1"/>
          </p:cNvSpPr>
          <p:nvPr/>
        </p:nvSpPr>
        <p:spPr>
          <a:xfrm rot="10800000">
            <a:off x="1502856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1" name="Circle">
            <a:extLst>
              <a:ext uri="{FF2B5EF4-FFF2-40B4-BE49-F238E27FC236}">
                <a16:creationId xmlns:a16="http://schemas.microsoft.com/office/drawing/2014/main" id="{2D087992-86C3-F006-ECB1-6AA7615FDA18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2" name="Circle">
            <a:extLst>
              <a:ext uri="{FF2B5EF4-FFF2-40B4-BE49-F238E27FC236}">
                <a16:creationId xmlns:a16="http://schemas.microsoft.com/office/drawing/2014/main" id="{4FB226D4-39ED-8D1A-6CF5-6863A50455B6}"/>
              </a:ext>
            </a:extLst>
          </p:cNvPr>
          <p:cNvSpPr>
            <a:spLocks noGrp="1"/>
          </p:cNvSpPr>
          <p:nvPr/>
        </p:nvSpPr>
        <p:spPr>
          <a:xfrm flipH="1">
            <a:off x="15028568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3" name="Circle">
            <a:extLst>
              <a:ext uri="{FF2B5EF4-FFF2-40B4-BE49-F238E27FC236}">
                <a16:creationId xmlns:a16="http://schemas.microsoft.com/office/drawing/2014/main" id="{90B0708F-FC16-6350-847A-05143621F799}"/>
              </a:ext>
            </a:extLst>
          </p:cNvPr>
          <p:cNvSpPr>
            <a:spLocks noGrp="1"/>
          </p:cNvSpPr>
          <p:nvPr/>
        </p:nvSpPr>
        <p:spPr>
          <a:xfrm rot="10800000">
            <a:off x="1426359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4" name="Circle">
            <a:extLst>
              <a:ext uri="{FF2B5EF4-FFF2-40B4-BE49-F238E27FC236}">
                <a16:creationId xmlns:a16="http://schemas.microsoft.com/office/drawing/2014/main" id="{EDF381E6-1838-51B2-2502-D6E01FFADE2F}"/>
              </a:ext>
            </a:extLst>
          </p:cNvPr>
          <p:cNvSpPr>
            <a:spLocks noGrp="1"/>
          </p:cNvSpPr>
          <p:nvPr/>
        </p:nvSpPr>
        <p:spPr>
          <a:xfrm rot="10800000">
            <a:off x="1502856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5" name="Rounded Rectangle">
            <a:extLst>
              <a:ext uri="{FF2B5EF4-FFF2-40B4-BE49-F238E27FC236}">
                <a16:creationId xmlns:a16="http://schemas.microsoft.com/office/drawing/2014/main" id="{88E1EEDF-3C40-F77F-0047-375EB8E20C09}"/>
              </a:ext>
            </a:extLst>
          </p:cNvPr>
          <p:cNvSpPr>
            <a:spLocks noGrp="1"/>
          </p:cNvSpPr>
          <p:nvPr/>
        </p:nvSpPr>
        <p:spPr>
          <a:xfrm>
            <a:off x="17955834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6" name="Circle">
            <a:extLst>
              <a:ext uri="{FF2B5EF4-FFF2-40B4-BE49-F238E27FC236}">
                <a16:creationId xmlns:a16="http://schemas.microsoft.com/office/drawing/2014/main" id="{81379229-E998-9F5F-5CDC-BCF6987555F1}"/>
              </a:ext>
            </a:extLst>
          </p:cNvPr>
          <p:cNvSpPr>
            <a:spLocks noGrp="1"/>
          </p:cNvSpPr>
          <p:nvPr/>
        </p:nvSpPr>
        <p:spPr>
          <a:xfrm>
            <a:off x="1805556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7" name="Circle">
            <a:extLst>
              <a:ext uri="{FF2B5EF4-FFF2-40B4-BE49-F238E27FC236}">
                <a16:creationId xmlns:a16="http://schemas.microsoft.com/office/drawing/2014/main" id="{114B2B1E-D2DC-62B0-25D5-F7EB86781C65}"/>
              </a:ext>
            </a:extLst>
          </p:cNvPr>
          <p:cNvSpPr>
            <a:spLocks noGrp="1"/>
          </p:cNvSpPr>
          <p:nvPr/>
        </p:nvSpPr>
        <p:spPr>
          <a:xfrm rot="10800000">
            <a:off x="18820530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8" name="Rounded Rectangle">
            <a:extLst>
              <a:ext uri="{FF2B5EF4-FFF2-40B4-BE49-F238E27FC236}">
                <a16:creationId xmlns:a16="http://schemas.microsoft.com/office/drawing/2014/main" id="{958125E1-2336-1242-F93C-7A9E847D7B77}"/>
              </a:ext>
            </a:extLst>
          </p:cNvPr>
          <p:cNvSpPr>
            <a:spLocks noGrp="1"/>
          </p:cNvSpPr>
          <p:nvPr/>
        </p:nvSpPr>
        <p:spPr>
          <a:xfrm>
            <a:off x="17955834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9" name="Circle">
            <a:extLst>
              <a:ext uri="{FF2B5EF4-FFF2-40B4-BE49-F238E27FC236}">
                <a16:creationId xmlns:a16="http://schemas.microsoft.com/office/drawing/2014/main" id="{4B7E5760-32BD-0180-A98D-38F8A7D88F4F}"/>
              </a:ext>
            </a:extLst>
          </p:cNvPr>
          <p:cNvSpPr>
            <a:spLocks noGrp="1"/>
          </p:cNvSpPr>
          <p:nvPr/>
        </p:nvSpPr>
        <p:spPr>
          <a:xfrm>
            <a:off x="1805556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0" name="Circle">
            <a:extLst>
              <a:ext uri="{FF2B5EF4-FFF2-40B4-BE49-F238E27FC236}">
                <a16:creationId xmlns:a16="http://schemas.microsoft.com/office/drawing/2014/main" id="{D6C63380-7459-770D-AC7B-9F0683F9DA1A}"/>
              </a:ext>
            </a:extLst>
          </p:cNvPr>
          <p:cNvSpPr>
            <a:spLocks noGrp="1"/>
          </p:cNvSpPr>
          <p:nvPr/>
        </p:nvSpPr>
        <p:spPr>
          <a:xfrm rot="10800000">
            <a:off x="18820532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1" name="Circle">
            <a:extLst>
              <a:ext uri="{FF2B5EF4-FFF2-40B4-BE49-F238E27FC236}">
                <a16:creationId xmlns:a16="http://schemas.microsoft.com/office/drawing/2014/main" id="{6B2870E4-8F24-3DD6-2247-F7581C083F9A}"/>
              </a:ext>
            </a:extLst>
          </p:cNvPr>
          <p:cNvSpPr>
            <a:spLocks noGrp="1"/>
          </p:cNvSpPr>
          <p:nvPr/>
        </p:nvSpPr>
        <p:spPr>
          <a:xfrm rot="10800000">
            <a:off x="18438047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2" name="Rounded Rectangle">
            <a:extLst>
              <a:ext uri="{FF2B5EF4-FFF2-40B4-BE49-F238E27FC236}">
                <a16:creationId xmlns:a16="http://schemas.microsoft.com/office/drawing/2014/main" id="{C5A0AA4D-30D0-5751-547C-ABB2303F77EB}"/>
              </a:ext>
            </a:extLst>
          </p:cNvPr>
          <p:cNvSpPr>
            <a:spLocks noGrp="1"/>
          </p:cNvSpPr>
          <p:nvPr/>
        </p:nvSpPr>
        <p:spPr>
          <a:xfrm>
            <a:off x="17955834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3" name="Circle">
            <a:extLst>
              <a:ext uri="{FF2B5EF4-FFF2-40B4-BE49-F238E27FC236}">
                <a16:creationId xmlns:a16="http://schemas.microsoft.com/office/drawing/2014/main" id="{9E1BCD14-C756-7BB3-9034-71ACC46FA432}"/>
              </a:ext>
            </a:extLst>
          </p:cNvPr>
          <p:cNvSpPr>
            <a:spLocks noGrp="1"/>
          </p:cNvSpPr>
          <p:nvPr/>
        </p:nvSpPr>
        <p:spPr>
          <a:xfrm>
            <a:off x="1805556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4" name="Circle">
            <a:extLst>
              <a:ext uri="{FF2B5EF4-FFF2-40B4-BE49-F238E27FC236}">
                <a16:creationId xmlns:a16="http://schemas.microsoft.com/office/drawing/2014/main" id="{63373502-FD3A-987D-7303-4D7A20D73F35}"/>
              </a:ext>
            </a:extLst>
          </p:cNvPr>
          <p:cNvSpPr>
            <a:spLocks noGrp="1"/>
          </p:cNvSpPr>
          <p:nvPr/>
        </p:nvSpPr>
        <p:spPr>
          <a:xfrm rot="10800000">
            <a:off x="18820532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5" name="Circle">
            <a:extLst>
              <a:ext uri="{FF2B5EF4-FFF2-40B4-BE49-F238E27FC236}">
                <a16:creationId xmlns:a16="http://schemas.microsoft.com/office/drawing/2014/main" id="{93DD4B37-28E9-CC9C-3763-F18C456EBD72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2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6" name="Circle">
            <a:extLst>
              <a:ext uri="{FF2B5EF4-FFF2-40B4-BE49-F238E27FC236}">
                <a16:creationId xmlns:a16="http://schemas.microsoft.com/office/drawing/2014/main" id="{EBA7E449-8C9A-9EDB-694B-77FF3F408EA1}"/>
              </a:ext>
            </a:extLst>
          </p:cNvPr>
          <p:cNvSpPr>
            <a:spLocks noGrp="1"/>
          </p:cNvSpPr>
          <p:nvPr/>
        </p:nvSpPr>
        <p:spPr>
          <a:xfrm flipH="1">
            <a:off x="1882053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7" name="Rounded Rectangle">
            <a:extLst>
              <a:ext uri="{FF2B5EF4-FFF2-40B4-BE49-F238E27FC236}">
                <a16:creationId xmlns:a16="http://schemas.microsoft.com/office/drawing/2014/main" id="{36B548DF-8C55-8777-7670-014BC28E7251}"/>
              </a:ext>
            </a:extLst>
          </p:cNvPr>
          <p:cNvSpPr>
            <a:spLocks noGrp="1"/>
          </p:cNvSpPr>
          <p:nvPr/>
        </p:nvSpPr>
        <p:spPr>
          <a:xfrm>
            <a:off x="17955834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8" name="Circle">
            <a:extLst>
              <a:ext uri="{FF2B5EF4-FFF2-40B4-BE49-F238E27FC236}">
                <a16:creationId xmlns:a16="http://schemas.microsoft.com/office/drawing/2014/main" id="{F39AFD8B-A634-093C-BF78-C32BCDBD9767}"/>
              </a:ext>
            </a:extLst>
          </p:cNvPr>
          <p:cNvSpPr>
            <a:spLocks noGrp="1"/>
          </p:cNvSpPr>
          <p:nvPr/>
        </p:nvSpPr>
        <p:spPr>
          <a:xfrm>
            <a:off x="18055562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9" name="Circle">
            <a:extLst>
              <a:ext uri="{FF2B5EF4-FFF2-40B4-BE49-F238E27FC236}">
                <a16:creationId xmlns:a16="http://schemas.microsoft.com/office/drawing/2014/main" id="{25DB71C9-F5EB-7DB7-D6A2-FF659B04FB6A}"/>
              </a:ext>
            </a:extLst>
          </p:cNvPr>
          <p:cNvSpPr>
            <a:spLocks noGrp="1"/>
          </p:cNvSpPr>
          <p:nvPr/>
        </p:nvSpPr>
        <p:spPr>
          <a:xfrm rot="10800000">
            <a:off x="18820532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0" name="Circle">
            <a:extLst>
              <a:ext uri="{FF2B5EF4-FFF2-40B4-BE49-F238E27FC236}">
                <a16:creationId xmlns:a16="http://schemas.microsoft.com/office/drawing/2014/main" id="{98DD8C6C-4588-B614-EE95-178F5FF4E8BB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2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1" name="Circle">
            <a:extLst>
              <a:ext uri="{FF2B5EF4-FFF2-40B4-BE49-F238E27FC236}">
                <a16:creationId xmlns:a16="http://schemas.microsoft.com/office/drawing/2014/main" id="{079CA17B-D083-6CA2-BC6A-E81402EBEC83}"/>
              </a:ext>
            </a:extLst>
          </p:cNvPr>
          <p:cNvSpPr>
            <a:spLocks noGrp="1"/>
          </p:cNvSpPr>
          <p:nvPr/>
        </p:nvSpPr>
        <p:spPr>
          <a:xfrm flipH="1">
            <a:off x="1882053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2" name="Circle">
            <a:extLst>
              <a:ext uri="{FF2B5EF4-FFF2-40B4-BE49-F238E27FC236}">
                <a16:creationId xmlns:a16="http://schemas.microsoft.com/office/drawing/2014/main" id="{6AE36EA8-0174-27C2-11ED-1C745043B7E6}"/>
              </a:ext>
            </a:extLst>
          </p:cNvPr>
          <p:cNvSpPr>
            <a:spLocks noGrp="1"/>
          </p:cNvSpPr>
          <p:nvPr/>
        </p:nvSpPr>
        <p:spPr>
          <a:xfrm rot="10800000">
            <a:off x="18438047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3" name="Rounded Rectangle">
            <a:extLst>
              <a:ext uri="{FF2B5EF4-FFF2-40B4-BE49-F238E27FC236}">
                <a16:creationId xmlns:a16="http://schemas.microsoft.com/office/drawing/2014/main" id="{67A668A8-0CE1-5940-A3BA-354E7BAF65C9}"/>
              </a:ext>
            </a:extLst>
          </p:cNvPr>
          <p:cNvSpPr>
            <a:spLocks noGrp="1"/>
          </p:cNvSpPr>
          <p:nvPr/>
        </p:nvSpPr>
        <p:spPr>
          <a:xfrm>
            <a:off x="17955834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4" name="Circle">
            <a:extLst>
              <a:ext uri="{FF2B5EF4-FFF2-40B4-BE49-F238E27FC236}">
                <a16:creationId xmlns:a16="http://schemas.microsoft.com/office/drawing/2014/main" id="{22B828EE-CA9C-19C8-60BB-7DEFAD906F03}"/>
              </a:ext>
            </a:extLst>
          </p:cNvPr>
          <p:cNvSpPr>
            <a:spLocks noGrp="1"/>
          </p:cNvSpPr>
          <p:nvPr/>
        </p:nvSpPr>
        <p:spPr>
          <a:xfrm>
            <a:off x="18055562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5" name="Circle">
            <a:extLst>
              <a:ext uri="{FF2B5EF4-FFF2-40B4-BE49-F238E27FC236}">
                <a16:creationId xmlns:a16="http://schemas.microsoft.com/office/drawing/2014/main" id="{91E227EA-11CF-06B7-E5E8-481842D1B400}"/>
              </a:ext>
            </a:extLst>
          </p:cNvPr>
          <p:cNvSpPr>
            <a:spLocks noGrp="1"/>
          </p:cNvSpPr>
          <p:nvPr/>
        </p:nvSpPr>
        <p:spPr>
          <a:xfrm rot="10800000">
            <a:off x="1882053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6" name="Circle">
            <a:extLst>
              <a:ext uri="{FF2B5EF4-FFF2-40B4-BE49-F238E27FC236}">
                <a16:creationId xmlns:a16="http://schemas.microsoft.com/office/drawing/2014/main" id="{CC2B8029-73ED-9AED-0E98-504261713037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7" name="Circle">
            <a:extLst>
              <a:ext uri="{FF2B5EF4-FFF2-40B4-BE49-F238E27FC236}">
                <a16:creationId xmlns:a16="http://schemas.microsoft.com/office/drawing/2014/main" id="{D8B9E707-070D-379F-0222-3D9DDBD4D001}"/>
              </a:ext>
            </a:extLst>
          </p:cNvPr>
          <p:cNvSpPr>
            <a:spLocks noGrp="1"/>
          </p:cNvSpPr>
          <p:nvPr/>
        </p:nvSpPr>
        <p:spPr>
          <a:xfrm flipH="1">
            <a:off x="18820532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8" name="Circle">
            <a:extLst>
              <a:ext uri="{FF2B5EF4-FFF2-40B4-BE49-F238E27FC236}">
                <a16:creationId xmlns:a16="http://schemas.microsoft.com/office/drawing/2014/main" id="{A3D4333B-08FE-FEAE-21E0-5DDF2A7AA0EB}"/>
              </a:ext>
            </a:extLst>
          </p:cNvPr>
          <p:cNvSpPr>
            <a:spLocks noGrp="1"/>
          </p:cNvSpPr>
          <p:nvPr/>
        </p:nvSpPr>
        <p:spPr>
          <a:xfrm rot="10800000">
            <a:off x="1805556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9" name="Circle">
            <a:extLst>
              <a:ext uri="{FF2B5EF4-FFF2-40B4-BE49-F238E27FC236}">
                <a16:creationId xmlns:a16="http://schemas.microsoft.com/office/drawing/2014/main" id="{4A7EDE2E-8D71-46DB-CCC6-24BA0267571C}"/>
              </a:ext>
            </a:extLst>
          </p:cNvPr>
          <p:cNvSpPr>
            <a:spLocks noGrp="1"/>
          </p:cNvSpPr>
          <p:nvPr/>
        </p:nvSpPr>
        <p:spPr>
          <a:xfrm rot="10800000">
            <a:off x="1882053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1" name="Rounded Rectangle">
            <a:extLst>
              <a:ext uri="{FF2B5EF4-FFF2-40B4-BE49-F238E27FC236}">
                <a16:creationId xmlns:a16="http://schemas.microsoft.com/office/drawing/2014/main" id="{FC18D4F7-276E-A11A-D253-D6341B80E332}"/>
              </a:ext>
            </a:extLst>
          </p:cNvPr>
          <p:cNvSpPr>
            <a:spLocks noGrp="1"/>
          </p:cNvSpPr>
          <p:nvPr/>
        </p:nvSpPr>
        <p:spPr>
          <a:xfrm>
            <a:off x="20326016" y="1237658"/>
            <a:ext cx="1270000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2" name="Circle">
            <a:extLst>
              <a:ext uri="{FF2B5EF4-FFF2-40B4-BE49-F238E27FC236}">
                <a16:creationId xmlns:a16="http://schemas.microsoft.com/office/drawing/2014/main" id="{0A0C8DC6-EA81-38C5-EA43-1859CD3D33C4}"/>
              </a:ext>
            </a:extLst>
          </p:cNvPr>
          <p:cNvSpPr>
            <a:spLocks noGrp="1"/>
          </p:cNvSpPr>
          <p:nvPr/>
        </p:nvSpPr>
        <p:spPr>
          <a:xfrm>
            <a:off x="20425743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3" name="Circle">
            <a:extLst>
              <a:ext uri="{FF2B5EF4-FFF2-40B4-BE49-F238E27FC236}">
                <a16:creationId xmlns:a16="http://schemas.microsoft.com/office/drawing/2014/main" id="{BC8F0B0D-B58A-0DF4-B5ED-EFEF5A0F92D7}"/>
              </a:ext>
            </a:extLst>
          </p:cNvPr>
          <p:cNvSpPr>
            <a:spLocks noGrp="1"/>
          </p:cNvSpPr>
          <p:nvPr/>
        </p:nvSpPr>
        <p:spPr>
          <a:xfrm rot="10800000">
            <a:off x="21190713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4" name="Circle">
            <a:extLst>
              <a:ext uri="{FF2B5EF4-FFF2-40B4-BE49-F238E27FC236}">
                <a16:creationId xmlns:a16="http://schemas.microsoft.com/office/drawing/2014/main" id="{10389D26-A00F-EB2F-A3E7-50EABBDE6C54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3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5" name="Circle">
            <a:extLst>
              <a:ext uri="{FF2B5EF4-FFF2-40B4-BE49-F238E27FC236}">
                <a16:creationId xmlns:a16="http://schemas.microsoft.com/office/drawing/2014/main" id="{5F315220-7232-D123-ED29-EAD071D3FD23}"/>
              </a:ext>
            </a:extLst>
          </p:cNvPr>
          <p:cNvSpPr>
            <a:spLocks noGrp="1"/>
          </p:cNvSpPr>
          <p:nvPr/>
        </p:nvSpPr>
        <p:spPr>
          <a:xfrm flipH="1">
            <a:off x="21190713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6" name="Circle">
            <a:extLst>
              <a:ext uri="{FF2B5EF4-FFF2-40B4-BE49-F238E27FC236}">
                <a16:creationId xmlns:a16="http://schemas.microsoft.com/office/drawing/2014/main" id="{ECD0D849-6E73-5134-301E-4A18B60B9F12}"/>
              </a:ext>
            </a:extLst>
          </p:cNvPr>
          <p:cNvSpPr>
            <a:spLocks noGrp="1"/>
          </p:cNvSpPr>
          <p:nvPr/>
        </p:nvSpPr>
        <p:spPr>
          <a:xfrm rot="10800000">
            <a:off x="20425743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7" name="Circle">
            <a:extLst>
              <a:ext uri="{FF2B5EF4-FFF2-40B4-BE49-F238E27FC236}">
                <a16:creationId xmlns:a16="http://schemas.microsoft.com/office/drawing/2014/main" id="{27AD5716-EC50-D79B-2766-3AF196BC3250}"/>
              </a:ext>
            </a:extLst>
          </p:cNvPr>
          <p:cNvSpPr>
            <a:spLocks noGrp="1"/>
          </p:cNvSpPr>
          <p:nvPr/>
        </p:nvSpPr>
        <p:spPr>
          <a:xfrm rot="10800000">
            <a:off x="21190713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8" name="Rounded Rectangle">
            <a:extLst>
              <a:ext uri="{FF2B5EF4-FFF2-40B4-BE49-F238E27FC236}">
                <a16:creationId xmlns:a16="http://schemas.microsoft.com/office/drawing/2014/main" id="{415446DF-099E-318F-24D1-736429382C80}"/>
              </a:ext>
            </a:extLst>
          </p:cNvPr>
          <p:cNvSpPr>
            <a:spLocks noGrp="1"/>
          </p:cNvSpPr>
          <p:nvPr/>
        </p:nvSpPr>
        <p:spPr>
          <a:xfrm>
            <a:off x="20326017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9" name="Circle">
            <a:extLst>
              <a:ext uri="{FF2B5EF4-FFF2-40B4-BE49-F238E27FC236}">
                <a16:creationId xmlns:a16="http://schemas.microsoft.com/office/drawing/2014/main" id="{8DAB05DB-0E79-6F28-A785-68BFFB48EE81}"/>
              </a:ext>
            </a:extLst>
          </p:cNvPr>
          <p:cNvSpPr>
            <a:spLocks noGrp="1"/>
          </p:cNvSpPr>
          <p:nvPr/>
        </p:nvSpPr>
        <p:spPr>
          <a:xfrm>
            <a:off x="20425744" y="4090379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0" name="Circle">
            <a:extLst>
              <a:ext uri="{FF2B5EF4-FFF2-40B4-BE49-F238E27FC236}">
                <a16:creationId xmlns:a16="http://schemas.microsoft.com/office/drawing/2014/main" id="{76A26B6B-37DE-2525-52C2-229E01ADEA69}"/>
              </a:ext>
            </a:extLst>
          </p:cNvPr>
          <p:cNvSpPr>
            <a:spLocks noGrp="1"/>
          </p:cNvSpPr>
          <p:nvPr/>
        </p:nvSpPr>
        <p:spPr>
          <a:xfrm rot="10800000">
            <a:off x="21190715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1" name="Circle">
            <a:extLst>
              <a:ext uri="{FF2B5EF4-FFF2-40B4-BE49-F238E27FC236}">
                <a16:creationId xmlns:a16="http://schemas.microsoft.com/office/drawing/2014/main" id="{2D708F3B-59C4-59FC-6AAE-B98987481088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4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2" name="Circle">
            <a:extLst>
              <a:ext uri="{FF2B5EF4-FFF2-40B4-BE49-F238E27FC236}">
                <a16:creationId xmlns:a16="http://schemas.microsoft.com/office/drawing/2014/main" id="{889A64C5-0C70-9BA2-40E8-A5FF2A242DA2}"/>
              </a:ext>
            </a:extLst>
          </p:cNvPr>
          <p:cNvSpPr>
            <a:spLocks noGrp="1"/>
          </p:cNvSpPr>
          <p:nvPr/>
        </p:nvSpPr>
        <p:spPr>
          <a:xfrm flipH="1">
            <a:off x="21190715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3" name="Circle">
            <a:extLst>
              <a:ext uri="{FF2B5EF4-FFF2-40B4-BE49-F238E27FC236}">
                <a16:creationId xmlns:a16="http://schemas.microsoft.com/office/drawing/2014/main" id="{4439A3BE-8874-2BC9-AC07-8AD68DA1CE1F}"/>
              </a:ext>
            </a:extLst>
          </p:cNvPr>
          <p:cNvSpPr>
            <a:spLocks noGrp="1"/>
          </p:cNvSpPr>
          <p:nvPr/>
        </p:nvSpPr>
        <p:spPr>
          <a:xfrm rot="10800000">
            <a:off x="20425744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4" name="Circle">
            <a:extLst>
              <a:ext uri="{FF2B5EF4-FFF2-40B4-BE49-F238E27FC236}">
                <a16:creationId xmlns:a16="http://schemas.microsoft.com/office/drawing/2014/main" id="{562D6035-590E-1B1C-9632-6A7AAAF69238}"/>
              </a:ext>
            </a:extLst>
          </p:cNvPr>
          <p:cNvSpPr>
            <a:spLocks noGrp="1"/>
          </p:cNvSpPr>
          <p:nvPr/>
        </p:nvSpPr>
        <p:spPr>
          <a:xfrm rot="10800000">
            <a:off x="21190715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5" name="Rounded Rectangle">
            <a:extLst>
              <a:ext uri="{FF2B5EF4-FFF2-40B4-BE49-F238E27FC236}">
                <a16:creationId xmlns:a16="http://schemas.microsoft.com/office/drawing/2014/main" id="{2B786B0B-89E5-470A-7FD6-314BC652252E}"/>
              </a:ext>
            </a:extLst>
          </p:cNvPr>
          <p:cNvSpPr>
            <a:spLocks noGrp="1"/>
          </p:cNvSpPr>
          <p:nvPr/>
        </p:nvSpPr>
        <p:spPr>
          <a:xfrm>
            <a:off x="20326017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6" name="Circle">
            <a:extLst>
              <a:ext uri="{FF2B5EF4-FFF2-40B4-BE49-F238E27FC236}">
                <a16:creationId xmlns:a16="http://schemas.microsoft.com/office/drawing/2014/main" id="{6A8C6F0F-70D6-9901-BA8F-E7DDB726FB44}"/>
              </a:ext>
            </a:extLst>
          </p:cNvPr>
          <p:cNvSpPr>
            <a:spLocks noGrp="1"/>
          </p:cNvSpPr>
          <p:nvPr/>
        </p:nvSpPr>
        <p:spPr>
          <a:xfrm>
            <a:off x="20425744" y="608451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7" name="Circle">
            <a:extLst>
              <a:ext uri="{FF2B5EF4-FFF2-40B4-BE49-F238E27FC236}">
                <a16:creationId xmlns:a16="http://schemas.microsoft.com/office/drawing/2014/main" id="{9837C48C-F704-4631-7E36-D9154B350F0D}"/>
              </a:ext>
            </a:extLst>
          </p:cNvPr>
          <p:cNvSpPr>
            <a:spLocks noGrp="1"/>
          </p:cNvSpPr>
          <p:nvPr/>
        </p:nvSpPr>
        <p:spPr>
          <a:xfrm rot="10800000">
            <a:off x="2119071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8" name="Circle">
            <a:extLst>
              <a:ext uri="{FF2B5EF4-FFF2-40B4-BE49-F238E27FC236}">
                <a16:creationId xmlns:a16="http://schemas.microsoft.com/office/drawing/2014/main" id="{1012D40C-D56E-0474-52BD-2E404E5E14B3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4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9" name="Circle">
            <a:extLst>
              <a:ext uri="{FF2B5EF4-FFF2-40B4-BE49-F238E27FC236}">
                <a16:creationId xmlns:a16="http://schemas.microsoft.com/office/drawing/2014/main" id="{B0E81773-7183-DCE3-ED5C-198C5C469D22}"/>
              </a:ext>
            </a:extLst>
          </p:cNvPr>
          <p:cNvSpPr>
            <a:spLocks noGrp="1"/>
          </p:cNvSpPr>
          <p:nvPr/>
        </p:nvSpPr>
        <p:spPr>
          <a:xfrm flipH="1">
            <a:off x="21190715" y="608451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0" name="Circle">
            <a:extLst>
              <a:ext uri="{FF2B5EF4-FFF2-40B4-BE49-F238E27FC236}">
                <a16:creationId xmlns:a16="http://schemas.microsoft.com/office/drawing/2014/main" id="{6B0F2478-7DC0-1012-EF80-23A84C6DEEF2}"/>
              </a:ext>
            </a:extLst>
          </p:cNvPr>
          <p:cNvSpPr>
            <a:spLocks noGrp="1"/>
          </p:cNvSpPr>
          <p:nvPr/>
        </p:nvSpPr>
        <p:spPr>
          <a:xfrm rot="10800000">
            <a:off x="20425744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1" name="Circle">
            <a:extLst>
              <a:ext uri="{FF2B5EF4-FFF2-40B4-BE49-F238E27FC236}">
                <a16:creationId xmlns:a16="http://schemas.microsoft.com/office/drawing/2014/main" id="{CCE29076-B044-E433-CA38-302C0D0D1ABA}"/>
              </a:ext>
            </a:extLst>
          </p:cNvPr>
          <p:cNvSpPr>
            <a:spLocks noGrp="1"/>
          </p:cNvSpPr>
          <p:nvPr/>
        </p:nvSpPr>
        <p:spPr>
          <a:xfrm rot="10800000">
            <a:off x="21190715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2" name="Rounded Rectangle">
            <a:extLst>
              <a:ext uri="{FF2B5EF4-FFF2-40B4-BE49-F238E27FC236}">
                <a16:creationId xmlns:a16="http://schemas.microsoft.com/office/drawing/2014/main" id="{2897F5B6-67AB-5F1C-AF4E-3ABB8AD1535A}"/>
              </a:ext>
            </a:extLst>
          </p:cNvPr>
          <p:cNvSpPr>
            <a:spLocks noGrp="1"/>
          </p:cNvSpPr>
          <p:nvPr/>
        </p:nvSpPr>
        <p:spPr>
          <a:xfrm>
            <a:off x="20326017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3" name="Circle">
            <a:extLst>
              <a:ext uri="{FF2B5EF4-FFF2-40B4-BE49-F238E27FC236}">
                <a16:creationId xmlns:a16="http://schemas.microsoft.com/office/drawing/2014/main" id="{D6AFB991-BE6C-3323-E7A7-54E18B24514B}"/>
              </a:ext>
            </a:extLst>
          </p:cNvPr>
          <p:cNvSpPr>
            <a:spLocks noGrp="1"/>
          </p:cNvSpPr>
          <p:nvPr/>
        </p:nvSpPr>
        <p:spPr>
          <a:xfrm>
            <a:off x="2042574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4" name="Circle">
            <a:extLst>
              <a:ext uri="{FF2B5EF4-FFF2-40B4-BE49-F238E27FC236}">
                <a16:creationId xmlns:a16="http://schemas.microsoft.com/office/drawing/2014/main" id="{1C5C9E2A-F5C5-ED11-30AB-C3F6223D6703}"/>
              </a:ext>
            </a:extLst>
          </p:cNvPr>
          <p:cNvSpPr>
            <a:spLocks noGrp="1"/>
          </p:cNvSpPr>
          <p:nvPr/>
        </p:nvSpPr>
        <p:spPr>
          <a:xfrm rot="10800000">
            <a:off x="2119071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5" name="Circle">
            <a:extLst>
              <a:ext uri="{FF2B5EF4-FFF2-40B4-BE49-F238E27FC236}">
                <a16:creationId xmlns:a16="http://schemas.microsoft.com/office/drawing/2014/main" id="{C4AAF9B0-B37A-BD1A-101E-CF55735A4968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4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6" name="Circle">
            <a:extLst>
              <a:ext uri="{FF2B5EF4-FFF2-40B4-BE49-F238E27FC236}">
                <a16:creationId xmlns:a16="http://schemas.microsoft.com/office/drawing/2014/main" id="{6AD88057-61CC-6540-7465-D34F510FFDE9}"/>
              </a:ext>
            </a:extLst>
          </p:cNvPr>
          <p:cNvSpPr>
            <a:spLocks noGrp="1"/>
          </p:cNvSpPr>
          <p:nvPr/>
        </p:nvSpPr>
        <p:spPr>
          <a:xfrm flipH="1">
            <a:off x="21190715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7" name="Circle">
            <a:extLst>
              <a:ext uri="{FF2B5EF4-FFF2-40B4-BE49-F238E27FC236}">
                <a16:creationId xmlns:a16="http://schemas.microsoft.com/office/drawing/2014/main" id="{0589105C-AD32-168D-AAE2-2CEEF32E597E}"/>
              </a:ext>
            </a:extLst>
          </p:cNvPr>
          <p:cNvSpPr>
            <a:spLocks noGrp="1"/>
          </p:cNvSpPr>
          <p:nvPr/>
        </p:nvSpPr>
        <p:spPr>
          <a:xfrm rot="10800000">
            <a:off x="20425744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8" name="Circle">
            <a:extLst>
              <a:ext uri="{FF2B5EF4-FFF2-40B4-BE49-F238E27FC236}">
                <a16:creationId xmlns:a16="http://schemas.microsoft.com/office/drawing/2014/main" id="{B9F198F5-6341-0420-4765-5F09F2E6EE5E}"/>
              </a:ext>
            </a:extLst>
          </p:cNvPr>
          <p:cNvSpPr>
            <a:spLocks noGrp="1"/>
          </p:cNvSpPr>
          <p:nvPr/>
        </p:nvSpPr>
        <p:spPr>
          <a:xfrm rot="10800000">
            <a:off x="21190715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9" name="Rounded Rectangle">
            <a:extLst>
              <a:ext uri="{FF2B5EF4-FFF2-40B4-BE49-F238E27FC236}">
                <a16:creationId xmlns:a16="http://schemas.microsoft.com/office/drawing/2014/main" id="{A3D58757-95EF-C957-F5C8-363DEC42417B}"/>
              </a:ext>
            </a:extLst>
          </p:cNvPr>
          <p:cNvSpPr>
            <a:spLocks noGrp="1"/>
          </p:cNvSpPr>
          <p:nvPr/>
        </p:nvSpPr>
        <p:spPr>
          <a:xfrm>
            <a:off x="20326017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0" name="Circle">
            <a:extLst>
              <a:ext uri="{FF2B5EF4-FFF2-40B4-BE49-F238E27FC236}">
                <a16:creationId xmlns:a16="http://schemas.microsoft.com/office/drawing/2014/main" id="{D086F1F5-E7DA-EDA7-3D7E-AFF2EEBA6B9A}"/>
              </a:ext>
            </a:extLst>
          </p:cNvPr>
          <p:cNvSpPr>
            <a:spLocks noGrp="1"/>
          </p:cNvSpPr>
          <p:nvPr/>
        </p:nvSpPr>
        <p:spPr>
          <a:xfrm>
            <a:off x="20425744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1" name="Circle">
            <a:extLst>
              <a:ext uri="{FF2B5EF4-FFF2-40B4-BE49-F238E27FC236}">
                <a16:creationId xmlns:a16="http://schemas.microsoft.com/office/drawing/2014/main" id="{16B76341-40AC-4AA8-2E5C-747AD72A42E1}"/>
              </a:ext>
            </a:extLst>
          </p:cNvPr>
          <p:cNvSpPr>
            <a:spLocks noGrp="1"/>
          </p:cNvSpPr>
          <p:nvPr/>
        </p:nvSpPr>
        <p:spPr>
          <a:xfrm rot="10800000">
            <a:off x="21190715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2" name="Circle">
            <a:extLst>
              <a:ext uri="{FF2B5EF4-FFF2-40B4-BE49-F238E27FC236}">
                <a16:creationId xmlns:a16="http://schemas.microsoft.com/office/drawing/2014/main" id="{57EF47FC-5A8A-430F-BDD3-95A7C96E7E79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4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3" name="Circle">
            <a:extLst>
              <a:ext uri="{FF2B5EF4-FFF2-40B4-BE49-F238E27FC236}">
                <a16:creationId xmlns:a16="http://schemas.microsoft.com/office/drawing/2014/main" id="{629A75F8-C776-7D7B-E63E-C908CCC26CF1}"/>
              </a:ext>
            </a:extLst>
          </p:cNvPr>
          <p:cNvSpPr>
            <a:spLocks noGrp="1"/>
          </p:cNvSpPr>
          <p:nvPr/>
        </p:nvSpPr>
        <p:spPr>
          <a:xfrm flipH="1">
            <a:off x="21190715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4" name="Circle">
            <a:extLst>
              <a:ext uri="{FF2B5EF4-FFF2-40B4-BE49-F238E27FC236}">
                <a16:creationId xmlns:a16="http://schemas.microsoft.com/office/drawing/2014/main" id="{F3BE039D-DD17-8936-13EE-DF9F72631F99}"/>
              </a:ext>
            </a:extLst>
          </p:cNvPr>
          <p:cNvSpPr>
            <a:spLocks noGrp="1"/>
          </p:cNvSpPr>
          <p:nvPr/>
        </p:nvSpPr>
        <p:spPr>
          <a:xfrm rot="10800000">
            <a:off x="20425744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5" name="Circle">
            <a:extLst>
              <a:ext uri="{FF2B5EF4-FFF2-40B4-BE49-F238E27FC236}">
                <a16:creationId xmlns:a16="http://schemas.microsoft.com/office/drawing/2014/main" id="{F36A5743-545F-EBFE-F152-4077D9D33856}"/>
              </a:ext>
            </a:extLst>
          </p:cNvPr>
          <p:cNvSpPr>
            <a:spLocks noGrp="1"/>
          </p:cNvSpPr>
          <p:nvPr/>
        </p:nvSpPr>
        <p:spPr>
          <a:xfrm rot="10800000">
            <a:off x="21190715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6" name="Rounded Rectangle">
            <a:extLst>
              <a:ext uri="{FF2B5EF4-FFF2-40B4-BE49-F238E27FC236}">
                <a16:creationId xmlns:a16="http://schemas.microsoft.com/office/drawing/2014/main" id="{1CFD74F3-ED5B-90EB-6348-ADA1384DDADC}"/>
              </a:ext>
            </a:extLst>
          </p:cNvPr>
          <p:cNvSpPr>
            <a:spLocks noGrp="1"/>
          </p:cNvSpPr>
          <p:nvPr/>
        </p:nvSpPr>
        <p:spPr>
          <a:xfrm>
            <a:off x="21747796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7" name="Circle">
            <a:extLst>
              <a:ext uri="{FF2B5EF4-FFF2-40B4-BE49-F238E27FC236}">
                <a16:creationId xmlns:a16="http://schemas.microsoft.com/office/drawing/2014/main" id="{02985728-F4F2-33A0-8280-73F098955D35}"/>
              </a:ext>
            </a:extLst>
          </p:cNvPr>
          <p:cNvSpPr>
            <a:spLocks noGrp="1"/>
          </p:cNvSpPr>
          <p:nvPr/>
        </p:nvSpPr>
        <p:spPr>
          <a:xfrm>
            <a:off x="22230009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8" name="Rounded Rectangle">
            <a:extLst>
              <a:ext uri="{FF2B5EF4-FFF2-40B4-BE49-F238E27FC236}">
                <a16:creationId xmlns:a16="http://schemas.microsoft.com/office/drawing/2014/main" id="{9E32E6B6-1C41-0E20-D2F3-A7FE19D76FA7}"/>
              </a:ext>
            </a:extLst>
          </p:cNvPr>
          <p:cNvSpPr>
            <a:spLocks noGrp="1"/>
          </p:cNvSpPr>
          <p:nvPr/>
        </p:nvSpPr>
        <p:spPr>
          <a:xfrm>
            <a:off x="21747796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9" name="Circle">
            <a:extLst>
              <a:ext uri="{FF2B5EF4-FFF2-40B4-BE49-F238E27FC236}">
                <a16:creationId xmlns:a16="http://schemas.microsoft.com/office/drawing/2014/main" id="{43BA8F92-632A-B79D-9540-9A181AD73FE5}"/>
              </a:ext>
            </a:extLst>
          </p:cNvPr>
          <p:cNvSpPr>
            <a:spLocks noGrp="1"/>
          </p:cNvSpPr>
          <p:nvPr/>
        </p:nvSpPr>
        <p:spPr>
          <a:xfrm>
            <a:off x="21847524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0" name="Circle">
            <a:extLst>
              <a:ext uri="{FF2B5EF4-FFF2-40B4-BE49-F238E27FC236}">
                <a16:creationId xmlns:a16="http://schemas.microsoft.com/office/drawing/2014/main" id="{60584D2F-2B2A-57B6-AF08-F396016081FC}"/>
              </a:ext>
            </a:extLst>
          </p:cNvPr>
          <p:cNvSpPr>
            <a:spLocks noGrp="1"/>
          </p:cNvSpPr>
          <p:nvPr/>
        </p:nvSpPr>
        <p:spPr>
          <a:xfrm rot="10800000">
            <a:off x="22612492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1" name="Rounded Rectangle">
            <a:extLst>
              <a:ext uri="{FF2B5EF4-FFF2-40B4-BE49-F238E27FC236}">
                <a16:creationId xmlns:a16="http://schemas.microsoft.com/office/drawing/2014/main" id="{7F3736F5-D7A3-B2A1-BCDA-A4A39538E005}"/>
              </a:ext>
            </a:extLst>
          </p:cNvPr>
          <p:cNvSpPr>
            <a:spLocks noGrp="1"/>
          </p:cNvSpPr>
          <p:nvPr/>
        </p:nvSpPr>
        <p:spPr>
          <a:xfrm>
            <a:off x="21747796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2" name="Circle">
            <a:extLst>
              <a:ext uri="{FF2B5EF4-FFF2-40B4-BE49-F238E27FC236}">
                <a16:creationId xmlns:a16="http://schemas.microsoft.com/office/drawing/2014/main" id="{9B7A4EDB-32AF-8E39-ABBB-3D8DEA02D229}"/>
              </a:ext>
            </a:extLst>
          </p:cNvPr>
          <p:cNvSpPr>
            <a:spLocks noGrp="1"/>
          </p:cNvSpPr>
          <p:nvPr/>
        </p:nvSpPr>
        <p:spPr>
          <a:xfrm>
            <a:off x="21847524" y="608451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3" name="Circle">
            <a:extLst>
              <a:ext uri="{FF2B5EF4-FFF2-40B4-BE49-F238E27FC236}">
                <a16:creationId xmlns:a16="http://schemas.microsoft.com/office/drawing/2014/main" id="{8D162C6C-A5D7-A481-8902-C2E08B249EBC}"/>
              </a:ext>
            </a:extLst>
          </p:cNvPr>
          <p:cNvSpPr>
            <a:spLocks noGrp="1"/>
          </p:cNvSpPr>
          <p:nvPr/>
        </p:nvSpPr>
        <p:spPr>
          <a:xfrm rot="10800000">
            <a:off x="22612494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4" name="Circle">
            <a:extLst>
              <a:ext uri="{FF2B5EF4-FFF2-40B4-BE49-F238E27FC236}">
                <a16:creationId xmlns:a16="http://schemas.microsoft.com/office/drawing/2014/main" id="{AF22A72D-E5CA-344A-CC1F-0D0FF1943E2C}"/>
              </a:ext>
            </a:extLst>
          </p:cNvPr>
          <p:cNvSpPr>
            <a:spLocks noGrp="1"/>
          </p:cNvSpPr>
          <p:nvPr/>
        </p:nvSpPr>
        <p:spPr>
          <a:xfrm rot="10800000">
            <a:off x="22230009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5" name="Rounded Rectangle">
            <a:extLst>
              <a:ext uri="{FF2B5EF4-FFF2-40B4-BE49-F238E27FC236}">
                <a16:creationId xmlns:a16="http://schemas.microsoft.com/office/drawing/2014/main" id="{F6CD73FE-2F2F-1268-4006-FD5C0CB6FBA4}"/>
              </a:ext>
            </a:extLst>
          </p:cNvPr>
          <p:cNvSpPr>
            <a:spLocks noGrp="1"/>
          </p:cNvSpPr>
          <p:nvPr/>
        </p:nvSpPr>
        <p:spPr>
          <a:xfrm>
            <a:off x="21747796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6" name="Circle">
            <a:extLst>
              <a:ext uri="{FF2B5EF4-FFF2-40B4-BE49-F238E27FC236}">
                <a16:creationId xmlns:a16="http://schemas.microsoft.com/office/drawing/2014/main" id="{71E1FBD4-3D95-C93A-4E7F-F00DBAFA354C}"/>
              </a:ext>
            </a:extLst>
          </p:cNvPr>
          <p:cNvSpPr>
            <a:spLocks noGrp="1"/>
          </p:cNvSpPr>
          <p:nvPr/>
        </p:nvSpPr>
        <p:spPr>
          <a:xfrm>
            <a:off x="2184752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7" name="Circle">
            <a:extLst>
              <a:ext uri="{FF2B5EF4-FFF2-40B4-BE49-F238E27FC236}">
                <a16:creationId xmlns:a16="http://schemas.microsoft.com/office/drawing/2014/main" id="{B5AFDE78-E73E-264B-BC7D-ADF251ABD584}"/>
              </a:ext>
            </a:extLst>
          </p:cNvPr>
          <p:cNvSpPr>
            <a:spLocks noGrp="1"/>
          </p:cNvSpPr>
          <p:nvPr/>
        </p:nvSpPr>
        <p:spPr>
          <a:xfrm rot="10800000">
            <a:off x="22612494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8" name="Circle">
            <a:extLst>
              <a:ext uri="{FF2B5EF4-FFF2-40B4-BE49-F238E27FC236}">
                <a16:creationId xmlns:a16="http://schemas.microsoft.com/office/drawing/2014/main" id="{2BA81717-B82F-C89F-F1F2-6D192A4A8E69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4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9" name="Circle">
            <a:extLst>
              <a:ext uri="{FF2B5EF4-FFF2-40B4-BE49-F238E27FC236}">
                <a16:creationId xmlns:a16="http://schemas.microsoft.com/office/drawing/2014/main" id="{EE45C775-45A4-0D25-2270-41FD32619782}"/>
              </a:ext>
            </a:extLst>
          </p:cNvPr>
          <p:cNvSpPr>
            <a:spLocks noGrp="1"/>
          </p:cNvSpPr>
          <p:nvPr/>
        </p:nvSpPr>
        <p:spPr>
          <a:xfrm flipH="1">
            <a:off x="2261249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0" name="Rounded Rectangle">
            <a:extLst>
              <a:ext uri="{FF2B5EF4-FFF2-40B4-BE49-F238E27FC236}">
                <a16:creationId xmlns:a16="http://schemas.microsoft.com/office/drawing/2014/main" id="{583A8CD5-CB59-755D-9FAD-3FEB45B65E06}"/>
              </a:ext>
            </a:extLst>
          </p:cNvPr>
          <p:cNvSpPr>
            <a:spLocks noGrp="1"/>
          </p:cNvSpPr>
          <p:nvPr/>
        </p:nvSpPr>
        <p:spPr>
          <a:xfrm>
            <a:off x="21747796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1" name="Circle">
            <a:extLst>
              <a:ext uri="{FF2B5EF4-FFF2-40B4-BE49-F238E27FC236}">
                <a16:creationId xmlns:a16="http://schemas.microsoft.com/office/drawing/2014/main" id="{CA72B56D-77DC-1B90-1569-56FB523C40F0}"/>
              </a:ext>
            </a:extLst>
          </p:cNvPr>
          <p:cNvSpPr>
            <a:spLocks noGrp="1"/>
          </p:cNvSpPr>
          <p:nvPr/>
        </p:nvSpPr>
        <p:spPr>
          <a:xfrm>
            <a:off x="21847524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2" name="Circle">
            <a:extLst>
              <a:ext uri="{FF2B5EF4-FFF2-40B4-BE49-F238E27FC236}">
                <a16:creationId xmlns:a16="http://schemas.microsoft.com/office/drawing/2014/main" id="{F458376C-2233-AB08-FAC2-9928A361E20B}"/>
              </a:ext>
            </a:extLst>
          </p:cNvPr>
          <p:cNvSpPr>
            <a:spLocks noGrp="1"/>
          </p:cNvSpPr>
          <p:nvPr/>
        </p:nvSpPr>
        <p:spPr>
          <a:xfrm rot="10800000">
            <a:off x="22612494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3" name="Circle">
            <a:extLst>
              <a:ext uri="{FF2B5EF4-FFF2-40B4-BE49-F238E27FC236}">
                <a16:creationId xmlns:a16="http://schemas.microsoft.com/office/drawing/2014/main" id="{3722840C-89DF-6723-1FA7-AEDC00E4BB76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4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4" name="Circle">
            <a:extLst>
              <a:ext uri="{FF2B5EF4-FFF2-40B4-BE49-F238E27FC236}">
                <a16:creationId xmlns:a16="http://schemas.microsoft.com/office/drawing/2014/main" id="{9F460B9B-5EA3-4CFC-09AD-F7C368D27C60}"/>
              </a:ext>
            </a:extLst>
          </p:cNvPr>
          <p:cNvSpPr>
            <a:spLocks noGrp="1"/>
          </p:cNvSpPr>
          <p:nvPr/>
        </p:nvSpPr>
        <p:spPr>
          <a:xfrm flipH="1">
            <a:off x="22612494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5" name="Circle">
            <a:extLst>
              <a:ext uri="{FF2B5EF4-FFF2-40B4-BE49-F238E27FC236}">
                <a16:creationId xmlns:a16="http://schemas.microsoft.com/office/drawing/2014/main" id="{B5160700-85C9-BFAD-5504-44A2FFF33059}"/>
              </a:ext>
            </a:extLst>
          </p:cNvPr>
          <p:cNvSpPr>
            <a:spLocks noGrp="1"/>
          </p:cNvSpPr>
          <p:nvPr/>
        </p:nvSpPr>
        <p:spPr>
          <a:xfrm rot="10800000">
            <a:off x="22230009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26" name="P(    )">
            <a:extLst>
              <a:ext uri="{FF2B5EF4-FFF2-40B4-BE49-F238E27FC236}">
                <a16:creationId xmlns:a16="http://schemas.microsoft.com/office/drawing/2014/main" id="{C0579B5C-6779-1460-1C60-DDBAD97BEE7E}"/>
              </a:ext>
            </a:extLst>
          </p:cNvPr>
          <p:cNvSpPr>
            <a:spLocks noGrp="1"/>
          </p:cNvSpPr>
          <p:nvPr/>
        </p:nvSpPr>
        <p:spPr>
          <a:xfrm>
            <a:off x="1805081" y="8856651"/>
            <a:ext cx="3989054" cy="198510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3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</a:t>
            </a:r>
            <a:r>
              <a:t>(    )</a:t>
            </a:r>
          </a:p>
        </p:txBody>
      </p:sp>
      <p:sp>
        <p:nvSpPr>
          <p:cNvPr id="2827" name="Rounded Rectangle">
            <a:extLst>
              <a:ext uri="{FF2B5EF4-FFF2-40B4-BE49-F238E27FC236}">
                <a16:creationId xmlns:a16="http://schemas.microsoft.com/office/drawing/2014/main" id="{7B930D62-B180-BF63-DB0D-9949613959CA}"/>
              </a:ext>
            </a:extLst>
          </p:cNvPr>
          <p:cNvSpPr>
            <a:spLocks noGrp="1"/>
          </p:cNvSpPr>
          <p:nvPr/>
        </p:nvSpPr>
        <p:spPr>
          <a:xfrm>
            <a:off x="3686508" y="9326067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28" name="Circle">
            <a:extLst>
              <a:ext uri="{FF2B5EF4-FFF2-40B4-BE49-F238E27FC236}">
                <a16:creationId xmlns:a16="http://schemas.microsoft.com/office/drawing/2014/main" id="{381AD4D6-0335-ECFD-6955-AE520A0BFD36}"/>
              </a:ext>
            </a:extLst>
          </p:cNvPr>
          <p:cNvSpPr>
            <a:spLocks noGrp="1"/>
          </p:cNvSpPr>
          <p:nvPr/>
        </p:nvSpPr>
        <p:spPr>
          <a:xfrm>
            <a:off x="3786235" y="1018465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29" name="Circle">
            <a:extLst>
              <a:ext uri="{FF2B5EF4-FFF2-40B4-BE49-F238E27FC236}">
                <a16:creationId xmlns:a16="http://schemas.microsoft.com/office/drawing/2014/main" id="{A36925A9-A238-B896-1835-F031BD477704}"/>
              </a:ext>
            </a:extLst>
          </p:cNvPr>
          <p:cNvSpPr>
            <a:spLocks noGrp="1"/>
          </p:cNvSpPr>
          <p:nvPr/>
        </p:nvSpPr>
        <p:spPr>
          <a:xfrm rot="10800000">
            <a:off x="4551204" y="943190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0" name="Circle">
            <a:extLst>
              <a:ext uri="{FF2B5EF4-FFF2-40B4-BE49-F238E27FC236}">
                <a16:creationId xmlns:a16="http://schemas.microsoft.com/office/drawing/2014/main" id="{DF0FDA04-AC7F-F35C-646A-8F2980F1708A}"/>
              </a:ext>
            </a:extLst>
          </p:cNvPr>
          <p:cNvSpPr>
            <a:spLocks noGrp="1"/>
          </p:cNvSpPr>
          <p:nvPr/>
        </p:nvSpPr>
        <p:spPr>
          <a:xfrm rot="10800000" flipH="1">
            <a:off x="3786235" y="943190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1" name="Circle">
            <a:extLst>
              <a:ext uri="{FF2B5EF4-FFF2-40B4-BE49-F238E27FC236}">
                <a16:creationId xmlns:a16="http://schemas.microsoft.com/office/drawing/2014/main" id="{B21E779F-153C-0969-B39D-B63A22F44992}"/>
              </a:ext>
            </a:extLst>
          </p:cNvPr>
          <p:cNvSpPr>
            <a:spLocks noGrp="1"/>
          </p:cNvSpPr>
          <p:nvPr/>
        </p:nvSpPr>
        <p:spPr>
          <a:xfrm flipH="1">
            <a:off x="4551204" y="1018465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2" name="Circle">
            <a:extLst>
              <a:ext uri="{FF2B5EF4-FFF2-40B4-BE49-F238E27FC236}">
                <a16:creationId xmlns:a16="http://schemas.microsoft.com/office/drawing/2014/main" id="{0653DC19-E382-696A-6262-9C0F840C3052}"/>
              </a:ext>
            </a:extLst>
          </p:cNvPr>
          <p:cNvSpPr>
            <a:spLocks noGrp="1"/>
          </p:cNvSpPr>
          <p:nvPr/>
        </p:nvSpPr>
        <p:spPr>
          <a:xfrm rot="10800000">
            <a:off x="3786235" y="98082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3" name="Circle">
            <a:extLst>
              <a:ext uri="{FF2B5EF4-FFF2-40B4-BE49-F238E27FC236}">
                <a16:creationId xmlns:a16="http://schemas.microsoft.com/office/drawing/2014/main" id="{6B8A4583-6AAB-686B-52CA-D3856A8779C4}"/>
              </a:ext>
            </a:extLst>
          </p:cNvPr>
          <p:cNvSpPr>
            <a:spLocks noGrp="1"/>
          </p:cNvSpPr>
          <p:nvPr/>
        </p:nvSpPr>
        <p:spPr>
          <a:xfrm rot="10800000">
            <a:off x="4551204" y="98082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Equation">
                <a:extLst>
                  <a:ext uri="{FF2B5EF4-FFF2-40B4-BE49-F238E27FC236}">
                    <a16:creationId xmlns:a16="http://schemas.microsoft.com/office/drawing/2014/main" id="{00DA6FFA-0D8B-C14C-6AED-8C4EBFAB800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146904" y="7968665"/>
                <a:ext cx="2917690" cy="3761081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38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sz="138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Equation">
                <a:extLst>
                  <a:ext uri="{FF2B5EF4-FFF2-40B4-BE49-F238E27FC236}">
                    <a16:creationId xmlns:a16="http://schemas.microsoft.com/office/drawing/2014/main" id="{00DA6FFA-0D8B-C14C-6AED-8C4EBFAB80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904" y="7968665"/>
                <a:ext cx="2917690" cy="3761081"/>
              </a:xfrm>
              <a:prstGeom prst="rect">
                <a:avLst/>
              </a:prstGeom>
              <a:blipFill>
                <a:blip r:embed="rId3"/>
                <a:stretch>
                  <a:fillRect l="-9957" t="-1010" r="-18182" b="-2087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(sum 12)">
            <a:extLst>
              <a:ext uri="{FF2B5EF4-FFF2-40B4-BE49-F238E27FC236}">
                <a16:creationId xmlns:a16="http://schemas.microsoft.com/office/drawing/2014/main" id="{1D1CC255-4A66-B195-7CD4-FE476B11FA81}"/>
              </a:ext>
            </a:extLst>
          </p:cNvPr>
          <p:cNvSpPr>
            <a:spLocks noGrp="1"/>
          </p:cNvSpPr>
          <p:nvPr/>
        </p:nvSpPr>
        <p:spPr>
          <a:xfrm>
            <a:off x="1805081" y="2312709"/>
            <a:ext cx="7156662" cy="2143760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3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P(soma 12)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uation">
                <a:extLst>
                  <a:ext uri="{FF2B5EF4-FFF2-40B4-BE49-F238E27FC236}">
                    <a16:creationId xmlns:a16="http://schemas.microsoft.com/office/drawing/2014/main" id="{7E6BE936-591E-9CF0-609B-28371CA45FA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690527" y="1424723"/>
                <a:ext cx="3793990" cy="376108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38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sz="13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" name="Equation">
                <a:extLst>
                  <a:ext uri="{FF2B5EF4-FFF2-40B4-BE49-F238E27FC236}">
                    <a16:creationId xmlns:a16="http://schemas.microsoft.com/office/drawing/2014/main" id="{7E6BE936-591E-9CF0-609B-28371CA45F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0527" y="1424723"/>
                <a:ext cx="3793990" cy="3761082"/>
              </a:xfrm>
              <a:prstGeom prst="rect">
                <a:avLst/>
              </a:prstGeom>
              <a:blipFill>
                <a:blip r:embed="rId4"/>
                <a:stretch>
                  <a:fillRect l="-9365" t="-1010" r="-15050" b="-2087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">
            <a:extLst>
              <a:ext uri="{FF2B5EF4-FFF2-40B4-BE49-F238E27FC236}">
                <a16:creationId xmlns:a16="http://schemas.microsoft.com/office/drawing/2014/main" id="{D0919D76-2C48-8A2D-B27D-D30FFCF47883}"/>
              </a:ext>
            </a:extLst>
          </p:cNvPr>
          <p:cNvSpPr>
            <a:spLocks noGrp="1"/>
          </p:cNvSpPr>
          <p:nvPr/>
        </p:nvSpPr>
        <p:spPr>
          <a:xfrm>
            <a:off x="2032601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" name="Circle">
            <a:extLst>
              <a:ext uri="{FF2B5EF4-FFF2-40B4-BE49-F238E27FC236}">
                <a16:creationId xmlns:a16="http://schemas.microsoft.com/office/drawing/2014/main" id="{1EF7437F-88BE-BA18-86E0-81B5A6F81442}"/>
              </a:ext>
            </a:extLst>
          </p:cNvPr>
          <p:cNvSpPr>
            <a:spLocks noGrp="1"/>
          </p:cNvSpPr>
          <p:nvPr/>
        </p:nvSpPr>
        <p:spPr>
          <a:xfrm>
            <a:off x="20425745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" name="Circle">
            <a:extLst>
              <a:ext uri="{FF2B5EF4-FFF2-40B4-BE49-F238E27FC236}">
                <a16:creationId xmlns:a16="http://schemas.microsoft.com/office/drawing/2014/main" id="{56BD2A2D-B746-D429-E4CA-9C1BD37BCE74}"/>
              </a:ext>
            </a:extLst>
          </p:cNvPr>
          <p:cNvSpPr>
            <a:spLocks noGrp="1"/>
          </p:cNvSpPr>
          <p:nvPr/>
        </p:nvSpPr>
        <p:spPr>
          <a:xfrm rot="10800000">
            <a:off x="21190714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" name="Circle">
            <a:extLst>
              <a:ext uri="{FF2B5EF4-FFF2-40B4-BE49-F238E27FC236}">
                <a16:creationId xmlns:a16="http://schemas.microsoft.com/office/drawing/2014/main" id="{E66EFEED-6449-8ABD-C7D2-7E7E23D104B7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" name="Circle">
            <a:extLst>
              <a:ext uri="{FF2B5EF4-FFF2-40B4-BE49-F238E27FC236}">
                <a16:creationId xmlns:a16="http://schemas.microsoft.com/office/drawing/2014/main" id="{2E565AAD-571E-1145-6464-30697FA27AC0}"/>
              </a:ext>
            </a:extLst>
          </p:cNvPr>
          <p:cNvSpPr>
            <a:spLocks noGrp="1"/>
          </p:cNvSpPr>
          <p:nvPr/>
        </p:nvSpPr>
        <p:spPr>
          <a:xfrm flipH="1">
            <a:off x="21190714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" name="Circle">
            <a:extLst>
              <a:ext uri="{FF2B5EF4-FFF2-40B4-BE49-F238E27FC236}">
                <a16:creationId xmlns:a16="http://schemas.microsoft.com/office/drawing/2014/main" id="{77FD5965-C3FB-B283-5BC5-46A3055B5171}"/>
              </a:ext>
            </a:extLst>
          </p:cNvPr>
          <p:cNvSpPr>
            <a:spLocks noGrp="1"/>
          </p:cNvSpPr>
          <p:nvPr/>
        </p:nvSpPr>
        <p:spPr>
          <a:xfrm rot="10800000">
            <a:off x="20425745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52E38611-B699-360A-7149-0C7EF746DD29}"/>
              </a:ext>
            </a:extLst>
          </p:cNvPr>
          <p:cNvSpPr>
            <a:spLocks noGrp="1"/>
          </p:cNvSpPr>
          <p:nvPr/>
        </p:nvSpPr>
        <p:spPr>
          <a:xfrm rot="10800000">
            <a:off x="21190714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" name="Rounded Rectangle">
            <a:extLst>
              <a:ext uri="{FF2B5EF4-FFF2-40B4-BE49-F238E27FC236}">
                <a16:creationId xmlns:a16="http://schemas.microsoft.com/office/drawing/2014/main" id="{134B7A92-3106-9957-112F-4378BD555E36}"/>
              </a:ext>
            </a:extLst>
          </p:cNvPr>
          <p:cNvSpPr>
            <a:spLocks noGrp="1"/>
          </p:cNvSpPr>
          <p:nvPr/>
        </p:nvSpPr>
        <p:spPr>
          <a:xfrm>
            <a:off x="21747796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" name="Circle">
            <a:extLst>
              <a:ext uri="{FF2B5EF4-FFF2-40B4-BE49-F238E27FC236}">
                <a16:creationId xmlns:a16="http://schemas.microsoft.com/office/drawing/2014/main" id="{F6B91010-3651-6ADC-0ED1-E98B70871DFC}"/>
              </a:ext>
            </a:extLst>
          </p:cNvPr>
          <p:cNvSpPr>
            <a:spLocks noGrp="1"/>
          </p:cNvSpPr>
          <p:nvPr/>
        </p:nvSpPr>
        <p:spPr>
          <a:xfrm>
            <a:off x="21847523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" name="Circle">
            <a:extLst>
              <a:ext uri="{FF2B5EF4-FFF2-40B4-BE49-F238E27FC236}">
                <a16:creationId xmlns:a16="http://schemas.microsoft.com/office/drawing/2014/main" id="{C1421D4A-E9DE-6537-A4ED-3BAA7FA36948}"/>
              </a:ext>
            </a:extLst>
          </p:cNvPr>
          <p:cNvSpPr>
            <a:spLocks noGrp="1"/>
          </p:cNvSpPr>
          <p:nvPr/>
        </p:nvSpPr>
        <p:spPr>
          <a:xfrm rot="10800000">
            <a:off x="22612492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" name="Circle">
            <a:extLst>
              <a:ext uri="{FF2B5EF4-FFF2-40B4-BE49-F238E27FC236}">
                <a16:creationId xmlns:a16="http://schemas.microsoft.com/office/drawing/2014/main" id="{EB230FE9-1224-6E7B-0587-6E242DE8E619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" name="Circle">
            <a:extLst>
              <a:ext uri="{FF2B5EF4-FFF2-40B4-BE49-F238E27FC236}">
                <a16:creationId xmlns:a16="http://schemas.microsoft.com/office/drawing/2014/main" id="{6B245415-D111-D69B-3C79-ADE47329F194}"/>
              </a:ext>
            </a:extLst>
          </p:cNvPr>
          <p:cNvSpPr>
            <a:spLocks noGrp="1"/>
          </p:cNvSpPr>
          <p:nvPr/>
        </p:nvSpPr>
        <p:spPr>
          <a:xfrm flipH="1">
            <a:off x="22612492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" name="Circle">
            <a:extLst>
              <a:ext uri="{FF2B5EF4-FFF2-40B4-BE49-F238E27FC236}">
                <a16:creationId xmlns:a16="http://schemas.microsoft.com/office/drawing/2014/main" id="{B587C9CA-B485-6A51-74D3-1A37B931B338}"/>
              </a:ext>
            </a:extLst>
          </p:cNvPr>
          <p:cNvSpPr>
            <a:spLocks noGrp="1"/>
          </p:cNvSpPr>
          <p:nvPr/>
        </p:nvSpPr>
        <p:spPr>
          <a:xfrm rot="10800000">
            <a:off x="21847523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" name="Circle">
            <a:extLst>
              <a:ext uri="{FF2B5EF4-FFF2-40B4-BE49-F238E27FC236}">
                <a16:creationId xmlns:a16="http://schemas.microsoft.com/office/drawing/2014/main" id="{7B74139D-7EDF-440C-6C80-5C81E8B23E06}"/>
              </a:ext>
            </a:extLst>
          </p:cNvPr>
          <p:cNvSpPr>
            <a:spLocks noGrp="1"/>
          </p:cNvSpPr>
          <p:nvPr/>
        </p:nvSpPr>
        <p:spPr>
          <a:xfrm rot="10800000">
            <a:off x="22612492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" name="P(sum 12 |    )">
            <a:extLst>
              <a:ext uri="{FF2B5EF4-FFF2-40B4-BE49-F238E27FC236}">
                <a16:creationId xmlns:a16="http://schemas.microsoft.com/office/drawing/2014/main" id="{DDE626E0-5F4B-D681-FDD6-BF7761D15BA4}"/>
              </a:ext>
            </a:extLst>
          </p:cNvPr>
          <p:cNvSpPr>
            <a:spLocks noGrp="1"/>
          </p:cNvSpPr>
          <p:nvPr/>
        </p:nvSpPr>
        <p:spPr>
          <a:xfrm>
            <a:off x="9505181" y="6954993"/>
            <a:ext cx="9751740" cy="2143760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34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P(soma 12 |    )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BBF69116-47E3-DD61-100E-C4AE573D292C}"/>
              </a:ext>
            </a:extLst>
          </p:cNvPr>
          <p:cNvSpPr>
            <a:spLocks noGrp="1"/>
          </p:cNvSpPr>
          <p:nvPr/>
        </p:nvSpPr>
        <p:spPr>
          <a:xfrm>
            <a:off x="17955834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" name="Circle">
            <a:extLst>
              <a:ext uri="{FF2B5EF4-FFF2-40B4-BE49-F238E27FC236}">
                <a16:creationId xmlns:a16="http://schemas.microsoft.com/office/drawing/2014/main" id="{DB589268-AEF5-B006-1E91-CF3D9427BDF8}"/>
              </a:ext>
            </a:extLst>
          </p:cNvPr>
          <p:cNvSpPr>
            <a:spLocks noGrp="1"/>
          </p:cNvSpPr>
          <p:nvPr/>
        </p:nvSpPr>
        <p:spPr>
          <a:xfrm>
            <a:off x="1805556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" name="Circle">
            <a:extLst>
              <a:ext uri="{FF2B5EF4-FFF2-40B4-BE49-F238E27FC236}">
                <a16:creationId xmlns:a16="http://schemas.microsoft.com/office/drawing/2014/main" id="{F33B6332-28E7-3A9A-C424-CCFB4468318D}"/>
              </a:ext>
            </a:extLst>
          </p:cNvPr>
          <p:cNvSpPr>
            <a:spLocks noGrp="1"/>
          </p:cNvSpPr>
          <p:nvPr/>
        </p:nvSpPr>
        <p:spPr>
          <a:xfrm rot="10800000">
            <a:off x="18820532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" name="Circle">
            <a:extLst>
              <a:ext uri="{FF2B5EF4-FFF2-40B4-BE49-F238E27FC236}">
                <a16:creationId xmlns:a16="http://schemas.microsoft.com/office/drawing/2014/main" id="{6628CB87-2C3C-2958-D3F4-D9F9883D3AA3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2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" name="Circle">
            <a:extLst>
              <a:ext uri="{FF2B5EF4-FFF2-40B4-BE49-F238E27FC236}">
                <a16:creationId xmlns:a16="http://schemas.microsoft.com/office/drawing/2014/main" id="{BCDB6793-E6CB-9205-179B-235EE170D3BD}"/>
              </a:ext>
            </a:extLst>
          </p:cNvPr>
          <p:cNvSpPr>
            <a:spLocks noGrp="1"/>
          </p:cNvSpPr>
          <p:nvPr/>
        </p:nvSpPr>
        <p:spPr>
          <a:xfrm flipH="1">
            <a:off x="1882053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" name="Rounded Rectangle">
            <a:extLst>
              <a:ext uri="{FF2B5EF4-FFF2-40B4-BE49-F238E27FC236}">
                <a16:creationId xmlns:a16="http://schemas.microsoft.com/office/drawing/2014/main" id="{62398B2B-03B2-7C89-5E25-22911D045E06}"/>
              </a:ext>
            </a:extLst>
          </p:cNvPr>
          <p:cNvSpPr>
            <a:spLocks noGrp="1"/>
          </p:cNvSpPr>
          <p:nvPr/>
        </p:nvSpPr>
        <p:spPr>
          <a:xfrm>
            <a:off x="17893014" y="742440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" name="Circle">
            <a:extLst>
              <a:ext uri="{FF2B5EF4-FFF2-40B4-BE49-F238E27FC236}">
                <a16:creationId xmlns:a16="http://schemas.microsoft.com/office/drawing/2014/main" id="{CD641E56-4134-A539-6A18-24971C4C8F64}"/>
              </a:ext>
            </a:extLst>
          </p:cNvPr>
          <p:cNvSpPr>
            <a:spLocks noGrp="1"/>
          </p:cNvSpPr>
          <p:nvPr/>
        </p:nvSpPr>
        <p:spPr>
          <a:xfrm>
            <a:off x="17992741" y="828299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" name="Circle">
            <a:extLst>
              <a:ext uri="{FF2B5EF4-FFF2-40B4-BE49-F238E27FC236}">
                <a16:creationId xmlns:a16="http://schemas.microsoft.com/office/drawing/2014/main" id="{0C953411-B65B-042E-9497-4A2096CE8F61}"/>
              </a:ext>
            </a:extLst>
          </p:cNvPr>
          <p:cNvSpPr>
            <a:spLocks noGrp="1"/>
          </p:cNvSpPr>
          <p:nvPr/>
        </p:nvSpPr>
        <p:spPr>
          <a:xfrm rot="10800000">
            <a:off x="18757710" y="7530248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" name="Circle">
            <a:extLst>
              <a:ext uri="{FF2B5EF4-FFF2-40B4-BE49-F238E27FC236}">
                <a16:creationId xmlns:a16="http://schemas.microsoft.com/office/drawing/2014/main" id="{422B0B52-DF18-9ECD-B2EB-928300FDC3DE}"/>
              </a:ext>
            </a:extLst>
          </p:cNvPr>
          <p:cNvSpPr>
            <a:spLocks noGrp="1"/>
          </p:cNvSpPr>
          <p:nvPr/>
        </p:nvSpPr>
        <p:spPr>
          <a:xfrm rot="10800000" flipH="1">
            <a:off x="17992741" y="7530248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" name="Circle">
            <a:extLst>
              <a:ext uri="{FF2B5EF4-FFF2-40B4-BE49-F238E27FC236}">
                <a16:creationId xmlns:a16="http://schemas.microsoft.com/office/drawing/2014/main" id="{1A89A12F-FE6E-017A-C00A-143B670AABD0}"/>
              </a:ext>
            </a:extLst>
          </p:cNvPr>
          <p:cNvSpPr>
            <a:spLocks noGrp="1"/>
          </p:cNvSpPr>
          <p:nvPr/>
        </p:nvSpPr>
        <p:spPr>
          <a:xfrm flipH="1">
            <a:off x="18757710" y="828299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" name="Circle">
            <a:extLst>
              <a:ext uri="{FF2B5EF4-FFF2-40B4-BE49-F238E27FC236}">
                <a16:creationId xmlns:a16="http://schemas.microsoft.com/office/drawing/2014/main" id="{E56FDB6C-17A0-68F7-52F6-D20AAACC2F2E}"/>
              </a:ext>
            </a:extLst>
          </p:cNvPr>
          <p:cNvSpPr>
            <a:spLocks noGrp="1"/>
          </p:cNvSpPr>
          <p:nvPr/>
        </p:nvSpPr>
        <p:spPr>
          <a:xfrm rot="10800000">
            <a:off x="17992741" y="790662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8F9BCFE4-6142-C000-7401-43E0AF3A07D6}"/>
              </a:ext>
            </a:extLst>
          </p:cNvPr>
          <p:cNvSpPr>
            <a:spLocks noGrp="1"/>
          </p:cNvSpPr>
          <p:nvPr/>
        </p:nvSpPr>
        <p:spPr>
          <a:xfrm rot="10800000">
            <a:off x="18757710" y="790662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31106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65F37-5013-0613-3E91-D21E8CF7F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Rounded Rectangle">
            <a:extLst>
              <a:ext uri="{FF2B5EF4-FFF2-40B4-BE49-F238E27FC236}">
                <a16:creationId xmlns:a16="http://schemas.microsoft.com/office/drawing/2014/main" id="{E2A22A93-A9A4-F6F6-733B-07C935973944}"/>
              </a:ext>
            </a:extLst>
          </p:cNvPr>
          <p:cNvSpPr>
            <a:spLocks noGrp="1"/>
          </p:cNvSpPr>
          <p:nvPr/>
        </p:nvSpPr>
        <p:spPr>
          <a:xfrm>
            <a:off x="1366203" y="1237658"/>
            <a:ext cx="1270000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6" name="Circle">
            <a:extLst>
              <a:ext uri="{FF2B5EF4-FFF2-40B4-BE49-F238E27FC236}">
                <a16:creationId xmlns:a16="http://schemas.microsoft.com/office/drawing/2014/main" id="{C621320E-7B0F-43F7-51EF-7B05FA2058B7}"/>
              </a:ext>
            </a:extLst>
          </p:cNvPr>
          <p:cNvSpPr>
            <a:spLocks noGrp="1"/>
          </p:cNvSpPr>
          <p:nvPr/>
        </p:nvSpPr>
        <p:spPr>
          <a:xfrm>
            <a:off x="1848415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7" name="Rounded Rectangle">
            <a:extLst>
              <a:ext uri="{FF2B5EF4-FFF2-40B4-BE49-F238E27FC236}">
                <a16:creationId xmlns:a16="http://schemas.microsoft.com/office/drawing/2014/main" id="{1D7938AE-213E-2F65-CF7F-B12C6002C46C}"/>
              </a:ext>
            </a:extLst>
          </p:cNvPr>
          <p:cNvSpPr>
            <a:spLocks noGrp="1"/>
          </p:cNvSpPr>
          <p:nvPr/>
        </p:nvSpPr>
        <p:spPr>
          <a:xfrm>
            <a:off x="5158165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8" name="Circle">
            <a:extLst>
              <a:ext uri="{FF2B5EF4-FFF2-40B4-BE49-F238E27FC236}">
                <a16:creationId xmlns:a16="http://schemas.microsoft.com/office/drawing/2014/main" id="{DC117B22-B782-7394-90EF-BB7F833E107C}"/>
              </a:ext>
            </a:extLst>
          </p:cNvPr>
          <p:cNvSpPr>
            <a:spLocks noGrp="1"/>
          </p:cNvSpPr>
          <p:nvPr/>
        </p:nvSpPr>
        <p:spPr>
          <a:xfrm>
            <a:off x="5257893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9" name="Circle">
            <a:extLst>
              <a:ext uri="{FF2B5EF4-FFF2-40B4-BE49-F238E27FC236}">
                <a16:creationId xmlns:a16="http://schemas.microsoft.com/office/drawing/2014/main" id="{06E39FEE-495F-2656-BE23-05607402DDB4}"/>
              </a:ext>
            </a:extLst>
          </p:cNvPr>
          <p:cNvSpPr>
            <a:spLocks noGrp="1"/>
          </p:cNvSpPr>
          <p:nvPr/>
        </p:nvSpPr>
        <p:spPr>
          <a:xfrm rot="10800000">
            <a:off x="6022862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0" name="Rounded Rectangle">
            <a:extLst>
              <a:ext uri="{FF2B5EF4-FFF2-40B4-BE49-F238E27FC236}">
                <a16:creationId xmlns:a16="http://schemas.microsoft.com/office/drawing/2014/main" id="{B4E318F6-9C75-C26F-D7FA-C028BC3187A1}"/>
              </a:ext>
            </a:extLst>
          </p:cNvPr>
          <p:cNvSpPr>
            <a:spLocks noGrp="1"/>
          </p:cNvSpPr>
          <p:nvPr/>
        </p:nvSpPr>
        <p:spPr>
          <a:xfrm>
            <a:off x="8950128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1" name="Circle">
            <a:extLst>
              <a:ext uri="{FF2B5EF4-FFF2-40B4-BE49-F238E27FC236}">
                <a16:creationId xmlns:a16="http://schemas.microsoft.com/office/drawing/2014/main" id="{842D6162-DCAA-1771-7037-4F18BA7FB20C}"/>
              </a:ext>
            </a:extLst>
          </p:cNvPr>
          <p:cNvSpPr>
            <a:spLocks noGrp="1"/>
          </p:cNvSpPr>
          <p:nvPr/>
        </p:nvSpPr>
        <p:spPr>
          <a:xfrm>
            <a:off x="9049856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2" name="Circle">
            <a:extLst>
              <a:ext uri="{FF2B5EF4-FFF2-40B4-BE49-F238E27FC236}">
                <a16:creationId xmlns:a16="http://schemas.microsoft.com/office/drawing/2014/main" id="{1485244C-5D6D-01AF-F104-48E3A5FAAC37}"/>
              </a:ext>
            </a:extLst>
          </p:cNvPr>
          <p:cNvSpPr>
            <a:spLocks noGrp="1"/>
          </p:cNvSpPr>
          <p:nvPr/>
        </p:nvSpPr>
        <p:spPr>
          <a:xfrm rot="10800000">
            <a:off x="9814825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3" name="Circle">
            <a:extLst>
              <a:ext uri="{FF2B5EF4-FFF2-40B4-BE49-F238E27FC236}">
                <a16:creationId xmlns:a16="http://schemas.microsoft.com/office/drawing/2014/main" id="{9B6CE8C2-C768-2C65-F345-32949E1C04A2}"/>
              </a:ext>
            </a:extLst>
          </p:cNvPr>
          <p:cNvSpPr>
            <a:spLocks noGrp="1"/>
          </p:cNvSpPr>
          <p:nvPr/>
        </p:nvSpPr>
        <p:spPr>
          <a:xfrm rot="10800000">
            <a:off x="9432340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4" name="Rounded Rectangle">
            <a:extLst>
              <a:ext uri="{FF2B5EF4-FFF2-40B4-BE49-F238E27FC236}">
                <a16:creationId xmlns:a16="http://schemas.microsoft.com/office/drawing/2014/main" id="{50E5AEF5-2617-4ABE-72B1-08EFCF4E77E2}"/>
              </a:ext>
            </a:extLst>
          </p:cNvPr>
          <p:cNvSpPr>
            <a:spLocks noGrp="1"/>
          </p:cNvSpPr>
          <p:nvPr/>
        </p:nvSpPr>
        <p:spPr>
          <a:xfrm>
            <a:off x="12742092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5" name="Circle">
            <a:extLst>
              <a:ext uri="{FF2B5EF4-FFF2-40B4-BE49-F238E27FC236}">
                <a16:creationId xmlns:a16="http://schemas.microsoft.com/office/drawing/2014/main" id="{663DE31E-676F-4313-E16F-E8B95BAD0328}"/>
              </a:ext>
            </a:extLst>
          </p:cNvPr>
          <p:cNvSpPr>
            <a:spLocks noGrp="1"/>
          </p:cNvSpPr>
          <p:nvPr/>
        </p:nvSpPr>
        <p:spPr>
          <a:xfrm>
            <a:off x="12841820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6" name="Circle">
            <a:extLst>
              <a:ext uri="{FF2B5EF4-FFF2-40B4-BE49-F238E27FC236}">
                <a16:creationId xmlns:a16="http://schemas.microsoft.com/office/drawing/2014/main" id="{EB558273-5D3D-4EFB-C6B4-6E85D2E1B957}"/>
              </a:ext>
            </a:extLst>
          </p:cNvPr>
          <p:cNvSpPr>
            <a:spLocks noGrp="1"/>
          </p:cNvSpPr>
          <p:nvPr/>
        </p:nvSpPr>
        <p:spPr>
          <a:xfrm rot="10800000">
            <a:off x="13606790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7" name="Circle">
            <a:extLst>
              <a:ext uri="{FF2B5EF4-FFF2-40B4-BE49-F238E27FC236}">
                <a16:creationId xmlns:a16="http://schemas.microsoft.com/office/drawing/2014/main" id="{A00AC107-C5AA-67C0-035D-965D72814E2E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8" name="Circle">
            <a:extLst>
              <a:ext uri="{FF2B5EF4-FFF2-40B4-BE49-F238E27FC236}">
                <a16:creationId xmlns:a16="http://schemas.microsoft.com/office/drawing/2014/main" id="{DAB83120-9E97-5F98-464C-8257A98FEEE3}"/>
              </a:ext>
            </a:extLst>
          </p:cNvPr>
          <p:cNvSpPr>
            <a:spLocks noGrp="1"/>
          </p:cNvSpPr>
          <p:nvPr/>
        </p:nvSpPr>
        <p:spPr>
          <a:xfrm flipH="1">
            <a:off x="13606790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9" name="Rounded Rectangle">
            <a:extLst>
              <a:ext uri="{FF2B5EF4-FFF2-40B4-BE49-F238E27FC236}">
                <a16:creationId xmlns:a16="http://schemas.microsoft.com/office/drawing/2014/main" id="{F46567EB-E50B-4652-15D3-FB1BD6A307E9}"/>
              </a:ext>
            </a:extLst>
          </p:cNvPr>
          <p:cNvSpPr>
            <a:spLocks noGrp="1"/>
          </p:cNvSpPr>
          <p:nvPr/>
        </p:nvSpPr>
        <p:spPr>
          <a:xfrm>
            <a:off x="1653405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0" name="Circle">
            <a:extLst>
              <a:ext uri="{FF2B5EF4-FFF2-40B4-BE49-F238E27FC236}">
                <a16:creationId xmlns:a16="http://schemas.microsoft.com/office/drawing/2014/main" id="{E935C24A-D61F-139A-F8FD-736CE2CEFF3D}"/>
              </a:ext>
            </a:extLst>
          </p:cNvPr>
          <p:cNvSpPr>
            <a:spLocks noGrp="1"/>
          </p:cNvSpPr>
          <p:nvPr/>
        </p:nvSpPr>
        <p:spPr>
          <a:xfrm>
            <a:off x="16633782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1" name="Circle">
            <a:extLst>
              <a:ext uri="{FF2B5EF4-FFF2-40B4-BE49-F238E27FC236}">
                <a16:creationId xmlns:a16="http://schemas.microsoft.com/office/drawing/2014/main" id="{4F59BBF2-6CD4-9E1F-C5C6-A566D8E396E8}"/>
              </a:ext>
            </a:extLst>
          </p:cNvPr>
          <p:cNvSpPr>
            <a:spLocks noGrp="1"/>
          </p:cNvSpPr>
          <p:nvPr/>
        </p:nvSpPr>
        <p:spPr>
          <a:xfrm rot="10800000">
            <a:off x="17398752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2" name="Circle">
            <a:extLst>
              <a:ext uri="{FF2B5EF4-FFF2-40B4-BE49-F238E27FC236}">
                <a16:creationId xmlns:a16="http://schemas.microsoft.com/office/drawing/2014/main" id="{026AA89E-3E5F-6014-5C77-E4256927C87F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2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3" name="Circle">
            <a:extLst>
              <a:ext uri="{FF2B5EF4-FFF2-40B4-BE49-F238E27FC236}">
                <a16:creationId xmlns:a16="http://schemas.microsoft.com/office/drawing/2014/main" id="{D0C0D2DC-9355-2FF6-70C2-6D842F41503F}"/>
              </a:ext>
            </a:extLst>
          </p:cNvPr>
          <p:cNvSpPr>
            <a:spLocks noGrp="1"/>
          </p:cNvSpPr>
          <p:nvPr/>
        </p:nvSpPr>
        <p:spPr>
          <a:xfrm flipH="1">
            <a:off x="17398752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4" name="Circle">
            <a:extLst>
              <a:ext uri="{FF2B5EF4-FFF2-40B4-BE49-F238E27FC236}">
                <a16:creationId xmlns:a16="http://schemas.microsoft.com/office/drawing/2014/main" id="{9F25628D-F9BF-C9BD-80E0-5358D67B3ABA}"/>
              </a:ext>
            </a:extLst>
          </p:cNvPr>
          <p:cNvSpPr>
            <a:spLocks noGrp="1"/>
          </p:cNvSpPr>
          <p:nvPr/>
        </p:nvSpPr>
        <p:spPr>
          <a:xfrm rot="10800000">
            <a:off x="17016267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5" name="Rounded Rectangle">
            <a:extLst>
              <a:ext uri="{FF2B5EF4-FFF2-40B4-BE49-F238E27FC236}">
                <a16:creationId xmlns:a16="http://schemas.microsoft.com/office/drawing/2014/main" id="{9CA84590-D91B-64C3-4722-19CE3FA25B24}"/>
              </a:ext>
            </a:extLst>
          </p:cNvPr>
          <p:cNvSpPr>
            <a:spLocks noGrp="1"/>
          </p:cNvSpPr>
          <p:nvPr/>
        </p:nvSpPr>
        <p:spPr>
          <a:xfrm>
            <a:off x="2787982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6" name="Circle">
            <a:extLst>
              <a:ext uri="{FF2B5EF4-FFF2-40B4-BE49-F238E27FC236}">
                <a16:creationId xmlns:a16="http://schemas.microsoft.com/office/drawing/2014/main" id="{0D20E865-3679-F13F-5BD3-FFF87BE815C3}"/>
              </a:ext>
            </a:extLst>
          </p:cNvPr>
          <p:cNvSpPr>
            <a:spLocks noGrp="1"/>
          </p:cNvSpPr>
          <p:nvPr/>
        </p:nvSpPr>
        <p:spPr>
          <a:xfrm>
            <a:off x="3270194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7" name="Rounded Rectangle">
            <a:extLst>
              <a:ext uri="{FF2B5EF4-FFF2-40B4-BE49-F238E27FC236}">
                <a16:creationId xmlns:a16="http://schemas.microsoft.com/office/drawing/2014/main" id="{E83A3BAA-BEBA-3309-128F-30628527332E}"/>
              </a:ext>
            </a:extLst>
          </p:cNvPr>
          <p:cNvSpPr>
            <a:spLocks noGrp="1"/>
          </p:cNvSpPr>
          <p:nvPr/>
        </p:nvSpPr>
        <p:spPr>
          <a:xfrm>
            <a:off x="2787982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8" name="Circle">
            <a:extLst>
              <a:ext uri="{FF2B5EF4-FFF2-40B4-BE49-F238E27FC236}">
                <a16:creationId xmlns:a16="http://schemas.microsoft.com/office/drawing/2014/main" id="{30D9D466-8C07-4C5F-0977-CA5380B06EC3}"/>
              </a:ext>
            </a:extLst>
          </p:cNvPr>
          <p:cNvSpPr>
            <a:spLocks noGrp="1"/>
          </p:cNvSpPr>
          <p:nvPr/>
        </p:nvSpPr>
        <p:spPr>
          <a:xfrm>
            <a:off x="2887709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9" name="Circle">
            <a:extLst>
              <a:ext uri="{FF2B5EF4-FFF2-40B4-BE49-F238E27FC236}">
                <a16:creationId xmlns:a16="http://schemas.microsoft.com/office/drawing/2014/main" id="{0B12B1FA-D3F6-DFAF-34CA-7C577FD4EEAB}"/>
              </a:ext>
            </a:extLst>
          </p:cNvPr>
          <p:cNvSpPr>
            <a:spLocks noGrp="1"/>
          </p:cNvSpPr>
          <p:nvPr/>
        </p:nvSpPr>
        <p:spPr>
          <a:xfrm rot="10800000">
            <a:off x="3652678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0" name="Rounded Rectangle">
            <a:extLst>
              <a:ext uri="{FF2B5EF4-FFF2-40B4-BE49-F238E27FC236}">
                <a16:creationId xmlns:a16="http://schemas.microsoft.com/office/drawing/2014/main" id="{316D7C6D-52A6-7E83-3990-3D46DA4F0F87}"/>
              </a:ext>
            </a:extLst>
          </p:cNvPr>
          <p:cNvSpPr>
            <a:spLocks noGrp="1"/>
          </p:cNvSpPr>
          <p:nvPr/>
        </p:nvSpPr>
        <p:spPr>
          <a:xfrm>
            <a:off x="2787982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1" name="Circle">
            <a:extLst>
              <a:ext uri="{FF2B5EF4-FFF2-40B4-BE49-F238E27FC236}">
                <a16:creationId xmlns:a16="http://schemas.microsoft.com/office/drawing/2014/main" id="{336EC60B-6389-854F-08CF-E89C9135E6D7}"/>
              </a:ext>
            </a:extLst>
          </p:cNvPr>
          <p:cNvSpPr>
            <a:spLocks noGrp="1"/>
          </p:cNvSpPr>
          <p:nvPr/>
        </p:nvSpPr>
        <p:spPr>
          <a:xfrm>
            <a:off x="288771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2" name="Circle">
            <a:extLst>
              <a:ext uri="{FF2B5EF4-FFF2-40B4-BE49-F238E27FC236}">
                <a16:creationId xmlns:a16="http://schemas.microsoft.com/office/drawing/2014/main" id="{A12630C3-F0CA-F550-2FE7-2CF342D993C5}"/>
              </a:ext>
            </a:extLst>
          </p:cNvPr>
          <p:cNvSpPr>
            <a:spLocks noGrp="1"/>
          </p:cNvSpPr>
          <p:nvPr/>
        </p:nvSpPr>
        <p:spPr>
          <a:xfrm rot="10800000">
            <a:off x="3652678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3" name="Circle">
            <a:extLst>
              <a:ext uri="{FF2B5EF4-FFF2-40B4-BE49-F238E27FC236}">
                <a16:creationId xmlns:a16="http://schemas.microsoft.com/office/drawing/2014/main" id="{16182D67-95DF-B8EF-C275-CD2B0ACD96A1}"/>
              </a:ext>
            </a:extLst>
          </p:cNvPr>
          <p:cNvSpPr>
            <a:spLocks noGrp="1"/>
          </p:cNvSpPr>
          <p:nvPr/>
        </p:nvSpPr>
        <p:spPr>
          <a:xfrm rot="10800000">
            <a:off x="3270194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4" name="Rounded Rectangle">
            <a:extLst>
              <a:ext uri="{FF2B5EF4-FFF2-40B4-BE49-F238E27FC236}">
                <a16:creationId xmlns:a16="http://schemas.microsoft.com/office/drawing/2014/main" id="{B0C13257-CDA8-897E-9758-E6DE40180417}"/>
              </a:ext>
            </a:extLst>
          </p:cNvPr>
          <p:cNvSpPr>
            <a:spLocks noGrp="1"/>
          </p:cNvSpPr>
          <p:nvPr/>
        </p:nvSpPr>
        <p:spPr>
          <a:xfrm>
            <a:off x="2787982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5" name="Circle">
            <a:extLst>
              <a:ext uri="{FF2B5EF4-FFF2-40B4-BE49-F238E27FC236}">
                <a16:creationId xmlns:a16="http://schemas.microsoft.com/office/drawing/2014/main" id="{901FEC17-AAF1-2EA5-354D-59D8624E3E01}"/>
              </a:ext>
            </a:extLst>
          </p:cNvPr>
          <p:cNvSpPr>
            <a:spLocks noGrp="1"/>
          </p:cNvSpPr>
          <p:nvPr/>
        </p:nvSpPr>
        <p:spPr>
          <a:xfrm>
            <a:off x="288771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6" name="Circle">
            <a:extLst>
              <a:ext uri="{FF2B5EF4-FFF2-40B4-BE49-F238E27FC236}">
                <a16:creationId xmlns:a16="http://schemas.microsoft.com/office/drawing/2014/main" id="{10499931-F647-43B2-9DED-FBE379106370}"/>
              </a:ext>
            </a:extLst>
          </p:cNvPr>
          <p:cNvSpPr>
            <a:spLocks noGrp="1"/>
          </p:cNvSpPr>
          <p:nvPr/>
        </p:nvSpPr>
        <p:spPr>
          <a:xfrm rot="10800000">
            <a:off x="3652678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7" name="Circle">
            <a:extLst>
              <a:ext uri="{FF2B5EF4-FFF2-40B4-BE49-F238E27FC236}">
                <a16:creationId xmlns:a16="http://schemas.microsoft.com/office/drawing/2014/main" id="{0D4D1370-F36A-A9AC-4962-28680C906C1F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8" name="Circle">
            <a:extLst>
              <a:ext uri="{FF2B5EF4-FFF2-40B4-BE49-F238E27FC236}">
                <a16:creationId xmlns:a16="http://schemas.microsoft.com/office/drawing/2014/main" id="{6B623860-95DA-719C-EB50-B12B725AF679}"/>
              </a:ext>
            </a:extLst>
          </p:cNvPr>
          <p:cNvSpPr>
            <a:spLocks noGrp="1"/>
          </p:cNvSpPr>
          <p:nvPr/>
        </p:nvSpPr>
        <p:spPr>
          <a:xfrm flipH="1">
            <a:off x="3652678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9" name="Rounded Rectangle">
            <a:extLst>
              <a:ext uri="{FF2B5EF4-FFF2-40B4-BE49-F238E27FC236}">
                <a16:creationId xmlns:a16="http://schemas.microsoft.com/office/drawing/2014/main" id="{277BE15F-775F-7A81-3DE6-ECAA12C70485}"/>
              </a:ext>
            </a:extLst>
          </p:cNvPr>
          <p:cNvSpPr>
            <a:spLocks noGrp="1"/>
          </p:cNvSpPr>
          <p:nvPr/>
        </p:nvSpPr>
        <p:spPr>
          <a:xfrm>
            <a:off x="2787982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0" name="Circle">
            <a:extLst>
              <a:ext uri="{FF2B5EF4-FFF2-40B4-BE49-F238E27FC236}">
                <a16:creationId xmlns:a16="http://schemas.microsoft.com/office/drawing/2014/main" id="{22134837-318F-8ECD-3488-5BD7970E4291}"/>
              </a:ext>
            </a:extLst>
          </p:cNvPr>
          <p:cNvSpPr>
            <a:spLocks noGrp="1"/>
          </p:cNvSpPr>
          <p:nvPr/>
        </p:nvSpPr>
        <p:spPr>
          <a:xfrm>
            <a:off x="2887710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1" name="Circle">
            <a:extLst>
              <a:ext uri="{FF2B5EF4-FFF2-40B4-BE49-F238E27FC236}">
                <a16:creationId xmlns:a16="http://schemas.microsoft.com/office/drawing/2014/main" id="{3E5D6A2B-0236-4FCE-82BF-9485EA7DF28D}"/>
              </a:ext>
            </a:extLst>
          </p:cNvPr>
          <p:cNvSpPr>
            <a:spLocks noGrp="1"/>
          </p:cNvSpPr>
          <p:nvPr/>
        </p:nvSpPr>
        <p:spPr>
          <a:xfrm rot="10800000">
            <a:off x="3652678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2" name="Circle">
            <a:extLst>
              <a:ext uri="{FF2B5EF4-FFF2-40B4-BE49-F238E27FC236}">
                <a16:creationId xmlns:a16="http://schemas.microsoft.com/office/drawing/2014/main" id="{366FBD20-3D62-61AC-7D74-3C2178F04807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3" name="Circle">
            <a:extLst>
              <a:ext uri="{FF2B5EF4-FFF2-40B4-BE49-F238E27FC236}">
                <a16:creationId xmlns:a16="http://schemas.microsoft.com/office/drawing/2014/main" id="{A89AB984-4728-1B9D-434B-6432517185FF}"/>
              </a:ext>
            </a:extLst>
          </p:cNvPr>
          <p:cNvSpPr>
            <a:spLocks noGrp="1"/>
          </p:cNvSpPr>
          <p:nvPr/>
        </p:nvSpPr>
        <p:spPr>
          <a:xfrm flipH="1">
            <a:off x="3652678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4" name="Circle">
            <a:extLst>
              <a:ext uri="{FF2B5EF4-FFF2-40B4-BE49-F238E27FC236}">
                <a16:creationId xmlns:a16="http://schemas.microsoft.com/office/drawing/2014/main" id="{390EB915-481F-401D-2CC8-FD2556D57C44}"/>
              </a:ext>
            </a:extLst>
          </p:cNvPr>
          <p:cNvSpPr>
            <a:spLocks noGrp="1"/>
          </p:cNvSpPr>
          <p:nvPr/>
        </p:nvSpPr>
        <p:spPr>
          <a:xfrm rot="10800000">
            <a:off x="3270194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5" name="Rounded Rectangle">
            <a:extLst>
              <a:ext uri="{FF2B5EF4-FFF2-40B4-BE49-F238E27FC236}">
                <a16:creationId xmlns:a16="http://schemas.microsoft.com/office/drawing/2014/main" id="{016EC67E-6D26-5D8E-FB5E-BE335BD0039F}"/>
              </a:ext>
            </a:extLst>
          </p:cNvPr>
          <p:cNvSpPr>
            <a:spLocks noGrp="1"/>
          </p:cNvSpPr>
          <p:nvPr/>
        </p:nvSpPr>
        <p:spPr>
          <a:xfrm>
            <a:off x="2787982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6" name="Circle">
            <a:extLst>
              <a:ext uri="{FF2B5EF4-FFF2-40B4-BE49-F238E27FC236}">
                <a16:creationId xmlns:a16="http://schemas.microsoft.com/office/drawing/2014/main" id="{C6272EE2-04BC-C755-4BEE-CC9349CC1CD9}"/>
              </a:ext>
            </a:extLst>
          </p:cNvPr>
          <p:cNvSpPr>
            <a:spLocks noGrp="1"/>
          </p:cNvSpPr>
          <p:nvPr/>
        </p:nvSpPr>
        <p:spPr>
          <a:xfrm>
            <a:off x="2887710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7" name="Circle">
            <a:extLst>
              <a:ext uri="{FF2B5EF4-FFF2-40B4-BE49-F238E27FC236}">
                <a16:creationId xmlns:a16="http://schemas.microsoft.com/office/drawing/2014/main" id="{65AF4412-44EA-6970-7CC2-1384BB7DEEF3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8" name="Circle">
            <a:extLst>
              <a:ext uri="{FF2B5EF4-FFF2-40B4-BE49-F238E27FC236}">
                <a16:creationId xmlns:a16="http://schemas.microsoft.com/office/drawing/2014/main" id="{A947E6F4-C980-E24A-E593-F3609A75637F}"/>
              </a:ext>
            </a:extLst>
          </p:cNvPr>
          <p:cNvSpPr>
            <a:spLocks noGrp="1"/>
          </p:cNvSpPr>
          <p:nvPr/>
        </p:nvSpPr>
        <p:spPr>
          <a:xfrm rot="10800000" flipH="1">
            <a:off x="288771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9" name="Circle">
            <a:extLst>
              <a:ext uri="{FF2B5EF4-FFF2-40B4-BE49-F238E27FC236}">
                <a16:creationId xmlns:a16="http://schemas.microsoft.com/office/drawing/2014/main" id="{A538937F-2F8B-FB30-71FE-AA0903864C84}"/>
              </a:ext>
            </a:extLst>
          </p:cNvPr>
          <p:cNvSpPr>
            <a:spLocks noGrp="1"/>
          </p:cNvSpPr>
          <p:nvPr/>
        </p:nvSpPr>
        <p:spPr>
          <a:xfrm flipH="1">
            <a:off x="3652678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0" name="Circle">
            <a:extLst>
              <a:ext uri="{FF2B5EF4-FFF2-40B4-BE49-F238E27FC236}">
                <a16:creationId xmlns:a16="http://schemas.microsoft.com/office/drawing/2014/main" id="{67AB91AC-0E17-82C1-E619-4B9AA147D323}"/>
              </a:ext>
            </a:extLst>
          </p:cNvPr>
          <p:cNvSpPr>
            <a:spLocks noGrp="1"/>
          </p:cNvSpPr>
          <p:nvPr/>
        </p:nvSpPr>
        <p:spPr>
          <a:xfrm rot="10800000">
            <a:off x="2887710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1" name="Circle">
            <a:extLst>
              <a:ext uri="{FF2B5EF4-FFF2-40B4-BE49-F238E27FC236}">
                <a16:creationId xmlns:a16="http://schemas.microsoft.com/office/drawing/2014/main" id="{FAAABADB-97B0-6411-2A8D-DE1613B03FCE}"/>
              </a:ext>
            </a:extLst>
          </p:cNvPr>
          <p:cNvSpPr>
            <a:spLocks noGrp="1"/>
          </p:cNvSpPr>
          <p:nvPr/>
        </p:nvSpPr>
        <p:spPr>
          <a:xfrm rot="10800000">
            <a:off x="365267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2" name="Rounded Rectangle">
            <a:extLst>
              <a:ext uri="{FF2B5EF4-FFF2-40B4-BE49-F238E27FC236}">
                <a16:creationId xmlns:a16="http://schemas.microsoft.com/office/drawing/2014/main" id="{1661EEF9-3F7A-CEC9-8412-FBCAB53A219F}"/>
              </a:ext>
            </a:extLst>
          </p:cNvPr>
          <p:cNvSpPr>
            <a:spLocks noGrp="1"/>
          </p:cNvSpPr>
          <p:nvPr/>
        </p:nvSpPr>
        <p:spPr>
          <a:xfrm>
            <a:off x="1366203" y="3231794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3" name="Circle">
            <a:extLst>
              <a:ext uri="{FF2B5EF4-FFF2-40B4-BE49-F238E27FC236}">
                <a16:creationId xmlns:a16="http://schemas.microsoft.com/office/drawing/2014/main" id="{C4114D1C-03A3-F646-8FE1-4E176B32ABD9}"/>
              </a:ext>
            </a:extLst>
          </p:cNvPr>
          <p:cNvSpPr>
            <a:spLocks noGrp="1"/>
          </p:cNvSpPr>
          <p:nvPr/>
        </p:nvSpPr>
        <p:spPr>
          <a:xfrm>
            <a:off x="1848415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4" name="Rounded Rectangle">
            <a:extLst>
              <a:ext uri="{FF2B5EF4-FFF2-40B4-BE49-F238E27FC236}">
                <a16:creationId xmlns:a16="http://schemas.microsoft.com/office/drawing/2014/main" id="{84B89687-D324-4190-DB0E-E8B8DC8C9B9C}"/>
              </a:ext>
            </a:extLst>
          </p:cNvPr>
          <p:cNvSpPr>
            <a:spLocks noGrp="1"/>
          </p:cNvSpPr>
          <p:nvPr/>
        </p:nvSpPr>
        <p:spPr>
          <a:xfrm>
            <a:off x="5158165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5" name="Circle">
            <a:extLst>
              <a:ext uri="{FF2B5EF4-FFF2-40B4-BE49-F238E27FC236}">
                <a16:creationId xmlns:a16="http://schemas.microsoft.com/office/drawing/2014/main" id="{ED7AFC3F-7E72-4AB9-5C67-FA532D4BCC85}"/>
              </a:ext>
            </a:extLst>
          </p:cNvPr>
          <p:cNvSpPr>
            <a:spLocks noGrp="1"/>
          </p:cNvSpPr>
          <p:nvPr/>
        </p:nvSpPr>
        <p:spPr>
          <a:xfrm>
            <a:off x="525789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6" name="Circle">
            <a:extLst>
              <a:ext uri="{FF2B5EF4-FFF2-40B4-BE49-F238E27FC236}">
                <a16:creationId xmlns:a16="http://schemas.microsoft.com/office/drawing/2014/main" id="{F8B78D60-3782-47AB-7C5A-7CDC6994F168}"/>
              </a:ext>
            </a:extLst>
          </p:cNvPr>
          <p:cNvSpPr>
            <a:spLocks noGrp="1"/>
          </p:cNvSpPr>
          <p:nvPr/>
        </p:nvSpPr>
        <p:spPr>
          <a:xfrm rot="10800000">
            <a:off x="6022861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7" name="Rounded Rectangle">
            <a:extLst>
              <a:ext uri="{FF2B5EF4-FFF2-40B4-BE49-F238E27FC236}">
                <a16:creationId xmlns:a16="http://schemas.microsoft.com/office/drawing/2014/main" id="{0F2F97DE-D390-4652-A709-7781CC9987A1}"/>
              </a:ext>
            </a:extLst>
          </p:cNvPr>
          <p:cNvSpPr>
            <a:spLocks noGrp="1"/>
          </p:cNvSpPr>
          <p:nvPr/>
        </p:nvSpPr>
        <p:spPr>
          <a:xfrm>
            <a:off x="8950128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8" name="Circle">
            <a:extLst>
              <a:ext uri="{FF2B5EF4-FFF2-40B4-BE49-F238E27FC236}">
                <a16:creationId xmlns:a16="http://schemas.microsoft.com/office/drawing/2014/main" id="{195A465C-4C49-9ECE-2E7D-126A7ECEE692}"/>
              </a:ext>
            </a:extLst>
          </p:cNvPr>
          <p:cNvSpPr>
            <a:spLocks noGrp="1"/>
          </p:cNvSpPr>
          <p:nvPr/>
        </p:nvSpPr>
        <p:spPr>
          <a:xfrm>
            <a:off x="9049856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9" name="Circle">
            <a:extLst>
              <a:ext uri="{FF2B5EF4-FFF2-40B4-BE49-F238E27FC236}">
                <a16:creationId xmlns:a16="http://schemas.microsoft.com/office/drawing/2014/main" id="{6B82D043-2EB1-AEB9-DAA8-D3FB50162C01}"/>
              </a:ext>
            </a:extLst>
          </p:cNvPr>
          <p:cNvSpPr>
            <a:spLocks noGrp="1"/>
          </p:cNvSpPr>
          <p:nvPr/>
        </p:nvSpPr>
        <p:spPr>
          <a:xfrm rot="10800000">
            <a:off x="9814825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0" name="Circle">
            <a:extLst>
              <a:ext uri="{FF2B5EF4-FFF2-40B4-BE49-F238E27FC236}">
                <a16:creationId xmlns:a16="http://schemas.microsoft.com/office/drawing/2014/main" id="{476F4D7D-F217-9C67-78C9-55C26D56F0CF}"/>
              </a:ext>
            </a:extLst>
          </p:cNvPr>
          <p:cNvSpPr>
            <a:spLocks noGrp="1"/>
          </p:cNvSpPr>
          <p:nvPr/>
        </p:nvSpPr>
        <p:spPr>
          <a:xfrm rot="10800000">
            <a:off x="9432340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1" name="Rounded Rectangle">
            <a:extLst>
              <a:ext uri="{FF2B5EF4-FFF2-40B4-BE49-F238E27FC236}">
                <a16:creationId xmlns:a16="http://schemas.microsoft.com/office/drawing/2014/main" id="{DC435DFA-751A-06E0-3692-E8D94D7F51BE}"/>
              </a:ext>
            </a:extLst>
          </p:cNvPr>
          <p:cNvSpPr>
            <a:spLocks noGrp="1"/>
          </p:cNvSpPr>
          <p:nvPr/>
        </p:nvSpPr>
        <p:spPr>
          <a:xfrm>
            <a:off x="12742092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2" name="Circle">
            <a:extLst>
              <a:ext uri="{FF2B5EF4-FFF2-40B4-BE49-F238E27FC236}">
                <a16:creationId xmlns:a16="http://schemas.microsoft.com/office/drawing/2014/main" id="{2C18F9D8-DDBE-6C50-AE0B-638EAF9E275F}"/>
              </a:ext>
            </a:extLst>
          </p:cNvPr>
          <p:cNvSpPr>
            <a:spLocks noGrp="1"/>
          </p:cNvSpPr>
          <p:nvPr/>
        </p:nvSpPr>
        <p:spPr>
          <a:xfrm>
            <a:off x="12841820" y="4090379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3" name="Circle">
            <a:extLst>
              <a:ext uri="{FF2B5EF4-FFF2-40B4-BE49-F238E27FC236}">
                <a16:creationId xmlns:a16="http://schemas.microsoft.com/office/drawing/2014/main" id="{F4E7626A-AAC6-AAC3-7756-4E442684FCA1}"/>
              </a:ext>
            </a:extLst>
          </p:cNvPr>
          <p:cNvSpPr>
            <a:spLocks noGrp="1"/>
          </p:cNvSpPr>
          <p:nvPr/>
        </p:nvSpPr>
        <p:spPr>
          <a:xfrm rot="10800000">
            <a:off x="13606790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4" name="Circle">
            <a:extLst>
              <a:ext uri="{FF2B5EF4-FFF2-40B4-BE49-F238E27FC236}">
                <a16:creationId xmlns:a16="http://schemas.microsoft.com/office/drawing/2014/main" id="{27843B1E-C9D6-FEF8-580F-B01581D17B24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5" name="Circle">
            <a:extLst>
              <a:ext uri="{FF2B5EF4-FFF2-40B4-BE49-F238E27FC236}">
                <a16:creationId xmlns:a16="http://schemas.microsoft.com/office/drawing/2014/main" id="{B7DDBE67-0AE6-E0AB-9F9C-FA7569710851}"/>
              </a:ext>
            </a:extLst>
          </p:cNvPr>
          <p:cNvSpPr>
            <a:spLocks noGrp="1"/>
          </p:cNvSpPr>
          <p:nvPr/>
        </p:nvSpPr>
        <p:spPr>
          <a:xfrm flipH="1">
            <a:off x="13606790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6" name="Rounded Rectangle">
            <a:extLst>
              <a:ext uri="{FF2B5EF4-FFF2-40B4-BE49-F238E27FC236}">
                <a16:creationId xmlns:a16="http://schemas.microsoft.com/office/drawing/2014/main" id="{5CA46980-04AC-F89D-B9F0-C936672848DE}"/>
              </a:ext>
            </a:extLst>
          </p:cNvPr>
          <p:cNvSpPr>
            <a:spLocks noGrp="1"/>
          </p:cNvSpPr>
          <p:nvPr/>
        </p:nvSpPr>
        <p:spPr>
          <a:xfrm>
            <a:off x="16534056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7" name="Circle">
            <a:extLst>
              <a:ext uri="{FF2B5EF4-FFF2-40B4-BE49-F238E27FC236}">
                <a16:creationId xmlns:a16="http://schemas.microsoft.com/office/drawing/2014/main" id="{32EEEE44-8D7D-C464-C5D1-FEEE0C2D7798}"/>
              </a:ext>
            </a:extLst>
          </p:cNvPr>
          <p:cNvSpPr>
            <a:spLocks noGrp="1"/>
          </p:cNvSpPr>
          <p:nvPr/>
        </p:nvSpPr>
        <p:spPr>
          <a:xfrm>
            <a:off x="16633783" y="4090379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8" name="Circle">
            <a:extLst>
              <a:ext uri="{FF2B5EF4-FFF2-40B4-BE49-F238E27FC236}">
                <a16:creationId xmlns:a16="http://schemas.microsoft.com/office/drawing/2014/main" id="{2C1ABC0D-3C30-9DCF-36D8-F6141FAFF01D}"/>
              </a:ext>
            </a:extLst>
          </p:cNvPr>
          <p:cNvSpPr>
            <a:spLocks noGrp="1"/>
          </p:cNvSpPr>
          <p:nvPr/>
        </p:nvSpPr>
        <p:spPr>
          <a:xfrm rot="10800000">
            <a:off x="17398754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9" name="Circle">
            <a:extLst>
              <a:ext uri="{FF2B5EF4-FFF2-40B4-BE49-F238E27FC236}">
                <a16:creationId xmlns:a16="http://schemas.microsoft.com/office/drawing/2014/main" id="{37DB108F-E1EA-4306-1728-3687A44E720E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0" name="Circle">
            <a:extLst>
              <a:ext uri="{FF2B5EF4-FFF2-40B4-BE49-F238E27FC236}">
                <a16:creationId xmlns:a16="http://schemas.microsoft.com/office/drawing/2014/main" id="{F8EBFE0C-7931-A1EA-8AC8-A5E8959D2233}"/>
              </a:ext>
            </a:extLst>
          </p:cNvPr>
          <p:cNvSpPr>
            <a:spLocks noGrp="1"/>
          </p:cNvSpPr>
          <p:nvPr/>
        </p:nvSpPr>
        <p:spPr>
          <a:xfrm flipH="1">
            <a:off x="17398754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1" name="Circle">
            <a:extLst>
              <a:ext uri="{FF2B5EF4-FFF2-40B4-BE49-F238E27FC236}">
                <a16:creationId xmlns:a16="http://schemas.microsoft.com/office/drawing/2014/main" id="{C3A7CDE2-20D3-A3AD-F68B-5B731375E3CB}"/>
              </a:ext>
            </a:extLst>
          </p:cNvPr>
          <p:cNvSpPr>
            <a:spLocks noGrp="1"/>
          </p:cNvSpPr>
          <p:nvPr/>
        </p:nvSpPr>
        <p:spPr>
          <a:xfrm rot="10800000">
            <a:off x="17016268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2" name="Rounded Rectangle">
            <a:extLst>
              <a:ext uri="{FF2B5EF4-FFF2-40B4-BE49-F238E27FC236}">
                <a16:creationId xmlns:a16="http://schemas.microsoft.com/office/drawing/2014/main" id="{B2007983-5916-A191-72DF-A7DE382B0F4D}"/>
              </a:ext>
            </a:extLst>
          </p:cNvPr>
          <p:cNvSpPr>
            <a:spLocks noGrp="1"/>
          </p:cNvSpPr>
          <p:nvPr/>
        </p:nvSpPr>
        <p:spPr>
          <a:xfrm>
            <a:off x="1366203" y="5225930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3" name="Circle">
            <a:extLst>
              <a:ext uri="{FF2B5EF4-FFF2-40B4-BE49-F238E27FC236}">
                <a16:creationId xmlns:a16="http://schemas.microsoft.com/office/drawing/2014/main" id="{ABDFB131-9B26-E10D-9A7C-05A511880547}"/>
              </a:ext>
            </a:extLst>
          </p:cNvPr>
          <p:cNvSpPr>
            <a:spLocks noGrp="1"/>
          </p:cNvSpPr>
          <p:nvPr/>
        </p:nvSpPr>
        <p:spPr>
          <a:xfrm>
            <a:off x="1848415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4" name="Rounded Rectangle">
            <a:extLst>
              <a:ext uri="{FF2B5EF4-FFF2-40B4-BE49-F238E27FC236}">
                <a16:creationId xmlns:a16="http://schemas.microsoft.com/office/drawing/2014/main" id="{57343CBC-600C-BF94-9868-2B8E8A6694A8}"/>
              </a:ext>
            </a:extLst>
          </p:cNvPr>
          <p:cNvSpPr>
            <a:spLocks noGrp="1"/>
          </p:cNvSpPr>
          <p:nvPr/>
        </p:nvSpPr>
        <p:spPr>
          <a:xfrm>
            <a:off x="5158165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5" name="Circle">
            <a:extLst>
              <a:ext uri="{FF2B5EF4-FFF2-40B4-BE49-F238E27FC236}">
                <a16:creationId xmlns:a16="http://schemas.microsoft.com/office/drawing/2014/main" id="{34AC3140-530F-ECB8-6108-E441532AAAF6}"/>
              </a:ext>
            </a:extLst>
          </p:cNvPr>
          <p:cNvSpPr>
            <a:spLocks noGrp="1"/>
          </p:cNvSpPr>
          <p:nvPr/>
        </p:nvSpPr>
        <p:spPr>
          <a:xfrm>
            <a:off x="525789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6" name="Circle">
            <a:extLst>
              <a:ext uri="{FF2B5EF4-FFF2-40B4-BE49-F238E27FC236}">
                <a16:creationId xmlns:a16="http://schemas.microsoft.com/office/drawing/2014/main" id="{5207DA2A-5B85-CB2D-2946-B280338D2FED}"/>
              </a:ext>
            </a:extLst>
          </p:cNvPr>
          <p:cNvSpPr>
            <a:spLocks noGrp="1"/>
          </p:cNvSpPr>
          <p:nvPr/>
        </p:nvSpPr>
        <p:spPr>
          <a:xfrm rot="10800000">
            <a:off x="602286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7" name="Rounded Rectangle">
            <a:extLst>
              <a:ext uri="{FF2B5EF4-FFF2-40B4-BE49-F238E27FC236}">
                <a16:creationId xmlns:a16="http://schemas.microsoft.com/office/drawing/2014/main" id="{6F225882-3559-6EA2-D2BC-51691903696B}"/>
              </a:ext>
            </a:extLst>
          </p:cNvPr>
          <p:cNvSpPr>
            <a:spLocks noGrp="1"/>
          </p:cNvSpPr>
          <p:nvPr/>
        </p:nvSpPr>
        <p:spPr>
          <a:xfrm>
            <a:off x="8950128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8" name="Circle">
            <a:extLst>
              <a:ext uri="{FF2B5EF4-FFF2-40B4-BE49-F238E27FC236}">
                <a16:creationId xmlns:a16="http://schemas.microsoft.com/office/drawing/2014/main" id="{1420ED8C-EBCB-CEE6-6960-4078F38AABF3}"/>
              </a:ext>
            </a:extLst>
          </p:cNvPr>
          <p:cNvSpPr>
            <a:spLocks noGrp="1"/>
          </p:cNvSpPr>
          <p:nvPr/>
        </p:nvSpPr>
        <p:spPr>
          <a:xfrm>
            <a:off x="9049856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9" name="Circle">
            <a:extLst>
              <a:ext uri="{FF2B5EF4-FFF2-40B4-BE49-F238E27FC236}">
                <a16:creationId xmlns:a16="http://schemas.microsoft.com/office/drawing/2014/main" id="{4F6FEFE1-1DE3-57E8-658C-ED9BBE6D66E3}"/>
              </a:ext>
            </a:extLst>
          </p:cNvPr>
          <p:cNvSpPr>
            <a:spLocks noGrp="1"/>
          </p:cNvSpPr>
          <p:nvPr/>
        </p:nvSpPr>
        <p:spPr>
          <a:xfrm rot="10800000">
            <a:off x="981482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0" name="Circle">
            <a:extLst>
              <a:ext uri="{FF2B5EF4-FFF2-40B4-BE49-F238E27FC236}">
                <a16:creationId xmlns:a16="http://schemas.microsoft.com/office/drawing/2014/main" id="{39F57106-DA6F-F5CB-F099-8BDE874B6C1C}"/>
              </a:ext>
            </a:extLst>
          </p:cNvPr>
          <p:cNvSpPr>
            <a:spLocks noGrp="1"/>
          </p:cNvSpPr>
          <p:nvPr/>
        </p:nvSpPr>
        <p:spPr>
          <a:xfrm rot="10800000">
            <a:off x="9432340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1" name="Rounded Rectangle">
            <a:extLst>
              <a:ext uri="{FF2B5EF4-FFF2-40B4-BE49-F238E27FC236}">
                <a16:creationId xmlns:a16="http://schemas.microsoft.com/office/drawing/2014/main" id="{D3964E81-DC01-A348-C5F2-AC89A3704212}"/>
              </a:ext>
            </a:extLst>
          </p:cNvPr>
          <p:cNvSpPr>
            <a:spLocks noGrp="1"/>
          </p:cNvSpPr>
          <p:nvPr/>
        </p:nvSpPr>
        <p:spPr>
          <a:xfrm>
            <a:off x="12742092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2" name="Circle">
            <a:extLst>
              <a:ext uri="{FF2B5EF4-FFF2-40B4-BE49-F238E27FC236}">
                <a16:creationId xmlns:a16="http://schemas.microsoft.com/office/drawing/2014/main" id="{5E65BBC3-8F45-A0D1-D894-75542A1B3A98}"/>
              </a:ext>
            </a:extLst>
          </p:cNvPr>
          <p:cNvSpPr>
            <a:spLocks noGrp="1"/>
          </p:cNvSpPr>
          <p:nvPr/>
        </p:nvSpPr>
        <p:spPr>
          <a:xfrm>
            <a:off x="1284182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3" name="Circle">
            <a:extLst>
              <a:ext uri="{FF2B5EF4-FFF2-40B4-BE49-F238E27FC236}">
                <a16:creationId xmlns:a16="http://schemas.microsoft.com/office/drawing/2014/main" id="{E6D00854-6365-5E23-4743-3D2C07A45CD0}"/>
              </a:ext>
            </a:extLst>
          </p:cNvPr>
          <p:cNvSpPr>
            <a:spLocks noGrp="1"/>
          </p:cNvSpPr>
          <p:nvPr/>
        </p:nvSpPr>
        <p:spPr>
          <a:xfrm rot="10800000">
            <a:off x="13606790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4" name="Circle">
            <a:extLst>
              <a:ext uri="{FF2B5EF4-FFF2-40B4-BE49-F238E27FC236}">
                <a16:creationId xmlns:a16="http://schemas.microsoft.com/office/drawing/2014/main" id="{7CAAEE89-EBAE-7EA9-C980-AFCBB9516427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5" name="Circle">
            <a:extLst>
              <a:ext uri="{FF2B5EF4-FFF2-40B4-BE49-F238E27FC236}">
                <a16:creationId xmlns:a16="http://schemas.microsoft.com/office/drawing/2014/main" id="{300AE5ED-4F6C-AFD6-2F88-F688C0F3201A}"/>
              </a:ext>
            </a:extLst>
          </p:cNvPr>
          <p:cNvSpPr>
            <a:spLocks noGrp="1"/>
          </p:cNvSpPr>
          <p:nvPr/>
        </p:nvSpPr>
        <p:spPr>
          <a:xfrm flipH="1">
            <a:off x="13606790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6" name="Rounded Rectangle">
            <a:extLst>
              <a:ext uri="{FF2B5EF4-FFF2-40B4-BE49-F238E27FC236}">
                <a16:creationId xmlns:a16="http://schemas.microsoft.com/office/drawing/2014/main" id="{8FDF2B52-DE46-6641-7F5B-77ABB62B2FD3}"/>
              </a:ext>
            </a:extLst>
          </p:cNvPr>
          <p:cNvSpPr>
            <a:spLocks noGrp="1"/>
          </p:cNvSpPr>
          <p:nvPr/>
        </p:nvSpPr>
        <p:spPr>
          <a:xfrm>
            <a:off x="16534056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7" name="Circle">
            <a:extLst>
              <a:ext uri="{FF2B5EF4-FFF2-40B4-BE49-F238E27FC236}">
                <a16:creationId xmlns:a16="http://schemas.microsoft.com/office/drawing/2014/main" id="{6FB56190-A5B3-24B4-44AC-1C809D2F07A0}"/>
              </a:ext>
            </a:extLst>
          </p:cNvPr>
          <p:cNvSpPr>
            <a:spLocks noGrp="1"/>
          </p:cNvSpPr>
          <p:nvPr/>
        </p:nvSpPr>
        <p:spPr>
          <a:xfrm>
            <a:off x="16633783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8" name="Circle">
            <a:extLst>
              <a:ext uri="{FF2B5EF4-FFF2-40B4-BE49-F238E27FC236}">
                <a16:creationId xmlns:a16="http://schemas.microsoft.com/office/drawing/2014/main" id="{F8EC61EA-3875-313E-4BAC-06015FFC9491}"/>
              </a:ext>
            </a:extLst>
          </p:cNvPr>
          <p:cNvSpPr>
            <a:spLocks noGrp="1"/>
          </p:cNvSpPr>
          <p:nvPr/>
        </p:nvSpPr>
        <p:spPr>
          <a:xfrm rot="10800000">
            <a:off x="17398754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9" name="Circle">
            <a:extLst>
              <a:ext uri="{FF2B5EF4-FFF2-40B4-BE49-F238E27FC236}">
                <a16:creationId xmlns:a16="http://schemas.microsoft.com/office/drawing/2014/main" id="{3892E525-DFF9-0E76-1B9C-9E38906BB2FC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0" name="Circle">
            <a:extLst>
              <a:ext uri="{FF2B5EF4-FFF2-40B4-BE49-F238E27FC236}">
                <a16:creationId xmlns:a16="http://schemas.microsoft.com/office/drawing/2014/main" id="{FE875320-1F1F-BA2C-59BD-9418362D5A4D}"/>
              </a:ext>
            </a:extLst>
          </p:cNvPr>
          <p:cNvSpPr>
            <a:spLocks noGrp="1"/>
          </p:cNvSpPr>
          <p:nvPr/>
        </p:nvSpPr>
        <p:spPr>
          <a:xfrm flipH="1">
            <a:off x="17398754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1" name="Circle">
            <a:extLst>
              <a:ext uri="{FF2B5EF4-FFF2-40B4-BE49-F238E27FC236}">
                <a16:creationId xmlns:a16="http://schemas.microsoft.com/office/drawing/2014/main" id="{F8B914DD-E61D-F5CE-0A3F-FE6ED9B69445}"/>
              </a:ext>
            </a:extLst>
          </p:cNvPr>
          <p:cNvSpPr>
            <a:spLocks noGrp="1"/>
          </p:cNvSpPr>
          <p:nvPr/>
        </p:nvSpPr>
        <p:spPr>
          <a:xfrm rot="10800000">
            <a:off x="17016268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2" name="Rounded Rectangle">
            <a:extLst>
              <a:ext uri="{FF2B5EF4-FFF2-40B4-BE49-F238E27FC236}">
                <a16:creationId xmlns:a16="http://schemas.microsoft.com/office/drawing/2014/main" id="{BA2EE2B8-B396-AC76-7939-77FCD7E6A1F0}"/>
              </a:ext>
            </a:extLst>
          </p:cNvPr>
          <p:cNvSpPr>
            <a:spLocks noGrp="1"/>
          </p:cNvSpPr>
          <p:nvPr/>
        </p:nvSpPr>
        <p:spPr>
          <a:xfrm>
            <a:off x="1366203" y="7220069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3" name="Circle">
            <a:extLst>
              <a:ext uri="{FF2B5EF4-FFF2-40B4-BE49-F238E27FC236}">
                <a16:creationId xmlns:a16="http://schemas.microsoft.com/office/drawing/2014/main" id="{3600AAEF-ED08-1EFB-B5BC-01F07F66BB4D}"/>
              </a:ext>
            </a:extLst>
          </p:cNvPr>
          <p:cNvSpPr>
            <a:spLocks noGrp="1"/>
          </p:cNvSpPr>
          <p:nvPr/>
        </p:nvSpPr>
        <p:spPr>
          <a:xfrm>
            <a:off x="1848415" y="77022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4" name="Rounded Rectangle">
            <a:extLst>
              <a:ext uri="{FF2B5EF4-FFF2-40B4-BE49-F238E27FC236}">
                <a16:creationId xmlns:a16="http://schemas.microsoft.com/office/drawing/2014/main" id="{799CDCB2-5CDA-EE55-20D1-D1EE512462FE}"/>
              </a:ext>
            </a:extLst>
          </p:cNvPr>
          <p:cNvSpPr>
            <a:spLocks noGrp="1"/>
          </p:cNvSpPr>
          <p:nvPr/>
        </p:nvSpPr>
        <p:spPr>
          <a:xfrm>
            <a:off x="5158165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5" name="Circle">
            <a:extLst>
              <a:ext uri="{FF2B5EF4-FFF2-40B4-BE49-F238E27FC236}">
                <a16:creationId xmlns:a16="http://schemas.microsoft.com/office/drawing/2014/main" id="{011B009E-93CE-1EC2-AA9A-016DB5DF8D15}"/>
              </a:ext>
            </a:extLst>
          </p:cNvPr>
          <p:cNvSpPr>
            <a:spLocks noGrp="1"/>
          </p:cNvSpPr>
          <p:nvPr/>
        </p:nvSpPr>
        <p:spPr>
          <a:xfrm>
            <a:off x="525789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6" name="Circle">
            <a:extLst>
              <a:ext uri="{FF2B5EF4-FFF2-40B4-BE49-F238E27FC236}">
                <a16:creationId xmlns:a16="http://schemas.microsoft.com/office/drawing/2014/main" id="{58AD957D-A84F-3356-6E93-F4B03451B80B}"/>
              </a:ext>
            </a:extLst>
          </p:cNvPr>
          <p:cNvSpPr>
            <a:spLocks noGrp="1"/>
          </p:cNvSpPr>
          <p:nvPr/>
        </p:nvSpPr>
        <p:spPr>
          <a:xfrm rot="10800000">
            <a:off x="602286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7" name="Rounded Rectangle">
            <a:extLst>
              <a:ext uri="{FF2B5EF4-FFF2-40B4-BE49-F238E27FC236}">
                <a16:creationId xmlns:a16="http://schemas.microsoft.com/office/drawing/2014/main" id="{7369932A-7A88-E52C-964B-BA97FF39D764}"/>
              </a:ext>
            </a:extLst>
          </p:cNvPr>
          <p:cNvSpPr>
            <a:spLocks noGrp="1"/>
          </p:cNvSpPr>
          <p:nvPr/>
        </p:nvSpPr>
        <p:spPr>
          <a:xfrm>
            <a:off x="8950128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8" name="Circle">
            <a:extLst>
              <a:ext uri="{FF2B5EF4-FFF2-40B4-BE49-F238E27FC236}">
                <a16:creationId xmlns:a16="http://schemas.microsoft.com/office/drawing/2014/main" id="{77088C4E-B058-1C2C-9A32-A6730440349A}"/>
              </a:ext>
            </a:extLst>
          </p:cNvPr>
          <p:cNvSpPr>
            <a:spLocks noGrp="1"/>
          </p:cNvSpPr>
          <p:nvPr/>
        </p:nvSpPr>
        <p:spPr>
          <a:xfrm>
            <a:off x="9049856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9" name="Circle">
            <a:extLst>
              <a:ext uri="{FF2B5EF4-FFF2-40B4-BE49-F238E27FC236}">
                <a16:creationId xmlns:a16="http://schemas.microsoft.com/office/drawing/2014/main" id="{6A93C1F3-80F5-B9DE-8D36-041ADE1E4E6C}"/>
              </a:ext>
            </a:extLst>
          </p:cNvPr>
          <p:cNvSpPr>
            <a:spLocks noGrp="1"/>
          </p:cNvSpPr>
          <p:nvPr/>
        </p:nvSpPr>
        <p:spPr>
          <a:xfrm rot="10800000">
            <a:off x="981482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0" name="Circle">
            <a:extLst>
              <a:ext uri="{FF2B5EF4-FFF2-40B4-BE49-F238E27FC236}">
                <a16:creationId xmlns:a16="http://schemas.microsoft.com/office/drawing/2014/main" id="{20CADBEF-193D-AE69-B11F-F800D6D2F601}"/>
              </a:ext>
            </a:extLst>
          </p:cNvPr>
          <p:cNvSpPr>
            <a:spLocks noGrp="1"/>
          </p:cNvSpPr>
          <p:nvPr/>
        </p:nvSpPr>
        <p:spPr>
          <a:xfrm rot="10800000">
            <a:off x="9432340" y="770228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1" name="Rounded Rectangle">
            <a:extLst>
              <a:ext uri="{FF2B5EF4-FFF2-40B4-BE49-F238E27FC236}">
                <a16:creationId xmlns:a16="http://schemas.microsoft.com/office/drawing/2014/main" id="{C594B06F-EE5C-36DE-2A62-4D93176034DA}"/>
              </a:ext>
            </a:extLst>
          </p:cNvPr>
          <p:cNvSpPr>
            <a:spLocks noGrp="1"/>
          </p:cNvSpPr>
          <p:nvPr/>
        </p:nvSpPr>
        <p:spPr>
          <a:xfrm>
            <a:off x="12742092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2" name="Circle">
            <a:extLst>
              <a:ext uri="{FF2B5EF4-FFF2-40B4-BE49-F238E27FC236}">
                <a16:creationId xmlns:a16="http://schemas.microsoft.com/office/drawing/2014/main" id="{107E9E2E-9087-C2AA-9586-D7DDC2ABD8EF}"/>
              </a:ext>
            </a:extLst>
          </p:cNvPr>
          <p:cNvSpPr>
            <a:spLocks noGrp="1"/>
          </p:cNvSpPr>
          <p:nvPr/>
        </p:nvSpPr>
        <p:spPr>
          <a:xfrm>
            <a:off x="1284182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3" name="Circle">
            <a:extLst>
              <a:ext uri="{FF2B5EF4-FFF2-40B4-BE49-F238E27FC236}">
                <a16:creationId xmlns:a16="http://schemas.microsoft.com/office/drawing/2014/main" id="{0A0D519A-2BC2-4F0C-09AC-1A0649CE9B94}"/>
              </a:ext>
            </a:extLst>
          </p:cNvPr>
          <p:cNvSpPr>
            <a:spLocks noGrp="1"/>
          </p:cNvSpPr>
          <p:nvPr/>
        </p:nvSpPr>
        <p:spPr>
          <a:xfrm rot="10800000">
            <a:off x="13606790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4" name="Circle">
            <a:extLst>
              <a:ext uri="{FF2B5EF4-FFF2-40B4-BE49-F238E27FC236}">
                <a16:creationId xmlns:a16="http://schemas.microsoft.com/office/drawing/2014/main" id="{54B5AB00-6439-ABD4-D8DB-F70F0D70D4C9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5" name="Circle">
            <a:extLst>
              <a:ext uri="{FF2B5EF4-FFF2-40B4-BE49-F238E27FC236}">
                <a16:creationId xmlns:a16="http://schemas.microsoft.com/office/drawing/2014/main" id="{D5A90A0B-E396-1A2E-768F-21A648417A5F}"/>
              </a:ext>
            </a:extLst>
          </p:cNvPr>
          <p:cNvSpPr>
            <a:spLocks noGrp="1"/>
          </p:cNvSpPr>
          <p:nvPr/>
        </p:nvSpPr>
        <p:spPr>
          <a:xfrm flipH="1">
            <a:off x="13606790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6" name="Rounded Rectangle">
            <a:extLst>
              <a:ext uri="{FF2B5EF4-FFF2-40B4-BE49-F238E27FC236}">
                <a16:creationId xmlns:a16="http://schemas.microsoft.com/office/drawing/2014/main" id="{256C8CDF-6A49-EF47-21C5-89FB73279CA7}"/>
              </a:ext>
            </a:extLst>
          </p:cNvPr>
          <p:cNvSpPr>
            <a:spLocks noGrp="1"/>
          </p:cNvSpPr>
          <p:nvPr/>
        </p:nvSpPr>
        <p:spPr>
          <a:xfrm>
            <a:off x="16534056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7" name="Circle">
            <a:extLst>
              <a:ext uri="{FF2B5EF4-FFF2-40B4-BE49-F238E27FC236}">
                <a16:creationId xmlns:a16="http://schemas.microsoft.com/office/drawing/2014/main" id="{1C85375C-E176-693D-6E77-6AC957E39E8C}"/>
              </a:ext>
            </a:extLst>
          </p:cNvPr>
          <p:cNvSpPr>
            <a:spLocks noGrp="1"/>
          </p:cNvSpPr>
          <p:nvPr/>
        </p:nvSpPr>
        <p:spPr>
          <a:xfrm>
            <a:off x="16633783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8" name="Circle">
            <a:extLst>
              <a:ext uri="{FF2B5EF4-FFF2-40B4-BE49-F238E27FC236}">
                <a16:creationId xmlns:a16="http://schemas.microsoft.com/office/drawing/2014/main" id="{4539682D-FF63-AFBA-38DE-8B1035AB0182}"/>
              </a:ext>
            </a:extLst>
          </p:cNvPr>
          <p:cNvSpPr>
            <a:spLocks noGrp="1"/>
          </p:cNvSpPr>
          <p:nvPr/>
        </p:nvSpPr>
        <p:spPr>
          <a:xfrm rot="10800000">
            <a:off x="17398754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9" name="Circle">
            <a:extLst>
              <a:ext uri="{FF2B5EF4-FFF2-40B4-BE49-F238E27FC236}">
                <a16:creationId xmlns:a16="http://schemas.microsoft.com/office/drawing/2014/main" id="{DF68DFD1-3DDD-B945-5D6B-A8C5D8456000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0" name="Circle">
            <a:extLst>
              <a:ext uri="{FF2B5EF4-FFF2-40B4-BE49-F238E27FC236}">
                <a16:creationId xmlns:a16="http://schemas.microsoft.com/office/drawing/2014/main" id="{8208734F-2B2D-FBBE-92D9-3D5372EDC3B3}"/>
              </a:ext>
            </a:extLst>
          </p:cNvPr>
          <p:cNvSpPr>
            <a:spLocks noGrp="1"/>
          </p:cNvSpPr>
          <p:nvPr/>
        </p:nvSpPr>
        <p:spPr>
          <a:xfrm flipH="1">
            <a:off x="1739875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1" name="Circle">
            <a:extLst>
              <a:ext uri="{FF2B5EF4-FFF2-40B4-BE49-F238E27FC236}">
                <a16:creationId xmlns:a16="http://schemas.microsoft.com/office/drawing/2014/main" id="{C39F806E-9C40-415F-F697-028500E792DA}"/>
              </a:ext>
            </a:extLst>
          </p:cNvPr>
          <p:cNvSpPr>
            <a:spLocks noGrp="1"/>
          </p:cNvSpPr>
          <p:nvPr/>
        </p:nvSpPr>
        <p:spPr>
          <a:xfrm rot="10800000">
            <a:off x="17016268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2" name="Rounded Rectangle">
            <a:extLst>
              <a:ext uri="{FF2B5EF4-FFF2-40B4-BE49-F238E27FC236}">
                <a16:creationId xmlns:a16="http://schemas.microsoft.com/office/drawing/2014/main" id="{A8020BC8-1B5B-C835-8ED0-BDA1253E24C4}"/>
              </a:ext>
            </a:extLst>
          </p:cNvPr>
          <p:cNvSpPr>
            <a:spLocks noGrp="1"/>
          </p:cNvSpPr>
          <p:nvPr/>
        </p:nvSpPr>
        <p:spPr>
          <a:xfrm>
            <a:off x="1366203" y="9214205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3" name="Circle">
            <a:extLst>
              <a:ext uri="{FF2B5EF4-FFF2-40B4-BE49-F238E27FC236}">
                <a16:creationId xmlns:a16="http://schemas.microsoft.com/office/drawing/2014/main" id="{70D6C7FC-6377-3CB7-06B3-B411502C712E}"/>
              </a:ext>
            </a:extLst>
          </p:cNvPr>
          <p:cNvSpPr>
            <a:spLocks noGrp="1"/>
          </p:cNvSpPr>
          <p:nvPr/>
        </p:nvSpPr>
        <p:spPr>
          <a:xfrm>
            <a:off x="1848415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4" name="Rounded Rectangle">
            <a:extLst>
              <a:ext uri="{FF2B5EF4-FFF2-40B4-BE49-F238E27FC236}">
                <a16:creationId xmlns:a16="http://schemas.microsoft.com/office/drawing/2014/main" id="{AAA0A078-465F-4E9F-0488-2CE26071D37C}"/>
              </a:ext>
            </a:extLst>
          </p:cNvPr>
          <p:cNvSpPr>
            <a:spLocks noGrp="1"/>
          </p:cNvSpPr>
          <p:nvPr/>
        </p:nvSpPr>
        <p:spPr>
          <a:xfrm>
            <a:off x="5158165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5" name="Circle">
            <a:extLst>
              <a:ext uri="{FF2B5EF4-FFF2-40B4-BE49-F238E27FC236}">
                <a16:creationId xmlns:a16="http://schemas.microsoft.com/office/drawing/2014/main" id="{87B0C76D-81E8-87FE-6899-6F98ED88FC4C}"/>
              </a:ext>
            </a:extLst>
          </p:cNvPr>
          <p:cNvSpPr>
            <a:spLocks noGrp="1"/>
          </p:cNvSpPr>
          <p:nvPr/>
        </p:nvSpPr>
        <p:spPr>
          <a:xfrm>
            <a:off x="525789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6" name="Circle">
            <a:extLst>
              <a:ext uri="{FF2B5EF4-FFF2-40B4-BE49-F238E27FC236}">
                <a16:creationId xmlns:a16="http://schemas.microsoft.com/office/drawing/2014/main" id="{C4044364-B2F1-2171-178A-5A9B595C27CA}"/>
              </a:ext>
            </a:extLst>
          </p:cNvPr>
          <p:cNvSpPr>
            <a:spLocks noGrp="1"/>
          </p:cNvSpPr>
          <p:nvPr/>
        </p:nvSpPr>
        <p:spPr>
          <a:xfrm rot="10800000">
            <a:off x="6022861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7" name="Rounded Rectangle">
            <a:extLst>
              <a:ext uri="{FF2B5EF4-FFF2-40B4-BE49-F238E27FC236}">
                <a16:creationId xmlns:a16="http://schemas.microsoft.com/office/drawing/2014/main" id="{D1D8426D-6F1D-AB01-A054-A5EC423A3617}"/>
              </a:ext>
            </a:extLst>
          </p:cNvPr>
          <p:cNvSpPr>
            <a:spLocks noGrp="1"/>
          </p:cNvSpPr>
          <p:nvPr/>
        </p:nvSpPr>
        <p:spPr>
          <a:xfrm>
            <a:off x="8950128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8" name="Circle">
            <a:extLst>
              <a:ext uri="{FF2B5EF4-FFF2-40B4-BE49-F238E27FC236}">
                <a16:creationId xmlns:a16="http://schemas.microsoft.com/office/drawing/2014/main" id="{4FBCA72F-30AD-C6CB-6C63-AEE3D5C9E1CF}"/>
              </a:ext>
            </a:extLst>
          </p:cNvPr>
          <p:cNvSpPr>
            <a:spLocks noGrp="1"/>
          </p:cNvSpPr>
          <p:nvPr/>
        </p:nvSpPr>
        <p:spPr>
          <a:xfrm>
            <a:off x="9049856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9" name="Circle">
            <a:extLst>
              <a:ext uri="{FF2B5EF4-FFF2-40B4-BE49-F238E27FC236}">
                <a16:creationId xmlns:a16="http://schemas.microsoft.com/office/drawing/2014/main" id="{79908217-8D89-8B21-0D72-1DBFBDA67AA9}"/>
              </a:ext>
            </a:extLst>
          </p:cNvPr>
          <p:cNvSpPr>
            <a:spLocks noGrp="1"/>
          </p:cNvSpPr>
          <p:nvPr/>
        </p:nvSpPr>
        <p:spPr>
          <a:xfrm rot="10800000">
            <a:off x="9814825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0" name="Circle">
            <a:extLst>
              <a:ext uri="{FF2B5EF4-FFF2-40B4-BE49-F238E27FC236}">
                <a16:creationId xmlns:a16="http://schemas.microsoft.com/office/drawing/2014/main" id="{188A792F-B2BD-462C-ACAD-048E51692C20}"/>
              </a:ext>
            </a:extLst>
          </p:cNvPr>
          <p:cNvSpPr>
            <a:spLocks noGrp="1"/>
          </p:cNvSpPr>
          <p:nvPr/>
        </p:nvSpPr>
        <p:spPr>
          <a:xfrm rot="10800000">
            <a:off x="9432340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1" name="Rounded Rectangle">
            <a:extLst>
              <a:ext uri="{FF2B5EF4-FFF2-40B4-BE49-F238E27FC236}">
                <a16:creationId xmlns:a16="http://schemas.microsoft.com/office/drawing/2014/main" id="{8C1A1F10-3671-C41B-BAC9-D84AE23FA291}"/>
              </a:ext>
            </a:extLst>
          </p:cNvPr>
          <p:cNvSpPr>
            <a:spLocks noGrp="1"/>
          </p:cNvSpPr>
          <p:nvPr/>
        </p:nvSpPr>
        <p:spPr>
          <a:xfrm>
            <a:off x="12742092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2" name="Circle">
            <a:extLst>
              <a:ext uri="{FF2B5EF4-FFF2-40B4-BE49-F238E27FC236}">
                <a16:creationId xmlns:a16="http://schemas.microsoft.com/office/drawing/2014/main" id="{23165C47-E6F3-4B59-2CC6-F8564FA8A916}"/>
              </a:ext>
            </a:extLst>
          </p:cNvPr>
          <p:cNvSpPr>
            <a:spLocks noGrp="1"/>
          </p:cNvSpPr>
          <p:nvPr/>
        </p:nvSpPr>
        <p:spPr>
          <a:xfrm>
            <a:off x="12841820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3" name="Circle">
            <a:extLst>
              <a:ext uri="{FF2B5EF4-FFF2-40B4-BE49-F238E27FC236}">
                <a16:creationId xmlns:a16="http://schemas.microsoft.com/office/drawing/2014/main" id="{2BEF4305-3663-0DDE-BC57-BA859A1F6758}"/>
              </a:ext>
            </a:extLst>
          </p:cNvPr>
          <p:cNvSpPr>
            <a:spLocks noGrp="1"/>
          </p:cNvSpPr>
          <p:nvPr/>
        </p:nvSpPr>
        <p:spPr>
          <a:xfrm rot="10800000">
            <a:off x="13606790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4" name="Circle">
            <a:extLst>
              <a:ext uri="{FF2B5EF4-FFF2-40B4-BE49-F238E27FC236}">
                <a16:creationId xmlns:a16="http://schemas.microsoft.com/office/drawing/2014/main" id="{9F73860F-2910-1BCA-3469-352F16DA5FF0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5" name="Circle">
            <a:extLst>
              <a:ext uri="{FF2B5EF4-FFF2-40B4-BE49-F238E27FC236}">
                <a16:creationId xmlns:a16="http://schemas.microsoft.com/office/drawing/2014/main" id="{76808E68-5BE4-AD16-D539-38EB738AEC7F}"/>
              </a:ext>
            </a:extLst>
          </p:cNvPr>
          <p:cNvSpPr>
            <a:spLocks noGrp="1"/>
          </p:cNvSpPr>
          <p:nvPr/>
        </p:nvSpPr>
        <p:spPr>
          <a:xfrm flipH="1">
            <a:off x="13606790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6" name="Rounded Rectangle">
            <a:extLst>
              <a:ext uri="{FF2B5EF4-FFF2-40B4-BE49-F238E27FC236}">
                <a16:creationId xmlns:a16="http://schemas.microsoft.com/office/drawing/2014/main" id="{B2F964B2-9F9D-BD5C-4ED6-0307CB085D78}"/>
              </a:ext>
            </a:extLst>
          </p:cNvPr>
          <p:cNvSpPr>
            <a:spLocks noGrp="1"/>
          </p:cNvSpPr>
          <p:nvPr/>
        </p:nvSpPr>
        <p:spPr>
          <a:xfrm>
            <a:off x="16534056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7" name="Circle">
            <a:extLst>
              <a:ext uri="{FF2B5EF4-FFF2-40B4-BE49-F238E27FC236}">
                <a16:creationId xmlns:a16="http://schemas.microsoft.com/office/drawing/2014/main" id="{54A4FDBD-7ED7-7975-BC1F-D64B7ABD638E}"/>
              </a:ext>
            </a:extLst>
          </p:cNvPr>
          <p:cNvSpPr>
            <a:spLocks noGrp="1"/>
          </p:cNvSpPr>
          <p:nvPr/>
        </p:nvSpPr>
        <p:spPr>
          <a:xfrm>
            <a:off x="16633783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8" name="Circle">
            <a:extLst>
              <a:ext uri="{FF2B5EF4-FFF2-40B4-BE49-F238E27FC236}">
                <a16:creationId xmlns:a16="http://schemas.microsoft.com/office/drawing/2014/main" id="{C362A760-F0D6-686F-356B-75729425BDFD}"/>
              </a:ext>
            </a:extLst>
          </p:cNvPr>
          <p:cNvSpPr>
            <a:spLocks noGrp="1"/>
          </p:cNvSpPr>
          <p:nvPr/>
        </p:nvSpPr>
        <p:spPr>
          <a:xfrm rot="10800000">
            <a:off x="17398754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9" name="Circle">
            <a:extLst>
              <a:ext uri="{FF2B5EF4-FFF2-40B4-BE49-F238E27FC236}">
                <a16:creationId xmlns:a16="http://schemas.microsoft.com/office/drawing/2014/main" id="{57EE6952-21F1-2B1D-D021-D0DA5BD6CBF0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0" name="Circle">
            <a:extLst>
              <a:ext uri="{FF2B5EF4-FFF2-40B4-BE49-F238E27FC236}">
                <a16:creationId xmlns:a16="http://schemas.microsoft.com/office/drawing/2014/main" id="{42BA14E6-62DA-CF04-5BEC-AAE95126AA0D}"/>
              </a:ext>
            </a:extLst>
          </p:cNvPr>
          <p:cNvSpPr>
            <a:spLocks noGrp="1"/>
          </p:cNvSpPr>
          <p:nvPr/>
        </p:nvSpPr>
        <p:spPr>
          <a:xfrm flipH="1">
            <a:off x="17398754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1" name="Circle">
            <a:extLst>
              <a:ext uri="{FF2B5EF4-FFF2-40B4-BE49-F238E27FC236}">
                <a16:creationId xmlns:a16="http://schemas.microsoft.com/office/drawing/2014/main" id="{23B06006-8423-CCEE-80D7-802CBE78DC2F}"/>
              </a:ext>
            </a:extLst>
          </p:cNvPr>
          <p:cNvSpPr>
            <a:spLocks noGrp="1"/>
          </p:cNvSpPr>
          <p:nvPr/>
        </p:nvSpPr>
        <p:spPr>
          <a:xfrm rot="10800000">
            <a:off x="17016268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2" name="Rounded Rectangle">
            <a:extLst>
              <a:ext uri="{FF2B5EF4-FFF2-40B4-BE49-F238E27FC236}">
                <a16:creationId xmlns:a16="http://schemas.microsoft.com/office/drawing/2014/main" id="{15F79DC3-1C8D-AE03-ADEF-43304C541997}"/>
              </a:ext>
            </a:extLst>
          </p:cNvPr>
          <p:cNvSpPr>
            <a:spLocks noGrp="1"/>
          </p:cNvSpPr>
          <p:nvPr/>
        </p:nvSpPr>
        <p:spPr>
          <a:xfrm>
            <a:off x="1366203" y="11208341"/>
            <a:ext cx="1270000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3" name="Circle">
            <a:extLst>
              <a:ext uri="{FF2B5EF4-FFF2-40B4-BE49-F238E27FC236}">
                <a16:creationId xmlns:a16="http://schemas.microsoft.com/office/drawing/2014/main" id="{B2D3BDFF-E912-F4B4-F856-F2D08E662143}"/>
              </a:ext>
            </a:extLst>
          </p:cNvPr>
          <p:cNvSpPr>
            <a:spLocks noGrp="1"/>
          </p:cNvSpPr>
          <p:nvPr/>
        </p:nvSpPr>
        <p:spPr>
          <a:xfrm>
            <a:off x="1848415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4" name="Rounded Rectangle">
            <a:extLst>
              <a:ext uri="{FF2B5EF4-FFF2-40B4-BE49-F238E27FC236}">
                <a16:creationId xmlns:a16="http://schemas.microsoft.com/office/drawing/2014/main" id="{E0979A4B-A2C5-6D4F-8888-3B11AFF17FFC}"/>
              </a:ext>
            </a:extLst>
          </p:cNvPr>
          <p:cNvSpPr>
            <a:spLocks noGrp="1"/>
          </p:cNvSpPr>
          <p:nvPr/>
        </p:nvSpPr>
        <p:spPr>
          <a:xfrm>
            <a:off x="5158165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5" name="Circle">
            <a:extLst>
              <a:ext uri="{FF2B5EF4-FFF2-40B4-BE49-F238E27FC236}">
                <a16:creationId xmlns:a16="http://schemas.microsoft.com/office/drawing/2014/main" id="{948632AE-265D-3B6A-C5DC-8DDEA7D1DBC5}"/>
              </a:ext>
            </a:extLst>
          </p:cNvPr>
          <p:cNvSpPr>
            <a:spLocks noGrp="1"/>
          </p:cNvSpPr>
          <p:nvPr/>
        </p:nvSpPr>
        <p:spPr>
          <a:xfrm>
            <a:off x="5257892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6" name="Circle">
            <a:extLst>
              <a:ext uri="{FF2B5EF4-FFF2-40B4-BE49-F238E27FC236}">
                <a16:creationId xmlns:a16="http://schemas.microsoft.com/office/drawing/2014/main" id="{0E36E08F-7BE2-ACBF-DBCD-4627670F6E21}"/>
              </a:ext>
            </a:extLst>
          </p:cNvPr>
          <p:cNvSpPr>
            <a:spLocks noGrp="1"/>
          </p:cNvSpPr>
          <p:nvPr/>
        </p:nvSpPr>
        <p:spPr>
          <a:xfrm rot="10800000">
            <a:off x="602286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7" name="Rounded Rectangle">
            <a:extLst>
              <a:ext uri="{FF2B5EF4-FFF2-40B4-BE49-F238E27FC236}">
                <a16:creationId xmlns:a16="http://schemas.microsoft.com/office/drawing/2014/main" id="{182707DB-7015-B912-023A-E2E079DB90F9}"/>
              </a:ext>
            </a:extLst>
          </p:cNvPr>
          <p:cNvSpPr>
            <a:spLocks noGrp="1"/>
          </p:cNvSpPr>
          <p:nvPr/>
        </p:nvSpPr>
        <p:spPr>
          <a:xfrm>
            <a:off x="895012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8" name="Circle">
            <a:extLst>
              <a:ext uri="{FF2B5EF4-FFF2-40B4-BE49-F238E27FC236}">
                <a16:creationId xmlns:a16="http://schemas.microsoft.com/office/drawing/2014/main" id="{0B631024-7A2A-3B26-C6BD-28800F1BECB6}"/>
              </a:ext>
            </a:extLst>
          </p:cNvPr>
          <p:cNvSpPr>
            <a:spLocks noGrp="1"/>
          </p:cNvSpPr>
          <p:nvPr/>
        </p:nvSpPr>
        <p:spPr>
          <a:xfrm>
            <a:off x="9049856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9" name="Circle">
            <a:extLst>
              <a:ext uri="{FF2B5EF4-FFF2-40B4-BE49-F238E27FC236}">
                <a16:creationId xmlns:a16="http://schemas.microsoft.com/office/drawing/2014/main" id="{70A7725C-8161-C45E-B417-CEB417C52CF5}"/>
              </a:ext>
            </a:extLst>
          </p:cNvPr>
          <p:cNvSpPr>
            <a:spLocks noGrp="1"/>
          </p:cNvSpPr>
          <p:nvPr/>
        </p:nvSpPr>
        <p:spPr>
          <a:xfrm rot="10800000">
            <a:off x="981482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0" name="Circle">
            <a:extLst>
              <a:ext uri="{FF2B5EF4-FFF2-40B4-BE49-F238E27FC236}">
                <a16:creationId xmlns:a16="http://schemas.microsoft.com/office/drawing/2014/main" id="{AA994CFC-4F4E-DCE3-3933-B0746DC4C09B}"/>
              </a:ext>
            </a:extLst>
          </p:cNvPr>
          <p:cNvSpPr>
            <a:spLocks noGrp="1"/>
          </p:cNvSpPr>
          <p:nvPr/>
        </p:nvSpPr>
        <p:spPr>
          <a:xfrm rot="10800000">
            <a:off x="9432340" y="116905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1" name="Rounded Rectangle">
            <a:extLst>
              <a:ext uri="{FF2B5EF4-FFF2-40B4-BE49-F238E27FC236}">
                <a16:creationId xmlns:a16="http://schemas.microsoft.com/office/drawing/2014/main" id="{735CE590-1E68-39F2-27F1-34A7ED112C19}"/>
              </a:ext>
            </a:extLst>
          </p:cNvPr>
          <p:cNvSpPr>
            <a:spLocks noGrp="1"/>
          </p:cNvSpPr>
          <p:nvPr/>
        </p:nvSpPr>
        <p:spPr>
          <a:xfrm>
            <a:off x="12742092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2" name="Circle">
            <a:extLst>
              <a:ext uri="{FF2B5EF4-FFF2-40B4-BE49-F238E27FC236}">
                <a16:creationId xmlns:a16="http://schemas.microsoft.com/office/drawing/2014/main" id="{E2CA5A16-1340-F2EF-3A39-EC246C6DE228}"/>
              </a:ext>
            </a:extLst>
          </p:cNvPr>
          <p:cNvSpPr>
            <a:spLocks noGrp="1"/>
          </p:cNvSpPr>
          <p:nvPr/>
        </p:nvSpPr>
        <p:spPr>
          <a:xfrm>
            <a:off x="12841820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3" name="Circle">
            <a:extLst>
              <a:ext uri="{FF2B5EF4-FFF2-40B4-BE49-F238E27FC236}">
                <a16:creationId xmlns:a16="http://schemas.microsoft.com/office/drawing/2014/main" id="{7A10E5D8-3DEA-757D-B936-4F8985A2DE66}"/>
              </a:ext>
            </a:extLst>
          </p:cNvPr>
          <p:cNvSpPr>
            <a:spLocks noGrp="1"/>
          </p:cNvSpPr>
          <p:nvPr/>
        </p:nvSpPr>
        <p:spPr>
          <a:xfrm rot="10800000">
            <a:off x="1360679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4" name="Circle">
            <a:extLst>
              <a:ext uri="{FF2B5EF4-FFF2-40B4-BE49-F238E27FC236}">
                <a16:creationId xmlns:a16="http://schemas.microsoft.com/office/drawing/2014/main" id="{A6DC2B8C-89A4-3015-E718-2A9091F0754F}"/>
              </a:ext>
            </a:extLst>
          </p:cNvPr>
          <p:cNvSpPr>
            <a:spLocks noGrp="1"/>
          </p:cNvSpPr>
          <p:nvPr/>
        </p:nvSpPr>
        <p:spPr>
          <a:xfrm rot="10800000" flipH="1">
            <a:off x="12841820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5" name="Circle">
            <a:extLst>
              <a:ext uri="{FF2B5EF4-FFF2-40B4-BE49-F238E27FC236}">
                <a16:creationId xmlns:a16="http://schemas.microsoft.com/office/drawing/2014/main" id="{58C06756-3CCF-97FC-B59E-D0917DC1A638}"/>
              </a:ext>
            </a:extLst>
          </p:cNvPr>
          <p:cNvSpPr>
            <a:spLocks noGrp="1"/>
          </p:cNvSpPr>
          <p:nvPr/>
        </p:nvSpPr>
        <p:spPr>
          <a:xfrm flipH="1">
            <a:off x="13606790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6" name="Rounded Rectangle">
            <a:extLst>
              <a:ext uri="{FF2B5EF4-FFF2-40B4-BE49-F238E27FC236}">
                <a16:creationId xmlns:a16="http://schemas.microsoft.com/office/drawing/2014/main" id="{EB70EC0C-847E-D338-24E9-79B73C982BA9}"/>
              </a:ext>
            </a:extLst>
          </p:cNvPr>
          <p:cNvSpPr>
            <a:spLocks noGrp="1"/>
          </p:cNvSpPr>
          <p:nvPr/>
        </p:nvSpPr>
        <p:spPr>
          <a:xfrm>
            <a:off x="16534056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7" name="Circle">
            <a:extLst>
              <a:ext uri="{FF2B5EF4-FFF2-40B4-BE49-F238E27FC236}">
                <a16:creationId xmlns:a16="http://schemas.microsoft.com/office/drawing/2014/main" id="{7DA5FD9D-3EC3-4719-BCFA-64B740E59052}"/>
              </a:ext>
            </a:extLst>
          </p:cNvPr>
          <p:cNvSpPr>
            <a:spLocks noGrp="1"/>
          </p:cNvSpPr>
          <p:nvPr/>
        </p:nvSpPr>
        <p:spPr>
          <a:xfrm>
            <a:off x="16633783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8" name="Circle">
            <a:extLst>
              <a:ext uri="{FF2B5EF4-FFF2-40B4-BE49-F238E27FC236}">
                <a16:creationId xmlns:a16="http://schemas.microsoft.com/office/drawing/2014/main" id="{14E929AE-BF91-B092-6224-1541E97ECCCE}"/>
              </a:ext>
            </a:extLst>
          </p:cNvPr>
          <p:cNvSpPr>
            <a:spLocks noGrp="1"/>
          </p:cNvSpPr>
          <p:nvPr/>
        </p:nvSpPr>
        <p:spPr>
          <a:xfrm rot="10800000">
            <a:off x="17398754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49" name="Circle">
            <a:extLst>
              <a:ext uri="{FF2B5EF4-FFF2-40B4-BE49-F238E27FC236}">
                <a16:creationId xmlns:a16="http://schemas.microsoft.com/office/drawing/2014/main" id="{7AB42E77-D807-6919-C9C1-84B4F64B5A68}"/>
              </a:ext>
            </a:extLst>
          </p:cNvPr>
          <p:cNvSpPr>
            <a:spLocks noGrp="1"/>
          </p:cNvSpPr>
          <p:nvPr/>
        </p:nvSpPr>
        <p:spPr>
          <a:xfrm rot="10800000" flipH="1">
            <a:off x="16633783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0" name="Circle">
            <a:extLst>
              <a:ext uri="{FF2B5EF4-FFF2-40B4-BE49-F238E27FC236}">
                <a16:creationId xmlns:a16="http://schemas.microsoft.com/office/drawing/2014/main" id="{48B6AB3A-1FF8-4313-4C4A-D99B17EB3E95}"/>
              </a:ext>
            </a:extLst>
          </p:cNvPr>
          <p:cNvSpPr>
            <a:spLocks noGrp="1"/>
          </p:cNvSpPr>
          <p:nvPr/>
        </p:nvSpPr>
        <p:spPr>
          <a:xfrm flipH="1">
            <a:off x="17398754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1" name="Circle">
            <a:extLst>
              <a:ext uri="{FF2B5EF4-FFF2-40B4-BE49-F238E27FC236}">
                <a16:creationId xmlns:a16="http://schemas.microsoft.com/office/drawing/2014/main" id="{6809A25C-F41F-839C-81EA-539513656817}"/>
              </a:ext>
            </a:extLst>
          </p:cNvPr>
          <p:cNvSpPr>
            <a:spLocks noGrp="1"/>
          </p:cNvSpPr>
          <p:nvPr/>
        </p:nvSpPr>
        <p:spPr>
          <a:xfrm rot="10800000">
            <a:off x="1701626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2" name="Rounded Rectangle">
            <a:extLst>
              <a:ext uri="{FF2B5EF4-FFF2-40B4-BE49-F238E27FC236}">
                <a16:creationId xmlns:a16="http://schemas.microsoft.com/office/drawing/2014/main" id="{7E3292B9-59B1-07C8-785A-90716E9B24C7}"/>
              </a:ext>
            </a:extLst>
          </p:cNvPr>
          <p:cNvSpPr>
            <a:spLocks noGrp="1"/>
          </p:cNvSpPr>
          <p:nvPr/>
        </p:nvSpPr>
        <p:spPr>
          <a:xfrm>
            <a:off x="657994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3" name="Circle">
            <a:extLst>
              <a:ext uri="{FF2B5EF4-FFF2-40B4-BE49-F238E27FC236}">
                <a16:creationId xmlns:a16="http://schemas.microsoft.com/office/drawing/2014/main" id="{18E3E128-D18F-B569-D8E9-A27B6A87AE7F}"/>
              </a:ext>
            </a:extLst>
          </p:cNvPr>
          <p:cNvSpPr>
            <a:spLocks noGrp="1"/>
          </p:cNvSpPr>
          <p:nvPr/>
        </p:nvSpPr>
        <p:spPr>
          <a:xfrm>
            <a:off x="7062157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4" name="Rounded Rectangle">
            <a:extLst>
              <a:ext uri="{FF2B5EF4-FFF2-40B4-BE49-F238E27FC236}">
                <a16:creationId xmlns:a16="http://schemas.microsoft.com/office/drawing/2014/main" id="{91299AA2-1919-AFB8-3C33-32DD2A676E1D}"/>
              </a:ext>
            </a:extLst>
          </p:cNvPr>
          <p:cNvSpPr>
            <a:spLocks noGrp="1"/>
          </p:cNvSpPr>
          <p:nvPr/>
        </p:nvSpPr>
        <p:spPr>
          <a:xfrm>
            <a:off x="10371908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5" name="Circle">
            <a:extLst>
              <a:ext uri="{FF2B5EF4-FFF2-40B4-BE49-F238E27FC236}">
                <a16:creationId xmlns:a16="http://schemas.microsoft.com/office/drawing/2014/main" id="{B0BA7BF3-B064-88C0-C849-33FEED694B06}"/>
              </a:ext>
            </a:extLst>
          </p:cNvPr>
          <p:cNvSpPr>
            <a:spLocks noGrp="1"/>
          </p:cNvSpPr>
          <p:nvPr/>
        </p:nvSpPr>
        <p:spPr>
          <a:xfrm>
            <a:off x="10854120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6" name="Rounded Rectangle">
            <a:extLst>
              <a:ext uri="{FF2B5EF4-FFF2-40B4-BE49-F238E27FC236}">
                <a16:creationId xmlns:a16="http://schemas.microsoft.com/office/drawing/2014/main" id="{2D519CEE-74FF-7A25-6BC2-B794A9755F71}"/>
              </a:ext>
            </a:extLst>
          </p:cNvPr>
          <p:cNvSpPr>
            <a:spLocks noGrp="1"/>
          </p:cNvSpPr>
          <p:nvPr/>
        </p:nvSpPr>
        <p:spPr>
          <a:xfrm>
            <a:off x="14163870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7" name="Circle">
            <a:extLst>
              <a:ext uri="{FF2B5EF4-FFF2-40B4-BE49-F238E27FC236}">
                <a16:creationId xmlns:a16="http://schemas.microsoft.com/office/drawing/2014/main" id="{25BE5232-55E4-52D3-6DBF-56EF22957948}"/>
              </a:ext>
            </a:extLst>
          </p:cNvPr>
          <p:cNvSpPr>
            <a:spLocks noGrp="1"/>
          </p:cNvSpPr>
          <p:nvPr/>
        </p:nvSpPr>
        <p:spPr>
          <a:xfrm>
            <a:off x="14646083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8" name="Rounded Rectangle">
            <a:extLst>
              <a:ext uri="{FF2B5EF4-FFF2-40B4-BE49-F238E27FC236}">
                <a16:creationId xmlns:a16="http://schemas.microsoft.com/office/drawing/2014/main" id="{B7BCFC27-16F3-7F77-F5AB-14D439219265}"/>
              </a:ext>
            </a:extLst>
          </p:cNvPr>
          <p:cNvSpPr>
            <a:spLocks noGrp="1"/>
          </p:cNvSpPr>
          <p:nvPr/>
        </p:nvSpPr>
        <p:spPr>
          <a:xfrm>
            <a:off x="17955834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9" name="Circle">
            <a:extLst>
              <a:ext uri="{FF2B5EF4-FFF2-40B4-BE49-F238E27FC236}">
                <a16:creationId xmlns:a16="http://schemas.microsoft.com/office/drawing/2014/main" id="{5639AE98-774D-6A26-1721-FAC7D2C7575A}"/>
              </a:ext>
            </a:extLst>
          </p:cNvPr>
          <p:cNvSpPr>
            <a:spLocks noGrp="1"/>
          </p:cNvSpPr>
          <p:nvPr/>
        </p:nvSpPr>
        <p:spPr>
          <a:xfrm>
            <a:off x="18438047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0" name="Rounded Rectangle">
            <a:extLst>
              <a:ext uri="{FF2B5EF4-FFF2-40B4-BE49-F238E27FC236}">
                <a16:creationId xmlns:a16="http://schemas.microsoft.com/office/drawing/2014/main" id="{23CEF5EB-345E-6958-8436-F30D424C9FAE}"/>
              </a:ext>
            </a:extLst>
          </p:cNvPr>
          <p:cNvSpPr>
            <a:spLocks noGrp="1"/>
          </p:cNvSpPr>
          <p:nvPr/>
        </p:nvSpPr>
        <p:spPr>
          <a:xfrm>
            <a:off x="6579944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1" name="Circle">
            <a:extLst>
              <a:ext uri="{FF2B5EF4-FFF2-40B4-BE49-F238E27FC236}">
                <a16:creationId xmlns:a16="http://schemas.microsoft.com/office/drawing/2014/main" id="{104A2795-586B-08B0-B4F1-D1B1DA5118EE}"/>
              </a:ext>
            </a:extLst>
          </p:cNvPr>
          <p:cNvSpPr>
            <a:spLocks noGrp="1"/>
          </p:cNvSpPr>
          <p:nvPr/>
        </p:nvSpPr>
        <p:spPr>
          <a:xfrm>
            <a:off x="667967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2" name="Circle">
            <a:extLst>
              <a:ext uri="{FF2B5EF4-FFF2-40B4-BE49-F238E27FC236}">
                <a16:creationId xmlns:a16="http://schemas.microsoft.com/office/drawing/2014/main" id="{97B4E89C-2F49-FBE3-0959-F2240C7A1E63}"/>
              </a:ext>
            </a:extLst>
          </p:cNvPr>
          <p:cNvSpPr>
            <a:spLocks noGrp="1"/>
          </p:cNvSpPr>
          <p:nvPr/>
        </p:nvSpPr>
        <p:spPr>
          <a:xfrm rot="10800000">
            <a:off x="7444641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3" name="Rounded Rectangle">
            <a:extLst>
              <a:ext uri="{FF2B5EF4-FFF2-40B4-BE49-F238E27FC236}">
                <a16:creationId xmlns:a16="http://schemas.microsoft.com/office/drawing/2014/main" id="{F1857392-B090-FE57-E63F-57B6C779B89C}"/>
              </a:ext>
            </a:extLst>
          </p:cNvPr>
          <p:cNvSpPr>
            <a:spLocks noGrp="1"/>
          </p:cNvSpPr>
          <p:nvPr/>
        </p:nvSpPr>
        <p:spPr>
          <a:xfrm>
            <a:off x="6579944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4" name="Circle">
            <a:extLst>
              <a:ext uri="{FF2B5EF4-FFF2-40B4-BE49-F238E27FC236}">
                <a16:creationId xmlns:a16="http://schemas.microsoft.com/office/drawing/2014/main" id="{4BCEFA5A-9CC8-B7D8-C742-2058B9925F9E}"/>
              </a:ext>
            </a:extLst>
          </p:cNvPr>
          <p:cNvSpPr>
            <a:spLocks noGrp="1"/>
          </p:cNvSpPr>
          <p:nvPr/>
        </p:nvSpPr>
        <p:spPr>
          <a:xfrm>
            <a:off x="667967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5" name="Circle">
            <a:extLst>
              <a:ext uri="{FF2B5EF4-FFF2-40B4-BE49-F238E27FC236}">
                <a16:creationId xmlns:a16="http://schemas.microsoft.com/office/drawing/2014/main" id="{2C88884E-F82D-C529-756C-C4D19A7C95FD}"/>
              </a:ext>
            </a:extLst>
          </p:cNvPr>
          <p:cNvSpPr>
            <a:spLocks noGrp="1"/>
          </p:cNvSpPr>
          <p:nvPr/>
        </p:nvSpPr>
        <p:spPr>
          <a:xfrm rot="10800000">
            <a:off x="7444641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6" name="Circle">
            <a:extLst>
              <a:ext uri="{FF2B5EF4-FFF2-40B4-BE49-F238E27FC236}">
                <a16:creationId xmlns:a16="http://schemas.microsoft.com/office/drawing/2014/main" id="{8751E544-0189-9889-88E3-E37E91F7E48C}"/>
              </a:ext>
            </a:extLst>
          </p:cNvPr>
          <p:cNvSpPr>
            <a:spLocks noGrp="1"/>
          </p:cNvSpPr>
          <p:nvPr/>
        </p:nvSpPr>
        <p:spPr>
          <a:xfrm rot="10800000">
            <a:off x="7062157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7" name="Rounded Rectangle">
            <a:extLst>
              <a:ext uri="{FF2B5EF4-FFF2-40B4-BE49-F238E27FC236}">
                <a16:creationId xmlns:a16="http://schemas.microsoft.com/office/drawing/2014/main" id="{50950ADF-B708-9DF0-A6C7-919E5D0D8E5C}"/>
              </a:ext>
            </a:extLst>
          </p:cNvPr>
          <p:cNvSpPr>
            <a:spLocks noGrp="1"/>
          </p:cNvSpPr>
          <p:nvPr/>
        </p:nvSpPr>
        <p:spPr>
          <a:xfrm>
            <a:off x="6579944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8" name="Circle">
            <a:extLst>
              <a:ext uri="{FF2B5EF4-FFF2-40B4-BE49-F238E27FC236}">
                <a16:creationId xmlns:a16="http://schemas.microsoft.com/office/drawing/2014/main" id="{E2A9C82C-882B-B362-3ED5-C65B65E1FF0D}"/>
              </a:ext>
            </a:extLst>
          </p:cNvPr>
          <p:cNvSpPr>
            <a:spLocks noGrp="1"/>
          </p:cNvSpPr>
          <p:nvPr/>
        </p:nvSpPr>
        <p:spPr>
          <a:xfrm>
            <a:off x="667967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9" name="Circle">
            <a:extLst>
              <a:ext uri="{FF2B5EF4-FFF2-40B4-BE49-F238E27FC236}">
                <a16:creationId xmlns:a16="http://schemas.microsoft.com/office/drawing/2014/main" id="{52C333F8-7C4C-2679-C3C2-30F9A252A70A}"/>
              </a:ext>
            </a:extLst>
          </p:cNvPr>
          <p:cNvSpPr>
            <a:spLocks noGrp="1"/>
          </p:cNvSpPr>
          <p:nvPr/>
        </p:nvSpPr>
        <p:spPr>
          <a:xfrm rot="10800000">
            <a:off x="7444641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0" name="Circle">
            <a:extLst>
              <a:ext uri="{FF2B5EF4-FFF2-40B4-BE49-F238E27FC236}">
                <a16:creationId xmlns:a16="http://schemas.microsoft.com/office/drawing/2014/main" id="{5252FB4A-B1BB-AB41-61F3-9039E6499B0A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1" name="Circle">
            <a:extLst>
              <a:ext uri="{FF2B5EF4-FFF2-40B4-BE49-F238E27FC236}">
                <a16:creationId xmlns:a16="http://schemas.microsoft.com/office/drawing/2014/main" id="{6E072737-E449-3861-BD12-49E0CFB53C68}"/>
              </a:ext>
            </a:extLst>
          </p:cNvPr>
          <p:cNvSpPr>
            <a:spLocks noGrp="1"/>
          </p:cNvSpPr>
          <p:nvPr/>
        </p:nvSpPr>
        <p:spPr>
          <a:xfrm flipH="1">
            <a:off x="7444641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2" name="Rounded Rectangle">
            <a:extLst>
              <a:ext uri="{FF2B5EF4-FFF2-40B4-BE49-F238E27FC236}">
                <a16:creationId xmlns:a16="http://schemas.microsoft.com/office/drawing/2014/main" id="{F67BDB1F-7B13-5505-1E2E-8C7E9850CC0F}"/>
              </a:ext>
            </a:extLst>
          </p:cNvPr>
          <p:cNvSpPr>
            <a:spLocks noGrp="1"/>
          </p:cNvSpPr>
          <p:nvPr/>
        </p:nvSpPr>
        <p:spPr>
          <a:xfrm>
            <a:off x="6579944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3" name="Circle">
            <a:extLst>
              <a:ext uri="{FF2B5EF4-FFF2-40B4-BE49-F238E27FC236}">
                <a16:creationId xmlns:a16="http://schemas.microsoft.com/office/drawing/2014/main" id="{CB7AE39D-98E1-FDC5-337E-C3C08958835D}"/>
              </a:ext>
            </a:extLst>
          </p:cNvPr>
          <p:cNvSpPr>
            <a:spLocks noGrp="1"/>
          </p:cNvSpPr>
          <p:nvPr/>
        </p:nvSpPr>
        <p:spPr>
          <a:xfrm>
            <a:off x="6679672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4" name="Circle">
            <a:extLst>
              <a:ext uri="{FF2B5EF4-FFF2-40B4-BE49-F238E27FC236}">
                <a16:creationId xmlns:a16="http://schemas.microsoft.com/office/drawing/2014/main" id="{3C625159-4945-2D73-C57A-28D7E3D1974B}"/>
              </a:ext>
            </a:extLst>
          </p:cNvPr>
          <p:cNvSpPr>
            <a:spLocks noGrp="1"/>
          </p:cNvSpPr>
          <p:nvPr/>
        </p:nvSpPr>
        <p:spPr>
          <a:xfrm rot="10800000">
            <a:off x="7444641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5" name="Circle">
            <a:extLst>
              <a:ext uri="{FF2B5EF4-FFF2-40B4-BE49-F238E27FC236}">
                <a16:creationId xmlns:a16="http://schemas.microsoft.com/office/drawing/2014/main" id="{F5FE0AEF-ABCB-CC24-D205-B34663B75708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6" name="Circle">
            <a:extLst>
              <a:ext uri="{FF2B5EF4-FFF2-40B4-BE49-F238E27FC236}">
                <a16:creationId xmlns:a16="http://schemas.microsoft.com/office/drawing/2014/main" id="{E2496F59-D248-8FF8-4AF5-F877973DBB32}"/>
              </a:ext>
            </a:extLst>
          </p:cNvPr>
          <p:cNvSpPr>
            <a:spLocks noGrp="1"/>
          </p:cNvSpPr>
          <p:nvPr/>
        </p:nvSpPr>
        <p:spPr>
          <a:xfrm flipH="1">
            <a:off x="7444641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7" name="Circle">
            <a:extLst>
              <a:ext uri="{FF2B5EF4-FFF2-40B4-BE49-F238E27FC236}">
                <a16:creationId xmlns:a16="http://schemas.microsoft.com/office/drawing/2014/main" id="{90E2B19D-0AC7-48AD-E10E-E1B5FC7F3D19}"/>
              </a:ext>
            </a:extLst>
          </p:cNvPr>
          <p:cNvSpPr>
            <a:spLocks noGrp="1"/>
          </p:cNvSpPr>
          <p:nvPr/>
        </p:nvSpPr>
        <p:spPr>
          <a:xfrm rot="10800000">
            <a:off x="7062157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8" name="Rounded Rectangle">
            <a:extLst>
              <a:ext uri="{FF2B5EF4-FFF2-40B4-BE49-F238E27FC236}">
                <a16:creationId xmlns:a16="http://schemas.microsoft.com/office/drawing/2014/main" id="{6211921C-F82D-467F-60F4-DFD9C6A9011E}"/>
              </a:ext>
            </a:extLst>
          </p:cNvPr>
          <p:cNvSpPr>
            <a:spLocks noGrp="1"/>
          </p:cNvSpPr>
          <p:nvPr/>
        </p:nvSpPr>
        <p:spPr>
          <a:xfrm>
            <a:off x="6579944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9" name="Circle">
            <a:extLst>
              <a:ext uri="{FF2B5EF4-FFF2-40B4-BE49-F238E27FC236}">
                <a16:creationId xmlns:a16="http://schemas.microsoft.com/office/drawing/2014/main" id="{7D0A3E79-EA44-F1D9-C62A-4B977D738D3B}"/>
              </a:ext>
            </a:extLst>
          </p:cNvPr>
          <p:cNvSpPr>
            <a:spLocks noGrp="1"/>
          </p:cNvSpPr>
          <p:nvPr/>
        </p:nvSpPr>
        <p:spPr>
          <a:xfrm>
            <a:off x="6679672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0" name="Circle">
            <a:extLst>
              <a:ext uri="{FF2B5EF4-FFF2-40B4-BE49-F238E27FC236}">
                <a16:creationId xmlns:a16="http://schemas.microsoft.com/office/drawing/2014/main" id="{8C081DC6-C12D-B9F6-05B2-533BF2E6A75E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1" name="Circle">
            <a:extLst>
              <a:ext uri="{FF2B5EF4-FFF2-40B4-BE49-F238E27FC236}">
                <a16:creationId xmlns:a16="http://schemas.microsoft.com/office/drawing/2014/main" id="{DF67C2EA-C164-32ED-23AD-D5F7368FE354}"/>
              </a:ext>
            </a:extLst>
          </p:cNvPr>
          <p:cNvSpPr>
            <a:spLocks noGrp="1"/>
          </p:cNvSpPr>
          <p:nvPr/>
        </p:nvSpPr>
        <p:spPr>
          <a:xfrm rot="10800000" flipH="1">
            <a:off x="667967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2" name="Circle">
            <a:extLst>
              <a:ext uri="{FF2B5EF4-FFF2-40B4-BE49-F238E27FC236}">
                <a16:creationId xmlns:a16="http://schemas.microsoft.com/office/drawing/2014/main" id="{BD8D6B56-2EBC-AE05-869A-0F9D978D776D}"/>
              </a:ext>
            </a:extLst>
          </p:cNvPr>
          <p:cNvSpPr>
            <a:spLocks noGrp="1"/>
          </p:cNvSpPr>
          <p:nvPr/>
        </p:nvSpPr>
        <p:spPr>
          <a:xfrm flipH="1">
            <a:off x="7444641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3" name="Circle">
            <a:extLst>
              <a:ext uri="{FF2B5EF4-FFF2-40B4-BE49-F238E27FC236}">
                <a16:creationId xmlns:a16="http://schemas.microsoft.com/office/drawing/2014/main" id="{99DE3A19-1D65-545C-F044-661285E9CAF5}"/>
              </a:ext>
            </a:extLst>
          </p:cNvPr>
          <p:cNvSpPr>
            <a:spLocks noGrp="1"/>
          </p:cNvSpPr>
          <p:nvPr/>
        </p:nvSpPr>
        <p:spPr>
          <a:xfrm rot="10800000">
            <a:off x="667967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4" name="Circle">
            <a:extLst>
              <a:ext uri="{FF2B5EF4-FFF2-40B4-BE49-F238E27FC236}">
                <a16:creationId xmlns:a16="http://schemas.microsoft.com/office/drawing/2014/main" id="{066AE8CC-C241-D7E6-D846-388BAA2655BA}"/>
              </a:ext>
            </a:extLst>
          </p:cNvPr>
          <p:cNvSpPr>
            <a:spLocks noGrp="1"/>
          </p:cNvSpPr>
          <p:nvPr/>
        </p:nvSpPr>
        <p:spPr>
          <a:xfrm rot="10800000">
            <a:off x="7444641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5" name="Rounded Rectangle">
            <a:extLst>
              <a:ext uri="{FF2B5EF4-FFF2-40B4-BE49-F238E27FC236}">
                <a16:creationId xmlns:a16="http://schemas.microsoft.com/office/drawing/2014/main" id="{FE3E710B-8E5E-CAD8-9DB7-6FB866A779EA}"/>
              </a:ext>
            </a:extLst>
          </p:cNvPr>
          <p:cNvSpPr>
            <a:spLocks noGrp="1"/>
          </p:cNvSpPr>
          <p:nvPr/>
        </p:nvSpPr>
        <p:spPr>
          <a:xfrm>
            <a:off x="10371908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6" name="Circle">
            <a:extLst>
              <a:ext uri="{FF2B5EF4-FFF2-40B4-BE49-F238E27FC236}">
                <a16:creationId xmlns:a16="http://schemas.microsoft.com/office/drawing/2014/main" id="{F2817E4C-F12D-B95F-E435-791C0565263B}"/>
              </a:ext>
            </a:extLst>
          </p:cNvPr>
          <p:cNvSpPr>
            <a:spLocks noGrp="1"/>
          </p:cNvSpPr>
          <p:nvPr/>
        </p:nvSpPr>
        <p:spPr>
          <a:xfrm>
            <a:off x="10471635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7" name="Circle">
            <a:extLst>
              <a:ext uri="{FF2B5EF4-FFF2-40B4-BE49-F238E27FC236}">
                <a16:creationId xmlns:a16="http://schemas.microsoft.com/office/drawing/2014/main" id="{C036B996-9CC8-6D0F-4C1B-D9066CFFB73A}"/>
              </a:ext>
            </a:extLst>
          </p:cNvPr>
          <p:cNvSpPr>
            <a:spLocks noGrp="1"/>
          </p:cNvSpPr>
          <p:nvPr/>
        </p:nvSpPr>
        <p:spPr>
          <a:xfrm rot="10800000">
            <a:off x="11236605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8" name="Rounded Rectangle">
            <a:extLst>
              <a:ext uri="{FF2B5EF4-FFF2-40B4-BE49-F238E27FC236}">
                <a16:creationId xmlns:a16="http://schemas.microsoft.com/office/drawing/2014/main" id="{3C0FDDF4-DC82-FA4E-F7A5-7BDDACA73C5D}"/>
              </a:ext>
            </a:extLst>
          </p:cNvPr>
          <p:cNvSpPr>
            <a:spLocks noGrp="1"/>
          </p:cNvSpPr>
          <p:nvPr/>
        </p:nvSpPr>
        <p:spPr>
          <a:xfrm>
            <a:off x="10371908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9" name="Circle">
            <a:extLst>
              <a:ext uri="{FF2B5EF4-FFF2-40B4-BE49-F238E27FC236}">
                <a16:creationId xmlns:a16="http://schemas.microsoft.com/office/drawing/2014/main" id="{6414AEA2-B13F-83A9-A4FF-E3F733E5521E}"/>
              </a:ext>
            </a:extLst>
          </p:cNvPr>
          <p:cNvSpPr>
            <a:spLocks noGrp="1"/>
          </p:cNvSpPr>
          <p:nvPr/>
        </p:nvSpPr>
        <p:spPr>
          <a:xfrm>
            <a:off x="10471636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0" name="Circle">
            <a:extLst>
              <a:ext uri="{FF2B5EF4-FFF2-40B4-BE49-F238E27FC236}">
                <a16:creationId xmlns:a16="http://schemas.microsoft.com/office/drawing/2014/main" id="{8785CAD1-BD8B-C558-E705-A6F3B5B1E049}"/>
              </a:ext>
            </a:extLst>
          </p:cNvPr>
          <p:cNvSpPr>
            <a:spLocks noGrp="1"/>
          </p:cNvSpPr>
          <p:nvPr/>
        </p:nvSpPr>
        <p:spPr>
          <a:xfrm rot="10800000">
            <a:off x="1123660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1" name="Circle">
            <a:extLst>
              <a:ext uri="{FF2B5EF4-FFF2-40B4-BE49-F238E27FC236}">
                <a16:creationId xmlns:a16="http://schemas.microsoft.com/office/drawing/2014/main" id="{A5E9705F-F8A2-54CB-E6BA-83C6CB3A4FB5}"/>
              </a:ext>
            </a:extLst>
          </p:cNvPr>
          <p:cNvSpPr>
            <a:spLocks noGrp="1"/>
          </p:cNvSpPr>
          <p:nvPr/>
        </p:nvSpPr>
        <p:spPr>
          <a:xfrm rot="10800000">
            <a:off x="10854120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2" name="Rounded Rectangle">
            <a:extLst>
              <a:ext uri="{FF2B5EF4-FFF2-40B4-BE49-F238E27FC236}">
                <a16:creationId xmlns:a16="http://schemas.microsoft.com/office/drawing/2014/main" id="{23B9831B-A29D-0C22-CC82-EBAF0F5668BD}"/>
              </a:ext>
            </a:extLst>
          </p:cNvPr>
          <p:cNvSpPr>
            <a:spLocks noGrp="1"/>
          </p:cNvSpPr>
          <p:nvPr/>
        </p:nvSpPr>
        <p:spPr>
          <a:xfrm>
            <a:off x="10371908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3" name="Circle">
            <a:extLst>
              <a:ext uri="{FF2B5EF4-FFF2-40B4-BE49-F238E27FC236}">
                <a16:creationId xmlns:a16="http://schemas.microsoft.com/office/drawing/2014/main" id="{0C940F78-F6AC-B21C-4361-F20A0C055C15}"/>
              </a:ext>
            </a:extLst>
          </p:cNvPr>
          <p:cNvSpPr>
            <a:spLocks noGrp="1"/>
          </p:cNvSpPr>
          <p:nvPr/>
        </p:nvSpPr>
        <p:spPr>
          <a:xfrm>
            <a:off x="10471636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4" name="Circle">
            <a:extLst>
              <a:ext uri="{FF2B5EF4-FFF2-40B4-BE49-F238E27FC236}">
                <a16:creationId xmlns:a16="http://schemas.microsoft.com/office/drawing/2014/main" id="{57F90DD4-33F8-9175-62D9-A16C0119B215}"/>
              </a:ext>
            </a:extLst>
          </p:cNvPr>
          <p:cNvSpPr>
            <a:spLocks noGrp="1"/>
          </p:cNvSpPr>
          <p:nvPr/>
        </p:nvSpPr>
        <p:spPr>
          <a:xfrm rot="10800000">
            <a:off x="1123660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5" name="Circle">
            <a:extLst>
              <a:ext uri="{FF2B5EF4-FFF2-40B4-BE49-F238E27FC236}">
                <a16:creationId xmlns:a16="http://schemas.microsoft.com/office/drawing/2014/main" id="{9AD0AFC1-9005-CDCB-BDCF-C12A607F8212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6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6" name="Circle">
            <a:extLst>
              <a:ext uri="{FF2B5EF4-FFF2-40B4-BE49-F238E27FC236}">
                <a16:creationId xmlns:a16="http://schemas.microsoft.com/office/drawing/2014/main" id="{4834D016-25BE-1719-A33B-3E36A51C3814}"/>
              </a:ext>
            </a:extLst>
          </p:cNvPr>
          <p:cNvSpPr>
            <a:spLocks noGrp="1"/>
          </p:cNvSpPr>
          <p:nvPr/>
        </p:nvSpPr>
        <p:spPr>
          <a:xfrm flipH="1">
            <a:off x="11236605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7" name="Rounded Rectangle">
            <a:extLst>
              <a:ext uri="{FF2B5EF4-FFF2-40B4-BE49-F238E27FC236}">
                <a16:creationId xmlns:a16="http://schemas.microsoft.com/office/drawing/2014/main" id="{1546E217-D38D-D34A-7F3B-25851DF24A08}"/>
              </a:ext>
            </a:extLst>
          </p:cNvPr>
          <p:cNvSpPr>
            <a:spLocks noGrp="1"/>
          </p:cNvSpPr>
          <p:nvPr/>
        </p:nvSpPr>
        <p:spPr>
          <a:xfrm>
            <a:off x="10371908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8" name="Circle">
            <a:extLst>
              <a:ext uri="{FF2B5EF4-FFF2-40B4-BE49-F238E27FC236}">
                <a16:creationId xmlns:a16="http://schemas.microsoft.com/office/drawing/2014/main" id="{CB6F5AF0-AA7F-B22E-6B62-715EFBF6F47F}"/>
              </a:ext>
            </a:extLst>
          </p:cNvPr>
          <p:cNvSpPr>
            <a:spLocks noGrp="1"/>
          </p:cNvSpPr>
          <p:nvPr/>
        </p:nvSpPr>
        <p:spPr>
          <a:xfrm>
            <a:off x="10471636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9" name="Circle">
            <a:extLst>
              <a:ext uri="{FF2B5EF4-FFF2-40B4-BE49-F238E27FC236}">
                <a16:creationId xmlns:a16="http://schemas.microsoft.com/office/drawing/2014/main" id="{B155DDC8-A3C7-1D6D-E760-36177D50C000}"/>
              </a:ext>
            </a:extLst>
          </p:cNvPr>
          <p:cNvSpPr>
            <a:spLocks noGrp="1"/>
          </p:cNvSpPr>
          <p:nvPr/>
        </p:nvSpPr>
        <p:spPr>
          <a:xfrm rot="10800000">
            <a:off x="11236605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0" name="Circle">
            <a:extLst>
              <a:ext uri="{FF2B5EF4-FFF2-40B4-BE49-F238E27FC236}">
                <a16:creationId xmlns:a16="http://schemas.microsoft.com/office/drawing/2014/main" id="{3211D94C-2A68-FC80-0D3C-746BB9BEF03F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6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1" name="Circle">
            <a:extLst>
              <a:ext uri="{FF2B5EF4-FFF2-40B4-BE49-F238E27FC236}">
                <a16:creationId xmlns:a16="http://schemas.microsoft.com/office/drawing/2014/main" id="{C095AB62-6CF9-1511-0D2F-5E243B19DF05}"/>
              </a:ext>
            </a:extLst>
          </p:cNvPr>
          <p:cNvSpPr>
            <a:spLocks noGrp="1"/>
          </p:cNvSpPr>
          <p:nvPr/>
        </p:nvSpPr>
        <p:spPr>
          <a:xfrm flipH="1">
            <a:off x="11236605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2" name="Circle">
            <a:extLst>
              <a:ext uri="{FF2B5EF4-FFF2-40B4-BE49-F238E27FC236}">
                <a16:creationId xmlns:a16="http://schemas.microsoft.com/office/drawing/2014/main" id="{0F250B19-EC2E-19E7-B3DB-C70DF4467DE9}"/>
              </a:ext>
            </a:extLst>
          </p:cNvPr>
          <p:cNvSpPr>
            <a:spLocks noGrp="1"/>
          </p:cNvSpPr>
          <p:nvPr/>
        </p:nvSpPr>
        <p:spPr>
          <a:xfrm rot="10800000">
            <a:off x="10854120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3" name="Rounded Rectangle">
            <a:extLst>
              <a:ext uri="{FF2B5EF4-FFF2-40B4-BE49-F238E27FC236}">
                <a16:creationId xmlns:a16="http://schemas.microsoft.com/office/drawing/2014/main" id="{64DC6AF7-AE53-8D6F-2ECF-6CAFC0F68F89}"/>
              </a:ext>
            </a:extLst>
          </p:cNvPr>
          <p:cNvSpPr>
            <a:spLocks noGrp="1"/>
          </p:cNvSpPr>
          <p:nvPr/>
        </p:nvSpPr>
        <p:spPr>
          <a:xfrm>
            <a:off x="1037190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4" name="Circle">
            <a:extLst>
              <a:ext uri="{FF2B5EF4-FFF2-40B4-BE49-F238E27FC236}">
                <a16:creationId xmlns:a16="http://schemas.microsoft.com/office/drawing/2014/main" id="{CD3B7F33-8652-AEBA-3332-17EDBD935484}"/>
              </a:ext>
            </a:extLst>
          </p:cNvPr>
          <p:cNvSpPr>
            <a:spLocks noGrp="1"/>
          </p:cNvSpPr>
          <p:nvPr/>
        </p:nvSpPr>
        <p:spPr>
          <a:xfrm>
            <a:off x="10471636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5" name="Circle">
            <a:extLst>
              <a:ext uri="{FF2B5EF4-FFF2-40B4-BE49-F238E27FC236}">
                <a16:creationId xmlns:a16="http://schemas.microsoft.com/office/drawing/2014/main" id="{75F73B57-26CF-FDC4-45B7-3D3D54384C26}"/>
              </a:ext>
            </a:extLst>
          </p:cNvPr>
          <p:cNvSpPr>
            <a:spLocks noGrp="1"/>
          </p:cNvSpPr>
          <p:nvPr/>
        </p:nvSpPr>
        <p:spPr>
          <a:xfrm rot="10800000">
            <a:off x="11236605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6" name="Circle">
            <a:extLst>
              <a:ext uri="{FF2B5EF4-FFF2-40B4-BE49-F238E27FC236}">
                <a16:creationId xmlns:a16="http://schemas.microsoft.com/office/drawing/2014/main" id="{7F954DB2-8894-BF0A-B5E0-0B20E8DC0070}"/>
              </a:ext>
            </a:extLst>
          </p:cNvPr>
          <p:cNvSpPr>
            <a:spLocks noGrp="1"/>
          </p:cNvSpPr>
          <p:nvPr/>
        </p:nvSpPr>
        <p:spPr>
          <a:xfrm rot="10800000" flipH="1">
            <a:off x="10471636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7" name="Circle">
            <a:extLst>
              <a:ext uri="{FF2B5EF4-FFF2-40B4-BE49-F238E27FC236}">
                <a16:creationId xmlns:a16="http://schemas.microsoft.com/office/drawing/2014/main" id="{FFA99D38-B277-DFA4-E784-B6C24026BAB8}"/>
              </a:ext>
            </a:extLst>
          </p:cNvPr>
          <p:cNvSpPr>
            <a:spLocks noGrp="1"/>
          </p:cNvSpPr>
          <p:nvPr/>
        </p:nvSpPr>
        <p:spPr>
          <a:xfrm flipH="1">
            <a:off x="11236605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8" name="Circle">
            <a:extLst>
              <a:ext uri="{FF2B5EF4-FFF2-40B4-BE49-F238E27FC236}">
                <a16:creationId xmlns:a16="http://schemas.microsoft.com/office/drawing/2014/main" id="{55E7C352-DFC6-4FB8-45CF-35F4BE06EAA8}"/>
              </a:ext>
            </a:extLst>
          </p:cNvPr>
          <p:cNvSpPr>
            <a:spLocks noGrp="1"/>
          </p:cNvSpPr>
          <p:nvPr/>
        </p:nvSpPr>
        <p:spPr>
          <a:xfrm rot="10800000">
            <a:off x="10471636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9" name="Circle">
            <a:extLst>
              <a:ext uri="{FF2B5EF4-FFF2-40B4-BE49-F238E27FC236}">
                <a16:creationId xmlns:a16="http://schemas.microsoft.com/office/drawing/2014/main" id="{B721C957-5538-BEF2-8FE5-C762C9ACF2E9}"/>
              </a:ext>
            </a:extLst>
          </p:cNvPr>
          <p:cNvSpPr>
            <a:spLocks noGrp="1"/>
          </p:cNvSpPr>
          <p:nvPr/>
        </p:nvSpPr>
        <p:spPr>
          <a:xfrm rot="10800000">
            <a:off x="11236605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0" name="Rounded Rectangle">
            <a:extLst>
              <a:ext uri="{FF2B5EF4-FFF2-40B4-BE49-F238E27FC236}">
                <a16:creationId xmlns:a16="http://schemas.microsoft.com/office/drawing/2014/main" id="{C96D2ECC-623C-6B01-15D1-A1AAA2A02BFB}"/>
              </a:ext>
            </a:extLst>
          </p:cNvPr>
          <p:cNvSpPr>
            <a:spLocks noGrp="1"/>
          </p:cNvSpPr>
          <p:nvPr/>
        </p:nvSpPr>
        <p:spPr>
          <a:xfrm>
            <a:off x="14163870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1" name="Circle">
            <a:extLst>
              <a:ext uri="{FF2B5EF4-FFF2-40B4-BE49-F238E27FC236}">
                <a16:creationId xmlns:a16="http://schemas.microsoft.com/office/drawing/2014/main" id="{4FFC45F4-0B1A-1D49-2F4E-42EB76ACE813}"/>
              </a:ext>
            </a:extLst>
          </p:cNvPr>
          <p:cNvSpPr>
            <a:spLocks noGrp="1"/>
          </p:cNvSpPr>
          <p:nvPr/>
        </p:nvSpPr>
        <p:spPr>
          <a:xfrm>
            <a:off x="14263598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2" name="Circle">
            <a:extLst>
              <a:ext uri="{FF2B5EF4-FFF2-40B4-BE49-F238E27FC236}">
                <a16:creationId xmlns:a16="http://schemas.microsoft.com/office/drawing/2014/main" id="{7AAA7AB6-1C9A-4D47-DD87-60657E27DDD5}"/>
              </a:ext>
            </a:extLst>
          </p:cNvPr>
          <p:cNvSpPr>
            <a:spLocks noGrp="1"/>
          </p:cNvSpPr>
          <p:nvPr/>
        </p:nvSpPr>
        <p:spPr>
          <a:xfrm rot="10800000">
            <a:off x="15028566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3" name="Rounded Rectangle">
            <a:extLst>
              <a:ext uri="{FF2B5EF4-FFF2-40B4-BE49-F238E27FC236}">
                <a16:creationId xmlns:a16="http://schemas.microsoft.com/office/drawing/2014/main" id="{80E4524E-0387-0CA7-D246-A0BFDFA187DC}"/>
              </a:ext>
            </a:extLst>
          </p:cNvPr>
          <p:cNvSpPr>
            <a:spLocks noGrp="1"/>
          </p:cNvSpPr>
          <p:nvPr/>
        </p:nvSpPr>
        <p:spPr>
          <a:xfrm>
            <a:off x="14163870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4" name="Circle">
            <a:extLst>
              <a:ext uri="{FF2B5EF4-FFF2-40B4-BE49-F238E27FC236}">
                <a16:creationId xmlns:a16="http://schemas.microsoft.com/office/drawing/2014/main" id="{24FB1D19-D625-293F-90E8-F56853CED6E1}"/>
              </a:ext>
            </a:extLst>
          </p:cNvPr>
          <p:cNvSpPr>
            <a:spLocks noGrp="1"/>
          </p:cNvSpPr>
          <p:nvPr/>
        </p:nvSpPr>
        <p:spPr>
          <a:xfrm>
            <a:off x="14263598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5" name="Circle">
            <a:extLst>
              <a:ext uri="{FF2B5EF4-FFF2-40B4-BE49-F238E27FC236}">
                <a16:creationId xmlns:a16="http://schemas.microsoft.com/office/drawing/2014/main" id="{C983A6C0-CB92-D8B6-EA7F-77B7CE7213A2}"/>
              </a:ext>
            </a:extLst>
          </p:cNvPr>
          <p:cNvSpPr>
            <a:spLocks noGrp="1"/>
          </p:cNvSpPr>
          <p:nvPr/>
        </p:nvSpPr>
        <p:spPr>
          <a:xfrm rot="10800000">
            <a:off x="15028568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6" name="Circle">
            <a:extLst>
              <a:ext uri="{FF2B5EF4-FFF2-40B4-BE49-F238E27FC236}">
                <a16:creationId xmlns:a16="http://schemas.microsoft.com/office/drawing/2014/main" id="{585B137B-6AF0-42D1-C6A3-717376210054}"/>
              </a:ext>
            </a:extLst>
          </p:cNvPr>
          <p:cNvSpPr>
            <a:spLocks noGrp="1"/>
          </p:cNvSpPr>
          <p:nvPr/>
        </p:nvSpPr>
        <p:spPr>
          <a:xfrm rot="10800000">
            <a:off x="14646083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7" name="Rounded Rectangle">
            <a:extLst>
              <a:ext uri="{FF2B5EF4-FFF2-40B4-BE49-F238E27FC236}">
                <a16:creationId xmlns:a16="http://schemas.microsoft.com/office/drawing/2014/main" id="{36B06969-9BAC-5B17-FD55-C7E63E2C0C65}"/>
              </a:ext>
            </a:extLst>
          </p:cNvPr>
          <p:cNvSpPr>
            <a:spLocks noGrp="1"/>
          </p:cNvSpPr>
          <p:nvPr/>
        </p:nvSpPr>
        <p:spPr>
          <a:xfrm>
            <a:off x="14163870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8" name="Circle">
            <a:extLst>
              <a:ext uri="{FF2B5EF4-FFF2-40B4-BE49-F238E27FC236}">
                <a16:creationId xmlns:a16="http://schemas.microsoft.com/office/drawing/2014/main" id="{BF1DBE7D-D75D-29D4-3D38-7B2892E5728F}"/>
              </a:ext>
            </a:extLst>
          </p:cNvPr>
          <p:cNvSpPr>
            <a:spLocks noGrp="1"/>
          </p:cNvSpPr>
          <p:nvPr/>
        </p:nvSpPr>
        <p:spPr>
          <a:xfrm>
            <a:off x="14263598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9" name="Circle">
            <a:extLst>
              <a:ext uri="{FF2B5EF4-FFF2-40B4-BE49-F238E27FC236}">
                <a16:creationId xmlns:a16="http://schemas.microsoft.com/office/drawing/2014/main" id="{4E8A85ED-FBA2-BDC8-2DAC-70739F8FBCED}"/>
              </a:ext>
            </a:extLst>
          </p:cNvPr>
          <p:cNvSpPr>
            <a:spLocks noGrp="1"/>
          </p:cNvSpPr>
          <p:nvPr/>
        </p:nvSpPr>
        <p:spPr>
          <a:xfrm rot="10800000">
            <a:off x="15028568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0" name="Circle">
            <a:extLst>
              <a:ext uri="{FF2B5EF4-FFF2-40B4-BE49-F238E27FC236}">
                <a16:creationId xmlns:a16="http://schemas.microsoft.com/office/drawing/2014/main" id="{17334863-FA19-71B4-FA4C-95BB2DC3AD5B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8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1" name="Circle">
            <a:extLst>
              <a:ext uri="{FF2B5EF4-FFF2-40B4-BE49-F238E27FC236}">
                <a16:creationId xmlns:a16="http://schemas.microsoft.com/office/drawing/2014/main" id="{B7689E6C-8986-0BA4-195E-34E075796495}"/>
              </a:ext>
            </a:extLst>
          </p:cNvPr>
          <p:cNvSpPr>
            <a:spLocks noGrp="1"/>
          </p:cNvSpPr>
          <p:nvPr/>
        </p:nvSpPr>
        <p:spPr>
          <a:xfrm flipH="1">
            <a:off x="15028568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2" name="Rounded Rectangle">
            <a:extLst>
              <a:ext uri="{FF2B5EF4-FFF2-40B4-BE49-F238E27FC236}">
                <a16:creationId xmlns:a16="http://schemas.microsoft.com/office/drawing/2014/main" id="{891954AB-C0FC-93F4-11D7-5B01042DEF38}"/>
              </a:ext>
            </a:extLst>
          </p:cNvPr>
          <p:cNvSpPr>
            <a:spLocks noGrp="1"/>
          </p:cNvSpPr>
          <p:nvPr/>
        </p:nvSpPr>
        <p:spPr>
          <a:xfrm>
            <a:off x="14163870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3" name="Circle">
            <a:extLst>
              <a:ext uri="{FF2B5EF4-FFF2-40B4-BE49-F238E27FC236}">
                <a16:creationId xmlns:a16="http://schemas.microsoft.com/office/drawing/2014/main" id="{3EFD4118-9D95-2786-4183-B097722AF22C}"/>
              </a:ext>
            </a:extLst>
          </p:cNvPr>
          <p:cNvSpPr>
            <a:spLocks noGrp="1"/>
          </p:cNvSpPr>
          <p:nvPr/>
        </p:nvSpPr>
        <p:spPr>
          <a:xfrm>
            <a:off x="14263598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4" name="Circle">
            <a:extLst>
              <a:ext uri="{FF2B5EF4-FFF2-40B4-BE49-F238E27FC236}">
                <a16:creationId xmlns:a16="http://schemas.microsoft.com/office/drawing/2014/main" id="{10B395D2-4DF2-E281-F0B6-C95EBC66FA79}"/>
              </a:ext>
            </a:extLst>
          </p:cNvPr>
          <p:cNvSpPr>
            <a:spLocks noGrp="1"/>
          </p:cNvSpPr>
          <p:nvPr/>
        </p:nvSpPr>
        <p:spPr>
          <a:xfrm rot="10800000">
            <a:off x="15028568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5" name="Circle">
            <a:extLst>
              <a:ext uri="{FF2B5EF4-FFF2-40B4-BE49-F238E27FC236}">
                <a16:creationId xmlns:a16="http://schemas.microsoft.com/office/drawing/2014/main" id="{73603917-A316-8C56-2F57-142BDEAC64C7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8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6" name="Circle">
            <a:extLst>
              <a:ext uri="{FF2B5EF4-FFF2-40B4-BE49-F238E27FC236}">
                <a16:creationId xmlns:a16="http://schemas.microsoft.com/office/drawing/2014/main" id="{39E20398-BA1B-26AF-A389-38489399DADD}"/>
              </a:ext>
            </a:extLst>
          </p:cNvPr>
          <p:cNvSpPr>
            <a:spLocks noGrp="1"/>
          </p:cNvSpPr>
          <p:nvPr/>
        </p:nvSpPr>
        <p:spPr>
          <a:xfrm flipH="1">
            <a:off x="15028568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7" name="Circle">
            <a:extLst>
              <a:ext uri="{FF2B5EF4-FFF2-40B4-BE49-F238E27FC236}">
                <a16:creationId xmlns:a16="http://schemas.microsoft.com/office/drawing/2014/main" id="{4AD2F22F-5B3B-2829-0612-CA1BCC65C6F1}"/>
              </a:ext>
            </a:extLst>
          </p:cNvPr>
          <p:cNvSpPr>
            <a:spLocks noGrp="1"/>
          </p:cNvSpPr>
          <p:nvPr/>
        </p:nvSpPr>
        <p:spPr>
          <a:xfrm rot="10800000">
            <a:off x="14646083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8" name="Rounded Rectangle">
            <a:extLst>
              <a:ext uri="{FF2B5EF4-FFF2-40B4-BE49-F238E27FC236}">
                <a16:creationId xmlns:a16="http://schemas.microsoft.com/office/drawing/2014/main" id="{2A5BB301-9EA4-E05D-4E43-3380EEDF3BF3}"/>
              </a:ext>
            </a:extLst>
          </p:cNvPr>
          <p:cNvSpPr>
            <a:spLocks noGrp="1"/>
          </p:cNvSpPr>
          <p:nvPr/>
        </p:nvSpPr>
        <p:spPr>
          <a:xfrm>
            <a:off x="14163870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9" name="Circle">
            <a:extLst>
              <a:ext uri="{FF2B5EF4-FFF2-40B4-BE49-F238E27FC236}">
                <a16:creationId xmlns:a16="http://schemas.microsoft.com/office/drawing/2014/main" id="{F8C7AE92-E841-5C4C-4EF2-5A67C123761D}"/>
              </a:ext>
            </a:extLst>
          </p:cNvPr>
          <p:cNvSpPr>
            <a:spLocks noGrp="1"/>
          </p:cNvSpPr>
          <p:nvPr/>
        </p:nvSpPr>
        <p:spPr>
          <a:xfrm>
            <a:off x="14263598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0" name="Circle">
            <a:extLst>
              <a:ext uri="{FF2B5EF4-FFF2-40B4-BE49-F238E27FC236}">
                <a16:creationId xmlns:a16="http://schemas.microsoft.com/office/drawing/2014/main" id="{60DBF231-A8CA-D63B-364C-047EA93CFD3B}"/>
              </a:ext>
            </a:extLst>
          </p:cNvPr>
          <p:cNvSpPr>
            <a:spLocks noGrp="1"/>
          </p:cNvSpPr>
          <p:nvPr/>
        </p:nvSpPr>
        <p:spPr>
          <a:xfrm rot="10800000">
            <a:off x="1502856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1" name="Circle">
            <a:extLst>
              <a:ext uri="{FF2B5EF4-FFF2-40B4-BE49-F238E27FC236}">
                <a16:creationId xmlns:a16="http://schemas.microsoft.com/office/drawing/2014/main" id="{6DA78ACC-3545-9546-8D16-6FD1791F5D2D}"/>
              </a:ext>
            </a:extLst>
          </p:cNvPr>
          <p:cNvSpPr>
            <a:spLocks noGrp="1"/>
          </p:cNvSpPr>
          <p:nvPr/>
        </p:nvSpPr>
        <p:spPr>
          <a:xfrm rot="10800000" flipH="1">
            <a:off x="14263598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2" name="Circle">
            <a:extLst>
              <a:ext uri="{FF2B5EF4-FFF2-40B4-BE49-F238E27FC236}">
                <a16:creationId xmlns:a16="http://schemas.microsoft.com/office/drawing/2014/main" id="{0559ABB5-2BE0-0592-E40A-7FDA88D3188A}"/>
              </a:ext>
            </a:extLst>
          </p:cNvPr>
          <p:cNvSpPr>
            <a:spLocks noGrp="1"/>
          </p:cNvSpPr>
          <p:nvPr/>
        </p:nvSpPr>
        <p:spPr>
          <a:xfrm flipH="1">
            <a:off x="15028568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3" name="Circle">
            <a:extLst>
              <a:ext uri="{FF2B5EF4-FFF2-40B4-BE49-F238E27FC236}">
                <a16:creationId xmlns:a16="http://schemas.microsoft.com/office/drawing/2014/main" id="{86734B19-76F3-A272-B3AB-F271DE8D7162}"/>
              </a:ext>
            </a:extLst>
          </p:cNvPr>
          <p:cNvSpPr>
            <a:spLocks noGrp="1"/>
          </p:cNvSpPr>
          <p:nvPr/>
        </p:nvSpPr>
        <p:spPr>
          <a:xfrm rot="10800000">
            <a:off x="1426359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4" name="Circle">
            <a:extLst>
              <a:ext uri="{FF2B5EF4-FFF2-40B4-BE49-F238E27FC236}">
                <a16:creationId xmlns:a16="http://schemas.microsoft.com/office/drawing/2014/main" id="{307D28B7-1120-C851-3CB6-85CE6984BCC0}"/>
              </a:ext>
            </a:extLst>
          </p:cNvPr>
          <p:cNvSpPr>
            <a:spLocks noGrp="1"/>
          </p:cNvSpPr>
          <p:nvPr/>
        </p:nvSpPr>
        <p:spPr>
          <a:xfrm rot="10800000">
            <a:off x="15028568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5" name="Rounded Rectangle">
            <a:extLst>
              <a:ext uri="{FF2B5EF4-FFF2-40B4-BE49-F238E27FC236}">
                <a16:creationId xmlns:a16="http://schemas.microsoft.com/office/drawing/2014/main" id="{8799D3E9-344D-B1DC-CFE2-71B00B3DAAF2}"/>
              </a:ext>
            </a:extLst>
          </p:cNvPr>
          <p:cNvSpPr>
            <a:spLocks noGrp="1"/>
          </p:cNvSpPr>
          <p:nvPr/>
        </p:nvSpPr>
        <p:spPr>
          <a:xfrm>
            <a:off x="17955834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6" name="Circle">
            <a:extLst>
              <a:ext uri="{FF2B5EF4-FFF2-40B4-BE49-F238E27FC236}">
                <a16:creationId xmlns:a16="http://schemas.microsoft.com/office/drawing/2014/main" id="{F4B28EC5-9D2D-C8C8-02AD-1C02E54EB372}"/>
              </a:ext>
            </a:extLst>
          </p:cNvPr>
          <p:cNvSpPr>
            <a:spLocks noGrp="1"/>
          </p:cNvSpPr>
          <p:nvPr/>
        </p:nvSpPr>
        <p:spPr>
          <a:xfrm>
            <a:off x="18055562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7" name="Circle">
            <a:extLst>
              <a:ext uri="{FF2B5EF4-FFF2-40B4-BE49-F238E27FC236}">
                <a16:creationId xmlns:a16="http://schemas.microsoft.com/office/drawing/2014/main" id="{AFDF39B9-5433-6619-2D0F-1D3F4DA13502}"/>
              </a:ext>
            </a:extLst>
          </p:cNvPr>
          <p:cNvSpPr>
            <a:spLocks noGrp="1"/>
          </p:cNvSpPr>
          <p:nvPr/>
        </p:nvSpPr>
        <p:spPr>
          <a:xfrm rot="10800000">
            <a:off x="18820530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8" name="Rounded Rectangle">
            <a:extLst>
              <a:ext uri="{FF2B5EF4-FFF2-40B4-BE49-F238E27FC236}">
                <a16:creationId xmlns:a16="http://schemas.microsoft.com/office/drawing/2014/main" id="{161F7140-454D-443A-23DB-207E61ECD28C}"/>
              </a:ext>
            </a:extLst>
          </p:cNvPr>
          <p:cNvSpPr>
            <a:spLocks noGrp="1"/>
          </p:cNvSpPr>
          <p:nvPr/>
        </p:nvSpPr>
        <p:spPr>
          <a:xfrm>
            <a:off x="17955834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9" name="Circle">
            <a:extLst>
              <a:ext uri="{FF2B5EF4-FFF2-40B4-BE49-F238E27FC236}">
                <a16:creationId xmlns:a16="http://schemas.microsoft.com/office/drawing/2014/main" id="{B9A58363-19DC-D596-FC24-583DD7280657}"/>
              </a:ext>
            </a:extLst>
          </p:cNvPr>
          <p:cNvSpPr>
            <a:spLocks noGrp="1"/>
          </p:cNvSpPr>
          <p:nvPr/>
        </p:nvSpPr>
        <p:spPr>
          <a:xfrm>
            <a:off x="18055562" y="608451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0" name="Circle">
            <a:extLst>
              <a:ext uri="{FF2B5EF4-FFF2-40B4-BE49-F238E27FC236}">
                <a16:creationId xmlns:a16="http://schemas.microsoft.com/office/drawing/2014/main" id="{DF59514E-FE2B-B96B-9817-372E630645D9}"/>
              </a:ext>
            </a:extLst>
          </p:cNvPr>
          <p:cNvSpPr>
            <a:spLocks noGrp="1"/>
          </p:cNvSpPr>
          <p:nvPr/>
        </p:nvSpPr>
        <p:spPr>
          <a:xfrm rot="10800000">
            <a:off x="18820532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1" name="Circle">
            <a:extLst>
              <a:ext uri="{FF2B5EF4-FFF2-40B4-BE49-F238E27FC236}">
                <a16:creationId xmlns:a16="http://schemas.microsoft.com/office/drawing/2014/main" id="{687E857F-5782-BFE3-FAD4-67D2812277EF}"/>
              </a:ext>
            </a:extLst>
          </p:cNvPr>
          <p:cNvSpPr>
            <a:spLocks noGrp="1"/>
          </p:cNvSpPr>
          <p:nvPr/>
        </p:nvSpPr>
        <p:spPr>
          <a:xfrm rot="10800000">
            <a:off x="18438047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2" name="Rounded Rectangle">
            <a:extLst>
              <a:ext uri="{FF2B5EF4-FFF2-40B4-BE49-F238E27FC236}">
                <a16:creationId xmlns:a16="http://schemas.microsoft.com/office/drawing/2014/main" id="{D687B85D-2F0A-B755-C38F-CFBE3F420BD8}"/>
              </a:ext>
            </a:extLst>
          </p:cNvPr>
          <p:cNvSpPr>
            <a:spLocks noGrp="1"/>
          </p:cNvSpPr>
          <p:nvPr/>
        </p:nvSpPr>
        <p:spPr>
          <a:xfrm>
            <a:off x="17955834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3" name="Circle">
            <a:extLst>
              <a:ext uri="{FF2B5EF4-FFF2-40B4-BE49-F238E27FC236}">
                <a16:creationId xmlns:a16="http://schemas.microsoft.com/office/drawing/2014/main" id="{C35E7A45-85F1-DC0F-5102-1917ABBBECA0}"/>
              </a:ext>
            </a:extLst>
          </p:cNvPr>
          <p:cNvSpPr>
            <a:spLocks noGrp="1"/>
          </p:cNvSpPr>
          <p:nvPr/>
        </p:nvSpPr>
        <p:spPr>
          <a:xfrm>
            <a:off x="1805556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4" name="Circle">
            <a:extLst>
              <a:ext uri="{FF2B5EF4-FFF2-40B4-BE49-F238E27FC236}">
                <a16:creationId xmlns:a16="http://schemas.microsoft.com/office/drawing/2014/main" id="{D9599F84-5434-CE31-6A7A-B7041AD20DA6}"/>
              </a:ext>
            </a:extLst>
          </p:cNvPr>
          <p:cNvSpPr>
            <a:spLocks noGrp="1"/>
          </p:cNvSpPr>
          <p:nvPr/>
        </p:nvSpPr>
        <p:spPr>
          <a:xfrm rot="10800000">
            <a:off x="18820532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5" name="Circle">
            <a:extLst>
              <a:ext uri="{FF2B5EF4-FFF2-40B4-BE49-F238E27FC236}">
                <a16:creationId xmlns:a16="http://schemas.microsoft.com/office/drawing/2014/main" id="{1F5C7382-6864-1E3F-E411-F571CB5A82F1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2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6" name="Circle">
            <a:extLst>
              <a:ext uri="{FF2B5EF4-FFF2-40B4-BE49-F238E27FC236}">
                <a16:creationId xmlns:a16="http://schemas.microsoft.com/office/drawing/2014/main" id="{DA1C268C-D693-09C8-A493-A416DCCBFD1D}"/>
              </a:ext>
            </a:extLst>
          </p:cNvPr>
          <p:cNvSpPr>
            <a:spLocks noGrp="1"/>
          </p:cNvSpPr>
          <p:nvPr/>
        </p:nvSpPr>
        <p:spPr>
          <a:xfrm flipH="1">
            <a:off x="1882053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7" name="Rounded Rectangle">
            <a:extLst>
              <a:ext uri="{FF2B5EF4-FFF2-40B4-BE49-F238E27FC236}">
                <a16:creationId xmlns:a16="http://schemas.microsoft.com/office/drawing/2014/main" id="{346CE741-80B4-D0F9-9F1B-F5E76078FFBF}"/>
              </a:ext>
            </a:extLst>
          </p:cNvPr>
          <p:cNvSpPr>
            <a:spLocks noGrp="1"/>
          </p:cNvSpPr>
          <p:nvPr/>
        </p:nvSpPr>
        <p:spPr>
          <a:xfrm>
            <a:off x="17955834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8" name="Circle">
            <a:extLst>
              <a:ext uri="{FF2B5EF4-FFF2-40B4-BE49-F238E27FC236}">
                <a16:creationId xmlns:a16="http://schemas.microsoft.com/office/drawing/2014/main" id="{7DA66626-C0B0-CC84-633A-27DCF8FF494C}"/>
              </a:ext>
            </a:extLst>
          </p:cNvPr>
          <p:cNvSpPr>
            <a:spLocks noGrp="1"/>
          </p:cNvSpPr>
          <p:nvPr/>
        </p:nvSpPr>
        <p:spPr>
          <a:xfrm>
            <a:off x="18055562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9" name="Circle">
            <a:extLst>
              <a:ext uri="{FF2B5EF4-FFF2-40B4-BE49-F238E27FC236}">
                <a16:creationId xmlns:a16="http://schemas.microsoft.com/office/drawing/2014/main" id="{091B50D7-E57D-444F-0C58-66C7FA5B29D7}"/>
              </a:ext>
            </a:extLst>
          </p:cNvPr>
          <p:cNvSpPr>
            <a:spLocks noGrp="1"/>
          </p:cNvSpPr>
          <p:nvPr/>
        </p:nvSpPr>
        <p:spPr>
          <a:xfrm rot="10800000">
            <a:off x="18820532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0" name="Circle">
            <a:extLst>
              <a:ext uri="{FF2B5EF4-FFF2-40B4-BE49-F238E27FC236}">
                <a16:creationId xmlns:a16="http://schemas.microsoft.com/office/drawing/2014/main" id="{5D54496F-B57F-56B0-C0BE-276D3EA07A4B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2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1" name="Circle">
            <a:extLst>
              <a:ext uri="{FF2B5EF4-FFF2-40B4-BE49-F238E27FC236}">
                <a16:creationId xmlns:a16="http://schemas.microsoft.com/office/drawing/2014/main" id="{C5D0E4F6-5795-84A1-B654-EA8DB7E41410}"/>
              </a:ext>
            </a:extLst>
          </p:cNvPr>
          <p:cNvSpPr>
            <a:spLocks noGrp="1"/>
          </p:cNvSpPr>
          <p:nvPr/>
        </p:nvSpPr>
        <p:spPr>
          <a:xfrm flipH="1">
            <a:off x="18820532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2" name="Circle">
            <a:extLst>
              <a:ext uri="{FF2B5EF4-FFF2-40B4-BE49-F238E27FC236}">
                <a16:creationId xmlns:a16="http://schemas.microsoft.com/office/drawing/2014/main" id="{AE8C2B94-F595-0746-3BAB-76B38DBC7122}"/>
              </a:ext>
            </a:extLst>
          </p:cNvPr>
          <p:cNvSpPr>
            <a:spLocks noGrp="1"/>
          </p:cNvSpPr>
          <p:nvPr/>
        </p:nvSpPr>
        <p:spPr>
          <a:xfrm rot="10800000">
            <a:off x="18438047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3" name="Rounded Rectangle">
            <a:extLst>
              <a:ext uri="{FF2B5EF4-FFF2-40B4-BE49-F238E27FC236}">
                <a16:creationId xmlns:a16="http://schemas.microsoft.com/office/drawing/2014/main" id="{C996BB43-8672-E1F8-4551-901A6C19A6C0}"/>
              </a:ext>
            </a:extLst>
          </p:cNvPr>
          <p:cNvSpPr>
            <a:spLocks noGrp="1"/>
          </p:cNvSpPr>
          <p:nvPr/>
        </p:nvSpPr>
        <p:spPr>
          <a:xfrm>
            <a:off x="17955834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4" name="Circle">
            <a:extLst>
              <a:ext uri="{FF2B5EF4-FFF2-40B4-BE49-F238E27FC236}">
                <a16:creationId xmlns:a16="http://schemas.microsoft.com/office/drawing/2014/main" id="{9FCFC4D2-4319-08EC-9733-7C5E7A88E3B8}"/>
              </a:ext>
            </a:extLst>
          </p:cNvPr>
          <p:cNvSpPr>
            <a:spLocks noGrp="1"/>
          </p:cNvSpPr>
          <p:nvPr/>
        </p:nvSpPr>
        <p:spPr>
          <a:xfrm>
            <a:off x="18055562" y="1206692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5" name="Circle">
            <a:extLst>
              <a:ext uri="{FF2B5EF4-FFF2-40B4-BE49-F238E27FC236}">
                <a16:creationId xmlns:a16="http://schemas.microsoft.com/office/drawing/2014/main" id="{74C0306C-E0D2-081F-7688-41475D649C4D}"/>
              </a:ext>
            </a:extLst>
          </p:cNvPr>
          <p:cNvSpPr>
            <a:spLocks noGrp="1"/>
          </p:cNvSpPr>
          <p:nvPr/>
        </p:nvSpPr>
        <p:spPr>
          <a:xfrm rot="10800000">
            <a:off x="1882053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6" name="Circle">
            <a:extLst>
              <a:ext uri="{FF2B5EF4-FFF2-40B4-BE49-F238E27FC236}">
                <a16:creationId xmlns:a16="http://schemas.microsoft.com/office/drawing/2014/main" id="{A5034F51-393D-6D7C-A3CB-3B87E3426B70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2" y="113141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7" name="Circle">
            <a:extLst>
              <a:ext uri="{FF2B5EF4-FFF2-40B4-BE49-F238E27FC236}">
                <a16:creationId xmlns:a16="http://schemas.microsoft.com/office/drawing/2014/main" id="{AFF3BE4B-3820-D236-DE1E-76894AA7ABFC}"/>
              </a:ext>
            </a:extLst>
          </p:cNvPr>
          <p:cNvSpPr>
            <a:spLocks noGrp="1"/>
          </p:cNvSpPr>
          <p:nvPr/>
        </p:nvSpPr>
        <p:spPr>
          <a:xfrm flipH="1">
            <a:off x="18820532" y="1206692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8" name="Circle">
            <a:extLst>
              <a:ext uri="{FF2B5EF4-FFF2-40B4-BE49-F238E27FC236}">
                <a16:creationId xmlns:a16="http://schemas.microsoft.com/office/drawing/2014/main" id="{3A32CF9D-EBD6-99B9-FEAD-6403028F8359}"/>
              </a:ext>
            </a:extLst>
          </p:cNvPr>
          <p:cNvSpPr>
            <a:spLocks noGrp="1"/>
          </p:cNvSpPr>
          <p:nvPr/>
        </p:nvSpPr>
        <p:spPr>
          <a:xfrm rot="10800000">
            <a:off x="1805556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9" name="Circle">
            <a:extLst>
              <a:ext uri="{FF2B5EF4-FFF2-40B4-BE49-F238E27FC236}">
                <a16:creationId xmlns:a16="http://schemas.microsoft.com/office/drawing/2014/main" id="{A66B0E12-EEFA-0569-5F04-0E94B1FD26CA}"/>
              </a:ext>
            </a:extLst>
          </p:cNvPr>
          <p:cNvSpPr>
            <a:spLocks noGrp="1"/>
          </p:cNvSpPr>
          <p:nvPr/>
        </p:nvSpPr>
        <p:spPr>
          <a:xfrm rot="10800000">
            <a:off x="18820532" y="1169055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1" name="Rounded Rectangle">
            <a:extLst>
              <a:ext uri="{FF2B5EF4-FFF2-40B4-BE49-F238E27FC236}">
                <a16:creationId xmlns:a16="http://schemas.microsoft.com/office/drawing/2014/main" id="{5C5A0FB8-6EC2-AB0D-444A-7590D2EAA3A0}"/>
              </a:ext>
            </a:extLst>
          </p:cNvPr>
          <p:cNvSpPr>
            <a:spLocks noGrp="1"/>
          </p:cNvSpPr>
          <p:nvPr/>
        </p:nvSpPr>
        <p:spPr>
          <a:xfrm>
            <a:off x="20326016" y="1237658"/>
            <a:ext cx="1270000" cy="1270000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2" name="Circle">
            <a:extLst>
              <a:ext uri="{FF2B5EF4-FFF2-40B4-BE49-F238E27FC236}">
                <a16:creationId xmlns:a16="http://schemas.microsoft.com/office/drawing/2014/main" id="{29747EAC-C959-BF10-9CD0-AE28072B7245}"/>
              </a:ext>
            </a:extLst>
          </p:cNvPr>
          <p:cNvSpPr>
            <a:spLocks noGrp="1"/>
          </p:cNvSpPr>
          <p:nvPr/>
        </p:nvSpPr>
        <p:spPr>
          <a:xfrm>
            <a:off x="20425743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3" name="Circle">
            <a:extLst>
              <a:ext uri="{FF2B5EF4-FFF2-40B4-BE49-F238E27FC236}">
                <a16:creationId xmlns:a16="http://schemas.microsoft.com/office/drawing/2014/main" id="{BEA755BC-6E91-DCCC-1F15-36B7D7D4769B}"/>
              </a:ext>
            </a:extLst>
          </p:cNvPr>
          <p:cNvSpPr>
            <a:spLocks noGrp="1"/>
          </p:cNvSpPr>
          <p:nvPr/>
        </p:nvSpPr>
        <p:spPr>
          <a:xfrm rot="10800000">
            <a:off x="21190713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4" name="Circle">
            <a:extLst>
              <a:ext uri="{FF2B5EF4-FFF2-40B4-BE49-F238E27FC236}">
                <a16:creationId xmlns:a16="http://schemas.microsoft.com/office/drawing/2014/main" id="{96EFE780-DD5B-5C36-B1FC-0DEC07B60B5D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3" y="134349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5" name="Circle">
            <a:extLst>
              <a:ext uri="{FF2B5EF4-FFF2-40B4-BE49-F238E27FC236}">
                <a16:creationId xmlns:a16="http://schemas.microsoft.com/office/drawing/2014/main" id="{5E34BB66-B329-2333-8F1F-EF9468D18D0D}"/>
              </a:ext>
            </a:extLst>
          </p:cNvPr>
          <p:cNvSpPr>
            <a:spLocks noGrp="1"/>
          </p:cNvSpPr>
          <p:nvPr/>
        </p:nvSpPr>
        <p:spPr>
          <a:xfrm flipH="1">
            <a:off x="21190713" y="2096242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6" name="Circle">
            <a:extLst>
              <a:ext uri="{FF2B5EF4-FFF2-40B4-BE49-F238E27FC236}">
                <a16:creationId xmlns:a16="http://schemas.microsoft.com/office/drawing/2014/main" id="{54FA41EA-2B97-786C-1024-2E23CCA911EF}"/>
              </a:ext>
            </a:extLst>
          </p:cNvPr>
          <p:cNvSpPr>
            <a:spLocks noGrp="1"/>
          </p:cNvSpPr>
          <p:nvPr/>
        </p:nvSpPr>
        <p:spPr>
          <a:xfrm rot="10800000">
            <a:off x="20425743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7" name="Circle">
            <a:extLst>
              <a:ext uri="{FF2B5EF4-FFF2-40B4-BE49-F238E27FC236}">
                <a16:creationId xmlns:a16="http://schemas.microsoft.com/office/drawing/2014/main" id="{6E6A0C47-06E8-50E6-EE4C-9825B4CA233C}"/>
              </a:ext>
            </a:extLst>
          </p:cNvPr>
          <p:cNvSpPr>
            <a:spLocks noGrp="1"/>
          </p:cNvSpPr>
          <p:nvPr/>
        </p:nvSpPr>
        <p:spPr>
          <a:xfrm rot="10800000">
            <a:off x="21190713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8" name="Rounded Rectangle">
            <a:extLst>
              <a:ext uri="{FF2B5EF4-FFF2-40B4-BE49-F238E27FC236}">
                <a16:creationId xmlns:a16="http://schemas.microsoft.com/office/drawing/2014/main" id="{24E2C17A-FB9D-5D63-99F1-95594085BCFB}"/>
              </a:ext>
            </a:extLst>
          </p:cNvPr>
          <p:cNvSpPr>
            <a:spLocks noGrp="1"/>
          </p:cNvSpPr>
          <p:nvPr/>
        </p:nvSpPr>
        <p:spPr>
          <a:xfrm>
            <a:off x="20326017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9" name="Circle">
            <a:extLst>
              <a:ext uri="{FF2B5EF4-FFF2-40B4-BE49-F238E27FC236}">
                <a16:creationId xmlns:a16="http://schemas.microsoft.com/office/drawing/2014/main" id="{D4ECEA0C-1F93-D662-85E0-88184008CD1C}"/>
              </a:ext>
            </a:extLst>
          </p:cNvPr>
          <p:cNvSpPr>
            <a:spLocks noGrp="1"/>
          </p:cNvSpPr>
          <p:nvPr/>
        </p:nvSpPr>
        <p:spPr>
          <a:xfrm>
            <a:off x="20425744" y="4090379"/>
            <a:ext cx="305577" cy="305576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0" name="Circle">
            <a:extLst>
              <a:ext uri="{FF2B5EF4-FFF2-40B4-BE49-F238E27FC236}">
                <a16:creationId xmlns:a16="http://schemas.microsoft.com/office/drawing/2014/main" id="{6A45FA3E-CF66-1FE2-C14B-90A46DFE3031}"/>
              </a:ext>
            </a:extLst>
          </p:cNvPr>
          <p:cNvSpPr>
            <a:spLocks noGrp="1"/>
          </p:cNvSpPr>
          <p:nvPr/>
        </p:nvSpPr>
        <p:spPr>
          <a:xfrm rot="10800000">
            <a:off x="21190715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1" name="Circle">
            <a:extLst>
              <a:ext uri="{FF2B5EF4-FFF2-40B4-BE49-F238E27FC236}">
                <a16:creationId xmlns:a16="http://schemas.microsoft.com/office/drawing/2014/main" id="{D7B55DEB-225A-4767-A768-1A54AF78A35B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4" y="333763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2" name="Circle">
            <a:extLst>
              <a:ext uri="{FF2B5EF4-FFF2-40B4-BE49-F238E27FC236}">
                <a16:creationId xmlns:a16="http://schemas.microsoft.com/office/drawing/2014/main" id="{8ADAAA07-EE23-131C-CE84-38C4C70A9047}"/>
              </a:ext>
            </a:extLst>
          </p:cNvPr>
          <p:cNvSpPr>
            <a:spLocks noGrp="1"/>
          </p:cNvSpPr>
          <p:nvPr/>
        </p:nvSpPr>
        <p:spPr>
          <a:xfrm flipH="1">
            <a:off x="21190715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3" name="Circle">
            <a:extLst>
              <a:ext uri="{FF2B5EF4-FFF2-40B4-BE49-F238E27FC236}">
                <a16:creationId xmlns:a16="http://schemas.microsoft.com/office/drawing/2014/main" id="{7D697181-9AAF-CF27-4FE1-4E585F3C0998}"/>
              </a:ext>
            </a:extLst>
          </p:cNvPr>
          <p:cNvSpPr>
            <a:spLocks noGrp="1"/>
          </p:cNvSpPr>
          <p:nvPr/>
        </p:nvSpPr>
        <p:spPr>
          <a:xfrm rot="10800000">
            <a:off x="20425744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4" name="Circle">
            <a:extLst>
              <a:ext uri="{FF2B5EF4-FFF2-40B4-BE49-F238E27FC236}">
                <a16:creationId xmlns:a16="http://schemas.microsoft.com/office/drawing/2014/main" id="{57323FAA-6B6F-4029-DA0C-37152D5DF574}"/>
              </a:ext>
            </a:extLst>
          </p:cNvPr>
          <p:cNvSpPr>
            <a:spLocks noGrp="1"/>
          </p:cNvSpPr>
          <p:nvPr/>
        </p:nvSpPr>
        <p:spPr>
          <a:xfrm rot="10800000">
            <a:off x="21190715" y="371400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5" name="Rounded Rectangle">
            <a:extLst>
              <a:ext uri="{FF2B5EF4-FFF2-40B4-BE49-F238E27FC236}">
                <a16:creationId xmlns:a16="http://schemas.microsoft.com/office/drawing/2014/main" id="{DC89B003-D96D-83CB-B270-4018D0402A48}"/>
              </a:ext>
            </a:extLst>
          </p:cNvPr>
          <p:cNvSpPr>
            <a:spLocks noGrp="1"/>
          </p:cNvSpPr>
          <p:nvPr/>
        </p:nvSpPr>
        <p:spPr>
          <a:xfrm>
            <a:off x="20326017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6" name="Circle">
            <a:extLst>
              <a:ext uri="{FF2B5EF4-FFF2-40B4-BE49-F238E27FC236}">
                <a16:creationId xmlns:a16="http://schemas.microsoft.com/office/drawing/2014/main" id="{5703C3C9-A51A-2065-7DA2-0B777C2A1302}"/>
              </a:ext>
            </a:extLst>
          </p:cNvPr>
          <p:cNvSpPr>
            <a:spLocks noGrp="1"/>
          </p:cNvSpPr>
          <p:nvPr/>
        </p:nvSpPr>
        <p:spPr>
          <a:xfrm>
            <a:off x="20425744" y="608451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7" name="Circle">
            <a:extLst>
              <a:ext uri="{FF2B5EF4-FFF2-40B4-BE49-F238E27FC236}">
                <a16:creationId xmlns:a16="http://schemas.microsoft.com/office/drawing/2014/main" id="{3BF418BC-480C-5647-55DE-AC169E1BA622}"/>
              </a:ext>
            </a:extLst>
          </p:cNvPr>
          <p:cNvSpPr>
            <a:spLocks noGrp="1"/>
          </p:cNvSpPr>
          <p:nvPr/>
        </p:nvSpPr>
        <p:spPr>
          <a:xfrm rot="10800000">
            <a:off x="21190715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8" name="Circle">
            <a:extLst>
              <a:ext uri="{FF2B5EF4-FFF2-40B4-BE49-F238E27FC236}">
                <a16:creationId xmlns:a16="http://schemas.microsoft.com/office/drawing/2014/main" id="{386CB8CD-A3FE-6D7A-CBF9-16619F25919F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4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9" name="Circle">
            <a:extLst>
              <a:ext uri="{FF2B5EF4-FFF2-40B4-BE49-F238E27FC236}">
                <a16:creationId xmlns:a16="http://schemas.microsoft.com/office/drawing/2014/main" id="{25F9A130-A702-9264-863A-0789025D2BAA}"/>
              </a:ext>
            </a:extLst>
          </p:cNvPr>
          <p:cNvSpPr>
            <a:spLocks noGrp="1"/>
          </p:cNvSpPr>
          <p:nvPr/>
        </p:nvSpPr>
        <p:spPr>
          <a:xfrm flipH="1">
            <a:off x="21190715" y="608451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0" name="Circle">
            <a:extLst>
              <a:ext uri="{FF2B5EF4-FFF2-40B4-BE49-F238E27FC236}">
                <a16:creationId xmlns:a16="http://schemas.microsoft.com/office/drawing/2014/main" id="{4BD46A15-97A8-B158-9806-2AD4DA3B492A}"/>
              </a:ext>
            </a:extLst>
          </p:cNvPr>
          <p:cNvSpPr>
            <a:spLocks noGrp="1"/>
          </p:cNvSpPr>
          <p:nvPr/>
        </p:nvSpPr>
        <p:spPr>
          <a:xfrm rot="10800000">
            <a:off x="20425744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1" name="Circle">
            <a:extLst>
              <a:ext uri="{FF2B5EF4-FFF2-40B4-BE49-F238E27FC236}">
                <a16:creationId xmlns:a16="http://schemas.microsoft.com/office/drawing/2014/main" id="{A336D78D-C2F3-6C5B-8C8F-F9910CF727EF}"/>
              </a:ext>
            </a:extLst>
          </p:cNvPr>
          <p:cNvSpPr>
            <a:spLocks noGrp="1"/>
          </p:cNvSpPr>
          <p:nvPr/>
        </p:nvSpPr>
        <p:spPr>
          <a:xfrm rot="10800000">
            <a:off x="21190715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2" name="Rounded Rectangle">
            <a:extLst>
              <a:ext uri="{FF2B5EF4-FFF2-40B4-BE49-F238E27FC236}">
                <a16:creationId xmlns:a16="http://schemas.microsoft.com/office/drawing/2014/main" id="{8FDC1D10-2083-EFFD-7BEA-8C93DFD4D9F7}"/>
              </a:ext>
            </a:extLst>
          </p:cNvPr>
          <p:cNvSpPr>
            <a:spLocks noGrp="1"/>
          </p:cNvSpPr>
          <p:nvPr/>
        </p:nvSpPr>
        <p:spPr>
          <a:xfrm>
            <a:off x="20326017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3" name="Circle">
            <a:extLst>
              <a:ext uri="{FF2B5EF4-FFF2-40B4-BE49-F238E27FC236}">
                <a16:creationId xmlns:a16="http://schemas.microsoft.com/office/drawing/2014/main" id="{4CED33ED-26E6-98EE-FDDC-498BDD530E2A}"/>
              </a:ext>
            </a:extLst>
          </p:cNvPr>
          <p:cNvSpPr>
            <a:spLocks noGrp="1"/>
          </p:cNvSpPr>
          <p:nvPr/>
        </p:nvSpPr>
        <p:spPr>
          <a:xfrm>
            <a:off x="2042574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4" name="Circle">
            <a:extLst>
              <a:ext uri="{FF2B5EF4-FFF2-40B4-BE49-F238E27FC236}">
                <a16:creationId xmlns:a16="http://schemas.microsoft.com/office/drawing/2014/main" id="{9175E7E8-9ED8-02A0-D56A-3EBA4BEFC33A}"/>
              </a:ext>
            </a:extLst>
          </p:cNvPr>
          <p:cNvSpPr>
            <a:spLocks noGrp="1"/>
          </p:cNvSpPr>
          <p:nvPr/>
        </p:nvSpPr>
        <p:spPr>
          <a:xfrm rot="10800000">
            <a:off x="21190715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5" name="Circle">
            <a:extLst>
              <a:ext uri="{FF2B5EF4-FFF2-40B4-BE49-F238E27FC236}">
                <a16:creationId xmlns:a16="http://schemas.microsoft.com/office/drawing/2014/main" id="{3A17B23C-D135-E357-6CB2-1AB8657CDCA8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4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6" name="Circle">
            <a:extLst>
              <a:ext uri="{FF2B5EF4-FFF2-40B4-BE49-F238E27FC236}">
                <a16:creationId xmlns:a16="http://schemas.microsoft.com/office/drawing/2014/main" id="{05836FC8-9B45-841D-F42E-02286A79023E}"/>
              </a:ext>
            </a:extLst>
          </p:cNvPr>
          <p:cNvSpPr>
            <a:spLocks noGrp="1"/>
          </p:cNvSpPr>
          <p:nvPr/>
        </p:nvSpPr>
        <p:spPr>
          <a:xfrm flipH="1">
            <a:off x="21190715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7" name="Circle">
            <a:extLst>
              <a:ext uri="{FF2B5EF4-FFF2-40B4-BE49-F238E27FC236}">
                <a16:creationId xmlns:a16="http://schemas.microsoft.com/office/drawing/2014/main" id="{A96D1CA8-0FD7-F9B1-1C0E-3180B48F5C77}"/>
              </a:ext>
            </a:extLst>
          </p:cNvPr>
          <p:cNvSpPr>
            <a:spLocks noGrp="1"/>
          </p:cNvSpPr>
          <p:nvPr/>
        </p:nvSpPr>
        <p:spPr>
          <a:xfrm rot="10800000">
            <a:off x="20425744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8" name="Circle">
            <a:extLst>
              <a:ext uri="{FF2B5EF4-FFF2-40B4-BE49-F238E27FC236}">
                <a16:creationId xmlns:a16="http://schemas.microsoft.com/office/drawing/2014/main" id="{382C708D-93EF-7685-1029-DD8B5292EDE9}"/>
              </a:ext>
            </a:extLst>
          </p:cNvPr>
          <p:cNvSpPr>
            <a:spLocks noGrp="1"/>
          </p:cNvSpPr>
          <p:nvPr/>
        </p:nvSpPr>
        <p:spPr>
          <a:xfrm rot="10800000">
            <a:off x="21190715" y="7702281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9" name="Rounded Rectangle">
            <a:extLst>
              <a:ext uri="{FF2B5EF4-FFF2-40B4-BE49-F238E27FC236}">
                <a16:creationId xmlns:a16="http://schemas.microsoft.com/office/drawing/2014/main" id="{6DB5FD40-2518-13BA-2A05-0106B3481970}"/>
              </a:ext>
            </a:extLst>
          </p:cNvPr>
          <p:cNvSpPr>
            <a:spLocks noGrp="1"/>
          </p:cNvSpPr>
          <p:nvPr/>
        </p:nvSpPr>
        <p:spPr>
          <a:xfrm>
            <a:off x="20326017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0" name="Circle">
            <a:extLst>
              <a:ext uri="{FF2B5EF4-FFF2-40B4-BE49-F238E27FC236}">
                <a16:creationId xmlns:a16="http://schemas.microsoft.com/office/drawing/2014/main" id="{424E079E-236E-2659-D02B-32F84767435A}"/>
              </a:ext>
            </a:extLst>
          </p:cNvPr>
          <p:cNvSpPr>
            <a:spLocks noGrp="1"/>
          </p:cNvSpPr>
          <p:nvPr/>
        </p:nvSpPr>
        <p:spPr>
          <a:xfrm>
            <a:off x="20425744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1" name="Circle">
            <a:extLst>
              <a:ext uri="{FF2B5EF4-FFF2-40B4-BE49-F238E27FC236}">
                <a16:creationId xmlns:a16="http://schemas.microsoft.com/office/drawing/2014/main" id="{2DEB4CC0-D04F-F0F6-9582-71742EC809BA}"/>
              </a:ext>
            </a:extLst>
          </p:cNvPr>
          <p:cNvSpPr>
            <a:spLocks noGrp="1"/>
          </p:cNvSpPr>
          <p:nvPr/>
        </p:nvSpPr>
        <p:spPr>
          <a:xfrm rot="10800000">
            <a:off x="21190715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2" name="Circle">
            <a:extLst>
              <a:ext uri="{FF2B5EF4-FFF2-40B4-BE49-F238E27FC236}">
                <a16:creationId xmlns:a16="http://schemas.microsoft.com/office/drawing/2014/main" id="{F46E924C-2964-A762-6018-688BC47A4FA3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4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3" name="Circle">
            <a:extLst>
              <a:ext uri="{FF2B5EF4-FFF2-40B4-BE49-F238E27FC236}">
                <a16:creationId xmlns:a16="http://schemas.microsoft.com/office/drawing/2014/main" id="{40A1ADCD-8F95-2467-CDEB-8691595861D9}"/>
              </a:ext>
            </a:extLst>
          </p:cNvPr>
          <p:cNvSpPr>
            <a:spLocks noGrp="1"/>
          </p:cNvSpPr>
          <p:nvPr/>
        </p:nvSpPr>
        <p:spPr>
          <a:xfrm flipH="1">
            <a:off x="21190715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4" name="Circle">
            <a:extLst>
              <a:ext uri="{FF2B5EF4-FFF2-40B4-BE49-F238E27FC236}">
                <a16:creationId xmlns:a16="http://schemas.microsoft.com/office/drawing/2014/main" id="{44F242FC-E771-2B9A-FD16-F787BA421FB8}"/>
              </a:ext>
            </a:extLst>
          </p:cNvPr>
          <p:cNvSpPr>
            <a:spLocks noGrp="1"/>
          </p:cNvSpPr>
          <p:nvPr/>
        </p:nvSpPr>
        <p:spPr>
          <a:xfrm rot="10800000">
            <a:off x="20425744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5" name="Circle">
            <a:extLst>
              <a:ext uri="{FF2B5EF4-FFF2-40B4-BE49-F238E27FC236}">
                <a16:creationId xmlns:a16="http://schemas.microsoft.com/office/drawing/2014/main" id="{C43E5E00-8708-51C6-98E6-F4E77F6BF7FF}"/>
              </a:ext>
            </a:extLst>
          </p:cNvPr>
          <p:cNvSpPr>
            <a:spLocks noGrp="1"/>
          </p:cNvSpPr>
          <p:nvPr/>
        </p:nvSpPr>
        <p:spPr>
          <a:xfrm rot="10800000">
            <a:off x="21190715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6" name="Rounded Rectangle">
            <a:extLst>
              <a:ext uri="{FF2B5EF4-FFF2-40B4-BE49-F238E27FC236}">
                <a16:creationId xmlns:a16="http://schemas.microsoft.com/office/drawing/2014/main" id="{C936C2B3-4C29-0C3C-AFA8-4D375994CBA9}"/>
              </a:ext>
            </a:extLst>
          </p:cNvPr>
          <p:cNvSpPr>
            <a:spLocks noGrp="1"/>
          </p:cNvSpPr>
          <p:nvPr/>
        </p:nvSpPr>
        <p:spPr>
          <a:xfrm>
            <a:off x="21747796" y="1237658"/>
            <a:ext cx="1270001" cy="1270000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7" name="Circle">
            <a:extLst>
              <a:ext uri="{FF2B5EF4-FFF2-40B4-BE49-F238E27FC236}">
                <a16:creationId xmlns:a16="http://schemas.microsoft.com/office/drawing/2014/main" id="{F3D45A21-365B-1393-DE88-B3CF3EEA3B06}"/>
              </a:ext>
            </a:extLst>
          </p:cNvPr>
          <p:cNvSpPr>
            <a:spLocks noGrp="1"/>
          </p:cNvSpPr>
          <p:nvPr/>
        </p:nvSpPr>
        <p:spPr>
          <a:xfrm>
            <a:off x="22230009" y="17198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8" name="Rounded Rectangle">
            <a:extLst>
              <a:ext uri="{FF2B5EF4-FFF2-40B4-BE49-F238E27FC236}">
                <a16:creationId xmlns:a16="http://schemas.microsoft.com/office/drawing/2014/main" id="{43172B97-AF37-937F-C4BA-B1637103DA6E}"/>
              </a:ext>
            </a:extLst>
          </p:cNvPr>
          <p:cNvSpPr>
            <a:spLocks noGrp="1"/>
          </p:cNvSpPr>
          <p:nvPr/>
        </p:nvSpPr>
        <p:spPr>
          <a:xfrm>
            <a:off x="21747796" y="3231794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9" name="Circle">
            <a:extLst>
              <a:ext uri="{FF2B5EF4-FFF2-40B4-BE49-F238E27FC236}">
                <a16:creationId xmlns:a16="http://schemas.microsoft.com/office/drawing/2014/main" id="{21F11858-E104-A189-F162-B25F52C0AB57}"/>
              </a:ext>
            </a:extLst>
          </p:cNvPr>
          <p:cNvSpPr>
            <a:spLocks noGrp="1"/>
          </p:cNvSpPr>
          <p:nvPr/>
        </p:nvSpPr>
        <p:spPr>
          <a:xfrm>
            <a:off x="21847524" y="409037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0" name="Circle">
            <a:extLst>
              <a:ext uri="{FF2B5EF4-FFF2-40B4-BE49-F238E27FC236}">
                <a16:creationId xmlns:a16="http://schemas.microsoft.com/office/drawing/2014/main" id="{876B2D92-C428-2B61-C5AF-2F3D3CA6CB58}"/>
              </a:ext>
            </a:extLst>
          </p:cNvPr>
          <p:cNvSpPr>
            <a:spLocks noGrp="1"/>
          </p:cNvSpPr>
          <p:nvPr/>
        </p:nvSpPr>
        <p:spPr>
          <a:xfrm rot="10800000">
            <a:off x="22612492" y="333763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1" name="Rounded Rectangle">
            <a:extLst>
              <a:ext uri="{FF2B5EF4-FFF2-40B4-BE49-F238E27FC236}">
                <a16:creationId xmlns:a16="http://schemas.microsoft.com/office/drawing/2014/main" id="{73F5C3C1-DC67-E490-E199-919C63A7DED1}"/>
              </a:ext>
            </a:extLst>
          </p:cNvPr>
          <p:cNvSpPr>
            <a:spLocks noGrp="1"/>
          </p:cNvSpPr>
          <p:nvPr/>
        </p:nvSpPr>
        <p:spPr>
          <a:xfrm>
            <a:off x="21747796" y="5225930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2" name="Circle">
            <a:extLst>
              <a:ext uri="{FF2B5EF4-FFF2-40B4-BE49-F238E27FC236}">
                <a16:creationId xmlns:a16="http://schemas.microsoft.com/office/drawing/2014/main" id="{2FD5F6BA-74DC-657D-DF9A-4A688B650485}"/>
              </a:ext>
            </a:extLst>
          </p:cNvPr>
          <p:cNvSpPr>
            <a:spLocks noGrp="1"/>
          </p:cNvSpPr>
          <p:nvPr/>
        </p:nvSpPr>
        <p:spPr>
          <a:xfrm>
            <a:off x="21847524" y="6084516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3" name="Circle">
            <a:extLst>
              <a:ext uri="{FF2B5EF4-FFF2-40B4-BE49-F238E27FC236}">
                <a16:creationId xmlns:a16="http://schemas.microsoft.com/office/drawing/2014/main" id="{6EC5969D-6740-3941-67FD-0EA48D6FF529}"/>
              </a:ext>
            </a:extLst>
          </p:cNvPr>
          <p:cNvSpPr>
            <a:spLocks noGrp="1"/>
          </p:cNvSpPr>
          <p:nvPr/>
        </p:nvSpPr>
        <p:spPr>
          <a:xfrm rot="10800000">
            <a:off x="22612494" y="533177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4" name="Circle">
            <a:extLst>
              <a:ext uri="{FF2B5EF4-FFF2-40B4-BE49-F238E27FC236}">
                <a16:creationId xmlns:a16="http://schemas.microsoft.com/office/drawing/2014/main" id="{414A80C2-15E6-4D1B-7A0A-AF90C4CB13FE}"/>
              </a:ext>
            </a:extLst>
          </p:cNvPr>
          <p:cNvSpPr>
            <a:spLocks noGrp="1"/>
          </p:cNvSpPr>
          <p:nvPr/>
        </p:nvSpPr>
        <p:spPr>
          <a:xfrm rot="10800000">
            <a:off x="22230009" y="570814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5" name="Rounded Rectangle">
            <a:extLst>
              <a:ext uri="{FF2B5EF4-FFF2-40B4-BE49-F238E27FC236}">
                <a16:creationId xmlns:a16="http://schemas.microsoft.com/office/drawing/2014/main" id="{A5218CA2-20CB-026A-61B0-A40B31FC4CD5}"/>
              </a:ext>
            </a:extLst>
          </p:cNvPr>
          <p:cNvSpPr>
            <a:spLocks noGrp="1"/>
          </p:cNvSpPr>
          <p:nvPr/>
        </p:nvSpPr>
        <p:spPr>
          <a:xfrm>
            <a:off x="21747796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6" name="Circle">
            <a:extLst>
              <a:ext uri="{FF2B5EF4-FFF2-40B4-BE49-F238E27FC236}">
                <a16:creationId xmlns:a16="http://schemas.microsoft.com/office/drawing/2014/main" id="{664500F8-B444-E637-BA5B-7A7FD12EF4AA}"/>
              </a:ext>
            </a:extLst>
          </p:cNvPr>
          <p:cNvSpPr>
            <a:spLocks noGrp="1"/>
          </p:cNvSpPr>
          <p:nvPr/>
        </p:nvSpPr>
        <p:spPr>
          <a:xfrm>
            <a:off x="2184752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7" name="Circle">
            <a:extLst>
              <a:ext uri="{FF2B5EF4-FFF2-40B4-BE49-F238E27FC236}">
                <a16:creationId xmlns:a16="http://schemas.microsoft.com/office/drawing/2014/main" id="{4A1F2266-CBD8-3A81-8D51-F25791ADFE75}"/>
              </a:ext>
            </a:extLst>
          </p:cNvPr>
          <p:cNvSpPr>
            <a:spLocks noGrp="1"/>
          </p:cNvSpPr>
          <p:nvPr/>
        </p:nvSpPr>
        <p:spPr>
          <a:xfrm rot="10800000">
            <a:off x="22612494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8" name="Circle">
            <a:extLst>
              <a:ext uri="{FF2B5EF4-FFF2-40B4-BE49-F238E27FC236}">
                <a16:creationId xmlns:a16="http://schemas.microsoft.com/office/drawing/2014/main" id="{8B7CA200-279C-1755-D7C4-F6A42EE33154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4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9" name="Circle">
            <a:extLst>
              <a:ext uri="{FF2B5EF4-FFF2-40B4-BE49-F238E27FC236}">
                <a16:creationId xmlns:a16="http://schemas.microsoft.com/office/drawing/2014/main" id="{E072EDCD-9C29-A8A6-BA63-BD63ACB3DA57}"/>
              </a:ext>
            </a:extLst>
          </p:cNvPr>
          <p:cNvSpPr>
            <a:spLocks noGrp="1"/>
          </p:cNvSpPr>
          <p:nvPr/>
        </p:nvSpPr>
        <p:spPr>
          <a:xfrm flipH="1">
            <a:off x="22612494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0" name="Rounded Rectangle">
            <a:extLst>
              <a:ext uri="{FF2B5EF4-FFF2-40B4-BE49-F238E27FC236}">
                <a16:creationId xmlns:a16="http://schemas.microsoft.com/office/drawing/2014/main" id="{18CBE0AA-20D7-4DBE-B2BA-85127C3D4BBF}"/>
              </a:ext>
            </a:extLst>
          </p:cNvPr>
          <p:cNvSpPr>
            <a:spLocks noGrp="1"/>
          </p:cNvSpPr>
          <p:nvPr/>
        </p:nvSpPr>
        <p:spPr>
          <a:xfrm>
            <a:off x="21747796" y="9214205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1" name="Circle">
            <a:extLst>
              <a:ext uri="{FF2B5EF4-FFF2-40B4-BE49-F238E27FC236}">
                <a16:creationId xmlns:a16="http://schemas.microsoft.com/office/drawing/2014/main" id="{394CCD32-36BF-CD61-7135-C3A5F1BF4DAB}"/>
              </a:ext>
            </a:extLst>
          </p:cNvPr>
          <p:cNvSpPr>
            <a:spLocks noGrp="1"/>
          </p:cNvSpPr>
          <p:nvPr/>
        </p:nvSpPr>
        <p:spPr>
          <a:xfrm>
            <a:off x="21847524" y="10072790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2" name="Circle">
            <a:extLst>
              <a:ext uri="{FF2B5EF4-FFF2-40B4-BE49-F238E27FC236}">
                <a16:creationId xmlns:a16="http://schemas.microsoft.com/office/drawing/2014/main" id="{57EE0212-C7D7-C73D-CFE0-14EC73724F99}"/>
              </a:ext>
            </a:extLst>
          </p:cNvPr>
          <p:cNvSpPr>
            <a:spLocks noGrp="1"/>
          </p:cNvSpPr>
          <p:nvPr/>
        </p:nvSpPr>
        <p:spPr>
          <a:xfrm rot="10800000">
            <a:off x="22612494" y="9320045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3" name="Circle">
            <a:extLst>
              <a:ext uri="{FF2B5EF4-FFF2-40B4-BE49-F238E27FC236}">
                <a16:creationId xmlns:a16="http://schemas.microsoft.com/office/drawing/2014/main" id="{315658C2-AED9-91C3-1759-57E0883AE23F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4" y="9320044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4" name="Circle">
            <a:extLst>
              <a:ext uri="{FF2B5EF4-FFF2-40B4-BE49-F238E27FC236}">
                <a16:creationId xmlns:a16="http://schemas.microsoft.com/office/drawing/2014/main" id="{EE0FEDFB-E590-94DB-818F-77E43D1C34C8}"/>
              </a:ext>
            </a:extLst>
          </p:cNvPr>
          <p:cNvSpPr>
            <a:spLocks noGrp="1"/>
          </p:cNvSpPr>
          <p:nvPr/>
        </p:nvSpPr>
        <p:spPr>
          <a:xfrm flipH="1">
            <a:off x="22612494" y="1007278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5" name="Circle">
            <a:extLst>
              <a:ext uri="{FF2B5EF4-FFF2-40B4-BE49-F238E27FC236}">
                <a16:creationId xmlns:a16="http://schemas.microsoft.com/office/drawing/2014/main" id="{1479FA2D-4A29-FE1C-A304-ACE9D2CF5180}"/>
              </a:ext>
            </a:extLst>
          </p:cNvPr>
          <p:cNvSpPr>
            <a:spLocks noGrp="1"/>
          </p:cNvSpPr>
          <p:nvPr/>
        </p:nvSpPr>
        <p:spPr>
          <a:xfrm rot="10800000">
            <a:off x="22230009" y="9696417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26" name="P(    )">
            <a:extLst>
              <a:ext uri="{FF2B5EF4-FFF2-40B4-BE49-F238E27FC236}">
                <a16:creationId xmlns:a16="http://schemas.microsoft.com/office/drawing/2014/main" id="{0F6CA6ED-2AA8-0AE8-F7C4-DEDBFFF14DF2}"/>
              </a:ext>
            </a:extLst>
          </p:cNvPr>
          <p:cNvSpPr>
            <a:spLocks noGrp="1"/>
          </p:cNvSpPr>
          <p:nvPr/>
        </p:nvSpPr>
        <p:spPr>
          <a:xfrm>
            <a:off x="1805081" y="8856651"/>
            <a:ext cx="3989054" cy="198510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3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</a:t>
            </a:r>
            <a:r>
              <a:t>(    )</a:t>
            </a:r>
          </a:p>
        </p:txBody>
      </p:sp>
      <p:sp>
        <p:nvSpPr>
          <p:cNvPr id="2827" name="Rounded Rectangle">
            <a:extLst>
              <a:ext uri="{FF2B5EF4-FFF2-40B4-BE49-F238E27FC236}">
                <a16:creationId xmlns:a16="http://schemas.microsoft.com/office/drawing/2014/main" id="{A14FDEE5-68E3-222F-C708-19B61D15BA8A}"/>
              </a:ext>
            </a:extLst>
          </p:cNvPr>
          <p:cNvSpPr>
            <a:spLocks noGrp="1"/>
          </p:cNvSpPr>
          <p:nvPr/>
        </p:nvSpPr>
        <p:spPr>
          <a:xfrm>
            <a:off x="3686508" y="9326067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28" name="Circle">
            <a:extLst>
              <a:ext uri="{FF2B5EF4-FFF2-40B4-BE49-F238E27FC236}">
                <a16:creationId xmlns:a16="http://schemas.microsoft.com/office/drawing/2014/main" id="{BE5701D4-57A8-C6D6-5E4A-DB222718CA1E}"/>
              </a:ext>
            </a:extLst>
          </p:cNvPr>
          <p:cNvSpPr>
            <a:spLocks noGrp="1"/>
          </p:cNvSpPr>
          <p:nvPr/>
        </p:nvSpPr>
        <p:spPr>
          <a:xfrm>
            <a:off x="3786235" y="1018465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29" name="Circle">
            <a:extLst>
              <a:ext uri="{FF2B5EF4-FFF2-40B4-BE49-F238E27FC236}">
                <a16:creationId xmlns:a16="http://schemas.microsoft.com/office/drawing/2014/main" id="{8731105B-DA52-676E-D519-4115DBE79E93}"/>
              </a:ext>
            </a:extLst>
          </p:cNvPr>
          <p:cNvSpPr>
            <a:spLocks noGrp="1"/>
          </p:cNvSpPr>
          <p:nvPr/>
        </p:nvSpPr>
        <p:spPr>
          <a:xfrm rot="10800000">
            <a:off x="4551204" y="943190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0" name="Circle">
            <a:extLst>
              <a:ext uri="{FF2B5EF4-FFF2-40B4-BE49-F238E27FC236}">
                <a16:creationId xmlns:a16="http://schemas.microsoft.com/office/drawing/2014/main" id="{81D10813-2A25-E916-5667-B8C5528E8673}"/>
              </a:ext>
            </a:extLst>
          </p:cNvPr>
          <p:cNvSpPr>
            <a:spLocks noGrp="1"/>
          </p:cNvSpPr>
          <p:nvPr/>
        </p:nvSpPr>
        <p:spPr>
          <a:xfrm rot="10800000" flipH="1">
            <a:off x="3786235" y="943190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1" name="Circle">
            <a:extLst>
              <a:ext uri="{FF2B5EF4-FFF2-40B4-BE49-F238E27FC236}">
                <a16:creationId xmlns:a16="http://schemas.microsoft.com/office/drawing/2014/main" id="{2BB7C38C-DD48-3CE0-AA3A-0FDAAFDC098E}"/>
              </a:ext>
            </a:extLst>
          </p:cNvPr>
          <p:cNvSpPr>
            <a:spLocks noGrp="1"/>
          </p:cNvSpPr>
          <p:nvPr/>
        </p:nvSpPr>
        <p:spPr>
          <a:xfrm flipH="1">
            <a:off x="4551204" y="1018465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2" name="Circle">
            <a:extLst>
              <a:ext uri="{FF2B5EF4-FFF2-40B4-BE49-F238E27FC236}">
                <a16:creationId xmlns:a16="http://schemas.microsoft.com/office/drawing/2014/main" id="{51A986B7-692C-BD1F-DC98-B874EB7A545E}"/>
              </a:ext>
            </a:extLst>
          </p:cNvPr>
          <p:cNvSpPr>
            <a:spLocks noGrp="1"/>
          </p:cNvSpPr>
          <p:nvPr/>
        </p:nvSpPr>
        <p:spPr>
          <a:xfrm rot="10800000">
            <a:off x="3786235" y="98082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3" name="Circle">
            <a:extLst>
              <a:ext uri="{FF2B5EF4-FFF2-40B4-BE49-F238E27FC236}">
                <a16:creationId xmlns:a16="http://schemas.microsoft.com/office/drawing/2014/main" id="{A40B8A9E-AF04-BC40-E64E-AB1D67AC2131}"/>
              </a:ext>
            </a:extLst>
          </p:cNvPr>
          <p:cNvSpPr>
            <a:spLocks noGrp="1"/>
          </p:cNvSpPr>
          <p:nvPr/>
        </p:nvSpPr>
        <p:spPr>
          <a:xfrm rot="10800000">
            <a:off x="4551204" y="9808279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Equation">
                <a:extLst>
                  <a:ext uri="{FF2B5EF4-FFF2-40B4-BE49-F238E27FC236}">
                    <a16:creationId xmlns:a16="http://schemas.microsoft.com/office/drawing/2014/main" id="{A1F68FC4-7297-0A5B-C676-C3C20A95A68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146904" y="7968665"/>
                <a:ext cx="2917690" cy="3761081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38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sz="138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Equation">
                <a:extLst>
                  <a:ext uri="{FF2B5EF4-FFF2-40B4-BE49-F238E27FC236}">
                    <a16:creationId xmlns:a16="http://schemas.microsoft.com/office/drawing/2014/main" id="{A1F68FC4-7297-0A5B-C676-C3C20A95A6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904" y="7968665"/>
                <a:ext cx="2917690" cy="3761081"/>
              </a:xfrm>
              <a:prstGeom prst="rect">
                <a:avLst/>
              </a:prstGeom>
              <a:blipFill>
                <a:blip r:embed="rId3"/>
                <a:stretch>
                  <a:fillRect l="-9957" t="-1010" r="-18182" b="-2087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(sum 12)">
            <a:extLst>
              <a:ext uri="{FF2B5EF4-FFF2-40B4-BE49-F238E27FC236}">
                <a16:creationId xmlns:a16="http://schemas.microsoft.com/office/drawing/2014/main" id="{FFE302B2-9B48-8908-F565-599D8A4D992A}"/>
              </a:ext>
            </a:extLst>
          </p:cNvPr>
          <p:cNvSpPr>
            <a:spLocks noGrp="1"/>
          </p:cNvSpPr>
          <p:nvPr/>
        </p:nvSpPr>
        <p:spPr>
          <a:xfrm>
            <a:off x="1805081" y="2312709"/>
            <a:ext cx="7156662" cy="2143760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3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P(soma 12)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uation">
                <a:extLst>
                  <a:ext uri="{FF2B5EF4-FFF2-40B4-BE49-F238E27FC236}">
                    <a16:creationId xmlns:a16="http://schemas.microsoft.com/office/drawing/2014/main" id="{1D7A3BC8-56BC-E1D8-6AE3-2ECF66F9160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690527" y="1424723"/>
                <a:ext cx="3793990" cy="376108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38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sz="13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" name="Equation">
                <a:extLst>
                  <a:ext uri="{FF2B5EF4-FFF2-40B4-BE49-F238E27FC236}">
                    <a16:creationId xmlns:a16="http://schemas.microsoft.com/office/drawing/2014/main" id="{1D7A3BC8-56BC-E1D8-6AE3-2ECF66F916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0527" y="1424723"/>
                <a:ext cx="3793990" cy="3761082"/>
              </a:xfrm>
              <a:prstGeom prst="rect">
                <a:avLst/>
              </a:prstGeom>
              <a:blipFill>
                <a:blip r:embed="rId4"/>
                <a:stretch>
                  <a:fillRect l="-9365" t="-1010" r="-15050" b="-2087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">
            <a:extLst>
              <a:ext uri="{FF2B5EF4-FFF2-40B4-BE49-F238E27FC236}">
                <a16:creationId xmlns:a16="http://schemas.microsoft.com/office/drawing/2014/main" id="{8C805D6B-161A-CE7E-C58E-65899BACFF4A}"/>
              </a:ext>
            </a:extLst>
          </p:cNvPr>
          <p:cNvSpPr>
            <a:spLocks noGrp="1"/>
          </p:cNvSpPr>
          <p:nvPr/>
        </p:nvSpPr>
        <p:spPr>
          <a:xfrm>
            <a:off x="20326018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" name="Circle">
            <a:extLst>
              <a:ext uri="{FF2B5EF4-FFF2-40B4-BE49-F238E27FC236}">
                <a16:creationId xmlns:a16="http://schemas.microsoft.com/office/drawing/2014/main" id="{65DAFA37-03FD-59EB-1E8A-469ECE931580}"/>
              </a:ext>
            </a:extLst>
          </p:cNvPr>
          <p:cNvSpPr>
            <a:spLocks noGrp="1"/>
          </p:cNvSpPr>
          <p:nvPr/>
        </p:nvSpPr>
        <p:spPr>
          <a:xfrm>
            <a:off x="20425745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" name="Circle">
            <a:extLst>
              <a:ext uri="{FF2B5EF4-FFF2-40B4-BE49-F238E27FC236}">
                <a16:creationId xmlns:a16="http://schemas.microsoft.com/office/drawing/2014/main" id="{3D29DA69-954C-EA3C-EB3A-F20E2E818F61}"/>
              </a:ext>
            </a:extLst>
          </p:cNvPr>
          <p:cNvSpPr>
            <a:spLocks noGrp="1"/>
          </p:cNvSpPr>
          <p:nvPr/>
        </p:nvSpPr>
        <p:spPr>
          <a:xfrm rot="10800000">
            <a:off x="21190714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" name="Circle">
            <a:extLst>
              <a:ext uri="{FF2B5EF4-FFF2-40B4-BE49-F238E27FC236}">
                <a16:creationId xmlns:a16="http://schemas.microsoft.com/office/drawing/2014/main" id="{C8A5B635-A043-A49B-48AF-EBBD40B13D9E}"/>
              </a:ext>
            </a:extLst>
          </p:cNvPr>
          <p:cNvSpPr>
            <a:spLocks noGrp="1"/>
          </p:cNvSpPr>
          <p:nvPr/>
        </p:nvSpPr>
        <p:spPr>
          <a:xfrm rot="10800000" flipH="1">
            <a:off x="20425745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" name="Circle">
            <a:extLst>
              <a:ext uri="{FF2B5EF4-FFF2-40B4-BE49-F238E27FC236}">
                <a16:creationId xmlns:a16="http://schemas.microsoft.com/office/drawing/2014/main" id="{82D56EE6-2DFF-D8A3-2443-2D0EB847E2EC}"/>
              </a:ext>
            </a:extLst>
          </p:cNvPr>
          <p:cNvSpPr>
            <a:spLocks noGrp="1"/>
          </p:cNvSpPr>
          <p:nvPr/>
        </p:nvSpPr>
        <p:spPr>
          <a:xfrm flipH="1">
            <a:off x="21190714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" name="Circle">
            <a:extLst>
              <a:ext uri="{FF2B5EF4-FFF2-40B4-BE49-F238E27FC236}">
                <a16:creationId xmlns:a16="http://schemas.microsoft.com/office/drawing/2014/main" id="{65C86647-C83A-C71A-26EA-0A2291A06C70}"/>
              </a:ext>
            </a:extLst>
          </p:cNvPr>
          <p:cNvSpPr>
            <a:spLocks noGrp="1"/>
          </p:cNvSpPr>
          <p:nvPr/>
        </p:nvSpPr>
        <p:spPr>
          <a:xfrm rot="10800000">
            <a:off x="20425745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2E0FBC8B-6F50-98DE-CB17-BD97FFF05BD2}"/>
              </a:ext>
            </a:extLst>
          </p:cNvPr>
          <p:cNvSpPr>
            <a:spLocks noGrp="1"/>
          </p:cNvSpPr>
          <p:nvPr/>
        </p:nvSpPr>
        <p:spPr>
          <a:xfrm rot="10800000">
            <a:off x="21190714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" name="Rounded Rectangle">
            <a:extLst>
              <a:ext uri="{FF2B5EF4-FFF2-40B4-BE49-F238E27FC236}">
                <a16:creationId xmlns:a16="http://schemas.microsoft.com/office/drawing/2014/main" id="{4695F077-5BAD-0B98-AE61-630AC3C34089}"/>
              </a:ext>
            </a:extLst>
          </p:cNvPr>
          <p:cNvSpPr>
            <a:spLocks noGrp="1"/>
          </p:cNvSpPr>
          <p:nvPr/>
        </p:nvSpPr>
        <p:spPr>
          <a:xfrm>
            <a:off x="21747796" y="11208341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" name="Circle">
            <a:extLst>
              <a:ext uri="{FF2B5EF4-FFF2-40B4-BE49-F238E27FC236}">
                <a16:creationId xmlns:a16="http://schemas.microsoft.com/office/drawing/2014/main" id="{641391F4-4EC8-E868-AC6E-0EDB14DF5864}"/>
              </a:ext>
            </a:extLst>
          </p:cNvPr>
          <p:cNvSpPr>
            <a:spLocks noGrp="1"/>
          </p:cNvSpPr>
          <p:nvPr/>
        </p:nvSpPr>
        <p:spPr>
          <a:xfrm>
            <a:off x="21847523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" name="Circle">
            <a:extLst>
              <a:ext uri="{FF2B5EF4-FFF2-40B4-BE49-F238E27FC236}">
                <a16:creationId xmlns:a16="http://schemas.microsoft.com/office/drawing/2014/main" id="{0A8FD7F2-F450-D393-C356-2A6DC8C70BF9}"/>
              </a:ext>
            </a:extLst>
          </p:cNvPr>
          <p:cNvSpPr>
            <a:spLocks noGrp="1"/>
          </p:cNvSpPr>
          <p:nvPr/>
        </p:nvSpPr>
        <p:spPr>
          <a:xfrm rot="10800000">
            <a:off x="22612492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" name="Circle">
            <a:extLst>
              <a:ext uri="{FF2B5EF4-FFF2-40B4-BE49-F238E27FC236}">
                <a16:creationId xmlns:a16="http://schemas.microsoft.com/office/drawing/2014/main" id="{EE5CB3D5-4A3E-2287-D892-B167498D6E09}"/>
              </a:ext>
            </a:extLst>
          </p:cNvPr>
          <p:cNvSpPr>
            <a:spLocks noGrp="1"/>
          </p:cNvSpPr>
          <p:nvPr/>
        </p:nvSpPr>
        <p:spPr>
          <a:xfrm rot="10800000" flipH="1">
            <a:off x="21847523" y="11314180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" name="Circle">
            <a:extLst>
              <a:ext uri="{FF2B5EF4-FFF2-40B4-BE49-F238E27FC236}">
                <a16:creationId xmlns:a16="http://schemas.microsoft.com/office/drawing/2014/main" id="{1F3CF055-3C68-0A99-BC57-7FB7F250EEA0}"/>
              </a:ext>
            </a:extLst>
          </p:cNvPr>
          <p:cNvSpPr>
            <a:spLocks noGrp="1"/>
          </p:cNvSpPr>
          <p:nvPr/>
        </p:nvSpPr>
        <p:spPr>
          <a:xfrm flipH="1">
            <a:off x="22612492" y="12066925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" name="Circle">
            <a:extLst>
              <a:ext uri="{FF2B5EF4-FFF2-40B4-BE49-F238E27FC236}">
                <a16:creationId xmlns:a16="http://schemas.microsoft.com/office/drawing/2014/main" id="{C52E79A0-9575-3254-EE44-E4883C9D03A1}"/>
              </a:ext>
            </a:extLst>
          </p:cNvPr>
          <p:cNvSpPr>
            <a:spLocks noGrp="1"/>
          </p:cNvSpPr>
          <p:nvPr/>
        </p:nvSpPr>
        <p:spPr>
          <a:xfrm rot="10800000">
            <a:off x="21847523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" name="Circle">
            <a:extLst>
              <a:ext uri="{FF2B5EF4-FFF2-40B4-BE49-F238E27FC236}">
                <a16:creationId xmlns:a16="http://schemas.microsoft.com/office/drawing/2014/main" id="{C750F9B5-4FB6-878C-70F7-6BCBB171114C}"/>
              </a:ext>
            </a:extLst>
          </p:cNvPr>
          <p:cNvSpPr>
            <a:spLocks noGrp="1"/>
          </p:cNvSpPr>
          <p:nvPr/>
        </p:nvSpPr>
        <p:spPr>
          <a:xfrm rot="10800000">
            <a:off x="22612492" y="1169055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" name="P(sum 12 |    )">
            <a:extLst>
              <a:ext uri="{FF2B5EF4-FFF2-40B4-BE49-F238E27FC236}">
                <a16:creationId xmlns:a16="http://schemas.microsoft.com/office/drawing/2014/main" id="{782071DC-DF23-8745-2F55-5AF3126E8659}"/>
              </a:ext>
            </a:extLst>
          </p:cNvPr>
          <p:cNvSpPr>
            <a:spLocks noGrp="1"/>
          </p:cNvSpPr>
          <p:nvPr/>
        </p:nvSpPr>
        <p:spPr>
          <a:xfrm>
            <a:off x="9505181" y="6954993"/>
            <a:ext cx="9751740" cy="2143760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34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P(soma 12 |    )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AF03E9E8-C13A-7A87-E9B5-19FAB7F3E014}"/>
              </a:ext>
            </a:extLst>
          </p:cNvPr>
          <p:cNvSpPr>
            <a:spLocks noGrp="1"/>
          </p:cNvSpPr>
          <p:nvPr/>
        </p:nvSpPr>
        <p:spPr>
          <a:xfrm>
            <a:off x="17955834" y="722006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  <a:alpha val="25000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" name="Circle">
            <a:extLst>
              <a:ext uri="{FF2B5EF4-FFF2-40B4-BE49-F238E27FC236}">
                <a16:creationId xmlns:a16="http://schemas.microsoft.com/office/drawing/2014/main" id="{A3B56C32-35D5-F5B9-3518-A12321058A67}"/>
              </a:ext>
            </a:extLst>
          </p:cNvPr>
          <p:cNvSpPr>
            <a:spLocks noGrp="1"/>
          </p:cNvSpPr>
          <p:nvPr/>
        </p:nvSpPr>
        <p:spPr>
          <a:xfrm>
            <a:off x="1805556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" name="Circle">
            <a:extLst>
              <a:ext uri="{FF2B5EF4-FFF2-40B4-BE49-F238E27FC236}">
                <a16:creationId xmlns:a16="http://schemas.microsoft.com/office/drawing/2014/main" id="{3F834BEC-2461-FC14-C07D-633FB1416405}"/>
              </a:ext>
            </a:extLst>
          </p:cNvPr>
          <p:cNvSpPr>
            <a:spLocks noGrp="1"/>
          </p:cNvSpPr>
          <p:nvPr/>
        </p:nvSpPr>
        <p:spPr>
          <a:xfrm rot="10800000">
            <a:off x="18820532" y="7325909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" name="Circle">
            <a:extLst>
              <a:ext uri="{FF2B5EF4-FFF2-40B4-BE49-F238E27FC236}">
                <a16:creationId xmlns:a16="http://schemas.microsoft.com/office/drawing/2014/main" id="{3F78B56D-D4FD-A560-D502-7EED20152AF2}"/>
              </a:ext>
            </a:extLst>
          </p:cNvPr>
          <p:cNvSpPr>
            <a:spLocks noGrp="1"/>
          </p:cNvSpPr>
          <p:nvPr/>
        </p:nvSpPr>
        <p:spPr>
          <a:xfrm rot="10800000" flipH="1">
            <a:off x="18055562" y="7325908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" name="Circle">
            <a:extLst>
              <a:ext uri="{FF2B5EF4-FFF2-40B4-BE49-F238E27FC236}">
                <a16:creationId xmlns:a16="http://schemas.microsoft.com/office/drawing/2014/main" id="{81F56735-9807-12F3-A6E9-E9C3FFBE441F}"/>
              </a:ext>
            </a:extLst>
          </p:cNvPr>
          <p:cNvSpPr>
            <a:spLocks noGrp="1"/>
          </p:cNvSpPr>
          <p:nvPr/>
        </p:nvSpPr>
        <p:spPr>
          <a:xfrm flipH="1">
            <a:off x="18820532" y="8078653"/>
            <a:ext cx="305577" cy="305577"/>
          </a:xfrm>
          <a:prstGeom prst="ellipse">
            <a:avLst/>
          </a:prstGeom>
          <a:solidFill>
            <a:srgbClr val="000000">
              <a:alpha val="25000"/>
            </a:srgb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" name="Rounded Rectangle">
            <a:extLst>
              <a:ext uri="{FF2B5EF4-FFF2-40B4-BE49-F238E27FC236}">
                <a16:creationId xmlns:a16="http://schemas.microsoft.com/office/drawing/2014/main" id="{BF873D3E-D82B-834D-F60D-854AD343F42F}"/>
              </a:ext>
            </a:extLst>
          </p:cNvPr>
          <p:cNvSpPr>
            <a:spLocks noGrp="1"/>
          </p:cNvSpPr>
          <p:nvPr/>
        </p:nvSpPr>
        <p:spPr>
          <a:xfrm>
            <a:off x="17893014" y="7424409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" name="Circle">
            <a:extLst>
              <a:ext uri="{FF2B5EF4-FFF2-40B4-BE49-F238E27FC236}">
                <a16:creationId xmlns:a16="http://schemas.microsoft.com/office/drawing/2014/main" id="{9524ED6C-BB6F-0A8A-1960-8D9D4277D250}"/>
              </a:ext>
            </a:extLst>
          </p:cNvPr>
          <p:cNvSpPr>
            <a:spLocks noGrp="1"/>
          </p:cNvSpPr>
          <p:nvPr/>
        </p:nvSpPr>
        <p:spPr>
          <a:xfrm>
            <a:off x="17992741" y="828299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" name="Circle">
            <a:extLst>
              <a:ext uri="{FF2B5EF4-FFF2-40B4-BE49-F238E27FC236}">
                <a16:creationId xmlns:a16="http://schemas.microsoft.com/office/drawing/2014/main" id="{E1C39F4D-1C51-FDAE-8AB2-FBAB47B47655}"/>
              </a:ext>
            </a:extLst>
          </p:cNvPr>
          <p:cNvSpPr>
            <a:spLocks noGrp="1"/>
          </p:cNvSpPr>
          <p:nvPr/>
        </p:nvSpPr>
        <p:spPr>
          <a:xfrm rot="10800000">
            <a:off x="18757710" y="7530248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" name="Circle">
            <a:extLst>
              <a:ext uri="{FF2B5EF4-FFF2-40B4-BE49-F238E27FC236}">
                <a16:creationId xmlns:a16="http://schemas.microsoft.com/office/drawing/2014/main" id="{4F9FCBAD-DF26-15FC-08F9-BF62422B3B39}"/>
              </a:ext>
            </a:extLst>
          </p:cNvPr>
          <p:cNvSpPr>
            <a:spLocks noGrp="1"/>
          </p:cNvSpPr>
          <p:nvPr/>
        </p:nvSpPr>
        <p:spPr>
          <a:xfrm rot="10800000" flipH="1">
            <a:off x="17992741" y="7530248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" name="Circle">
            <a:extLst>
              <a:ext uri="{FF2B5EF4-FFF2-40B4-BE49-F238E27FC236}">
                <a16:creationId xmlns:a16="http://schemas.microsoft.com/office/drawing/2014/main" id="{43DAD626-0617-E425-E041-048E09FF18E3}"/>
              </a:ext>
            </a:extLst>
          </p:cNvPr>
          <p:cNvSpPr>
            <a:spLocks noGrp="1"/>
          </p:cNvSpPr>
          <p:nvPr/>
        </p:nvSpPr>
        <p:spPr>
          <a:xfrm flipH="1">
            <a:off x="18757710" y="8282993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" name="Circle">
            <a:extLst>
              <a:ext uri="{FF2B5EF4-FFF2-40B4-BE49-F238E27FC236}">
                <a16:creationId xmlns:a16="http://schemas.microsoft.com/office/drawing/2014/main" id="{8F7FBD7D-F15F-0A47-1D30-D43C78C0E1EC}"/>
              </a:ext>
            </a:extLst>
          </p:cNvPr>
          <p:cNvSpPr>
            <a:spLocks noGrp="1"/>
          </p:cNvSpPr>
          <p:nvPr/>
        </p:nvSpPr>
        <p:spPr>
          <a:xfrm rot="10800000">
            <a:off x="17992741" y="790662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52271A0D-2150-14EA-BDC5-443AE55AA047}"/>
              </a:ext>
            </a:extLst>
          </p:cNvPr>
          <p:cNvSpPr>
            <a:spLocks noGrp="1"/>
          </p:cNvSpPr>
          <p:nvPr/>
        </p:nvSpPr>
        <p:spPr>
          <a:xfrm rot="10800000">
            <a:off x="18757710" y="790662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Equation">
                <a:extLst>
                  <a:ext uri="{FF2B5EF4-FFF2-40B4-BE49-F238E27FC236}">
                    <a16:creationId xmlns:a16="http://schemas.microsoft.com/office/drawing/2014/main" id="{21C3BCCF-3078-E3CC-4237-ADEEADC70FC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0213061" y="6067007"/>
                <a:ext cx="2917691" cy="376108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38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38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sz="138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2" name="Equation">
                <a:extLst>
                  <a:ext uri="{FF2B5EF4-FFF2-40B4-BE49-F238E27FC236}">
                    <a16:creationId xmlns:a16="http://schemas.microsoft.com/office/drawing/2014/main" id="{21C3BCCF-3078-E3CC-4237-ADEEADC70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3061" y="6067007"/>
                <a:ext cx="2917691" cy="3761081"/>
              </a:xfrm>
              <a:prstGeom prst="rect">
                <a:avLst/>
              </a:prstGeom>
              <a:blipFill>
                <a:blip r:embed="rId5"/>
                <a:stretch>
                  <a:fillRect l="-9957" t="-1010" r="-17749" b="-2121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11083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50" name="Equation">
                <a:extLst>
                  <a:ext uri="{FF2B5EF4-FFF2-40B4-BE49-F238E27FC236}">
                    <a16:creationId xmlns:a16="http://schemas.microsoft.com/office/drawing/2014/main" id="{F2EA6468-1373-4FD6-AD7B-03FA6EFB1EB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020058" y="1520862"/>
                <a:ext cx="12343884" cy="3735477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)=</m:t>
                      </m:r>
                      <m:f>
                        <m:fPr>
                          <m:ctrlP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𝑃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𝑎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∧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𝑏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num>
                        <m:den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𝑃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𝑏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850" name="Equation">
                <a:extLst>
                  <a:ext uri="{FF2B5EF4-FFF2-40B4-BE49-F238E27FC236}">
                    <a16:creationId xmlns:a16="http://schemas.microsoft.com/office/drawing/2014/main" id="{F2EA6468-1373-4FD6-AD7B-03FA6EFB1E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058" y="1520862"/>
                <a:ext cx="12343884" cy="3735477"/>
              </a:xfrm>
              <a:prstGeom prst="rect">
                <a:avLst/>
              </a:prstGeom>
              <a:blipFill>
                <a:blip r:embed="rId3"/>
                <a:stretch>
                  <a:fillRect l="-4424" t="-3729" r="-9156" b="-27797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8257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F23A1-5243-7B05-B486-8DBC5A500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50" name="Equation">
                <a:extLst>
                  <a:ext uri="{FF2B5EF4-FFF2-40B4-BE49-F238E27FC236}">
                    <a16:creationId xmlns:a16="http://schemas.microsoft.com/office/drawing/2014/main" id="{3813FB1D-98A1-2B65-3406-3A69BA3D858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020058" y="1520862"/>
                <a:ext cx="12343884" cy="3735477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)=</m:t>
                      </m:r>
                      <m:f>
                        <m:fPr>
                          <m:ctrlP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𝑃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𝑎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∧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𝑏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num>
                        <m:den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𝑃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𝑏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850" name="Equation">
                <a:extLst>
                  <a:ext uri="{FF2B5EF4-FFF2-40B4-BE49-F238E27FC236}">
                    <a16:creationId xmlns:a16="http://schemas.microsoft.com/office/drawing/2014/main" id="{3813FB1D-98A1-2B65-3406-3A69BA3D85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058" y="1520862"/>
                <a:ext cx="12343884" cy="3735477"/>
              </a:xfrm>
              <a:prstGeom prst="rect">
                <a:avLst/>
              </a:prstGeom>
              <a:blipFill>
                <a:blip r:embed="rId3"/>
                <a:stretch>
                  <a:fillRect l="-4424" t="-3729" r="-9156" b="-27797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51" name="Equation">
                <a:extLst>
                  <a:ext uri="{FF2B5EF4-FFF2-40B4-BE49-F238E27FC236}">
                    <a16:creationId xmlns:a16="http://schemas.microsoft.com/office/drawing/2014/main" id="{21206384-ADFD-F9F6-0877-9F7E7927B4E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26512" y="8082919"/>
                <a:ext cx="14730975" cy="141935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∧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)=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851" name="Equation">
                <a:extLst>
                  <a:ext uri="{FF2B5EF4-FFF2-40B4-BE49-F238E27FC236}">
                    <a16:creationId xmlns:a16="http://schemas.microsoft.com/office/drawing/2014/main" id="{21206384-ADFD-F9F6-0877-9F7E7927B4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512" y="8082919"/>
                <a:ext cx="14730975" cy="1419353"/>
              </a:xfrm>
              <a:prstGeom prst="rect">
                <a:avLst/>
              </a:prstGeom>
              <a:blipFill>
                <a:blip r:embed="rId4"/>
                <a:stretch>
                  <a:fillRect l="-3707" r="-13793" b="-87611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54861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F5F82-4604-9C1E-F289-1A945669A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50" name="Equation">
                <a:extLst>
                  <a:ext uri="{FF2B5EF4-FFF2-40B4-BE49-F238E27FC236}">
                    <a16:creationId xmlns:a16="http://schemas.microsoft.com/office/drawing/2014/main" id="{718E9A03-2954-72C2-AB20-FDF6632047E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020058" y="1520862"/>
                <a:ext cx="12343884" cy="3735477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)=</m:t>
                      </m:r>
                      <m:f>
                        <m:fPr>
                          <m:ctrlP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𝑃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𝑎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∧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𝑏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num>
                        <m:den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𝑃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𝑏</m:t>
                          </m:r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850" name="Equation">
                <a:extLst>
                  <a:ext uri="{FF2B5EF4-FFF2-40B4-BE49-F238E27FC236}">
                    <a16:creationId xmlns:a16="http://schemas.microsoft.com/office/drawing/2014/main" id="{718E9A03-2954-72C2-AB20-FDF6632047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058" y="1520862"/>
                <a:ext cx="12343884" cy="3735477"/>
              </a:xfrm>
              <a:prstGeom prst="rect">
                <a:avLst/>
              </a:prstGeom>
              <a:blipFill>
                <a:blip r:embed="rId3"/>
                <a:stretch>
                  <a:fillRect l="-4424" t="-3729" r="-9156" b="-27797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51" name="Equation">
                <a:extLst>
                  <a:ext uri="{FF2B5EF4-FFF2-40B4-BE49-F238E27FC236}">
                    <a16:creationId xmlns:a16="http://schemas.microsoft.com/office/drawing/2014/main" id="{AC56AE0A-E326-E582-1749-3C923A0F59B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26512" y="8082919"/>
                <a:ext cx="14730975" cy="141935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∧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)=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851" name="Equation">
                <a:extLst>
                  <a:ext uri="{FF2B5EF4-FFF2-40B4-BE49-F238E27FC236}">
                    <a16:creationId xmlns:a16="http://schemas.microsoft.com/office/drawing/2014/main" id="{AC56AE0A-E326-E582-1749-3C923A0F59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512" y="8082919"/>
                <a:ext cx="14730975" cy="1419353"/>
              </a:xfrm>
              <a:prstGeom prst="rect">
                <a:avLst/>
              </a:prstGeom>
              <a:blipFill>
                <a:blip r:embed="rId4"/>
                <a:stretch>
                  <a:fillRect l="-3707" r="-13793" b="-87611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52" name="Equation">
                <a:extLst>
                  <a:ext uri="{FF2B5EF4-FFF2-40B4-BE49-F238E27FC236}">
                    <a16:creationId xmlns:a16="http://schemas.microsoft.com/office/drawing/2014/main" id="{1B45EC15-4F0A-DA86-F5F8-964FF477FDE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26512" y="10817110"/>
                <a:ext cx="16649494" cy="1954381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BR" sz="127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lang="en-BR" sz="127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BR" sz="127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lang="en-BR"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∧</m:t>
                      </m:r>
                      <m:r>
                        <a:rPr lang="pt-BR" sz="127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lang="en-BR"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)=</m:t>
                      </m:r>
                      <m:r>
                        <a:rPr lang="en-BR"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lang="en-BR"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BR"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lang="en-BR"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r>
                        <a:rPr lang="en-BR"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lang="en-BR"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BR"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lang="en-BR"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lang="en-BR"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lang="en-BR"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852" name="Equation">
                <a:extLst>
                  <a:ext uri="{FF2B5EF4-FFF2-40B4-BE49-F238E27FC236}">
                    <a16:creationId xmlns:a16="http://schemas.microsoft.com/office/drawing/2014/main" id="{1B45EC15-4F0A-DA86-F5F8-964FF477FD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512" y="10817110"/>
                <a:ext cx="16649494" cy="1954381"/>
              </a:xfrm>
              <a:prstGeom prst="rect">
                <a:avLst/>
              </a:prstGeom>
              <a:blipFill>
                <a:blip r:embed="rId5"/>
                <a:stretch>
                  <a:fillRect l="-1448" r="-2668" b="-37419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58765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random variable">
            <a:extLst>
              <a:ext uri="{FF2B5EF4-FFF2-40B4-BE49-F238E27FC236}">
                <a16:creationId xmlns:a16="http://schemas.microsoft.com/office/drawing/2014/main" id="{8F4E35B9-86F2-4B80-ABDB-60C477171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variável aleatória</a:t>
            </a:r>
          </a:p>
        </p:txBody>
      </p:sp>
      <p:sp>
        <p:nvSpPr>
          <p:cNvPr id="2855" name="a variable in probability theory with a domain of possible values it can take on">
            <a:extLst>
              <a:ext uri="{FF2B5EF4-FFF2-40B4-BE49-F238E27FC236}">
                <a16:creationId xmlns:a16="http://schemas.microsoft.com/office/drawing/2014/main" id="{FAC50E97-1023-43A2-96FA-DB11362E8DA0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variável</a:t>
            </a:r>
            <a:r>
              <a:rPr dirty="0"/>
              <a:t> </a:t>
            </a:r>
            <a:r>
              <a:rPr lang="pt-BR" dirty="0"/>
              <a:t>que pode assumir </a:t>
            </a:r>
            <a:r>
              <a:rPr dirty="0"/>
              <a:t>um</a:t>
            </a:r>
            <a:r>
              <a:rPr lang="pt-BR" dirty="0"/>
              <a:t> valor dentro de um</a:t>
            </a:r>
            <a:r>
              <a:rPr dirty="0"/>
              <a:t> </a:t>
            </a:r>
            <a:r>
              <a:rPr dirty="0" err="1"/>
              <a:t>domínio</a:t>
            </a:r>
            <a:r>
              <a:rPr dirty="0"/>
              <a:t> de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possíveis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73732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random variable">
            <a:extLst>
              <a:ext uri="{FF2B5EF4-FFF2-40B4-BE49-F238E27FC236}">
                <a16:creationId xmlns:a16="http://schemas.microsoft.com/office/drawing/2014/main" id="{189A46C6-74ED-4646-8FC2-6F780FAB5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variável aleatória</a:t>
            </a:r>
          </a:p>
        </p:txBody>
      </p:sp>
      <p:sp>
        <p:nvSpPr>
          <p:cNvPr id="2858" name="Roll…">
            <a:extLst>
              <a:ext uri="{FF2B5EF4-FFF2-40B4-BE49-F238E27FC236}">
                <a16:creationId xmlns:a16="http://schemas.microsoft.com/office/drawing/2014/main" id="{DD96FECB-D216-4C68-8094-EE98A1BCCACF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6230896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12000" b="0" i="1">
                <a:latin typeface="Times New Roman"/>
                <a:ea typeface="Times New Roman"/>
                <a:cs typeface="Times New Roman"/>
              </a:defRPr>
            </a:pPr>
            <a:r>
              <a:t>Lançamento</a:t>
            </a:r>
          </a:p>
          <a:p>
            <a:pPr algn="l">
              <a:buNone/>
              <a:defRPr sz="12000" b="0" i="1">
                <a:latin typeface="Times New Roman"/>
                <a:ea typeface="Times New Roman"/>
                <a:cs typeface="Times New Roman"/>
              </a:defRPr>
            </a:pPr>
            <a:endParaRPr/>
          </a:p>
          <a:p>
            <a:pPr algn="l">
              <a:buNone/>
              <a:defRPr sz="12000" b="0">
                <a:latin typeface="Times New Roman"/>
                <a:ea typeface="Times New Roman"/>
                <a:cs typeface="Times New Roman"/>
              </a:defRPr>
            </a:pPr>
            <a:r>
              <a:t>{1, 2, 3, 4, 5, 6}</a:t>
            </a:r>
          </a:p>
        </p:txBody>
      </p:sp>
    </p:spTree>
    <p:extLst>
      <p:ext uri="{BB962C8B-B14F-4D97-AF65-F5344CB8AC3E}">
        <p14:creationId xmlns:p14="http://schemas.microsoft.com/office/powerpoint/2010/main" val="3844593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0" name="random variable">
            <a:extLst>
              <a:ext uri="{FF2B5EF4-FFF2-40B4-BE49-F238E27FC236}">
                <a16:creationId xmlns:a16="http://schemas.microsoft.com/office/drawing/2014/main" id="{85D18D83-5689-4FD5-83DD-9CCE53749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variável aleatória</a:t>
            </a:r>
          </a:p>
        </p:txBody>
      </p:sp>
      <p:sp>
        <p:nvSpPr>
          <p:cNvPr id="2861" name="Weather…">
            <a:extLst>
              <a:ext uri="{FF2B5EF4-FFF2-40B4-BE49-F238E27FC236}">
                <a16:creationId xmlns:a16="http://schemas.microsoft.com/office/drawing/2014/main" id="{84D786D4-DF74-4BEB-8F9D-B6279773EBFF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6230896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12000" b="0" i="1">
                <a:latin typeface="Times New Roman"/>
                <a:ea typeface="Times New Roman"/>
                <a:cs typeface="Times New Roman"/>
              </a:defRPr>
            </a:pPr>
            <a:r>
              <a:t>Clima</a:t>
            </a:r>
          </a:p>
          <a:p>
            <a:pPr algn="l">
              <a:buNone/>
              <a:defRPr sz="12000" b="0" i="1">
                <a:latin typeface="Times New Roman"/>
                <a:ea typeface="Times New Roman"/>
                <a:cs typeface="Times New Roman"/>
              </a:defRPr>
            </a:pPr>
            <a:endParaRPr/>
          </a:p>
          <a:p>
            <a:pPr algn="l">
              <a:buNone/>
              <a:defRPr sz="12000" b="0">
                <a:latin typeface="Times New Roman"/>
                <a:ea typeface="Times New Roman"/>
                <a:cs typeface="Times New Roman"/>
              </a:defRPr>
            </a:pPr>
            <a:r>
              <a:t>{sol, nuvem, chuva, vento, neve}</a:t>
            </a:r>
          </a:p>
        </p:txBody>
      </p:sp>
    </p:spTree>
    <p:extLst>
      <p:ext uri="{BB962C8B-B14F-4D97-AF65-F5344CB8AC3E}">
        <p14:creationId xmlns:p14="http://schemas.microsoft.com/office/powerpoint/2010/main" val="8413806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3" name="random variable">
            <a:extLst>
              <a:ext uri="{FF2B5EF4-FFF2-40B4-BE49-F238E27FC236}">
                <a16:creationId xmlns:a16="http://schemas.microsoft.com/office/drawing/2014/main" id="{D662CDD8-84E0-4D3F-835A-CDEC9359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variável aleatória</a:t>
            </a:r>
          </a:p>
        </p:txBody>
      </p:sp>
      <p:sp>
        <p:nvSpPr>
          <p:cNvPr id="2864" name="Traffic…">
            <a:extLst>
              <a:ext uri="{FF2B5EF4-FFF2-40B4-BE49-F238E27FC236}">
                <a16:creationId xmlns:a16="http://schemas.microsoft.com/office/drawing/2014/main" id="{EC57B35B-6E3B-4EFC-B903-ADD472345C11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6230896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120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Trânsito</a:t>
            </a:r>
            <a:endParaRPr dirty="0"/>
          </a:p>
          <a:p>
            <a:pPr algn="l">
              <a:buNone/>
              <a:defRPr sz="12000" b="0" i="1">
                <a:latin typeface="Times New Roman"/>
                <a:ea typeface="Times New Roman"/>
                <a:cs typeface="Times New Roman"/>
              </a:defRPr>
            </a:pPr>
            <a:endParaRPr dirty="0"/>
          </a:p>
          <a:p>
            <a:pPr algn="l">
              <a:buNone/>
              <a:defRPr sz="120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lang="pt-BR" dirty="0"/>
              <a:t>normal</a:t>
            </a:r>
            <a:r>
              <a:rPr dirty="0"/>
              <a:t>, </a:t>
            </a:r>
            <a:r>
              <a:rPr dirty="0" err="1"/>
              <a:t>leve</a:t>
            </a:r>
            <a:r>
              <a:rPr dirty="0"/>
              <a:t>, </a:t>
            </a:r>
            <a:r>
              <a:rPr dirty="0" err="1"/>
              <a:t>intenso</a:t>
            </a:r>
            <a:r>
              <a:rPr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98966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6" name="random variable">
            <a:extLst>
              <a:ext uri="{FF2B5EF4-FFF2-40B4-BE49-F238E27FC236}">
                <a16:creationId xmlns:a16="http://schemas.microsoft.com/office/drawing/2014/main" id="{034FA3BD-4019-4FC9-BCF5-D4DAF5F5C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variável aleatória</a:t>
            </a:r>
          </a:p>
        </p:txBody>
      </p:sp>
      <p:sp>
        <p:nvSpPr>
          <p:cNvPr id="2867" name="Flight…">
            <a:extLst>
              <a:ext uri="{FF2B5EF4-FFF2-40B4-BE49-F238E27FC236}">
                <a16:creationId xmlns:a16="http://schemas.microsoft.com/office/drawing/2014/main" id="{0BB9E53A-14C8-47D8-825E-E876481A5A14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6230896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12000" b="0" i="1">
                <a:latin typeface="Times New Roman"/>
                <a:ea typeface="Times New Roman"/>
                <a:cs typeface="Times New Roman"/>
              </a:defRPr>
            </a:pPr>
            <a:r>
              <a:t>Voo</a:t>
            </a:r>
          </a:p>
          <a:p>
            <a:pPr algn="l">
              <a:buNone/>
              <a:defRPr sz="12000" b="0" i="1">
                <a:latin typeface="Times New Roman"/>
                <a:ea typeface="Times New Roman"/>
                <a:cs typeface="Times New Roman"/>
              </a:defRPr>
            </a:pPr>
            <a:endParaRPr/>
          </a:p>
          <a:p>
            <a:pPr algn="l">
              <a:buNone/>
              <a:defRPr sz="12000" b="0">
                <a:latin typeface="Times New Roman"/>
                <a:ea typeface="Times New Roman"/>
                <a:cs typeface="Times New Roman"/>
              </a:defRPr>
            </a:pPr>
            <a:r>
              <a:t>{no horário, atrasado, cancelado}</a:t>
            </a:r>
          </a:p>
        </p:txBody>
      </p:sp>
    </p:spTree>
    <p:extLst>
      <p:ext uri="{BB962C8B-B14F-4D97-AF65-F5344CB8AC3E}">
        <p14:creationId xmlns:p14="http://schemas.microsoft.com/office/powerpoint/2010/main" val="2486356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" name="probability distribution">
            <a:extLst>
              <a:ext uri="{FF2B5EF4-FFF2-40B4-BE49-F238E27FC236}">
                <a16:creationId xmlns:a16="http://schemas.microsoft.com/office/drawing/2014/main" id="{CE0298BD-1B26-4DDE-BA7F-78BB59251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distribuição de probabilidade</a:t>
            </a:r>
          </a:p>
        </p:txBody>
      </p:sp>
      <p:sp>
        <p:nvSpPr>
          <p:cNvPr id="2870" name="P(Flight = on time) = 0.6…">
            <a:extLst>
              <a:ext uri="{FF2B5EF4-FFF2-40B4-BE49-F238E27FC236}">
                <a16:creationId xmlns:a16="http://schemas.microsoft.com/office/drawing/2014/main" id="{B5848C31-9394-488D-8322-69475714A50D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6230896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120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P(Voo = no horário) = 0.6</a:t>
            </a:r>
          </a:p>
          <a:p>
            <a:pPr algn="l">
              <a:buNone/>
              <a:defRPr sz="120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P(Voo = atrasado) = 0.3</a:t>
            </a:r>
          </a:p>
          <a:p>
            <a:pPr algn="l">
              <a:buNone/>
              <a:defRPr sz="120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P(Voo = cancelado) = 0.1</a:t>
            </a:r>
          </a:p>
        </p:txBody>
      </p:sp>
    </p:spTree>
    <p:extLst>
      <p:ext uri="{BB962C8B-B14F-4D97-AF65-F5344CB8AC3E}">
        <p14:creationId xmlns:p14="http://schemas.microsoft.com/office/powerpoint/2010/main" val="15768460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2" name="probability distribution">
            <a:extLst>
              <a:ext uri="{FF2B5EF4-FFF2-40B4-BE49-F238E27FC236}">
                <a16:creationId xmlns:a16="http://schemas.microsoft.com/office/drawing/2014/main" id="{9AFA05BE-AD96-486A-BD35-EC07A025C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distribuição de probabilidade</a:t>
            </a:r>
          </a:p>
        </p:txBody>
      </p:sp>
      <p:sp>
        <p:nvSpPr>
          <p:cNvPr id="2873" name="P(Flight) = ⟨0.6, 0.3, 0.1⟩">
            <a:extLst>
              <a:ext uri="{FF2B5EF4-FFF2-40B4-BE49-F238E27FC236}">
                <a16:creationId xmlns:a16="http://schemas.microsoft.com/office/drawing/2014/main" id="{FCDDAE10-1975-4DC6-938D-E6265744D007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6230896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12000" b="0" i="1">
                <a:latin typeface="Times New Roman"/>
                <a:ea typeface="Times New Roman"/>
                <a:cs typeface="Times New Roman"/>
              </a:defRPr>
            </a:pPr>
            <a:r>
              <a:rPr b="1" i="0"/>
              <a:t>P(Voo) = ⟨0.6, 0.3, 0.1⟩</a:t>
            </a:r>
          </a:p>
        </p:txBody>
      </p:sp>
    </p:spTree>
    <p:extLst>
      <p:ext uri="{BB962C8B-B14F-4D97-AF65-F5344CB8AC3E}">
        <p14:creationId xmlns:p14="http://schemas.microsoft.com/office/powerpoint/2010/main" val="8422143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" name="independence">
            <a:extLst>
              <a:ext uri="{FF2B5EF4-FFF2-40B4-BE49-F238E27FC236}">
                <a16:creationId xmlns:a16="http://schemas.microsoft.com/office/drawing/2014/main" id="{B670EC7C-43B1-4EA4-A10A-C68C8265C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independência</a:t>
            </a:r>
          </a:p>
        </p:txBody>
      </p:sp>
      <p:sp>
        <p:nvSpPr>
          <p:cNvPr id="2876" name="the knowledge that one event occurs does not affect the probability of the other event">
            <a:extLst>
              <a:ext uri="{FF2B5EF4-FFF2-40B4-BE49-F238E27FC236}">
                <a16:creationId xmlns:a16="http://schemas.microsoft.com/office/drawing/2014/main" id="{78C08E6D-57AF-490B-8E67-C0C35364B1EC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saber que um evento ocorre não afeta a probabilidade do outro evento</a:t>
            </a:r>
          </a:p>
        </p:txBody>
      </p:sp>
    </p:spTree>
    <p:extLst>
      <p:ext uri="{BB962C8B-B14F-4D97-AF65-F5344CB8AC3E}">
        <p14:creationId xmlns:p14="http://schemas.microsoft.com/office/powerpoint/2010/main" val="11455913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8" name="independence">
            <a:extLst>
              <a:ext uri="{FF2B5EF4-FFF2-40B4-BE49-F238E27FC236}">
                <a16:creationId xmlns:a16="http://schemas.microsoft.com/office/drawing/2014/main" id="{359E6529-86A0-457F-A46A-D47E673F5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independência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79" name="Equation">
                <a:extLst>
                  <a:ext uri="{FF2B5EF4-FFF2-40B4-BE49-F238E27FC236}">
                    <a16:creationId xmlns:a16="http://schemas.microsoft.com/office/drawing/2014/main" id="{BABBD67A-8F6C-4DE3-81FC-D590FB52689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10042" y="6828125"/>
                <a:ext cx="15776630" cy="1519937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∧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)=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36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879" name="Equation">
                <a:extLst>
                  <a:ext uri="{FF2B5EF4-FFF2-40B4-BE49-F238E27FC236}">
                    <a16:creationId xmlns:a16="http://schemas.microsoft.com/office/drawing/2014/main" id="{BABBD67A-8F6C-4DE3-81FC-D590FB5268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042" y="6828125"/>
                <a:ext cx="15776630" cy="1519937"/>
              </a:xfrm>
              <a:prstGeom prst="rect">
                <a:avLst/>
              </a:prstGeom>
              <a:blipFill>
                <a:blip r:embed="rId3"/>
                <a:stretch>
                  <a:fillRect l="-3701" r="-13998" b="-87603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1339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1" name="independence">
            <a:extLst>
              <a:ext uri="{FF2B5EF4-FFF2-40B4-BE49-F238E27FC236}">
                <a16:creationId xmlns:a16="http://schemas.microsoft.com/office/drawing/2014/main" id="{4CBDB249-7832-41FA-BFBF-B8CCEF67C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independência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82" name="Equation">
                <a:extLst>
                  <a:ext uri="{FF2B5EF4-FFF2-40B4-BE49-F238E27FC236}">
                    <a16:creationId xmlns:a16="http://schemas.microsoft.com/office/drawing/2014/main" id="{1F3D6E86-09AB-499E-86BF-2C2A264A118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10042" y="6828125"/>
                <a:ext cx="13974776" cy="1487121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∧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)=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36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36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882" name="Equation">
                <a:extLst>
                  <a:ext uri="{FF2B5EF4-FFF2-40B4-BE49-F238E27FC236}">
                    <a16:creationId xmlns:a16="http://schemas.microsoft.com/office/drawing/2014/main" id="{1F3D6E86-09AB-499E-86BF-2C2A264A11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042" y="6828125"/>
                <a:ext cx="13974776" cy="1487121"/>
              </a:xfrm>
              <a:prstGeom prst="rect">
                <a:avLst/>
              </a:prstGeom>
              <a:blipFill>
                <a:blip r:embed="rId3"/>
                <a:stretch>
                  <a:fillRect l="-4178" r="-17620" b="-92373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08971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independence">
            <a:extLst>
              <a:ext uri="{FF2B5EF4-FFF2-40B4-BE49-F238E27FC236}">
                <a16:creationId xmlns:a16="http://schemas.microsoft.com/office/drawing/2014/main" id="{118F13D4-54B6-4AFE-93C6-84008FD45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independência</a:t>
            </a:r>
          </a:p>
        </p:txBody>
      </p:sp>
      <p:sp>
        <p:nvSpPr>
          <p:cNvPr id="2885" name="P(        ) = P(    )P(    )">
            <a:extLst>
              <a:ext uri="{FF2B5EF4-FFF2-40B4-BE49-F238E27FC236}">
                <a16:creationId xmlns:a16="http://schemas.microsoft.com/office/drawing/2014/main" id="{101F9A94-1190-46A2-B112-D6037D07EAE3}"/>
              </a:ext>
            </a:extLst>
          </p:cNvPr>
          <p:cNvSpPr>
            <a:spLocks noGrp="1"/>
          </p:cNvSpPr>
          <p:nvPr/>
        </p:nvSpPr>
        <p:spPr>
          <a:xfrm>
            <a:off x="1833047" y="6368826"/>
            <a:ext cx="15251014" cy="198510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3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</a:t>
            </a:r>
            <a:r>
              <a:t>(        ) = </a:t>
            </a:r>
            <a:r>
              <a:rPr i="1"/>
              <a:t>P</a:t>
            </a:r>
            <a:r>
              <a:t>(    )</a:t>
            </a:r>
            <a:r>
              <a:rPr i="1"/>
              <a:t>P</a:t>
            </a:r>
            <a:r>
              <a:t>(    )</a:t>
            </a:r>
          </a:p>
        </p:txBody>
      </p:sp>
      <p:sp>
        <p:nvSpPr>
          <p:cNvPr id="2886" name="Rounded Rectangle">
            <a:extLst>
              <a:ext uri="{FF2B5EF4-FFF2-40B4-BE49-F238E27FC236}">
                <a16:creationId xmlns:a16="http://schemas.microsoft.com/office/drawing/2014/main" id="{D48B9C12-B687-4A97-89B2-A954C6F65F83}"/>
              </a:ext>
            </a:extLst>
          </p:cNvPr>
          <p:cNvSpPr>
            <a:spLocks noGrp="1"/>
          </p:cNvSpPr>
          <p:nvPr/>
        </p:nvSpPr>
        <p:spPr>
          <a:xfrm>
            <a:off x="3714474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87" name="Circle">
            <a:extLst>
              <a:ext uri="{FF2B5EF4-FFF2-40B4-BE49-F238E27FC236}">
                <a16:creationId xmlns:a16="http://schemas.microsoft.com/office/drawing/2014/main" id="{0966211F-6566-41AC-BAAE-FAA9C911FE6A}"/>
              </a:ext>
            </a:extLst>
          </p:cNvPr>
          <p:cNvSpPr>
            <a:spLocks noGrp="1"/>
          </p:cNvSpPr>
          <p:nvPr/>
        </p:nvSpPr>
        <p:spPr>
          <a:xfrm>
            <a:off x="3814201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88" name="Circle">
            <a:extLst>
              <a:ext uri="{FF2B5EF4-FFF2-40B4-BE49-F238E27FC236}">
                <a16:creationId xmlns:a16="http://schemas.microsoft.com/office/drawing/2014/main" id="{1F70DE54-4814-497D-B3C1-5BAD3F0C4815}"/>
              </a:ext>
            </a:extLst>
          </p:cNvPr>
          <p:cNvSpPr>
            <a:spLocks noGrp="1"/>
          </p:cNvSpPr>
          <p:nvPr/>
        </p:nvSpPr>
        <p:spPr>
          <a:xfrm rot="10800000">
            <a:off x="4579170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89" name="Circle">
            <a:extLst>
              <a:ext uri="{FF2B5EF4-FFF2-40B4-BE49-F238E27FC236}">
                <a16:creationId xmlns:a16="http://schemas.microsoft.com/office/drawing/2014/main" id="{510BE7DE-75B1-48D6-80AF-E396524E696A}"/>
              </a:ext>
            </a:extLst>
          </p:cNvPr>
          <p:cNvSpPr>
            <a:spLocks noGrp="1"/>
          </p:cNvSpPr>
          <p:nvPr/>
        </p:nvSpPr>
        <p:spPr>
          <a:xfrm rot="10800000" flipH="1">
            <a:off x="3814201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0" name="Circle">
            <a:extLst>
              <a:ext uri="{FF2B5EF4-FFF2-40B4-BE49-F238E27FC236}">
                <a16:creationId xmlns:a16="http://schemas.microsoft.com/office/drawing/2014/main" id="{25EE91B6-B729-44F5-899E-2753650224D9}"/>
              </a:ext>
            </a:extLst>
          </p:cNvPr>
          <p:cNvSpPr>
            <a:spLocks noGrp="1"/>
          </p:cNvSpPr>
          <p:nvPr/>
        </p:nvSpPr>
        <p:spPr>
          <a:xfrm flipH="1">
            <a:off x="4579170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1" name="Circle">
            <a:extLst>
              <a:ext uri="{FF2B5EF4-FFF2-40B4-BE49-F238E27FC236}">
                <a16:creationId xmlns:a16="http://schemas.microsoft.com/office/drawing/2014/main" id="{ED5F8978-9669-4F64-B30D-A509CDC0F92B}"/>
              </a:ext>
            </a:extLst>
          </p:cNvPr>
          <p:cNvSpPr>
            <a:spLocks noGrp="1"/>
          </p:cNvSpPr>
          <p:nvPr/>
        </p:nvSpPr>
        <p:spPr>
          <a:xfrm rot="10800000">
            <a:off x="3814201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2" name="Circle">
            <a:extLst>
              <a:ext uri="{FF2B5EF4-FFF2-40B4-BE49-F238E27FC236}">
                <a16:creationId xmlns:a16="http://schemas.microsoft.com/office/drawing/2014/main" id="{2B0D6594-1507-45C5-8CF3-457FD56EA4D1}"/>
              </a:ext>
            </a:extLst>
          </p:cNvPr>
          <p:cNvSpPr>
            <a:spLocks noGrp="1"/>
          </p:cNvSpPr>
          <p:nvPr/>
        </p:nvSpPr>
        <p:spPr>
          <a:xfrm rot="10800000">
            <a:off x="4579170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4" name="Rounded Rectangle">
            <a:extLst>
              <a:ext uri="{FF2B5EF4-FFF2-40B4-BE49-F238E27FC236}">
                <a16:creationId xmlns:a16="http://schemas.microsoft.com/office/drawing/2014/main" id="{BB6C56AC-E4C1-46BB-A88E-3A672653D4D9}"/>
              </a:ext>
            </a:extLst>
          </p:cNvPr>
          <p:cNvSpPr>
            <a:spLocks noGrp="1"/>
          </p:cNvSpPr>
          <p:nvPr/>
        </p:nvSpPr>
        <p:spPr>
          <a:xfrm>
            <a:off x="5415907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5" name="Circle">
            <a:extLst>
              <a:ext uri="{FF2B5EF4-FFF2-40B4-BE49-F238E27FC236}">
                <a16:creationId xmlns:a16="http://schemas.microsoft.com/office/drawing/2014/main" id="{FEEF7EBA-0831-453C-BFB7-89431A795EDE}"/>
              </a:ext>
            </a:extLst>
          </p:cNvPr>
          <p:cNvSpPr>
            <a:spLocks noGrp="1"/>
          </p:cNvSpPr>
          <p:nvPr/>
        </p:nvSpPr>
        <p:spPr>
          <a:xfrm>
            <a:off x="5515634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6" name="Circle">
            <a:extLst>
              <a:ext uri="{FF2B5EF4-FFF2-40B4-BE49-F238E27FC236}">
                <a16:creationId xmlns:a16="http://schemas.microsoft.com/office/drawing/2014/main" id="{52E8B4CC-073A-4F32-BFBB-7EF833CB65E1}"/>
              </a:ext>
            </a:extLst>
          </p:cNvPr>
          <p:cNvSpPr>
            <a:spLocks noGrp="1"/>
          </p:cNvSpPr>
          <p:nvPr/>
        </p:nvSpPr>
        <p:spPr>
          <a:xfrm rot="10800000">
            <a:off x="6280603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7" name="Circle">
            <a:extLst>
              <a:ext uri="{FF2B5EF4-FFF2-40B4-BE49-F238E27FC236}">
                <a16:creationId xmlns:a16="http://schemas.microsoft.com/office/drawing/2014/main" id="{65D4DDF7-9C7A-45D9-B3E1-8E6B3630400F}"/>
              </a:ext>
            </a:extLst>
          </p:cNvPr>
          <p:cNvSpPr>
            <a:spLocks noGrp="1"/>
          </p:cNvSpPr>
          <p:nvPr/>
        </p:nvSpPr>
        <p:spPr>
          <a:xfrm rot="10800000" flipH="1">
            <a:off x="5515634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8" name="Circle">
            <a:extLst>
              <a:ext uri="{FF2B5EF4-FFF2-40B4-BE49-F238E27FC236}">
                <a16:creationId xmlns:a16="http://schemas.microsoft.com/office/drawing/2014/main" id="{A9FA6BF4-EAFD-4E60-A67A-677C6EE60762}"/>
              </a:ext>
            </a:extLst>
          </p:cNvPr>
          <p:cNvSpPr>
            <a:spLocks noGrp="1"/>
          </p:cNvSpPr>
          <p:nvPr/>
        </p:nvSpPr>
        <p:spPr>
          <a:xfrm flipH="1">
            <a:off x="6280603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9" name="Circle">
            <a:extLst>
              <a:ext uri="{FF2B5EF4-FFF2-40B4-BE49-F238E27FC236}">
                <a16:creationId xmlns:a16="http://schemas.microsoft.com/office/drawing/2014/main" id="{75749965-5924-4AB7-B130-B201FA8A3A76}"/>
              </a:ext>
            </a:extLst>
          </p:cNvPr>
          <p:cNvSpPr>
            <a:spLocks noGrp="1"/>
          </p:cNvSpPr>
          <p:nvPr/>
        </p:nvSpPr>
        <p:spPr>
          <a:xfrm rot="10800000">
            <a:off x="5515634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00" name="Circle">
            <a:extLst>
              <a:ext uri="{FF2B5EF4-FFF2-40B4-BE49-F238E27FC236}">
                <a16:creationId xmlns:a16="http://schemas.microsoft.com/office/drawing/2014/main" id="{71528E36-0A04-495E-9802-E6F601F19414}"/>
              </a:ext>
            </a:extLst>
          </p:cNvPr>
          <p:cNvSpPr>
            <a:spLocks noGrp="1"/>
          </p:cNvSpPr>
          <p:nvPr/>
        </p:nvSpPr>
        <p:spPr>
          <a:xfrm rot="10800000">
            <a:off x="6280603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02" name="Rounded Rectangle">
            <a:extLst>
              <a:ext uri="{FF2B5EF4-FFF2-40B4-BE49-F238E27FC236}">
                <a16:creationId xmlns:a16="http://schemas.microsoft.com/office/drawing/2014/main" id="{90C2959A-2FEA-4A66-BD80-E5A8ABDEF1D4}"/>
              </a:ext>
            </a:extLst>
          </p:cNvPr>
          <p:cNvSpPr>
            <a:spLocks noGrp="1"/>
          </p:cNvSpPr>
          <p:nvPr/>
        </p:nvSpPr>
        <p:spPr>
          <a:xfrm>
            <a:off x="11125348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03" name="Circle">
            <a:extLst>
              <a:ext uri="{FF2B5EF4-FFF2-40B4-BE49-F238E27FC236}">
                <a16:creationId xmlns:a16="http://schemas.microsoft.com/office/drawing/2014/main" id="{295767B1-FA4A-4768-AA8A-CA4AC2E63A7C}"/>
              </a:ext>
            </a:extLst>
          </p:cNvPr>
          <p:cNvSpPr>
            <a:spLocks noGrp="1"/>
          </p:cNvSpPr>
          <p:nvPr/>
        </p:nvSpPr>
        <p:spPr>
          <a:xfrm>
            <a:off x="11225075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04" name="Circle">
            <a:extLst>
              <a:ext uri="{FF2B5EF4-FFF2-40B4-BE49-F238E27FC236}">
                <a16:creationId xmlns:a16="http://schemas.microsoft.com/office/drawing/2014/main" id="{EBE3040C-72D3-48E6-A5F1-2BF619297202}"/>
              </a:ext>
            </a:extLst>
          </p:cNvPr>
          <p:cNvSpPr>
            <a:spLocks noGrp="1"/>
          </p:cNvSpPr>
          <p:nvPr/>
        </p:nvSpPr>
        <p:spPr>
          <a:xfrm rot="10800000">
            <a:off x="11990044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05" name="Circle">
            <a:extLst>
              <a:ext uri="{FF2B5EF4-FFF2-40B4-BE49-F238E27FC236}">
                <a16:creationId xmlns:a16="http://schemas.microsoft.com/office/drawing/2014/main" id="{DF792813-308C-4183-AB02-9DD0D5CBE53A}"/>
              </a:ext>
            </a:extLst>
          </p:cNvPr>
          <p:cNvSpPr>
            <a:spLocks noGrp="1"/>
          </p:cNvSpPr>
          <p:nvPr/>
        </p:nvSpPr>
        <p:spPr>
          <a:xfrm rot="10800000" flipH="1">
            <a:off x="11225075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06" name="Circle">
            <a:extLst>
              <a:ext uri="{FF2B5EF4-FFF2-40B4-BE49-F238E27FC236}">
                <a16:creationId xmlns:a16="http://schemas.microsoft.com/office/drawing/2014/main" id="{31BC8D5A-E255-4599-9FE8-F59DD0239228}"/>
              </a:ext>
            </a:extLst>
          </p:cNvPr>
          <p:cNvSpPr>
            <a:spLocks noGrp="1"/>
          </p:cNvSpPr>
          <p:nvPr/>
        </p:nvSpPr>
        <p:spPr>
          <a:xfrm flipH="1">
            <a:off x="11990044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07" name="Circle">
            <a:extLst>
              <a:ext uri="{FF2B5EF4-FFF2-40B4-BE49-F238E27FC236}">
                <a16:creationId xmlns:a16="http://schemas.microsoft.com/office/drawing/2014/main" id="{41F331DF-2739-4E7B-A0CE-970E3206CF2E}"/>
              </a:ext>
            </a:extLst>
          </p:cNvPr>
          <p:cNvSpPr>
            <a:spLocks noGrp="1"/>
          </p:cNvSpPr>
          <p:nvPr/>
        </p:nvSpPr>
        <p:spPr>
          <a:xfrm rot="10800000">
            <a:off x="11225075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08" name="Circle">
            <a:extLst>
              <a:ext uri="{FF2B5EF4-FFF2-40B4-BE49-F238E27FC236}">
                <a16:creationId xmlns:a16="http://schemas.microsoft.com/office/drawing/2014/main" id="{97557AAE-5FB3-4098-8D7F-CDC93A194125}"/>
              </a:ext>
            </a:extLst>
          </p:cNvPr>
          <p:cNvSpPr>
            <a:spLocks noGrp="1"/>
          </p:cNvSpPr>
          <p:nvPr/>
        </p:nvSpPr>
        <p:spPr>
          <a:xfrm rot="10800000">
            <a:off x="11990044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10" name="Rounded Rectangle">
            <a:extLst>
              <a:ext uri="{FF2B5EF4-FFF2-40B4-BE49-F238E27FC236}">
                <a16:creationId xmlns:a16="http://schemas.microsoft.com/office/drawing/2014/main" id="{E15C761C-35D8-4A92-AA26-4A20F80BB611}"/>
              </a:ext>
            </a:extLst>
          </p:cNvPr>
          <p:cNvSpPr>
            <a:spLocks noGrp="1"/>
          </p:cNvSpPr>
          <p:nvPr/>
        </p:nvSpPr>
        <p:spPr>
          <a:xfrm>
            <a:off x="14980130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11" name="Circle">
            <a:extLst>
              <a:ext uri="{FF2B5EF4-FFF2-40B4-BE49-F238E27FC236}">
                <a16:creationId xmlns:a16="http://schemas.microsoft.com/office/drawing/2014/main" id="{BE0BD6DC-E5B4-4DF0-8B88-A719BFCEED0B}"/>
              </a:ext>
            </a:extLst>
          </p:cNvPr>
          <p:cNvSpPr>
            <a:spLocks noGrp="1"/>
          </p:cNvSpPr>
          <p:nvPr/>
        </p:nvSpPr>
        <p:spPr>
          <a:xfrm>
            <a:off x="15079857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12" name="Circle">
            <a:extLst>
              <a:ext uri="{FF2B5EF4-FFF2-40B4-BE49-F238E27FC236}">
                <a16:creationId xmlns:a16="http://schemas.microsoft.com/office/drawing/2014/main" id="{26819424-D047-4769-8D67-689641E270E8}"/>
              </a:ext>
            </a:extLst>
          </p:cNvPr>
          <p:cNvSpPr>
            <a:spLocks noGrp="1"/>
          </p:cNvSpPr>
          <p:nvPr/>
        </p:nvSpPr>
        <p:spPr>
          <a:xfrm rot="10800000">
            <a:off x="15844826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13" name="Circle">
            <a:extLst>
              <a:ext uri="{FF2B5EF4-FFF2-40B4-BE49-F238E27FC236}">
                <a16:creationId xmlns:a16="http://schemas.microsoft.com/office/drawing/2014/main" id="{8D9FCD40-1CDF-4554-BFD5-47CE1895286E}"/>
              </a:ext>
            </a:extLst>
          </p:cNvPr>
          <p:cNvSpPr>
            <a:spLocks noGrp="1"/>
          </p:cNvSpPr>
          <p:nvPr/>
        </p:nvSpPr>
        <p:spPr>
          <a:xfrm rot="10800000" flipH="1">
            <a:off x="15079857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14" name="Circle">
            <a:extLst>
              <a:ext uri="{FF2B5EF4-FFF2-40B4-BE49-F238E27FC236}">
                <a16:creationId xmlns:a16="http://schemas.microsoft.com/office/drawing/2014/main" id="{20420DCE-9F00-405D-9FA2-6D4310693609}"/>
              </a:ext>
            </a:extLst>
          </p:cNvPr>
          <p:cNvSpPr>
            <a:spLocks noGrp="1"/>
          </p:cNvSpPr>
          <p:nvPr/>
        </p:nvSpPr>
        <p:spPr>
          <a:xfrm flipH="1">
            <a:off x="15844826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15" name="Circle">
            <a:extLst>
              <a:ext uri="{FF2B5EF4-FFF2-40B4-BE49-F238E27FC236}">
                <a16:creationId xmlns:a16="http://schemas.microsoft.com/office/drawing/2014/main" id="{77879595-478A-4C89-9F10-9DD8F39D592B}"/>
              </a:ext>
            </a:extLst>
          </p:cNvPr>
          <p:cNvSpPr>
            <a:spLocks noGrp="1"/>
          </p:cNvSpPr>
          <p:nvPr/>
        </p:nvSpPr>
        <p:spPr>
          <a:xfrm rot="10800000">
            <a:off x="15079857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16" name="Circle">
            <a:extLst>
              <a:ext uri="{FF2B5EF4-FFF2-40B4-BE49-F238E27FC236}">
                <a16:creationId xmlns:a16="http://schemas.microsoft.com/office/drawing/2014/main" id="{64CEBEF5-CA5F-44F4-A657-F14DAACDC9AC}"/>
              </a:ext>
            </a:extLst>
          </p:cNvPr>
          <p:cNvSpPr>
            <a:spLocks noGrp="1"/>
          </p:cNvSpPr>
          <p:nvPr/>
        </p:nvSpPr>
        <p:spPr>
          <a:xfrm rot="10800000">
            <a:off x="15844826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69322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D0847-017C-B750-C21A-7B6638E2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independence">
            <a:extLst>
              <a:ext uri="{FF2B5EF4-FFF2-40B4-BE49-F238E27FC236}">
                <a16:creationId xmlns:a16="http://schemas.microsoft.com/office/drawing/2014/main" id="{5838CDBE-0DCB-CF99-75BD-3105957D7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independência</a:t>
            </a:r>
          </a:p>
        </p:txBody>
      </p:sp>
      <p:sp>
        <p:nvSpPr>
          <p:cNvPr id="2885" name="P(        ) = P(    )P(    )">
            <a:extLst>
              <a:ext uri="{FF2B5EF4-FFF2-40B4-BE49-F238E27FC236}">
                <a16:creationId xmlns:a16="http://schemas.microsoft.com/office/drawing/2014/main" id="{9E4ECE86-E1D0-5B74-13BE-793A7B67BCC6}"/>
              </a:ext>
            </a:extLst>
          </p:cNvPr>
          <p:cNvSpPr>
            <a:spLocks noGrp="1"/>
          </p:cNvSpPr>
          <p:nvPr/>
        </p:nvSpPr>
        <p:spPr>
          <a:xfrm>
            <a:off x="1833047" y="6368826"/>
            <a:ext cx="15251014" cy="198510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3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</a:t>
            </a:r>
            <a:r>
              <a:t>(        ) = </a:t>
            </a:r>
            <a:r>
              <a:rPr i="1"/>
              <a:t>P</a:t>
            </a:r>
            <a:r>
              <a:t>(    )</a:t>
            </a:r>
            <a:r>
              <a:rPr i="1"/>
              <a:t>P</a:t>
            </a:r>
            <a:r>
              <a:t>(    )</a:t>
            </a:r>
          </a:p>
        </p:txBody>
      </p:sp>
      <p:sp>
        <p:nvSpPr>
          <p:cNvPr id="2886" name="Rounded Rectangle">
            <a:extLst>
              <a:ext uri="{FF2B5EF4-FFF2-40B4-BE49-F238E27FC236}">
                <a16:creationId xmlns:a16="http://schemas.microsoft.com/office/drawing/2014/main" id="{0A94897F-ADF0-1999-9F9A-FB628C0A767C}"/>
              </a:ext>
            </a:extLst>
          </p:cNvPr>
          <p:cNvSpPr>
            <a:spLocks noGrp="1"/>
          </p:cNvSpPr>
          <p:nvPr/>
        </p:nvSpPr>
        <p:spPr>
          <a:xfrm>
            <a:off x="3714474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87" name="Circle">
            <a:extLst>
              <a:ext uri="{FF2B5EF4-FFF2-40B4-BE49-F238E27FC236}">
                <a16:creationId xmlns:a16="http://schemas.microsoft.com/office/drawing/2014/main" id="{A55E479C-CA05-B0B7-2F70-C837C036C039}"/>
              </a:ext>
            </a:extLst>
          </p:cNvPr>
          <p:cNvSpPr>
            <a:spLocks noGrp="1"/>
          </p:cNvSpPr>
          <p:nvPr/>
        </p:nvSpPr>
        <p:spPr>
          <a:xfrm>
            <a:off x="3814201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88" name="Circle">
            <a:extLst>
              <a:ext uri="{FF2B5EF4-FFF2-40B4-BE49-F238E27FC236}">
                <a16:creationId xmlns:a16="http://schemas.microsoft.com/office/drawing/2014/main" id="{CBFA2EF5-DAC6-6C12-AAC3-526C5EF987E7}"/>
              </a:ext>
            </a:extLst>
          </p:cNvPr>
          <p:cNvSpPr>
            <a:spLocks noGrp="1"/>
          </p:cNvSpPr>
          <p:nvPr/>
        </p:nvSpPr>
        <p:spPr>
          <a:xfrm rot="10800000">
            <a:off x="4579170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89" name="Circle">
            <a:extLst>
              <a:ext uri="{FF2B5EF4-FFF2-40B4-BE49-F238E27FC236}">
                <a16:creationId xmlns:a16="http://schemas.microsoft.com/office/drawing/2014/main" id="{B95B16EE-437E-DF14-12A0-BB8A277F2A83}"/>
              </a:ext>
            </a:extLst>
          </p:cNvPr>
          <p:cNvSpPr>
            <a:spLocks noGrp="1"/>
          </p:cNvSpPr>
          <p:nvPr/>
        </p:nvSpPr>
        <p:spPr>
          <a:xfrm rot="10800000" flipH="1">
            <a:off x="3814201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0" name="Circle">
            <a:extLst>
              <a:ext uri="{FF2B5EF4-FFF2-40B4-BE49-F238E27FC236}">
                <a16:creationId xmlns:a16="http://schemas.microsoft.com/office/drawing/2014/main" id="{8DF34484-BE89-8649-03B4-A7D95375EEB2}"/>
              </a:ext>
            </a:extLst>
          </p:cNvPr>
          <p:cNvSpPr>
            <a:spLocks noGrp="1"/>
          </p:cNvSpPr>
          <p:nvPr/>
        </p:nvSpPr>
        <p:spPr>
          <a:xfrm flipH="1">
            <a:off x="4579170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1" name="Circle">
            <a:extLst>
              <a:ext uri="{FF2B5EF4-FFF2-40B4-BE49-F238E27FC236}">
                <a16:creationId xmlns:a16="http://schemas.microsoft.com/office/drawing/2014/main" id="{84E22207-C7E2-516E-5FD5-4B9F0E693D6C}"/>
              </a:ext>
            </a:extLst>
          </p:cNvPr>
          <p:cNvSpPr>
            <a:spLocks noGrp="1"/>
          </p:cNvSpPr>
          <p:nvPr/>
        </p:nvSpPr>
        <p:spPr>
          <a:xfrm rot="10800000">
            <a:off x="3814201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2" name="Circle">
            <a:extLst>
              <a:ext uri="{FF2B5EF4-FFF2-40B4-BE49-F238E27FC236}">
                <a16:creationId xmlns:a16="http://schemas.microsoft.com/office/drawing/2014/main" id="{A89FB977-2F34-7A75-8031-7EBBD4A563AE}"/>
              </a:ext>
            </a:extLst>
          </p:cNvPr>
          <p:cNvSpPr>
            <a:spLocks noGrp="1"/>
          </p:cNvSpPr>
          <p:nvPr/>
        </p:nvSpPr>
        <p:spPr>
          <a:xfrm rot="10800000">
            <a:off x="4579170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4" name="Rounded Rectangle">
            <a:extLst>
              <a:ext uri="{FF2B5EF4-FFF2-40B4-BE49-F238E27FC236}">
                <a16:creationId xmlns:a16="http://schemas.microsoft.com/office/drawing/2014/main" id="{5FF8B8B6-3961-981E-C6F1-E4E80CEF3E23}"/>
              </a:ext>
            </a:extLst>
          </p:cNvPr>
          <p:cNvSpPr>
            <a:spLocks noGrp="1"/>
          </p:cNvSpPr>
          <p:nvPr/>
        </p:nvSpPr>
        <p:spPr>
          <a:xfrm>
            <a:off x="5415907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5" name="Circle">
            <a:extLst>
              <a:ext uri="{FF2B5EF4-FFF2-40B4-BE49-F238E27FC236}">
                <a16:creationId xmlns:a16="http://schemas.microsoft.com/office/drawing/2014/main" id="{467886A7-F2E9-843D-1803-BC8C2EDEF972}"/>
              </a:ext>
            </a:extLst>
          </p:cNvPr>
          <p:cNvSpPr>
            <a:spLocks noGrp="1"/>
          </p:cNvSpPr>
          <p:nvPr/>
        </p:nvSpPr>
        <p:spPr>
          <a:xfrm>
            <a:off x="5515634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6" name="Circle">
            <a:extLst>
              <a:ext uri="{FF2B5EF4-FFF2-40B4-BE49-F238E27FC236}">
                <a16:creationId xmlns:a16="http://schemas.microsoft.com/office/drawing/2014/main" id="{F8B948EB-92A1-4724-6044-8F19598549C9}"/>
              </a:ext>
            </a:extLst>
          </p:cNvPr>
          <p:cNvSpPr>
            <a:spLocks noGrp="1"/>
          </p:cNvSpPr>
          <p:nvPr/>
        </p:nvSpPr>
        <p:spPr>
          <a:xfrm rot="10800000">
            <a:off x="6280603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7" name="Circle">
            <a:extLst>
              <a:ext uri="{FF2B5EF4-FFF2-40B4-BE49-F238E27FC236}">
                <a16:creationId xmlns:a16="http://schemas.microsoft.com/office/drawing/2014/main" id="{4A26D194-BF1D-1339-8C73-353F084B9739}"/>
              </a:ext>
            </a:extLst>
          </p:cNvPr>
          <p:cNvSpPr>
            <a:spLocks noGrp="1"/>
          </p:cNvSpPr>
          <p:nvPr/>
        </p:nvSpPr>
        <p:spPr>
          <a:xfrm rot="10800000" flipH="1">
            <a:off x="5515634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8" name="Circle">
            <a:extLst>
              <a:ext uri="{FF2B5EF4-FFF2-40B4-BE49-F238E27FC236}">
                <a16:creationId xmlns:a16="http://schemas.microsoft.com/office/drawing/2014/main" id="{04E2EBB1-33D1-059D-D27C-CEDCB08D01B4}"/>
              </a:ext>
            </a:extLst>
          </p:cNvPr>
          <p:cNvSpPr>
            <a:spLocks noGrp="1"/>
          </p:cNvSpPr>
          <p:nvPr/>
        </p:nvSpPr>
        <p:spPr>
          <a:xfrm flipH="1">
            <a:off x="6280603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9" name="Circle">
            <a:extLst>
              <a:ext uri="{FF2B5EF4-FFF2-40B4-BE49-F238E27FC236}">
                <a16:creationId xmlns:a16="http://schemas.microsoft.com/office/drawing/2014/main" id="{2F07BE80-74A5-AD2F-2419-91B2D93F131D}"/>
              </a:ext>
            </a:extLst>
          </p:cNvPr>
          <p:cNvSpPr>
            <a:spLocks noGrp="1"/>
          </p:cNvSpPr>
          <p:nvPr/>
        </p:nvSpPr>
        <p:spPr>
          <a:xfrm rot="10800000">
            <a:off x="5515634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00" name="Circle">
            <a:extLst>
              <a:ext uri="{FF2B5EF4-FFF2-40B4-BE49-F238E27FC236}">
                <a16:creationId xmlns:a16="http://schemas.microsoft.com/office/drawing/2014/main" id="{74F06E02-FAB7-3D40-D955-C719B4A4E850}"/>
              </a:ext>
            </a:extLst>
          </p:cNvPr>
          <p:cNvSpPr>
            <a:spLocks noGrp="1"/>
          </p:cNvSpPr>
          <p:nvPr/>
        </p:nvSpPr>
        <p:spPr>
          <a:xfrm rot="10800000">
            <a:off x="6280603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02" name="Rounded Rectangle">
            <a:extLst>
              <a:ext uri="{FF2B5EF4-FFF2-40B4-BE49-F238E27FC236}">
                <a16:creationId xmlns:a16="http://schemas.microsoft.com/office/drawing/2014/main" id="{89CE471E-C3DE-6962-C6AA-94FE1225DE6D}"/>
              </a:ext>
            </a:extLst>
          </p:cNvPr>
          <p:cNvSpPr>
            <a:spLocks noGrp="1"/>
          </p:cNvSpPr>
          <p:nvPr/>
        </p:nvSpPr>
        <p:spPr>
          <a:xfrm>
            <a:off x="11125348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03" name="Circle">
            <a:extLst>
              <a:ext uri="{FF2B5EF4-FFF2-40B4-BE49-F238E27FC236}">
                <a16:creationId xmlns:a16="http://schemas.microsoft.com/office/drawing/2014/main" id="{E292A03B-9433-DE9D-0C3D-0CF0313AD0B3}"/>
              </a:ext>
            </a:extLst>
          </p:cNvPr>
          <p:cNvSpPr>
            <a:spLocks noGrp="1"/>
          </p:cNvSpPr>
          <p:nvPr/>
        </p:nvSpPr>
        <p:spPr>
          <a:xfrm>
            <a:off x="11225075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04" name="Circle">
            <a:extLst>
              <a:ext uri="{FF2B5EF4-FFF2-40B4-BE49-F238E27FC236}">
                <a16:creationId xmlns:a16="http://schemas.microsoft.com/office/drawing/2014/main" id="{563A81B9-A808-7EED-D58A-BC5CFE3D04F5}"/>
              </a:ext>
            </a:extLst>
          </p:cNvPr>
          <p:cNvSpPr>
            <a:spLocks noGrp="1"/>
          </p:cNvSpPr>
          <p:nvPr/>
        </p:nvSpPr>
        <p:spPr>
          <a:xfrm rot="10800000">
            <a:off x="11990044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05" name="Circle">
            <a:extLst>
              <a:ext uri="{FF2B5EF4-FFF2-40B4-BE49-F238E27FC236}">
                <a16:creationId xmlns:a16="http://schemas.microsoft.com/office/drawing/2014/main" id="{1033B589-135D-9BDA-A1BE-F5D7B5F3D058}"/>
              </a:ext>
            </a:extLst>
          </p:cNvPr>
          <p:cNvSpPr>
            <a:spLocks noGrp="1"/>
          </p:cNvSpPr>
          <p:nvPr/>
        </p:nvSpPr>
        <p:spPr>
          <a:xfrm rot="10800000" flipH="1">
            <a:off x="11225075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06" name="Circle">
            <a:extLst>
              <a:ext uri="{FF2B5EF4-FFF2-40B4-BE49-F238E27FC236}">
                <a16:creationId xmlns:a16="http://schemas.microsoft.com/office/drawing/2014/main" id="{B2F4AEAD-77E6-1317-4C6B-008FA7F54BD4}"/>
              </a:ext>
            </a:extLst>
          </p:cNvPr>
          <p:cNvSpPr>
            <a:spLocks noGrp="1"/>
          </p:cNvSpPr>
          <p:nvPr/>
        </p:nvSpPr>
        <p:spPr>
          <a:xfrm flipH="1">
            <a:off x="11990044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07" name="Circle">
            <a:extLst>
              <a:ext uri="{FF2B5EF4-FFF2-40B4-BE49-F238E27FC236}">
                <a16:creationId xmlns:a16="http://schemas.microsoft.com/office/drawing/2014/main" id="{CBBB29FA-1B45-F731-6F3B-E27E10544169}"/>
              </a:ext>
            </a:extLst>
          </p:cNvPr>
          <p:cNvSpPr>
            <a:spLocks noGrp="1"/>
          </p:cNvSpPr>
          <p:nvPr/>
        </p:nvSpPr>
        <p:spPr>
          <a:xfrm rot="10800000">
            <a:off x="11225075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08" name="Circle">
            <a:extLst>
              <a:ext uri="{FF2B5EF4-FFF2-40B4-BE49-F238E27FC236}">
                <a16:creationId xmlns:a16="http://schemas.microsoft.com/office/drawing/2014/main" id="{A7B30410-6AE4-B068-5AB1-927477ECCD0B}"/>
              </a:ext>
            </a:extLst>
          </p:cNvPr>
          <p:cNvSpPr>
            <a:spLocks noGrp="1"/>
          </p:cNvSpPr>
          <p:nvPr/>
        </p:nvSpPr>
        <p:spPr>
          <a:xfrm rot="10800000">
            <a:off x="11990044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10" name="Rounded Rectangle">
            <a:extLst>
              <a:ext uri="{FF2B5EF4-FFF2-40B4-BE49-F238E27FC236}">
                <a16:creationId xmlns:a16="http://schemas.microsoft.com/office/drawing/2014/main" id="{F5445851-9FE1-6B79-BAE0-852961DFE8D2}"/>
              </a:ext>
            </a:extLst>
          </p:cNvPr>
          <p:cNvSpPr>
            <a:spLocks noGrp="1"/>
          </p:cNvSpPr>
          <p:nvPr/>
        </p:nvSpPr>
        <p:spPr>
          <a:xfrm>
            <a:off x="14980130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11" name="Circle">
            <a:extLst>
              <a:ext uri="{FF2B5EF4-FFF2-40B4-BE49-F238E27FC236}">
                <a16:creationId xmlns:a16="http://schemas.microsoft.com/office/drawing/2014/main" id="{BA277109-1E61-B9E0-0A7E-0ADDF48F04C1}"/>
              </a:ext>
            </a:extLst>
          </p:cNvPr>
          <p:cNvSpPr>
            <a:spLocks noGrp="1"/>
          </p:cNvSpPr>
          <p:nvPr/>
        </p:nvSpPr>
        <p:spPr>
          <a:xfrm>
            <a:off x="15079857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12" name="Circle">
            <a:extLst>
              <a:ext uri="{FF2B5EF4-FFF2-40B4-BE49-F238E27FC236}">
                <a16:creationId xmlns:a16="http://schemas.microsoft.com/office/drawing/2014/main" id="{F4BA48E9-EF68-5D7B-14E9-2AAF27B30C25}"/>
              </a:ext>
            </a:extLst>
          </p:cNvPr>
          <p:cNvSpPr>
            <a:spLocks noGrp="1"/>
          </p:cNvSpPr>
          <p:nvPr/>
        </p:nvSpPr>
        <p:spPr>
          <a:xfrm rot="10800000">
            <a:off x="15844826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13" name="Circle">
            <a:extLst>
              <a:ext uri="{FF2B5EF4-FFF2-40B4-BE49-F238E27FC236}">
                <a16:creationId xmlns:a16="http://schemas.microsoft.com/office/drawing/2014/main" id="{DBA5C55F-419A-48CB-7001-49B820714AFD}"/>
              </a:ext>
            </a:extLst>
          </p:cNvPr>
          <p:cNvSpPr>
            <a:spLocks noGrp="1"/>
          </p:cNvSpPr>
          <p:nvPr/>
        </p:nvSpPr>
        <p:spPr>
          <a:xfrm rot="10800000" flipH="1">
            <a:off x="15079857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14" name="Circle">
            <a:extLst>
              <a:ext uri="{FF2B5EF4-FFF2-40B4-BE49-F238E27FC236}">
                <a16:creationId xmlns:a16="http://schemas.microsoft.com/office/drawing/2014/main" id="{76D84D1C-23E3-9117-9992-9D5EA7D4D16F}"/>
              </a:ext>
            </a:extLst>
          </p:cNvPr>
          <p:cNvSpPr>
            <a:spLocks noGrp="1"/>
          </p:cNvSpPr>
          <p:nvPr/>
        </p:nvSpPr>
        <p:spPr>
          <a:xfrm flipH="1">
            <a:off x="15844826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15" name="Circle">
            <a:extLst>
              <a:ext uri="{FF2B5EF4-FFF2-40B4-BE49-F238E27FC236}">
                <a16:creationId xmlns:a16="http://schemas.microsoft.com/office/drawing/2014/main" id="{FB04EA60-9A0A-ADDB-1BA9-C61A69B16A0F}"/>
              </a:ext>
            </a:extLst>
          </p:cNvPr>
          <p:cNvSpPr>
            <a:spLocks noGrp="1"/>
          </p:cNvSpPr>
          <p:nvPr/>
        </p:nvSpPr>
        <p:spPr>
          <a:xfrm rot="10800000">
            <a:off x="15079857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16" name="Circle">
            <a:extLst>
              <a:ext uri="{FF2B5EF4-FFF2-40B4-BE49-F238E27FC236}">
                <a16:creationId xmlns:a16="http://schemas.microsoft.com/office/drawing/2014/main" id="{35346712-1793-FF58-DE09-F572F130AC26}"/>
              </a:ext>
            </a:extLst>
          </p:cNvPr>
          <p:cNvSpPr>
            <a:spLocks noGrp="1"/>
          </p:cNvSpPr>
          <p:nvPr/>
        </p:nvSpPr>
        <p:spPr>
          <a:xfrm rot="10800000">
            <a:off x="15844826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18" name="Equation">
                <a:extLst>
                  <a:ext uri="{FF2B5EF4-FFF2-40B4-BE49-F238E27FC236}">
                    <a16:creationId xmlns:a16="http://schemas.microsoft.com/office/drawing/2014/main" id="{92AAA034-0A0A-4384-4B86-9D97C6AA8CA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004898" y="9605622"/>
                <a:ext cx="8374204" cy="318874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1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  <m:r>
                        <a:rPr sz="11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ctrlP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  <m:r>
                        <a:rPr sz="11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sz="11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918" name="Equation">
                <a:extLst>
                  <a:ext uri="{FF2B5EF4-FFF2-40B4-BE49-F238E27FC236}">
                    <a16:creationId xmlns:a16="http://schemas.microsoft.com/office/drawing/2014/main" id="{92AAA034-0A0A-4384-4B86-9D97C6AA8C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898" y="9605622"/>
                <a:ext cx="8374204" cy="3188743"/>
              </a:xfrm>
              <a:prstGeom prst="rect">
                <a:avLst/>
              </a:prstGeom>
              <a:blipFill>
                <a:blip r:embed="rId3"/>
                <a:stretch>
                  <a:fillRect l="-455" t="-1190" r="-2879" b="-21032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09923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0" name="independence">
            <a:extLst>
              <a:ext uri="{FF2B5EF4-FFF2-40B4-BE49-F238E27FC236}">
                <a16:creationId xmlns:a16="http://schemas.microsoft.com/office/drawing/2014/main" id="{9B99FAD4-41E3-494F-BBCF-37EE49A3D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independência</a:t>
            </a:r>
          </a:p>
        </p:txBody>
      </p:sp>
      <p:sp>
        <p:nvSpPr>
          <p:cNvPr id="2921" name="P(        ) ≠ P(    )P(    )">
            <a:extLst>
              <a:ext uri="{FF2B5EF4-FFF2-40B4-BE49-F238E27FC236}">
                <a16:creationId xmlns:a16="http://schemas.microsoft.com/office/drawing/2014/main" id="{4298620F-5C72-4200-B056-43C5B8413ABC}"/>
              </a:ext>
            </a:extLst>
          </p:cNvPr>
          <p:cNvSpPr>
            <a:spLocks noGrp="1"/>
          </p:cNvSpPr>
          <p:nvPr/>
        </p:nvSpPr>
        <p:spPr>
          <a:xfrm>
            <a:off x="1833047" y="6368826"/>
            <a:ext cx="15225255" cy="198510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3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</a:t>
            </a:r>
            <a:r>
              <a:t>(        ) ≠ </a:t>
            </a:r>
            <a:r>
              <a:rPr i="1"/>
              <a:t>P</a:t>
            </a:r>
            <a:r>
              <a:t>(    )</a:t>
            </a:r>
            <a:r>
              <a:rPr i="1"/>
              <a:t>P</a:t>
            </a:r>
            <a:r>
              <a:t>(    )</a:t>
            </a:r>
          </a:p>
        </p:txBody>
      </p:sp>
      <p:sp>
        <p:nvSpPr>
          <p:cNvPr id="2922" name="Rounded Rectangle">
            <a:extLst>
              <a:ext uri="{FF2B5EF4-FFF2-40B4-BE49-F238E27FC236}">
                <a16:creationId xmlns:a16="http://schemas.microsoft.com/office/drawing/2014/main" id="{D55A376A-50A3-4A08-B5B4-643D42414F56}"/>
              </a:ext>
            </a:extLst>
          </p:cNvPr>
          <p:cNvSpPr>
            <a:spLocks noGrp="1"/>
          </p:cNvSpPr>
          <p:nvPr/>
        </p:nvSpPr>
        <p:spPr>
          <a:xfrm>
            <a:off x="3714474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23" name="Circle">
            <a:extLst>
              <a:ext uri="{FF2B5EF4-FFF2-40B4-BE49-F238E27FC236}">
                <a16:creationId xmlns:a16="http://schemas.microsoft.com/office/drawing/2014/main" id="{D5DB1ED6-34E7-4FA4-8739-5D453A99F2A7}"/>
              </a:ext>
            </a:extLst>
          </p:cNvPr>
          <p:cNvSpPr>
            <a:spLocks noGrp="1"/>
          </p:cNvSpPr>
          <p:nvPr/>
        </p:nvSpPr>
        <p:spPr>
          <a:xfrm>
            <a:off x="3814201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24" name="Circle">
            <a:extLst>
              <a:ext uri="{FF2B5EF4-FFF2-40B4-BE49-F238E27FC236}">
                <a16:creationId xmlns:a16="http://schemas.microsoft.com/office/drawing/2014/main" id="{A7274174-E3B4-473A-B1E4-D18EC2D9B00D}"/>
              </a:ext>
            </a:extLst>
          </p:cNvPr>
          <p:cNvSpPr>
            <a:spLocks noGrp="1"/>
          </p:cNvSpPr>
          <p:nvPr/>
        </p:nvSpPr>
        <p:spPr>
          <a:xfrm rot="10800000">
            <a:off x="4579170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25" name="Circle">
            <a:extLst>
              <a:ext uri="{FF2B5EF4-FFF2-40B4-BE49-F238E27FC236}">
                <a16:creationId xmlns:a16="http://schemas.microsoft.com/office/drawing/2014/main" id="{0E9E419B-92B5-4523-8A0B-5C84CC313526}"/>
              </a:ext>
            </a:extLst>
          </p:cNvPr>
          <p:cNvSpPr>
            <a:spLocks noGrp="1"/>
          </p:cNvSpPr>
          <p:nvPr/>
        </p:nvSpPr>
        <p:spPr>
          <a:xfrm rot="10800000" flipH="1">
            <a:off x="3814201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26" name="Circle">
            <a:extLst>
              <a:ext uri="{FF2B5EF4-FFF2-40B4-BE49-F238E27FC236}">
                <a16:creationId xmlns:a16="http://schemas.microsoft.com/office/drawing/2014/main" id="{DE7E8342-4242-4262-8B1B-3091E1FDDF14}"/>
              </a:ext>
            </a:extLst>
          </p:cNvPr>
          <p:cNvSpPr>
            <a:spLocks noGrp="1"/>
          </p:cNvSpPr>
          <p:nvPr/>
        </p:nvSpPr>
        <p:spPr>
          <a:xfrm flipH="1">
            <a:off x="4579170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27" name="Circle">
            <a:extLst>
              <a:ext uri="{FF2B5EF4-FFF2-40B4-BE49-F238E27FC236}">
                <a16:creationId xmlns:a16="http://schemas.microsoft.com/office/drawing/2014/main" id="{D476F713-8C41-44DC-AF4E-C764F404154F}"/>
              </a:ext>
            </a:extLst>
          </p:cNvPr>
          <p:cNvSpPr>
            <a:spLocks noGrp="1"/>
          </p:cNvSpPr>
          <p:nvPr/>
        </p:nvSpPr>
        <p:spPr>
          <a:xfrm rot="10800000">
            <a:off x="3814201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28" name="Circle">
            <a:extLst>
              <a:ext uri="{FF2B5EF4-FFF2-40B4-BE49-F238E27FC236}">
                <a16:creationId xmlns:a16="http://schemas.microsoft.com/office/drawing/2014/main" id="{A5426CE3-716A-4CE4-B74A-68EFB0E7AB74}"/>
              </a:ext>
            </a:extLst>
          </p:cNvPr>
          <p:cNvSpPr>
            <a:spLocks noGrp="1"/>
          </p:cNvSpPr>
          <p:nvPr/>
        </p:nvSpPr>
        <p:spPr>
          <a:xfrm rot="10800000">
            <a:off x="4579170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30" name="Rounded Rectangle">
            <a:extLst>
              <a:ext uri="{FF2B5EF4-FFF2-40B4-BE49-F238E27FC236}">
                <a16:creationId xmlns:a16="http://schemas.microsoft.com/office/drawing/2014/main" id="{6DBE8D05-3B68-460C-AE18-D93EF3C6DFDD}"/>
              </a:ext>
            </a:extLst>
          </p:cNvPr>
          <p:cNvSpPr>
            <a:spLocks noGrp="1"/>
          </p:cNvSpPr>
          <p:nvPr/>
        </p:nvSpPr>
        <p:spPr>
          <a:xfrm>
            <a:off x="11125348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31" name="Circle">
            <a:extLst>
              <a:ext uri="{FF2B5EF4-FFF2-40B4-BE49-F238E27FC236}">
                <a16:creationId xmlns:a16="http://schemas.microsoft.com/office/drawing/2014/main" id="{1F58EFD4-8255-45A8-8832-75AE9542A393}"/>
              </a:ext>
            </a:extLst>
          </p:cNvPr>
          <p:cNvSpPr>
            <a:spLocks noGrp="1"/>
          </p:cNvSpPr>
          <p:nvPr/>
        </p:nvSpPr>
        <p:spPr>
          <a:xfrm>
            <a:off x="11225075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32" name="Circle">
            <a:extLst>
              <a:ext uri="{FF2B5EF4-FFF2-40B4-BE49-F238E27FC236}">
                <a16:creationId xmlns:a16="http://schemas.microsoft.com/office/drawing/2014/main" id="{BB69485C-55A2-4EA7-AE14-B8D5683224B6}"/>
              </a:ext>
            </a:extLst>
          </p:cNvPr>
          <p:cNvSpPr>
            <a:spLocks noGrp="1"/>
          </p:cNvSpPr>
          <p:nvPr/>
        </p:nvSpPr>
        <p:spPr>
          <a:xfrm rot="10800000">
            <a:off x="11990044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33" name="Circle">
            <a:extLst>
              <a:ext uri="{FF2B5EF4-FFF2-40B4-BE49-F238E27FC236}">
                <a16:creationId xmlns:a16="http://schemas.microsoft.com/office/drawing/2014/main" id="{70640DEB-C10B-48D8-B2D5-068DA5D8A638}"/>
              </a:ext>
            </a:extLst>
          </p:cNvPr>
          <p:cNvSpPr>
            <a:spLocks noGrp="1"/>
          </p:cNvSpPr>
          <p:nvPr/>
        </p:nvSpPr>
        <p:spPr>
          <a:xfrm rot="10800000" flipH="1">
            <a:off x="11225075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34" name="Circle">
            <a:extLst>
              <a:ext uri="{FF2B5EF4-FFF2-40B4-BE49-F238E27FC236}">
                <a16:creationId xmlns:a16="http://schemas.microsoft.com/office/drawing/2014/main" id="{D37EAD71-5633-4A1C-88B0-8B1807B8615D}"/>
              </a:ext>
            </a:extLst>
          </p:cNvPr>
          <p:cNvSpPr>
            <a:spLocks noGrp="1"/>
          </p:cNvSpPr>
          <p:nvPr/>
        </p:nvSpPr>
        <p:spPr>
          <a:xfrm flipH="1">
            <a:off x="11990044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35" name="Circle">
            <a:extLst>
              <a:ext uri="{FF2B5EF4-FFF2-40B4-BE49-F238E27FC236}">
                <a16:creationId xmlns:a16="http://schemas.microsoft.com/office/drawing/2014/main" id="{C0AC05AC-F2FF-47F9-886C-FB096F540717}"/>
              </a:ext>
            </a:extLst>
          </p:cNvPr>
          <p:cNvSpPr>
            <a:spLocks noGrp="1"/>
          </p:cNvSpPr>
          <p:nvPr/>
        </p:nvSpPr>
        <p:spPr>
          <a:xfrm rot="10800000">
            <a:off x="11225075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36" name="Circle">
            <a:extLst>
              <a:ext uri="{FF2B5EF4-FFF2-40B4-BE49-F238E27FC236}">
                <a16:creationId xmlns:a16="http://schemas.microsoft.com/office/drawing/2014/main" id="{C8E75CE2-91DD-4158-9BF9-8CA9DAF071F2}"/>
              </a:ext>
            </a:extLst>
          </p:cNvPr>
          <p:cNvSpPr>
            <a:spLocks noGrp="1"/>
          </p:cNvSpPr>
          <p:nvPr/>
        </p:nvSpPr>
        <p:spPr>
          <a:xfrm rot="10800000">
            <a:off x="11990044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39" name="Rounded Rectangle">
            <a:extLst>
              <a:ext uri="{FF2B5EF4-FFF2-40B4-BE49-F238E27FC236}">
                <a16:creationId xmlns:a16="http://schemas.microsoft.com/office/drawing/2014/main" id="{F1512681-B861-4E6D-875C-572F377672F2}"/>
              </a:ext>
            </a:extLst>
          </p:cNvPr>
          <p:cNvSpPr>
            <a:spLocks noGrp="1"/>
          </p:cNvSpPr>
          <p:nvPr/>
        </p:nvSpPr>
        <p:spPr>
          <a:xfrm>
            <a:off x="5359183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40" name="Circle">
            <a:extLst>
              <a:ext uri="{FF2B5EF4-FFF2-40B4-BE49-F238E27FC236}">
                <a16:creationId xmlns:a16="http://schemas.microsoft.com/office/drawing/2014/main" id="{1691839B-D4AD-40CF-9935-A8966FC32C83}"/>
              </a:ext>
            </a:extLst>
          </p:cNvPr>
          <p:cNvSpPr>
            <a:spLocks noGrp="1"/>
          </p:cNvSpPr>
          <p:nvPr/>
        </p:nvSpPr>
        <p:spPr>
          <a:xfrm>
            <a:off x="5458910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41" name="Circle">
            <a:extLst>
              <a:ext uri="{FF2B5EF4-FFF2-40B4-BE49-F238E27FC236}">
                <a16:creationId xmlns:a16="http://schemas.microsoft.com/office/drawing/2014/main" id="{789BAA86-39AF-4710-B39E-0B481F2C73A9}"/>
              </a:ext>
            </a:extLst>
          </p:cNvPr>
          <p:cNvSpPr>
            <a:spLocks noGrp="1"/>
          </p:cNvSpPr>
          <p:nvPr/>
        </p:nvSpPr>
        <p:spPr>
          <a:xfrm rot="10800000">
            <a:off x="6223879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42" name="Circle">
            <a:extLst>
              <a:ext uri="{FF2B5EF4-FFF2-40B4-BE49-F238E27FC236}">
                <a16:creationId xmlns:a16="http://schemas.microsoft.com/office/drawing/2014/main" id="{2E605265-B8FF-4AB8-9641-BF28E24BA8F5}"/>
              </a:ext>
            </a:extLst>
          </p:cNvPr>
          <p:cNvSpPr>
            <a:spLocks noGrp="1"/>
          </p:cNvSpPr>
          <p:nvPr/>
        </p:nvSpPr>
        <p:spPr>
          <a:xfrm rot="10800000" flipH="1">
            <a:off x="5458910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43" name="Circle">
            <a:extLst>
              <a:ext uri="{FF2B5EF4-FFF2-40B4-BE49-F238E27FC236}">
                <a16:creationId xmlns:a16="http://schemas.microsoft.com/office/drawing/2014/main" id="{C1306705-050C-4480-BF33-6927AA35EA13}"/>
              </a:ext>
            </a:extLst>
          </p:cNvPr>
          <p:cNvSpPr>
            <a:spLocks noGrp="1"/>
          </p:cNvSpPr>
          <p:nvPr/>
        </p:nvSpPr>
        <p:spPr>
          <a:xfrm flipH="1">
            <a:off x="6223879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45" name="Rounded Rectangle">
            <a:extLst>
              <a:ext uri="{FF2B5EF4-FFF2-40B4-BE49-F238E27FC236}">
                <a16:creationId xmlns:a16="http://schemas.microsoft.com/office/drawing/2014/main" id="{7FACC3AB-0ADA-4E07-BE2A-40D553C24CB6}"/>
              </a:ext>
            </a:extLst>
          </p:cNvPr>
          <p:cNvSpPr>
            <a:spLocks noGrp="1"/>
          </p:cNvSpPr>
          <p:nvPr/>
        </p:nvSpPr>
        <p:spPr>
          <a:xfrm>
            <a:off x="14994473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46" name="Circle">
            <a:extLst>
              <a:ext uri="{FF2B5EF4-FFF2-40B4-BE49-F238E27FC236}">
                <a16:creationId xmlns:a16="http://schemas.microsoft.com/office/drawing/2014/main" id="{083821B9-24B5-4317-A177-F9ADE6CC48F8}"/>
              </a:ext>
            </a:extLst>
          </p:cNvPr>
          <p:cNvSpPr>
            <a:spLocks noGrp="1"/>
          </p:cNvSpPr>
          <p:nvPr/>
        </p:nvSpPr>
        <p:spPr>
          <a:xfrm>
            <a:off x="15094200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47" name="Circle">
            <a:extLst>
              <a:ext uri="{FF2B5EF4-FFF2-40B4-BE49-F238E27FC236}">
                <a16:creationId xmlns:a16="http://schemas.microsoft.com/office/drawing/2014/main" id="{CB592C55-822C-4669-AB2C-D61B3F877A0B}"/>
              </a:ext>
            </a:extLst>
          </p:cNvPr>
          <p:cNvSpPr>
            <a:spLocks noGrp="1"/>
          </p:cNvSpPr>
          <p:nvPr/>
        </p:nvSpPr>
        <p:spPr>
          <a:xfrm rot="10800000">
            <a:off x="15859169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48" name="Circle">
            <a:extLst>
              <a:ext uri="{FF2B5EF4-FFF2-40B4-BE49-F238E27FC236}">
                <a16:creationId xmlns:a16="http://schemas.microsoft.com/office/drawing/2014/main" id="{73B440F4-A6F2-4D97-9403-93C899301CEB}"/>
              </a:ext>
            </a:extLst>
          </p:cNvPr>
          <p:cNvSpPr>
            <a:spLocks noGrp="1"/>
          </p:cNvSpPr>
          <p:nvPr/>
        </p:nvSpPr>
        <p:spPr>
          <a:xfrm rot="10800000" flipH="1">
            <a:off x="15094200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49" name="Circle">
            <a:extLst>
              <a:ext uri="{FF2B5EF4-FFF2-40B4-BE49-F238E27FC236}">
                <a16:creationId xmlns:a16="http://schemas.microsoft.com/office/drawing/2014/main" id="{B1B634E0-9E8E-4A2C-BA12-EDA80896C229}"/>
              </a:ext>
            </a:extLst>
          </p:cNvPr>
          <p:cNvSpPr>
            <a:spLocks noGrp="1"/>
          </p:cNvSpPr>
          <p:nvPr/>
        </p:nvSpPr>
        <p:spPr>
          <a:xfrm flipH="1">
            <a:off x="15859169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20085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A0489-D615-A838-D558-BDE51DBC6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0" name="independence">
            <a:extLst>
              <a:ext uri="{FF2B5EF4-FFF2-40B4-BE49-F238E27FC236}">
                <a16:creationId xmlns:a16="http://schemas.microsoft.com/office/drawing/2014/main" id="{5F2F2F99-D6D5-AB82-0531-73DD6AAE9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independência</a:t>
            </a:r>
          </a:p>
        </p:txBody>
      </p:sp>
      <p:sp>
        <p:nvSpPr>
          <p:cNvPr id="2921" name="P(        ) ≠ P(    )P(    )">
            <a:extLst>
              <a:ext uri="{FF2B5EF4-FFF2-40B4-BE49-F238E27FC236}">
                <a16:creationId xmlns:a16="http://schemas.microsoft.com/office/drawing/2014/main" id="{462E9068-1CEF-5474-A937-F9738EAAB6D7}"/>
              </a:ext>
            </a:extLst>
          </p:cNvPr>
          <p:cNvSpPr>
            <a:spLocks noGrp="1"/>
          </p:cNvSpPr>
          <p:nvPr/>
        </p:nvSpPr>
        <p:spPr>
          <a:xfrm>
            <a:off x="1833047" y="6368826"/>
            <a:ext cx="15225255" cy="198510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3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</a:t>
            </a:r>
            <a:r>
              <a:t>(        ) ≠ </a:t>
            </a:r>
            <a:r>
              <a:rPr i="1"/>
              <a:t>P</a:t>
            </a:r>
            <a:r>
              <a:t>(    )</a:t>
            </a:r>
            <a:r>
              <a:rPr i="1"/>
              <a:t>P</a:t>
            </a:r>
            <a:r>
              <a:t>(    )</a:t>
            </a:r>
          </a:p>
        </p:txBody>
      </p:sp>
      <p:sp>
        <p:nvSpPr>
          <p:cNvPr id="2922" name="Rounded Rectangle">
            <a:extLst>
              <a:ext uri="{FF2B5EF4-FFF2-40B4-BE49-F238E27FC236}">
                <a16:creationId xmlns:a16="http://schemas.microsoft.com/office/drawing/2014/main" id="{3F506AFB-4457-BA26-4302-2CA07EDCBF86}"/>
              </a:ext>
            </a:extLst>
          </p:cNvPr>
          <p:cNvSpPr>
            <a:spLocks noGrp="1"/>
          </p:cNvSpPr>
          <p:nvPr/>
        </p:nvSpPr>
        <p:spPr>
          <a:xfrm>
            <a:off x="3714474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23" name="Circle">
            <a:extLst>
              <a:ext uri="{FF2B5EF4-FFF2-40B4-BE49-F238E27FC236}">
                <a16:creationId xmlns:a16="http://schemas.microsoft.com/office/drawing/2014/main" id="{73444D27-E15D-9410-9C72-10807EBB1C30}"/>
              </a:ext>
            </a:extLst>
          </p:cNvPr>
          <p:cNvSpPr>
            <a:spLocks noGrp="1"/>
          </p:cNvSpPr>
          <p:nvPr/>
        </p:nvSpPr>
        <p:spPr>
          <a:xfrm>
            <a:off x="3814201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24" name="Circle">
            <a:extLst>
              <a:ext uri="{FF2B5EF4-FFF2-40B4-BE49-F238E27FC236}">
                <a16:creationId xmlns:a16="http://schemas.microsoft.com/office/drawing/2014/main" id="{1639FE89-2617-C823-9FE9-D7F324920D3F}"/>
              </a:ext>
            </a:extLst>
          </p:cNvPr>
          <p:cNvSpPr>
            <a:spLocks noGrp="1"/>
          </p:cNvSpPr>
          <p:nvPr/>
        </p:nvSpPr>
        <p:spPr>
          <a:xfrm rot="10800000">
            <a:off x="4579170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25" name="Circle">
            <a:extLst>
              <a:ext uri="{FF2B5EF4-FFF2-40B4-BE49-F238E27FC236}">
                <a16:creationId xmlns:a16="http://schemas.microsoft.com/office/drawing/2014/main" id="{AADD7591-5E68-8786-C588-695A973C86BB}"/>
              </a:ext>
            </a:extLst>
          </p:cNvPr>
          <p:cNvSpPr>
            <a:spLocks noGrp="1"/>
          </p:cNvSpPr>
          <p:nvPr/>
        </p:nvSpPr>
        <p:spPr>
          <a:xfrm rot="10800000" flipH="1">
            <a:off x="3814201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26" name="Circle">
            <a:extLst>
              <a:ext uri="{FF2B5EF4-FFF2-40B4-BE49-F238E27FC236}">
                <a16:creationId xmlns:a16="http://schemas.microsoft.com/office/drawing/2014/main" id="{29999BCB-081F-835B-DF21-A177ECD5DAC1}"/>
              </a:ext>
            </a:extLst>
          </p:cNvPr>
          <p:cNvSpPr>
            <a:spLocks noGrp="1"/>
          </p:cNvSpPr>
          <p:nvPr/>
        </p:nvSpPr>
        <p:spPr>
          <a:xfrm flipH="1">
            <a:off x="4579170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27" name="Circle">
            <a:extLst>
              <a:ext uri="{FF2B5EF4-FFF2-40B4-BE49-F238E27FC236}">
                <a16:creationId xmlns:a16="http://schemas.microsoft.com/office/drawing/2014/main" id="{47E4631A-A434-CB5A-E7C2-D9BB7AB75F61}"/>
              </a:ext>
            </a:extLst>
          </p:cNvPr>
          <p:cNvSpPr>
            <a:spLocks noGrp="1"/>
          </p:cNvSpPr>
          <p:nvPr/>
        </p:nvSpPr>
        <p:spPr>
          <a:xfrm rot="10800000">
            <a:off x="3814201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28" name="Circle">
            <a:extLst>
              <a:ext uri="{FF2B5EF4-FFF2-40B4-BE49-F238E27FC236}">
                <a16:creationId xmlns:a16="http://schemas.microsoft.com/office/drawing/2014/main" id="{3D00859F-7C55-A997-CD4E-34C0CAE79AC3}"/>
              </a:ext>
            </a:extLst>
          </p:cNvPr>
          <p:cNvSpPr>
            <a:spLocks noGrp="1"/>
          </p:cNvSpPr>
          <p:nvPr/>
        </p:nvSpPr>
        <p:spPr>
          <a:xfrm rot="10800000">
            <a:off x="4579170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30" name="Rounded Rectangle">
            <a:extLst>
              <a:ext uri="{FF2B5EF4-FFF2-40B4-BE49-F238E27FC236}">
                <a16:creationId xmlns:a16="http://schemas.microsoft.com/office/drawing/2014/main" id="{D978C33A-503B-C37E-1F43-7B178CAAA641}"/>
              </a:ext>
            </a:extLst>
          </p:cNvPr>
          <p:cNvSpPr>
            <a:spLocks noGrp="1"/>
          </p:cNvSpPr>
          <p:nvPr/>
        </p:nvSpPr>
        <p:spPr>
          <a:xfrm>
            <a:off x="11125348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31" name="Circle">
            <a:extLst>
              <a:ext uri="{FF2B5EF4-FFF2-40B4-BE49-F238E27FC236}">
                <a16:creationId xmlns:a16="http://schemas.microsoft.com/office/drawing/2014/main" id="{86263CF7-4935-7120-FC04-0652373D68C7}"/>
              </a:ext>
            </a:extLst>
          </p:cNvPr>
          <p:cNvSpPr>
            <a:spLocks noGrp="1"/>
          </p:cNvSpPr>
          <p:nvPr/>
        </p:nvSpPr>
        <p:spPr>
          <a:xfrm>
            <a:off x="11225075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32" name="Circle">
            <a:extLst>
              <a:ext uri="{FF2B5EF4-FFF2-40B4-BE49-F238E27FC236}">
                <a16:creationId xmlns:a16="http://schemas.microsoft.com/office/drawing/2014/main" id="{2CAF31F6-CF5D-65D8-0502-C13967058B8F}"/>
              </a:ext>
            </a:extLst>
          </p:cNvPr>
          <p:cNvSpPr>
            <a:spLocks noGrp="1"/>
          </p:cNvSpPr>
          <p:nvPr/>
        </p:nvSpPr>
        <p:spPr>
          <a:xfrm rot="10800000">
            <a:off x="11990044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33" name="Circle">
            <a:extLst>
              <a:ext uri="{FF2B5EF4-FFF2-40B4-BE49-F238E27FC236}">
                <a16:creationId xmlns:a16="http://schemas.microsoft.com/office/drawing/2014/main" id="{D0CC6987-3D2E-5E75-F877-1433A07B6E09}"/>
              </a:ext>
            </a:extLst>
          </p:cNvPr>
          <p:cNvSpPr>
            <a:spLocks noGrp="1"/>
          </p:cNvSpPr>
          <p:nvPr/>
        </p:nvSpPr>
        <p:spPr>
          <a:xfrm rot="10800000" flipH="1">
            <a:off x="11225075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34" name="Circle">
            <a:extLst>
              <a:ext uri="{FF2B5EF4-FFF2-40B4-BE49-F238E27FC236}">
                <a16:creationId xmlns:a16="http://schemas.microsoft.com/office/drawing/2014/main" id="{128D1755-BB3B-03CB-206C-8FC70F8CD479}"/>
              </a:ext>
            </a:extLst>
          </p:cNvPr>
          <p:cNvSpPr>
            <a:spLocks noGrp="1"/>
          </p:cNvSpPr>
          <p:nvPr/>
        </p:nvSpPr>
        <p:spPr>
          <a:xfrm flipH="1">
            <a:off x="11990044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35" name="Circle">
            <a:extLst>
              <a:ext uri="{FF2B5EF4-FFF2-40B4-BE49-F238E27FC236}">
                <a16:creationId xmlns:a16="http://schemas.microsoft.com/office/drawing/2014/main" id="{E34BB192-2032-D3DA-40FA-7B9E40879963}"/>
              </a:ext>
            </a:extLst>
          </p:cNvPr>
          <p:cNvSpPr>
            <a:spLocks noGrp="1"/>
          </p:cNvSpPr>
          <p:nvPr/>
        </p:nvSpPr>
        <p:spPr>
          <a:xfrm rot="10800000">
            <a:off x="11225075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36" name="Circle">
            <a:extLst>
              <a:ext uri="{FF2B5EF4-FFF2-40B4-BE49-F238E27FC236}">
                <a16:creationId xmlns:a16="http://schemas.microsoft.com/office/drawing/2014/main" id="{FA4EA85F-F77C-A7AA-3C27-A8E29549045E}"/>
              </a:ext>
            </a:extLst>
          </p:cNvPr>
          <p:cNvSpPr>
            <a:spLocks noGrp="1"/>
          </p:cNvSpPr>
          <p:nvPr/>
        </p:nvSpPr>
        <p:spPr>
          <a:xfrm rot="10800000">
            <a:off x="11990044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38" name="Equation">
                <a:extLst>
                  <a:ext uri="{FF2B5EF4-FFF2-40B4-BE49-F238E27FC236}">
                    <a16:creationId xmlns:a16="http://schemas.microsoft.com/office/drawing/2014/main" id="{777A686A-5186-86B0-4A86-2F8973C5528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004898" y="9605622"/>
                <a:ext cx="8374204" cy="318874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1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  <m:r>
                        <a:rPr sz="11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ctrlP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  <m:r>
                        <a:rPr sz="11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sz="11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938" name="Equation">
                <a:extLst>
                  <a:ext uri="{FF2B5EF4-FFF2-40B4-BE49-F238E27FC236}">
                    <a16:creationId xmlns:a16="http://schemas.microsoft.com/office/drawing/2014/main" id="{777A686A-5186-86B0-4A86-2F8973C552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898" y="9605622"/>
                <a:ext cx="8374204" cy="3188743"/>
              </a:xfrm>
              <a:prstGeom prst="rect">
                <a:avLst/>
              </a:prstGeom>
              <a:blipFill>
                <a:blip r:embed="rId3"/>
                <a:stretch>
                  <a:fillRect l="-455" t="-1190" r="-2879" b="-21032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39" name="Rounded Rectangle">
            <a:extLst>
              <a:ext uri="{FF2B5EF4-FFF2-40B4-BE49-F238E27FC236}">
                <a16:creationId xmlns:a16="http://schemas.microsoft.com/office/drawing/2014/main" id="{FCC493FE-061E-4D6F-69A5-D99C513F8C63}"/>
              </a:ext>
            </a:extLst>
          </p:cNvPr>
          <p:cNvSpPr>
            <a:spLocks noGrp="1"/>
          </p:cNvSpPr>
          <p:nvPr/>
        </p:nvSpPr>
        <p:spPr>
          <a:xfrm>
            <a:off x="5359183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40" name="Circle">
            <a:extLst>
              <a:ext uri="{FF2B5EF4-FFF2-40B4-BE49-F238E27FC236}">
                <a16:creationId xmlns:a16="http://schemas.microsoft.com/office/drawing/2014/main" id="{D1BBCAC0-E3C5-DA0E-7D3D-DA63F547CE46}"/>
              </a:ext>
            </a:extLst>
          </p:cNvPr>
          <p:cNvSpPr>
            <a:spLocks noGrp="1"/>
          </p:cNvSpPr>
          <p:nvPr/>
        </p:nvSpPr>
        <p:spPr>
          <a:xfrm>
            <a:off x="5458910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41" name="Circle">
            <a:extLst>
              <a:ext uri="{FF2B5EF4-FFF2-40B4-BE49-F238E27FC236}">
                <a16:creationId xmlns:a16="http://schemas.microsoft.com/office/drawing/2014/main" id="{9FA5F20B-96CE-1CCC-E3D3-B75825895DD8}"/>
              </a:ext>
            </a:extLst>
          </p:cNvPr>
          <p:cNvSpPr>
            <a:spLocks noGrp="1"/>
          </p:cNvSpPr>
          <p:nvPr/>
        </p:nvSpPr>
        <p:spPr>
          <a:xfrm rot="10800000">
            <a:off x="6223879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42" name="Circle">
            <a:extLst>
              <a:ext uri="{FF2B5EF4-FFF2-40B4-BE49-F238E27FC236}">
                <a16:creationId xmlns:a16="http://schemas.microsoft.com/office/drawing/2014/main" id="{611090AC-691A-1BA9-C9A4-B785DC0BE413}"/>
              </a:ext>
            </a:extLst>
          </p:cNvPr>
          <p:cNvSpPr>
            <a:spLocks noGrp="1"/>
          </p:cNvSpPr>
          <p:nvPr/>
        </p:nvSpPr>
        <p:spPr>
          <a:xfrm rot="10800000" flipH="1">
            <a:off x="5458910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43" name="Circle">
            <a:extLst>
              <a:ext uri="{FF2B5EF4-FFF2-40B4-BE49-F238E27FC236}">
                <a16:creationId xmlns:a16="http://schemas.microsoft.com/office/drawing/2014/main" id="{487E2D8C-5B72-E468-BC36-2F6BC249632A}"/>
              </a:ext>
            </a:extLst>
          </p:cNvPr>
          <p:cNvSpPr>
            <a:spLocks noGrp="1"/>
          </p:cNvSpPr>
          <p:nvPr/>
        </p:nvSpPr>
        <p:spPr>
          <a:xfrm flipH="1">
            <a:off x="6223879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45" name="Rounded Rectangle">
            <a:extLst>
              <a:ext uri="{FF2B5EF4-FFF2-40B4-BE49-F238E27FC236}">
                <a16:creationId xmlns:a16="http://schemas.microsoft.com/office/drawing/2014/main" id="{177B0DFD-FF8C-79B6-76C2-EFDF4708BAE3}"/>
              </a:ext>
            </a:extLst>
          </p:cNvPr>
          <p:cNvSpPr>
            <a:spLocks noGrp="1"/>
          </p:cNvSpPr>
          <p:nvPr/>
        </p:nvSpPr>
        <p:spPr>
          <a:xfrm>
            <a:off x="14994473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46" name="Circle">
            <a:extLst>
              <a:ext uri="{FF2B5EF4-FFF2-40B4-BE49-F238E27FC236}">
                <a16:creationId xmlns:a16="http://schemas.microsoft.com/office/drawing/2014/main" id="{4281EB98-4B25-715A-5260-F32390DA2EB3}"/>
              </a:ext>
            </a:extLst>
          </p:cNvPr>
          <p:cNvSpPr>
            <a:spLocks noGrp="1"/>
          </p:cNvSpPr>
          <p:nvPr/>
        </p:nvSpPr>
        <p:spPr>
          <a:xfrm>
            <a:off x="15094200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47" name="Circle">
            <a:extLst>
              <a:ext uri="{FF2B5EF4-FFF2-40B4-BE49-F238E27FC236}">
                <a16:creationId xmlns:a16="http://schemas.microsoft.com/office/drawing/2014/main" id="{005543D8-A65A-9F5B-1A6C-BD2A48576812}"/>
              </a:ext>
            </a:extLst>
          </p:cNvPr>
          <p:cNvSpPr>
            <a:spLocks noGrp="1"/>
          </p:cNvSpPr>
          <p:nvPr/>
        </p:nvSpPr>
        <p:spPr>
          <a:xfrm rot="10800000">
            <a:off x="15859169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48" name="Circle">
            <a:extLst>
              <a:ext uri="{FF2B5EF4-FFF2-40B4-BE49-F238E27FC236}">
                <a16:creationId xmlns:a16="http://schemas.microsoft.com/office/drawing/2014/main" id="{FD993975-02F5-711D-2BC5-66095CC8D683}"/>
              </a:ext>
            </a:extLst>
          </p:cNvPr>
          <p:cNvSpPr>
            <a:spLocks noGrp="1"/>
          </p:cNvSpPr>
          <p:nvPr/>
        </p:nvSpPr>
        <p:spPr>
          <a:xfrm rot="10800000" flipH="1">
            <a:off x="15094200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49" name="Circle">
            <a:extLst>
              <a:ext uri="{FF2B5EF4-FFF2-40B4-BE49-F238E27FC236}">
                <a16:creationId xmlns:a16="http://schemas.microsoft.com/office/drawing/2014/main" id="{C2140625-1625-376B-5297-5FFAA8E1E829}"/>
              </a:ext>
            </a:extLst>
          </p:cNvPr>
          <p:cNvSpPr>
            <a:spLocks noGrp="1"/>
          </p:cNvSpPr>
          <p:nvPr/>
        </p:nvSpPr>
        <p:spPr>
          <a:xfrm flipH="1">
            <a:off x="15859169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01763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2" name="independence">
            <a:extLst>
              <a:ext uri="{FF2B5EF4-FFF2-40B4-BE49-F238E27FC236}">
                <a16:creationId xmlns:a16="http://schemas.microsoft.com/office/drawing/2014/main" id="{1F5BB3FD-6FA2-4B29-A9E7-1E723771C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independência</a:t>
            </a:r>
          </a:p>
        </p:txBody>
      </p:sp>
      <p:sp>
        <p:nvSpPr>
          <p:cNvPr id="2953" name="P(        ) = P(    )P(     |    )">
            <a:extLst>
              <a:ext uri="{FF2B5EF4-FFF2-40B4-BE49-F238E27FC236}">
                <a16:creationId xmlns:a16="http://schemas.microsoft.com/office/drawing/2014/main" id="{B537454E-EB7B-422F-95EA-CEEFF3931D0A}"/>
              </a:ext>
            </a:extLst>
          </p:cNvPr>
          <p:cNvSpPr>
            <a:spLocks noGrp="1"/>
          </p:cNvSpPr>
          <p:nvPr/>
        </p:nvSpPr>
        <p:spPr>
          <a:xfrm>
            <a:off x="1833047" y="6368826"/>
            <a:ext cx="17718957" cy="198510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3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</a:t>
            </a:r>
            <a:r>
              <a:t>(        ) = </a:t>
            </a:r>
            <a:r>
              <a:rPr i="1"/>
              <a:t>P</a:t>
            </a:r>
            <a:r>
              <a:t>(    )</a:t>
            </a:r>
            <a:r>
              <a:rPr i="1"/>
              <a:t>P</a:t>
            </a:r>
            <a:r>
              <a:t>(     |    )</a:t>
            </a:r>
          </a:p>
        </p:txBody>
      </p:sp>
      <p:sp>
        <p:nvSpPr>
          <p:cNvPr id="2954" name="Rounded Rectangle">
            <a:extLst>
              <a:ext uri="{FF2B5EF4-FFF2-40B4-BE49-F238E27FC236}">
                <a16:creationId xmlns:a16="http://schemas.microsoft.com/office/drawing/2014/main" id="{B497107E-460D-454C-B2BE-355D17516385}"/>
              </a:ext>
            </a:extLst>
          </p:cNvPr>
          <p:cNvSpPr>
            <a:spLocks noGrp="1"/>
          </p:cNvSpPr>
          <p:nvPr/>
        </p:nvSpPr>
        <p:spPr>
          <a:xfrm>
            <a:off x="3714474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55" name="Circle">
            <a:extLst>
              <a:ext uri="{FF2B5EF4-FFF2-40B4-BE49-F238E27FC236}">
                <a16:creationId xmlns:a16="http://schemas.microsoft.com/office/drawing/2014/main" id="{C7955B21-90C2-4092-8A00-CFF31FF8B26B}"/>
              </a:ext>
            </a:extLst>
          </p:cNvPr>
          <p:cNvSpPr>
            <a:spLocks noGrp="1"/>
          </p:cNvSpPr>
          <p:nvPr/>
        </p:nvSpPr>
        <p:spPr>
          <a:xfrm>
            <a:off x="3814201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56" name="Circle">
            <a:extLst>
              <a:ext uri="{FF2B5EF4-FFF2-40B4-BE49-F238E27FC236}">
                <a16:creationId xmlns:a16="http://schemas.microsoft.com/office/drawing/2014/main" id="{1FF7E3CD-71FA-4415-87C0-A52E89EB6B4B}"/>
              </a:ext>
            </a:extLst>
          </p:cNvPr>
          <p:cNvSpPr>
            <a:spLocks noGrp="1"/>
          </p:cNvSpPr>
          <p:nvPr/>
        </p:nvSpPr>
        <p:spPr>
          <a:xfrm rot="10800000">
            <a:off x="4579170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57" name="Circle">
            <a:extLst>
              <a:ext uri="{FF2B5EF4-FFF2-40B4-BE49-F238E27FC236}">
                <a16:creationId xmlns:a16="http://schemas.microsoft.com/office/drawing/2014/main" id="{D5EF281A-7514-47FA-A10D-A74B4F4F634E}"/>
              </a:ext>
            </a:extLst>
          </p:cNvPr>
          <p:cNvSpPr>
            <a:spLocks noGrp="1"/>
          </p:cNvSpPr>
          <p:nvPr/>
        </p:nvSpPr>
        <p:spPr>
          <a:xfrm rot="10800000" flipH="1">
            <a:off x="3814201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58" name="Circle">
            <a:extLst>
              <a:ext uri="{FF2B5EF4-FFF2-40B4-BE49-F238E27FC236}">
                <a16:creationId xmlns:a16="http://schemas.microsoft.com/office/drawing/2014/main" id="{603E4E31-227E-4E1C-8B98-650B5AE4B197}"/>
              </a:ext>
            </a:extLst>
          </p:cNvPr>
          <p:cNvSpPr>
            <a:spLocks noGrp="1"/>
          </p:cNvSpPr>
          <p:nvPr/>
        </p:nvSpPr>
        <p:spPr>
          <a:xfrm flipH="1">
            <a:off x="4579170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59" name="Circle">
            <a:extLst>
              <a:ext uri="{FF2B5EF4-FFF2-40B4-BE49-F238E27FC236}">
                <a16:creationId xmlns:a16="http://schemas.microsoft.com/office/drawing/2014/main" id="{7291045A-A593-4DB5-B333-3C318AB89F91}"/>
              </a:ext>
            </a:extLst>
          </p:cNvPr>
          <p:cNvSpPr>
            <a:spLocks noGrp="1"/>
          </p:cNvSpPr>
          <p:nvPr/>
        </p:nvSpPr>
        <p:spPr>
          <a:xfrm rot="10800000">
            <a:off x="3814201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60" name="Circle">
            <a:extLst>
              <a:ext uri="{FF2B5EF4-FFF2-40B4-BE49-F238E27FC236}">
                <a16:creationId xmlns:a16="http://schemas.microsoft.com/office/drawing/2014/main" id="{2D4C1146-FB68-4F41-9130-1EEF598EE095}"/>
              </a:ext>
            </a:extLst>
          </p:cNvPr>
          <p:cNvSpPr>
            <a:spLocks noGrp="1"/>
          </p:cNvSpPr>
          <p:nvPr/>
        </p:nvSpPr>
        <p:spPr>
          <a:xfrm rot="10800000">
            <a:off x="4579170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62" name="Rounded Rectangle">
            <a:extLst>
              <a:ext uri="{FF2B5EF4-FFF2-40B4-BE49-F238E27FC236}">
                <a16:creationId xmlns:a16="http://schemas.microsoft.com/office/drawing/2014/main" id="{F03D7066-9F93-4A48-95F8-3E8445FB1CB0}"/>
              </a:ext>
            </a:extLst>
          </p:cNvPr>
          <p:cNvSpPr>
            <a:spLocks noGrp="1"/>
          </p:cNvSpPr>
          <p:nvPr/>
        </p:nvSpPr>
        <p:spPr>
          <a:xfrm>
            <a:off x="11125348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63" name="Circle">
            <a:extLst>
              <a:ext uri="{FF2B5EF4-FFF2-40B4-BE49-F238E27FC236}">
                <a16:creationId xmlns:a16="http://schemas.microsoft.com/office/drawing/2014/main" id="{6B69AF32-81A1-4E02-AFA5-DD11E7FFBD9A}"/>
              </a:ext>
            </a:extLst>
          </p:cNvPr>
          <p:cNvSpPr>
            <a:spLocks noGrp="1"/>
          </p:cNvSpPr>
          <p:nvPr/>
        </p:nvSpPr>
        <p:spPr>
          <a:xfrm>
            <a:off x="11225075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64" name="Circle">
            <a:extLst>
              <a:ext uri="{FF2B5EF4-FFF2-40B4-BE49-F238E27FC236}">
                <a16:creationId xmlns:a16="http://schemas.microsoft.com/office/drawing/2014/main" id="{8318A1DA-715F-4E7C-8AFE-8E8D2DD63646}"/>
              </a:ext>
            </a:extLst>
          </p:cNvPr>
          <p:cNvSpPr>
            <a:spLocks noGrp="1"/>
          </p:cNvSpPr>
          <p:nvPr/>
        </p:nvSpPr>
        <p:spPr>
          <a:xfrm rot="10800000">
            <a:off x="11990044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65" name="Circle">
            <a:extLst>
              <a:ext uri="{FF2B5EF4-FFF2-40B4-BE49-F238E27FC236}">
                <a16:creationId xmlns:a16="http://schemas.microsoft.com/office/drawing/2014/main" id="{EB07FD40-D35D-42F0-B99F-9FDDE1AC3788}"/>
              </a:ext>
            </a:extLst>
          </p:cNvPr>
          <p:cNvSpPr>
            <a:spLocks noGrp="1"/>
          </p:cNvSpPr>
          <p:nvPr/>
        </p:nvSpPr>
        <p:spPr>
          <a:xfrm rot="10800000" flipH="1">
            <a:off x="11225075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66" name="Circle">
            <a:extLst>
              <a:ext uri="{FF2B5EF4-FFF2-40B4-BE49-F238E27FC236}">
                <a16:creationId xmlns:a16="http://schemas.microsoft.com/office/drawing/2014/main" id="{D9FC2DDE-47FF-4E9B-B51E-FC33A05D016A}"/>
              </a:ext>
            </a:extLst>
          </p:cNvPr>
          <p:cNvSpPr>
            <a:spLocks noGrp="1"/>
          </p:cNvSpPr>
          <p:nvPr/>
        </p:nvSpPr>
        <p:spPr>
          <a:xfrm flipH="1">
            <a:off x="11990044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67" name="Circle">
            <a:extLst>
              <a:ext uri="{FF2B5EF4-FFF2-40B4-BE49-F238E27FC236}">
                <a16:creationId xmlns:a16="http://schemas.microsoft.com/office/drawing/2014/main" id="{BD386419-C144-47E7-9BC1-0EE60DB38346}"/>
              </a:ext>
            </a:extLst>
          </p:cNvPr>
          <p:cNvSpPr>
            <a:spLocks noGrp="1"/>
          </p:cNvSpPr>
          <p:nvPr/>
        </p:nvSpPr>
        <p:spPr>
          <a:xfrm rot="10800000">
            <a:off x="11225075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68" name="Circle">
            <a:extLst>
              <a:ext uri="{FF2B5EF4-FFF2-40B4-BE49-F238E27FC236}">
                <a16:creationId xmlns:a16="http://schemas.microsoft.com/office/drawing/2014/main" id="{C5AB35EF-C976-466D-961A-273847981411}"/>
              </a:ext>
            </a:extLst>
          </p:cNvPr>
          <p:cNvSpPr>
            <a:spLocks noGrp="1"/>
          </p:cNvSpPr>
          <p:nvPr/>
        </p:nvSpPr>
        <p:spPr>
          <a:xfrm rot="10800000">
            <a:off x="11990044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71" name="Rounded Rectangle">
            <a:extLst>
              <a:ext uri="{FF2B5EF4-FFF2-40B4-BE49-F238E27FC236}">
                <a16:creationId xmlns:a16="http://schemas.microsoft.com/office/drawing/2014/main" id="{A5102AEE-ACE8-4D3A-9C27-1E0CB64371CE}"/>
              </a:ext>
            </a:extLst>
          </p:cNvPr>
          <p:cNvSpPr>
            <a:spLocks noGrp="1"/>
          </p:cNvSpPr>
          <p:nvPr/>
        </p:nvSpPr>
        <p:spPr>
          <a:xfrm>
            <a:off x="5359183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72" name="Circle">
            <a:extLst>
              <a:ext uri="{FF2B5EF4-FFF2-40B4-BE49-F238E27FC236}">
                <a16:creationId xmlns:a16="http://schemas.microsoft.com/office/drawing/2014/main" id="{A42A64C8-CBC6-4585-AD36-3DCB78EB2FEF}"/>
              </a:ext>
            </a:extLst>
          </p:cNvPr>
          <p:cNvSpPr>
            <a:spLocks noGrp="1"/>
          </p:cNvSpPr>
          <p:nvPr/>
        </p:nvSpPr>
        <p:spPr>
          <a:xfrm>
            <a:off x="5458910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73" name="Circle">
            <a:extLst>
              <a:ext uri="{FF2B5EF4-FFF2-40B4-BE49-F238E27FC236}">
                <a16:creationId xmlns:a16="http://schemas.microsoft.com/office/drawing/2014/main" id="{E8B76D9B-E31C-42D5-A6C0-CC9F1729E6EE}"/>
              </a:ext>
            </a:extLst>
          </p:cNvPr>
          <p:cNvSpPr>
            <a:spLocks noGrp="1"/>
          </p:cNvSpPr>
          <p:nvPr/>
        </p:nvSpPr>
        <p:spPr>
          <a:xfrm rot="10800000">
            <a:off x="6223879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74" name="Circle">
            <a:extLst>
              <a:ext uri="{FF2B5EF4-FFF2-40B4-BE49-F238E27FC236}">
                <a16:creationId xmlns:a16="http://schemas.microsoft.com/office/drawing/2014/main" id="{EDDE4AEA-262E-458E-80A6-B7C527EC05D6}"/>
              </a:ext>
            </a:extLst>
          </p:cNvPr>
          <p:cNvSpPr>
            <a:spLocks noGrp="1"/>
          </p:cNvSpPr>
          <p:nvPr/>
        </p:nvSpPr>
        <p:spPr>
          <a:xfrm rot="10800000" flipH="1">
            <a:off x="5458910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75" name="Circle">
            <a:extLst>
              <a:ext uri="{FF2B5EF4-FFF2-40B4-BE49-F238E27FC236}">
                <a16:creationId xmlns:a16="http://schemas.microsoft.com/office/drawing/2014/main" id="{E0B8789C-E1A1-4210-B87E-325888425DDC}"/>
              </a:ext>
            </a:extLst>
          </p:cNvPr>
          <p:cNvSpPr>
            <a:spLocks noGrp="1"/>
          </p:cNvSpPr>
          <p:nvPr/>
        </p:nvSpPr>
        <p:spPr>
          <a:xfrm flipH="1">
            <a:off x="6223879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77" name="Rounded Rectangle">
            <a:extLst>
              <a:ext uri="{FF2B5EF4-FFF2-40B4-BE49-F238E27FC236}">
                <a16:creationId xmlns:a16="http://schemas.microsoft.com/office/drawing/2014/main" id="{36074BCD-9E4E-4DFC-9A56-076CFCE4D097}"/>
              </a:ext>
            </a:extLst>
          </p:cNvPr>
          <p:cNvSpPr>
            <a:spLocks noGrp="1"/>
          </p:cNvSpPr>
          <p:nvPr/>
        </p:nvSpPr>
        <p:spPr>
          <a:xfrm>
            <a:off x="15134301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78" name="Circle">
            <a:extLst>
              <a:ext uri="{FF2B5EF4-FFF2-40B4-BE49-F238E27FC236}">
                <a16:creationId xmlns:a16="http://schemas.microsoft.com/office/drawing/2014/main" id="{667CD253-00B2-4E33-9E8D-B8D8D89BE147}"/>
              </a:ext>
            </a:extLst>
          </p:cNvPr>
          <p:cNvSpPr>
            <a:spLocks noGrp="1"/>
          </p:cNvSpPr>
          <p:nvPr/>
        </p:nvSpPr>
        <p:spPr>
          <a:xfrm>
            <a:off x="15234028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79" name="Circle">
            <a:extLst>
              <a:ext uri="{FF2B5EF4-FFF2-40B4-BE49-F238E27FC236}">
                <a16:creationId xmlns:a16="http://schemas.microsoft.com/office/drawing/2014/main" id="{B0B3C41C-3236-4C97-9836-4757CB09A026}"/>
              </a:ext>
            </a:extLst>
          </p:cNvPr>
          <p:cNvSpPr>
            <a:spLocks noGrp="1"/>
          </p:cNvSpPr>
          <p:nvPr/>
        </p:nvSpPr>
        <p:spPr>
          <a:xfrm rot="10800000">
            <a:off x="15998997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0" name="Circle">
            <a:extLst>
              <a:ext uri="{FF2B5EF4-FFF2-40B4-BE49-F238E27FC236}">
                <a16:creationId xmlns:a16="http://schemas.microsoft.com/office/drawing/2014/main" id="{59A08867-C464-4D33-AA2A-39AA5D715DA1}"/>
              </a:ext>
            </a:extLst>
          </p:cNvPr>
          <p:cNvSpPr>
            <a:spLocks noGrp="1"/>
          </p:cNvSpPr>
          <p:nvPr/>
        </p:nvSpPr>
        <p:spPr>
          <a:xfrm rot="10800000" flipH="1">
            <a:off x="15234028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1" name="Circle">
            <a:extLst>
              <a:ext uri="{FF2B5EF4-FFF2-40B4-BE49-F238E27FC236}">
                <a16:creationId xmlns:a16="http://schemas.microsoft.com/office/drawing/2014/main" id="{1ED1A4FA-F8A4-4D02-97A3-8CCD70B5EA06}"/>
              </a:ext>
            </a:extLst>
          </p:cNvPr>
          <p:cNvSpPr>
            <a:spLocks noGrp="1"/>
          </p:cNvSpPr>
          <p:nvPr/>
        </p:nvSpPr>
        <p:spPr>
          <a:xfrm flipH="1">
            <a:off x="15998997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3" name="Rounded Rectangle">
            <a:extLst>
              <a:ext uri="{FF2B5EF4-FFF2-40B4-BE49-F238E27FC236}">
                <a16:creationId xmlns:a16="http://schemas.microsoft.com/office/drawing/2014/main" id="{63CB368D-7E47-4CDF-A5EB-68EFBCC70C5B}"/>
              </a:ext>
            </a:extLst>
          </p:cNvPr>
          <p:cNvSpPr>
            <a:spLocks noGrp="1"/>
          </p:cNvSpPr>
          <p:nvPr/>
        </p:nvSpPr>
        <p:spPr>
          <a:xfrm>
            <a:off x="17445564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4" name="Circle">
            <a:extLst>
              <a:ext uri="{FF2B5EF4-FFF2-40B4-BE49-F238E27FC236}">
                <a16:creationId xmlns:a16="http://schemas.microsoft.com/office/drawing/2014/main" id="{6D3C3C9F-4AFD-4015-A461-D9F9A141C3FF}"/>
              </a:ext>
            </a:extLst>
          </p:cNvPr>
          <p:cNvSpPr>
            <a:spLocks noGrp="1"/>
          </p:cNvSpPr>
          <p:nvPr/>
        </p:nvSpPr>
        <p:spPr>
          <a:xfrm>
            <a:off x="17545291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5" name="Circle">
            <a:extLst>
              <a:ext uri="{FF2B5EF4-FFF2-40B4-BE49-F238E27FC236}">
                <a16:creationId xmlns:a16="http://schemas.microsoft.com/office/drawing/2014/main" id="{DAFBC810-5DEA-4684-9479-AD12B64BC255}"/>
              </a:ext>
            </a:extLst>
          </p:cNvPr>
          <p:cNvSpPr>
            <a:spLocks noGrp="1"/>
          </p:cNvSpPr>
          <p:nvPr/>
        </p:nvSpPr>
        <p:spPr>
          <a:xfrm rot="10800000">
            <a:off x="18310260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6" name="Circle">
            <a:extLst>
              <a:ext uri="{FF2B5EF4-FFF2-40B4-BE49-F238E27FC236}">
                <a16:creationId xmlns:a16="http://schemas.microsoft.com/office/drawing/2014/main" id="{B9083FAC-8311-47C1-B0ED-89584CCB1327}"/>
              </a:ext>
            </a:extLst>
          </p:cNvPr>
          <p:cNvSpPr>
            <a:spLocks noGrp="1"/>
          </p:cNvSpPr>
          <p:nvPr/>
        </p:nvSpPr>
        <p:spPr>
          <a:xfrm rot="10800000" flipH="1">
            <a:off x="17545291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7" name="Circle">
            <a:extLst>
              <a:ext uri="{FF2B5EF4-FFF2-40B4-BE49-F238E27FC236}">
                <a16:creationId xmlns:a16="http://schemas.microsoft.com/office/drawing/2014/main" id="{A13BB971-15B4-45ED-B9A8-C9ACB06338AC}"/>
              </a:ext>
            </a:extLst>
          </p:cNvPr>
          <p:cNvSpPr>
            <a:spLocks noGrp="1"/>
          </p:cNvSpPr>
          <p:nvPr/>
        </p:nvSpPr>
        <p:spPr>
          <a:xfrm flipH="1">
            <a:off x="18310260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8" name="Circle">
            <a:extLst>
              <a:ext uri="{FF2B5EF4-FFF2-40B4-BE49-F238E27FC236}">
                <a16:creationId xmlns:a16="http://schemas.microsoft.com/office/drawing/2014/main" id="{D47BCE86-F115-4EFF-8956-A0FA6DFF9BC6}"/>
              </a:ext>
            </a:extLst>
          </p:cNvPr>
          <p:cNvSpPr>
            <a:spLocks noGrp="1"/>
          </p:cNvSpPr>
          <p:nvPr/>
        </p:nvSpPr>
        <p:spPr>
          <a:xfrm rot="10800000">
            <a:off x="17545291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9" name="Circle">
            <a:extLst>
              <a:ext uri="{FF2B5EF4-FFF2-40B4-BE49-F238E27FC236}">
                <a16:creationId xmlns:a16="http://schemas.microsoft.com/office/drawing/2014/main" id="{9547AB72-0CA4-403A-866E-A994CA8D61EE}"/>
              </a:ext>
            </a:extLst>
          </p:cNvPr>
          <p:cNvSpPr>
            <a:spLocks noGrp="1"/>
          </p:cNvSpPr>
          <p:nvPr/>
        </p:nvSpPr>
        <p:spPr>
          <a:xfrm rot="10800000">
            <a:off x="18310260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5876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E6346-AF5E-F7F6-E65D-CB06B9E0D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2" name="independence">
            <a:extLst>
              <a:ext uri="{FF2B5EF4-FFF2-40B4-BE49-F238E27FC236}">
                <a16:creationId xmlns:a16="http://schemas.microsoft.com/office/drawing/2014/main" id="{1996AE3B-ECB7-040C-1B9D-6FA1AFB0A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independência</a:t>
            </a:r>
          </a:p>
        </p:txBody>
      </p:sp>
      <p:sp>
        <p:nvSpPr>
          <p:cNvPr id="2953" name="P(        ) = P(    )P(     |    )">
            <a:extLst>
              <a:ext uri="{FF2B5EF4-FFF2-40B4-BE49-F238E27FC236}">
                <a16:creationId xmlns:a16="http://schemas.microsoft.com/office/drawing/2014/main" id="{E3544EF4-BDBE-39B4-1507-6761B756189B}"/>
              </a:ext>
            </a:extLst>
          </p:cNvPr>
          <p:cNvSpPr>
            <a:spLocks noGrp="1"/>
          </p:cNvSpPr>
          <p:nvPr/>
        </p:nvSpPr>
        <p:spPr>
          <a:xfrm>
            <a:off x="1833047" y="6368826"/>
            <a:ext cx="17718957" cy="198510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34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</a:t>
            </a:r>
            <a:r>
              <a:t>(        ) = </a:t>
            </a:r>
            <a:r>
              <a:rPr i="1"/>
              <a:t>P</a:t>
            </a:r>
            <a:r>
              <a:t>(    )</a:t>
            </a:r>
            <a:r>
              <a:rPr i="1"/>
              <a:t>P</a:t>
            </a:r>
            <a:r>
              <a:t>(     |    )</a:t>
            </a:r>
          </a:p>
        </p:txBody>
      </p:sp>
      <p:sp>
        <p:nvSpPr>
          <p:cNvPr id="2954" name="Rounded Rectangle">
            <a:extLst>
              <a:ext uri="{FF2B5EF4-FFF2-40B4-BE49-F238E27FC236}">
                <a16:creationId xmlns:a16="http://schemas.microsoft.com/office/drawing/2014/main" id="{EF5C995A-D052-E730-426F-7312D52E1206}"/>
              </a:ext>
            </a:extLst>
          </p:cNvPr>
          <p:cNvSpPr>
            <a:spLocks noGrp="1"/>
          </p:cNvSpPr>
          <p:nvPr/>
        </p:nvSpPr>
        <p:spPr>
          <a:xfrm>
            <a:off x="3714474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55" name="Circle">
            <a:extLst>
              <a:ext uri="{FF2B5EF4-FFF2-40B4-BE49-F238E27FC236}">
                <a16:creationId xmlns:a16="http://schemas.microsoft.com/office/drawing/2014/main" id="{27E00A4A-696B-6FB7-77F6-4A41A4D40A7A}"/>
              </a:ext>
            </a:extLst>
          </p:cNvPr>
          <p:cNvSpPr>
            <a:spLocks noGrp="1"/>
          </p:cNvSpPr>
          <p:nvPr/>
        </p:nvSpPr>
        <p:spPr>
          <a:xfrm>
            <a:off x="3814201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56" name="Circle">
            <a:extLst>
              <a:ext uri="{FF2B5EF4-FFF2-40B4-BE49-F238E27FC236}">
                <a16:creationId xmlns:a16="http://schemas.microsoft.com/office/drawing/2014/main" id="{C3EA7DA2-B315-3062-56FB-88F48906A4E1}"/>
              </a:ext>
            </a:extLst>
          </p:cNvPr>
          <p:cNvSpPr>
            <a:spLocks noGrp="1"/>
          </p:cNvSpPr>
          <p:nvPr/>
        </p:nvSpPr>
        <p:spPr>
          <a:xfrm rot="10800000">
            <a:off x="4579170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57" name="Circle">
            <a:extLst>
              <a:ext uri="{FF2B5EF4-FFF2-40B4-BE49-F238E27FC236}">
                <a16:creationId xmlns:a16="http://schemas.microsoft.com/office/drawing/2014/main" id="{1362A56A-95F6-7701-B52F-27C72A0C5075}"/>
              </a:ext>
            </a:extLst>
          </p:cNvPr>
          <p:cNvSpPr>
            <a:spLocks noGrp="1"/>
          </p:cNvSpPr>
          <p:nvPr/>
        </p:nvSpPr>
        <p:spPr>
          <a:xfrm rot="10800000" flipH="1">
            <a:off x="3814201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58" name="Circle">
            <a:extLst>
              <a:ext uri="{FF2B5EF4-FFF2-40B4-BE49-F238E27FC236}">
                <a16:creationId xmlns:a16="http://schemas.microsoft.com/office/drawing/2014/main" id="{99AAC315-06A3-B44C-CD65-78983EBD7260}"/>
              </a:ext>
            </a:extLst>
          </p:cNvPr>
          <p:cNvSpPr>
            <a:spLocks noGrp="1"/>
          </p:cNvSpPr>
          <p:nvPr/>
        </p:nvSpPr>
        <p:spPr>
          <a:xfrm flipH="1">
            <a:off x="4579170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59" name="Circle">
            <a:extLst>
              <a:ext uri="{FF2B5EF4-FFF2-40B4-BE49-F238E27FC236}">
                <a16:creationId xmlns:a16="http://schemas.microsoft.com/office/drawing/2014/main" id="{01C70E37-401C-B5B7-FA5D-069281CCE870}"/>
              </a:ext>
            </a:extLst>
          </p:cNvPr>
          <p:cNvSpPr>
            <a:spLocks noGrp="1"/>
          </p:cNvSpPr>
          <p:nvPr/>
        </p:nvSpPr>
        <p:spPr>
          <a:xfrm rot="10800000">
            <a:off x="3814201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60" name="Circle">
            <a:extLst>
              <a:ext uri="{FF2B5EF4-FFF2-40B4-BE49-F238E27FC236}">
                <a16:creationId xmlns:a16="http://schemas.microsoft.com/office/drawing/2014/main" id="{786DD6CD-4A13-5487-DDB5-BE8CE3CD22E2}"/>
              </a:ext>
            </a:extLst>
          </p:cNvPr>
          <p:cNvSpPr>
            <a:spLocks noGrp="1"/>
          </p:cNvSpPr>
          <p:nvPr/>
        </p:nvSpPr>
        <p:spPr>
          <a:xfrm rot="10800000">
            <a:off x="4579170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62" name="Rounded Rectangle">
            <a:extLst>
              <a:ext uri="{FF2B5EF4-FFF2-40B4-BE49-F238E27FC236}">
                <a16:creationId xmlns:a16="http://schemas.microsoft.com/office/drawing/2014/main" id="{A736E4AC-F999-D977-264C-4A7EC362763F}"/>
              </a:ext>
            </a:extLst>
          </p:cNvPr>
          <p:cNvSpPr>
            <a:spLocks noGrp="1"/>
          </p:cNvSpPr>
          <p:nvPr/>
        </p:nvSpPr>
        <p:spPr>
          <a:xfrm>
            <a:off x="11125348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63" name="Circle">
            <a:extLst>
              <a:ext uri="{FF2B5EF4-FFF2-40B4-BE49-F238E27FC236}">
                <a16:creationId xmlns:a16="http://schemas.microsoft.com/office/drawing/2014/main" id="{735A92A0-7645-362D-450D-106D26C1604D}"/>
              </a:ext>
            </a:extLst>
          </p:cNvPr>
          <p:cNvSpPr>
            <a:spLocks noGrp="1"/>
          </p:cNvSpPr>
          <p:nvPr/>
        </p:nvSpPr>
        <p:spPr>
          <a:xfrm>
            <a:off x="11225075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64" name="Circle">
            <a:extLst>
              <a:ext uri="{FF2B5EF4-FFF2-40B4-BE49-F238E27FC236}">
                <a16:creationId xmlns:a16="http://schemas.microsoft.com/office/drawing/2014/main" id="{15BDC9F9-7F84-994A-DA52-90C981F63B62}"/>
              </a:ext>
            </a:extLst>
          </p:cNvPr>
          <p:cNvSpPr>
            <a:spLocks noGrp="1"/>
          </p:cNvSpPr>
          <p:nvPr/>
        </p:nvSpPr>
        <p:spPr>
          <a:xfrm rot="10800000">
            <a:off x="11990044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65" name="Circle">
            <a:extLst>
              <a:ext uri="{FF2B5EF4-FFF2-40B4-BE49-F238E27FC236}">
                <a16:creationId xmlns:a16="http://schemas.microsoft.com/office/drawing/2014/main" id="{1655F9FE-B7D7-07BB-FA51-B4A70B434AFB}"/>
              </a:ext>
            </a:extLst>
          </p:cNvPr>
          <p:cNvSpPr>
            <a:spLocks noGrp="1"/>
          </p:cNvSpPr>
          <p:nvPr/>
        </p:nvSpPr>
        <p:spPr>
          <a:xfrm rot="10800000" flipH="1">
            <a:off x="11225075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66" name="Circle">
            <a:extLst>
              <a:ext uri="{FF2B5EF4-FFF2-40B4-BE49-F238E27FC236}">
                <a16:creationId xmlns:a16="http://schemas.microsoft.com/office/drawing/2014/main" id="{CA6F5F5F-375E-7CD4-8A55-61AE3DA49E27}"/>
              </a:ext>
            </a:extLst>
          </p:cNvPr>
          <p:cNvSpPr>
            <a:spLocks noGrp="1"/>
          </p:cNvSpPr>
          <p:nvPr/>
        </p:nvSpPr>
        <p:spPr>
          <a:xfrm flipH="1">
            <a:off x="11990044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67" name="Circle">
            <a:extLst>
              <a:ext uri="{FF2B5EF4-FFF2-40B4-BE49-F238E27FC236}">
                <a16:creationId xmlns:a16="http://schemas.microsoft.com/office/drawing/2014/main" id="{D4AC0778-5DF1-5249-5615-9E0B4B9C525D}"/>
              </a:ext>
            </a:extLst>
          </p:cNvPr>
          <p:cNvSpPr>
            <a:spLocks noGrp="1"/>
          </p:cNvSpPr>
          <p:nvPr/>
        </p:nvSpPr>
        <p:spPr>
          <a:xfrm rot="10800000">
            <a:off x="11225075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68" name="Circle">
            <a:extLst>
              <a:ext uri="{FF2B5EF4-FFF2-40B4-BE49-F238E27FC236}">
                <a16:creationId xmlns:a16="http://schemas.microsoft.com/office/drawing/2014/main" id="{9717CD47-ACAC-3FCD-F232-7BD49447E81B}"/>
              </a:ext>
            </a:extLst>
          </p:cNvPr>
          <p:cNvSpPr>
            <a:spLocks noGrp="1"/>
          </p:cNvSpPr>
          <p:nvPr/>
        </p:nvSpPr>
        <p:spPr>
          <a:xfrm rot="10800000">
            <a:off x="11990044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0" name="Equation">
                <a:extLst>
                  <a:ext uri="{FF2B5EF4-FFF2-40B4-BE49-F238E27FC236}">
                    <a16:creationId xmlns:a16="http://schemas.microsoft.com/office/drawing/2014/main" id="{1812AC09-CCB3-23CB-D9E9-9FD844CF70C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004898" y="9577657"/>
                <a:ext cx="6854128" cy="3188742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1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sz="11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  <m:r>
                        <a:rPr sz="11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⋅0=0</m:t>
                      </m:r>
                    </m:oMath>
                  </m:oMathPara>
                </a14:m>
                <a:endParaRPr sz="11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970" name="Equation">
                <a:extLst>
                  <a:ext uri="{FF2B5EF4-FFF2-40B4-BE49-F238E27FC236}">
                    <a16:creationId xmlns:a16="http://schemas.microsoft.com/office/drawing/2014/main" id="{1812AC09-CCB3-23CB-D9E9-9FD844CF70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898" y="9577657"/>
                <a:ext cx="6854128" cy="3188742"/>
              </a:xfrm>
              <a:prstGeom prst="rect">
                <a:avLst/>
              </a:prstGeom>
              <a:blipFill>
                <a:blip r:embed="rId3"/>
                <a:stretch>
                  <a:fillRect l="-4621" t="-1190" r="-9612" b="-21032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1" name="Rounded Rectangle">
            <a:extLst>
              <a:ext uri="{FF2B5EF4-FFF2-40B4-BE49-F238E27FC236}">
                <a16:creationId xmlns:a16="http://schemas.microsoft.com/office/drawing/2014/main" id="{4FD6C2CF-F9B0-9628-EACC-02775B9B4ECF}"/>
              </a:ext>
            </a:extLst>
          </p:cNvPr>
          <p:cNvSpPr>
            <a:spLocks noGrp="1"/>
          </p:cNvSpPr>
          <p:nvPr/>
        </p:nvSpPr>
        <p:spPr>
          <a:xfrm>
            <a:off x="5359183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72" name="Circle">
            <a:extLst>
              <a:ext uri="{FF2B5EF4-FFF2-40B4-BE49-F238E27FC236}">
                <a16:creationId xmlns:a16="http://schemas.microsoft.com/office/drawing/2014/main" id="{9FCA12E6-5731-F92B-612F-430020B87EED}"/>
              </a:ext>
            </a:extLst>
          </p:cNvPr>
          <p:cNvSpPr>
            <a:spLocks noGrp="1"/>
          </p:cNvSpPr>
          <p:nvPr/>
        </p:nvSpPr>
        <p:spPr>
          <a:xfrm>
            <a:off x="5458910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73" name="Circle">
            <a:extLst>
              <a:ext uri="{FF2B5EF4-FFF2-40B4-BE49-F238E27FC236}">
                <a16:creationId xmlns:a16="http://schemas.microsoft.com/office/drawing/2014/main" id="{A05CC374-DB7A-451C-4820-4C054A48CB48}"/>
              </a:ext>
            </a:extLst>
          </p:cNvPr>
          <p:cNvSpPr>
            <a:spLocks noGrp="1"/>
          </p:cNvSpPr>
          <p:nvPr/>
        </p:nvSpPr>
        <p:spPr>
          <a:xfrm rot="10800000">
            <a:off x="6223879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74" name="Circle">
            <a:extLst>
              <a:ext uri="{FF2B5EF4-FFF2-40B4-BE49-F238E27FC236}">
                <a16:creationId xmlns:a16="http://schemas.microsoft.com/office/drawing/2014/main" id="{F44F75F5-B6E4-24E3-63DD-2AAECEDB6002}"/>
              </a:ext>
            </a:extLst>
          </p:cNvPr>
          <p:cNvSpPr>
            <a:spLocks noGrp="1"/>
          </p:cNvSpPr>
          <p:nvPr/>
        </p:nvSpPr>
        <p:spPr>
          <a:xfrm rot="10800000" flipH="1">
            <a:off x="5458910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75" name="Circle">
            <a:extLst>
              <a:ext uri="{FF2B5EF4-FFF2-40B4-BE49-F238E27FC236}">
                <a16:creationId xmlns:a16="http://schemas.microsoft.com/office/drawing/2014/main" id="{85D8F9E8-EC1F-271A-B020-C1E432BE94DA}"/>
              </a:ext>
            </a:extLst>
          </p:cNvPr>
          <p:cNvSpPr>
            <a:spLocks noGrp="1"/>
          </p:cNvSpPr>
          <p:nvPr/>
        </p:nvSpPr>
        <p:spPr>
          <a:xfrm flipH="1">
            <a:off x="6223879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77" name="Rounded Rectangle">
            <a:extLst>
              <a:ext uri="{FF2B5EF4-FFF2-40B4-BE49-F238E27FC236}">
                <a16:creationId xmlns:a16="http://schemas.microsoft.com/office/drawing/2014/main" id="{7075AC34-982F-724E-011E-CC587BAE3EAA}"/>
              </a:ext>
            </a:extLst>
          </p:cNvPr>
          <p:cNvSpPr>
            <a:spLocks noGrp="1"/>
          </p:cNvSpPr>
          <p:nvPr/>
        </p:nvSpPr>
        <p:spPr>
          <a:xfrm>
            <a:off x="15134301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78" name="Circle">
            <a:extLst>
              <a:ext uri="{FF2B5EF4-FFF2-40B4-BE49-F238E27FC236}">
                <a16:creationId xmlns:a16="http://schemas.microsoft.com/office/drawing/2014/main" id="{B65DD17F-88BF-0B92-DB42-282C74D33904}"/>
              </a:ext>
            </a:extLst>
          </p:cNvPr>
          <p:cNvSpPr>
            <a:spLocks noGrp="1"/>
          </p:cNvSpPr>
          <p:nvPr/>
        </p:nvSpPr>
        <p:spPr>
          <a:xfrm>
            <a:off x="15234028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79" name="Circle">
            <a:extLst>
              <a:ext uri="{FF2B5EF4-FFF2-40B4-BE49-F238E27FC236}">
                <a16:creationId xmlns:a16="http://schemas.microsoft.com/office/drawing/2014/main" id="{8121D012-665D-EC18-8665-0A2F4F773756}"/>
              </a:ext>
            </a:extLst>
          </p:cNvPr>
          <p:cNvSpPr>
            <a:spLocks noGrp="1"/>
          </p:cNvSpPr>
          <p:nvPr/>
        </p:nvSpPr>
        <p:spPr>
          <a:xfrm rot="10800000">
            <a:off x="15998997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0" name="Circle">
            <a:extLst>
              <a:ext uri="{FF2B5EF4-FFF2-40B4-BE49-F238E27FC236}">
                <a16:creationId xmlns:a16="http://schemas.microsoft.com/office/drawing/2014/main" id="{446B6415-DCA3-3087-559C-01B1A67319B0}"/>
              </a:ext>
            </a:extLst>
          </p:cNvPr>
          <p:cNvSpPr>
            <a:spLocks noGrp="1"/>
          </p:cNvSpPr>
          <p:nvPr/>
        </p:nvSpPr>
        <p:spPr>
          <a:xfrm rot="10800000" flipH="1">
            <a:off x="15234028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1" name="Circle">
            <a:extLst>
              <a:ext uri="{FF2B5EF4-FFF2-40B4-BE49-F238E27FC236}">
                <a16:creationId xmlns:a16="http://schemas.microsoft.com/office/drawing/2014/main" id="{302D0C64-D158-7E62-40D2-C8E3D5B52F83}"/>
              </a:ext>
            </a:extLst>
          </p:cNvPr>
          <p:cNvSpPr>
            <a:spLocks noGrp="1"/>
          </p:cNvSpPr>
          <p:nvPr/>
        </p:nvSpPr>
        <p:spPr>
          <a:xfrm flipH="1">
            <a:off x="15998997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3" name="Rounded Rectangle">
            <a:extLst>
              <a:ext uri="{FF2B5EF4-FFF2-40B4-BE49-F238E27FC236}">
                <a16:creationId xmlns:a16="http://schemas.microsoft.com/office/drawing/2014/main" id="{CF340B78-C3AD-6CA2-B328-40E9ADD41A1D}"/>
              </a:ext>
            </a:extLst>
          </p:cNvPr>
          <p:cNvSpPr>
            <a:spLocks noGrp="1"/>
          </p:cNvSpPr>
          <p:nvPr/>
        </p:nvSpPr>
        <p:spPr>
          <a:xfrm>
            <a:off x="17445564" y="683824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5">
              <a:lumOff val="162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4" name="Circle">
            <a:extLst>
              <a:ext uri="{FF2B5EF4-FFF2-40B4-BE49-F238E27FC236}">
                <a16:creationId xmlns:a16="http://schemas.microsoft.com/office/drawing/2014/main" id="{0D85EF28-3883-32DC-E0ED-06069E492CA7}"/>
              </a:ext>
            </a:extLst>
          </p:cNvPr>
          <p:cNvSpPr>
            <a:spLocks noGrp="1"/>
          </p:cNvSpPr>
          <p:nvPr/>
        </p:nvSpPr>
        <p:spPr>
          <a:xfrm>
            <a:off x="17545291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5" name="Circle">
            <a:extLst>
              <a:ext uri="{FF2B5EF4-FFF2-40B4-BE49-F238E27FC236}">
                <a16:creationId xmlns:a16="http://schemas.microsoft.com/office/drawing/2014/main" id="{707693CD-0300-DB1A-AE3B-D923EC1DC7A4}"/>
              </a:ext>
            </a:extLst>
          </p:cNvPr>
          <p:cNvSpPr>
            <a:spLocks noGrp="1"/>
          </p:cNvSpPr>
          <p:nvPr/>
        </p:nvSpPr>
        <p:spPr>
          <a:xfrm rot="10800000">
            <a:off x="18310260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6" name="Circle">
            <a:extLst>
              <a:ext uri="{FF2B5EF4-FFF2-40B4-BE49-F238E27FC236}">
                <a16:creationId xmlns:a16="http://schemas.microsoft.com/office/drawing/2014/main" id="{C18F7EC5-1325-C887-C8E0-3EAF7CDAD1DB}"/>
              </a:ext>
            </a:extLst>
          </p:cNvPr>
          <p:cNvSpPr>
            <a:spLocks noGrp="1"/>
          </p:cNvSpPr>
          <p:nvPr/>
        </p:nvSpPr>
        <p:spPr>
          <a:xfrm rot="10800000" flipH="1">
            <a:off x="17545291" y="6944081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7" name="Circle">
            <a:extLst>
              <a:ext uri="{FF2B5EF4-FFF2-40B4-BE49-F238E27FC236}">
                <a16:creationId xmlns:a16="http://schemas.microsoft.com/office/drawing/2014/main" id="{C91B2A7A-C8DA-A682-9313-994D89138C5A}"/>
              </a:ext>
            </a:extLst>
          </p:cNvPr>
          <p:cNvSpPr>
            <a:spLocks noGrp="1"/>
          </p:cNvSpPr>
          <p:nvPr/>
        </p:nvSpPr>
        <p:spPr>
          <a:xfrm flipH="1">
            <a:off x="18310260" y="7696826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8" name="Circle">
            <a:extLst>
              <a:ext uri="{FF2B5EF4-FFF2-40B4-BE49-F238E27FC236}">
                <a16:creationId xmlns:a16="http://schemas.microsoft.com/office/drawing/2014/main" id="{66844638-A0EF-AC89-70D0-A352FD432B29}"/>
              </a:ext>
            </a:extLst>
          </p:cNvPr>
          <p:cNvSpPr>
            <a:spLocks noGrp="1"/>
          </p:cNvSpPr>
          <p:nvPr/>
        </p:nvSpPr>
        <p:spPr>
          <a:xfrm rot="10800000">
            <a:off x="17545291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9" name="Circle">
            <a:extLst>
              <a:ext uri="{FF2B5EF4-FFF2-40B4-BE49-F238E27FC236}">
                <a16:creationId xmlns:a16="http://schemas.microsoft.com/office/drawing/2014/main" id="{D6C217AD-C70C-1AA0-A4D6-ECE741AEC4B4}"/>
              </a:ext>
            </a:extLst>
          </p:cNvPr>
          <p:cNvSpPr>
            <a:spLocks noGrp="1"/>
          </p:cNvSpPr>
          <p:nvPr/>
        </p:nvSpPr>
        <p:spPr>
          <a:xfrm rot="10800000">
            <a:off x="18310260" y="7320454"/>
            <a:ext cx="305577" cy="30557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93696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2" name="Bayes' Rule">
            <a:extLst>
              <a:ext uri="{FF2B5EF4-FFF2-40B4-BE49-F238E27FC236}">
                <a16:creationId xmlns:a16="http://schemas.microsoft.com/office/drawing/2014/main" id="{C3D2468D-6635-422A-BD30-951B54FC2C9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Regra de Bayes</a:t>
            </a:r>
          </a:p>
        </p:txBody>
      </p:sp>
    </p:spTree>
    <p:extLst>
      <p:ext uri="{BB962C8B-B14F-4D97-AF65-F5344CB8AC3E}">
        <p14:creationId xmlns:p14="http://schemas.microsoft.com/office/powerpoint/2010/main" val="1740940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94" name="Equation">
                <a:extLst>
                  <a:ext uri="{FF2B5EF4-FFF2-40B4-BE49-F238E27FC236}">
                    <a16:creationId xmlns:a16="http://schemas.microsoft.com/office/drawing/2014/main" id="{AD380636-3C5E-4793-A844-902FC9CD081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486331" y="4510243"/>
                <a:ext cx="5315224" cy="1388708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∧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994" name="Equation">
                <a:extLst>
                  <a:ext uri="{FF2B5EF4-FFF2-40B4-BE49-F238E27FC236}">
                    <a16:creationId xmlns:a16="http://schemas.microsoft.com/office/drawing/2014/main" id="{AD380636-3C5E-4793-A844-902FC9CD08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331" y="4510243"/>
                <a:ext cx="5315224" cy="1388708"/>
              </a:xfrm>
              <a:prstGeom prst="rect">
                <a:avLst/>
              </a:prstGeom>
              <a:blipFill>
                <a:blip r:embed="rId3"/>
                <a:stretch>
                  <a:fillRect l="-10263" r="-25060" b="-92727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5" name="Equation">
                <a:extLst>
                  <a:ext uri="{FF2B5EF4-FFF2-40B4-BE49-F238E27FC236}">
                    <a16:creationId xmlns:a16="http://schemas.microsoft.com/office/drawing/2014/main" id="{B57CF0D2-D1AD-4D3C-9053-7E250CBF59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428639" y="4623514"/>
                <a:ext cx="951612" cy="430646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</m:oMath>
                  </m:oMathPara>
                </a14:m>
                <a:endParaRPr sz="127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995" name="Equation">
                <a:extLst>
                  <a:ext uri="{FF2B5EF4-FFF2-40B4-BE49-F238E27FC236}">
                    <a16:creationId xmlns:a16="http://schemas.microsoft.com/office/drawing/2014/main" id="{B57CF0D2-D1AD-4D3C-9053-7E250CBF59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8639" y="4623514"/>
                <a:ext cx="951612" cy="430646"/>
              </a:xfrm>
              <a:prstGeom prst="rect">
                <a:avLst/>
              </a:prstGeom>
              <a:blipFill>
                <a:blip r:embed="rId4"/>
                <a:stretch>
                  <a:fillRect l="-35526" r="-60526" b="-33428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6" name="Equation">
                <a:extLst>
                  <a:ext uri="{FF2B5EF4-FFF2-40B4-BE49-F238E27FC236}">
                    <a16:creationId xmlns:a16="http://schemas.microsoft.com/office/drawing/2014/main" id="{4A854859-E970-42CE-A475-CC4AC8A73CA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007336" y="4510243"/>
                <a:ext cx="2790318" cy="1388708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996" name="Equation">
                <a:extLst>
                  <a:ext uri="{FF2B5EF4-FFF2-40B4-BE49-F238E27FC236}">
                    <a16:creationId xmlns:a16="http://schemas.microsoft.com/office/drawing/2014/main" id="{4A854859-E970-42CE-A475-CC4AC8A73C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7336" y="4510243"/>
                <a:ext cx="2790318" cy="1388708"/>
              </a:xfrm>
              <a:prstGeom prst="rect">
                <a:avLst/>
              </a:prstGeom>
              <a:blipFill>
                <a:blip r:embed="rId5"/>
                <a:stretch>
                  <a:fillRect l="-19545" r="-45000" b="-92727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7" name="Equation">
                <a:extLst>
                  <a:ext uri="{FF2B5EF4-FFF2-40B4-BE49-F238E27FC236}">
                    <a16:creationId xmlns:a16="http://schemas.microsoft.com/office/drawing/2014/main" id="{1315ECE7-3E03-4603-9153-C5905437D8E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424739" y="4494921"/>
                <a:ext cx="4472931" cy="141935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997" name="Equation">
                <a:extLst>
                  <a:ext uri="{FF2B5EF4-FFF2-40B4-BE49-F238E27FC236}">
                    <a16:creationId xmlns:a16="http://schemas.microsoft.com/office/drawing/2014/main" id="{1315ECE7-3E03-4603-9153-C5905437D8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4739" y="4494921"/>
                <a:ext cx="4472931" cy="1419353"/>
              </a:xfrm>
              <a:prstGeom prst="rect">
                <a:avLst/>
              </a:prstGeom>
              <a:blipFill>
                <a:blip r:embed="rId6"/>
                <a:stretch>
                  <a:fillRect l="-12181" r="-22663" b="-87611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8" name="Equation">
                <a:extLst>
                  <a:ext uri="{FF2B5EF4-FFF2-40B4-BE49-F238E27FC236}">
                    <a16:creationId xmlns:a16="http://schemas.microsoft.com/office/drawing/2014/main" id="{EE0618F7-FF10-473F-BE27-BE798A7E5C4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486331" y="9189484"/>
                <a:ext cx="5315223" cy="138870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∧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998" name="Equation">
                <a:extLst>
                  <a:ext uri="{FF2B5EF4-FFF2-40B4-BE49-F238E27FC236}">
                    <a16:creationId xmlns:a16="http://schemas.microsoft.com/office/drawing/2014/main" id="{EE0618F7-FF10-473F-BE27-BE798A7E5C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331" y="9189484"/>
                <a:ext cx="5315223" cy="1388708"/>
              </a:xfrm>
              <a:prstGeom prst="rect">
                <a:avLst/>
              </a:prstGeom>
              <a:blipFill>
                <a:blip r:embed="rId7"/>
                <a:stretch>
                  <a:fillRect l="-10263" r="-25060" b="-9363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9" name="Equation">
                <a:extLst>
                  <a:ext uri="{FF2B5EF4-FFF2-40B4-BE49-F238E27FC236}">
                    <a16:creationId xmlns:a16="http://schemas.microsoft.com/office/drawing/2014/main" id="{8F7A29B6-3B7D-479F-991B-887CA38C2FB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428638" y="9302756"/>
                <a:ext cx="951612" cy="43064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999" name="Equation">
                <a:extLst>
                  <a:ext uri="{FF2B5EF4-FFF2-40B4-BE49-F238E27FC236}">
                    <a16:creationId xmlns:a16="http://schemas.microsoft.com/office/drawing/2014/main" id="{8F7A29B6-3B7D-479F-991B-887CA38C2F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8638" y="9302756"/>
                <a:ext cx="951612" cy="430645"/>
              </a:xfrm>
              <a:prstGeom prst="rect">
                <a:avLst/>
              </a:prstGeom>
              <a:blipFill>
                <a:blip r:embed="rId8"/>
                <a:stretch>
                  <a:fillRect l="-35526" r="-60526" b="-33428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1" name="Equation">
                <a:extLst>
                  <a:ext uri="{FF2B5EF4-FFF2-40B4-BE49-F238E27FC236}">
                    <a16:creationId xmlns:a16="http://schemas.microsoft.com/office/drawing/2014/main" id="{84CBFB41-0F2F-4B9D-9A1F-0EC368E9890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007335" y="9189484"/>
                <a:ext cx="2791931" cy="1377417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01" name="Equation">
                <a:extLst>
                  <a:ext uri="{FF2B5EF4-FFF2-40B4-BE49-F238E27FC236}">
                    <a16:creationId xmlns:a16="http://schemas.microsoft.com/office/drawing/2014/main" id="{84CBFB41-0F2F-4B9D-9A1F-0EC368E989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7335" y="9189484"/>
                <a:ext cx="2791931" cy="1377417"/>
              </a:xfrm>
              <a:prstGeom prst="rect">
                <a:avLst/>
              </a:prstGeom>
              <a:blipFill>
                <a:blip r:embed="rId9"/>
                <a:stretch>
                  <a:fillRect l="-19457" r="-45249" b="-95413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2" name="Equation">
                <a:extLst>
                  <a:ext uri="{FF2B5EF4-FFF2-40B4-BE49-F238E27FC236}">
                    <a16:creationId xmlns:a16="http://schemas.microsoft.com/office/drawing/2014/main" id="{548C2221-3CD8-43DA-AC1F-C52C94FC5D4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424739" y="9174161"/>
                <a:ext cx="4472931" cy="141935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02" name="Equation">
                <a:extLst>
                  <a:ext uri="{FF2B5EF4-FFF2-40B4-BE49-F238E27FC236}">
                    <a16:creationId xmlns:a16="http://schemas.microsoft.com/office/drawing/2014/main" id="{548C2221-3CD8-43DA-AC1F-C52C94FC5D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4739" y="9174161"/>
                <a:ext cx="4472931" cy="1419353"/>
              </a:xfrm>
              <a:prstGeom prst="rect">
                <a:avLst/>
              </a:prstGeom>
              <a:blipFill>
                <a:blip r:embed="rId10"/>
                <a:stretch>
                  <a:fillRect l="-12181" r="-22663" b="-87611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0658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59ED2-2CE4-EB7B-0067-FD3AEE03D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96" name="Equation">
                <a:extLst>
                  <a:ext uri="{FF2B5EF4-FFF2-40B4-BE49-F238E27FC236}">
                    <a16:creationId xmlns:a16="http://schemas.microsoft.com/office/drawing/2014/main" id="{98F63614-5EBC-FF0D-231B-60BA1CBD0EF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007336" y="4510243"/>
                <a:ext cx="2790318" cy="1388708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996" name="Equation">
                <a:extLst>
                  <a:ext uri="{FF2B5EF4-FFF2-40B4-BE49-F238E27FC236}">
                    <a16:creationId xmlns:a16="http://schemas.microsoft.com/office/drawing/2014/main" id="{98F63614-5EBC-FF0D-231B-60BA1CBD0E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7336" y="4510243"/>
                <a:ext cx="2790318" cy="1388708"/>
              </a:xfrm>
              <a:prstGeom prst="rect">
                <a:avLst/>
              </a:prstGeom>
              <a:blipFill>
                <a:blip r:embed="rId3"/>
                <a:stretch>
                  <a:fillRect l="-19545" r="-45000" b="-92727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7" name="Equation">
                <a:extLst>
                  <a:ext uri="{FF2B5EF4-FFF2-40B4-BE49-F238E27FC236}">
                    <a16:creationId xmlns:a16="http://schemas.microsoft.com/office/drawing/2014/main" id="{2D31E917-81A5-924E-584D-77CE081F18D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424739" y="4494921"/>
                <a:ext cx="4472931" cy="141935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997" name="Equation">
                <a:extLst>
                  <a:ext uri="{FF2B5EF4-FFF2-40B4-BE49-F238E27FC236}">
                    <a16:creationId xmlns:a16="http://schemas.microsoft.com/office/drawing/2014/main" id="{2D31E917-81A5-924E-584D-77CE081F18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4739" y="4494921"/>
                <a:ext cx="4472931" cy="1419353"/>
              </a:xfrm>
              <a:prstGeom prst="rect">
                <a:avLst/>
              </a:prstGeom>
              <a:blipFill>
                <a:blip r:embed="rId4"/>
                <a:stretch>
                  <a:fillRect l="-12181" r="-22663" b="-87611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1" name="Equation">
                <a:extLst>
                  <a:ext uri="{FF2B5EF4-FFF2-40B4-BE49-F238E27FC236}">
                    <a16:creationId xmlns:a16="http://schemas.microsoft.com/office/drawing/2014/main" id="{9AC7EE2F-41EC-656F-6526-453E24CC685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007335" y="9189484"/>
                <a:ext cx="2791931" cy="1377417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01" name="Equation">
                <a:extLst>
                  <a:ext uri="{FF2B5EF4-FFF2-40B4-BE49-F238E27FC236}">
                    <a16:creationId xmlns:a16="http://schemas.microsoft.com/office/drawing/2014/main" id="{9AC7EE2F-41EC-656F-6526-453E24CC68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7335" y="9189484"/>
                <a:ext cx="2791931" cy="1377417"/>
              </a:xfrm>
              <a:prstGeom prst="rect">
                <a:avLst/>
              </a:prstGeom>
              <a:blipFill>
                <a:blip r:embed="rId5"/>
                <a:stretch>
                  <a:fillRect l="-19457" r="-45249" b="-95413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2" name="Equation">
                <a:extLst>
                  <a:ext uri="{FF2B5EF4-FFF2-40B4-BE49-F238E27FC236}">
                    <a16:creationId xmlns:a16="http://schemas.microsoft.com/office/drawing/2014/main" id="{1F4543BB-8290-8019-58A6-95693422BB9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424739" y="9174161"/>
                <a:ext cx="4472931" cy="141935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02" name="Equation">
                <a:extLst>
                  <a:ext uri="{FF2B5EF4-FFF2-40B4-BE49-F238E27FC236}">
                    <a16:creationId xmlns:a16="http://schemas.microsoft.com/office/drawing/2014/main" id="{1F4543BB-8290-8019-58A6-95693422B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4739" y="9174161"/>
                <a:ext cx="4472931" cy="1419353"/>
              </a:xfrm>
              <a:prstGeom prst="rect">
                <a:avLst/>
              </a:prstGeom>
              <a:blipFill>
                <a:blip r:embed="rId6"/>
                <a:stretch>
                  <a:fillRect l="-12181" r="-22663" b="-87611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32232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04" name="Equation">
                <a:extLst>
                  <a:ext uri="{FF2B5EF4-FFF2-40B4-BE49-F238E27FC236}">
                    <a16:creationId xmlns:a16="http://schemas.microsoft.com/office/drawing/2014/main" id="{758ADB3C-27AF-4B2E-8544-CB7912D4649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716194" y="6276917"/>
                <a:ext cx="951612" cy="430645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04" name="Equation">
                <a:extLst>
                  <a:ext uri="{FF2B5EF4-FFF2-40B4-BE49-F238E27FC236}">
                    <a16:creationId xmlns:a16="http://schemas.microsoft.com/office/drawing/2014/main" id="{758ADB3C-27AF-4B2E-8544-CB7912D464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6194" y="6276917"/>
                <a:ext cx="951612" cy="430645"/>
              </a:xfrm>
              <a:prstGeom prst="rect">
                <a:avLst/>
              </a:prstGeom>
              <a:blipFill>
                <a:blip r:embed="rId3"/>
                <a:stretch>
                  <a:fillRect l="-35526" r="-60526" b="-347059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5" name="Equation">
                <a:extLst>
                  <a:ext uri="{FF2B5EF4-FFF2-40B4-BE49-F238E27FC236}">
                    <a16:creationId xmlns:a16="http://schemas.microsoft.com/office/drawing/2014/main" id="{4B921FFA-4EAE-4545-B8B6-52D17AED236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294892" y="6163646"/>
                <a:ext cx="2790318" cy="1388708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05" name="Equation">
                <a:extLst>
                  <a:ext uri="{FF2B5EF4-FFF2-40B4-BE49-F238E27FC236}">
                    <a16:creationId xmlns:a16="http://schemas.microsoft.com/office/drawing/2014/main" id="{4B921FFA-4EAE-4545-B8B6-52D17AED2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4892" y="6163646"/>
                <a:ext cx="2790318" cy="1388708"/>
              </a:xfrm>
              <a:prstGeom prst="rect">
                <a:avLst/>
              </a:prstGeom>
              <a:blipFill>
                <a:blip r:embed="rId4"/>
                <a:stretch>
                  <a:fillRect l="-19005" r="-44344" b="-92727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6" name="Equation">
                <a:extLst>
                  <a:ext uri="{FF2B5EF4-FFF2-40B4-BE49-F238E27FC236}">
                    <a16:creationId xmlns:a16="http://schemas.microsoft.com/office/drawing/2014/main" id="{818BD71F-053A-4C5E-9D95-19CA975017F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712294" y="6148324"/>
                <a:ext cx="4472931" cy="141935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06" name="Equation">
                <a:extLst>
                  <a:ext uri="{FF2B5EF4-FFF2-40B4-BE49-F238E27FC236}">
                    <a16:creationId xmlns:a16="http://schemas.microsoft.com/office/drawing/2014/main" id="{818BD71F-053A-4C5E-9D95-19CA975017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2294" y="6148324"/>
                <a:ext cx="4472931" cy="1419353"/>
              </a:xfrm>
              <a:prstGeom prst="rect">
                <a:avLst/>
              </a:prstGeom>
              <a:blipFill>
                <a:blip r:embed="rId5"/>
                <a:stretch>
                  <a:fillRect l="-12465" r="-22380" b="-8928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7" name="Equation">
                <a:extLst>
                  <a:ext uri="{FF2B5EF4-FFF2-40B4-BE49-F238E27FC236}">
                    <a16:creationId xmlns:a16="http://schemas.microsoft.com/office/drawing/2014/main" id="{D38306E8-3E75-4C25-A925-19D1871D52A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198775" y="6163646"/>
                <a:ext cx="2791931" cy="1377417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07" name="Equation">
                <a:extLst>
                  <a:ext uri="{FF2B5EF4-FFF2-40B4-BE49-F238E27FC236}">
                    <a16:creationId xmlns:a16="http://schemas.microsoft.com/office/drawing/2014/main" id="{D38306E8-3E75-4C25-A925-19D1871D52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8775" y="6163646"/>
                <a:ext cx="2791931" cy="1377417"/>
              </a:xfrm>
              <a:prstGeom prst="rect">
                <a:avLst/>
              </a:prstGeom>
              <a:blipFill>
                <a:blip r:embed="rId6"/>
                <a:stretch>
                  <a:fillRect l="-19545" r="-45909" b="-9449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8" name="Equation">
                <a:extLst>
                  <a:ext uri="{FF2B5EF4-FFF2-40B4-BE49-F238E27FC236}">
                    <a16:creationId xmlns:a16="http://schemas.microsoft.com/office/drawing/2014/main" id="{1F852ECA-7ECC-42AA-8840-087BD3BFB87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616179" y="6148323"/>
                <a:ext cx="4472931" cy="141935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08" name="Equation">
                <a:extLst>
                  <a:ext uri="{FF2B5EF4-FFF2-40B4-BE49-F238E27FC236}">
                    <a16:creationId xmlns:a16="http://schemas.microsoft.com/office/drawing/2014/main" id="{1F852ECA-7ECC-42AA-8840-087BD3BFB8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6179" y="6148323"/>
                <a:ext cx="4472931" cy="1419353"/>
              </a:xfrm>
              <a:prstGeom prst="rect">
                <a:avLst/>
              </a:prstGeom>
              <a:blipFill>
                <a:blip r:embed="rId7"/>
                <a:stretch>
                  <a:fillRect l="-11864" r="-22316" b="-8928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3544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10" name="Equation">
                <a:extLst>
                  <a:ext uri="{FF2B5EF4-FFF2-40B4-BE49-F238E27FC236}">
                    <a16:creationId xmlns:a16="http://schemas.microsoft.com/office/drawing/2014/main" id="{F9C6E507-D8CE-453C-9194-6C14F4FB686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833527" y="6642677"/>
                <a:ext cx="951612" cy="430645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10" name="Equation">
                <a:extLst>
                  <a:ext uri="{FF2B5EF4-FFF2-40B4-BE49-F238E27FC236}">
                    <a16:creationId xmlns:a16="http://schemas.microsoft.com/office/drawing/2014/main" id="{F9C6E507-D8CE-453C-9194-6C14F4FB68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3527" y="6642677"/>
                <a:ext cx="951612" cy="430645"/>
              </a:xfrm>
              <a:prstGeom prst="rect">
                <a:avLst/>
              </a:prstGeom>
              <a:blipFill>
                <a:blip r:embed="rId3"/>
                <a:stretch>
                  <a:fillRect l="-35526" r="-60526" b="-344118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1" name="Equation">
                <a:extLst>
                  <a:ext uri="{FF2B5EF4-FFF2-40B4-BE49-F238E27FC236}">
                    <a16:creationId xmlns:a16="http://schemas.microsoft.com/office/drawing/2014/main" id="{A68B09A9-6ABA-4B39-8492-A4E63D84942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703872" y="5590818"/>
                <a:ext cx="2790318" cy="1388708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11" name="Equation">
                <a:extLst>
                  <a:ext uri="{FF2B5EF4-FFF2-40B4-BE49-F238E27FC236}">
                    <a16:creationId xmlns:a16="http://schemas.microsoft.com/office/drawing/2014/main" id="{A68B09A9-6ABA-4B39-8492-A4E63D8494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3872" y="5590818"/>
                <a:ext cx="2790318" cy="1388708"/>
              </a:xfrm>
              <a:prstGeom prst="rect">
                <a:avLst/>
              </a:prstGeom>
              <a:blipFill>
                <a:blip r:embed="rId4"/>
                <a:stretch>
                  <a:fillRect l="-19457" r="-44344" b="-92727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2" name="Equation">
                <a:extLst>
                  <a:ext uri="{FF2B5EF4-FFF2-40B4-BE49-F238E27FC236}">
                    <a16:creationId xmlns:a16="http://schemas.microsoft.com/office/drawing/2014/main" id="{EBDCD7B7-A6BF-4917-8A5D-EAAFD11DEE5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121273" y="5575495"/>
                <a:ext cx="4472931" cy="141935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12" name="Equation">
                <a:extLst>
                  <a:ext uri="{FF2B5EF4-FFF2-40B4-BE49-F238E27FC236}">
                    <a16:creationId xmlns:a16="http://schemas.microsoft.com/office/drawing/2014/main" id="{EBDCD7B7-A6BF-4917-8A5D-EAAFD11DEE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1273" y="5575495"/>
                <a:ext cx="4472931" cy="1419353"/>
              </a:xfrm>
              <a:prstGeom prst="rect">
                <a:avLst/>
              </a:prstGeom>
              <a:blipFill>
                <a:blip r:embed="rId5"/>
                <a:stretch>
                  <a:fillRect l="-12181" r="-22663" b="-8928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3" name="Equation">
                <a:extLst>
                  <a:ext uri="{FF2B5EF4-FFF2-40B4-BE49-F238E27FC236}">
                    <a16:creationId xmlns:a16="http://schemas.microsoft.com/office/drawing/2014/main" id="{19B7971A-6389-42CD-844E-D3E57671D3F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388078" y="7996905"/>
                <a:ext cx="2791931" cy="1377417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13" name="Equation">
                <a:extLst>
                  <a:ext uri="{FF2B5EF4-FFF2-40B4-BE49-F238E27FC236}">
                    <a16:creationId xmlns:a16="http://schemas.microsoft.com/office/drawing/2014/main" id="{19B7971A-6389-42CD-844E-D3E57671D3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8078" y="7996905"/>
                <a:ext cx="2791931" cy="1377417"/>
              </a:xfrm>
              <a:prstGeom prst="rect">
                <a:avLst/>
              </a:prstGeom>
              <a:blipFill>
                <a:blip r:embed="rId6"/>
                <a:stretch>
                  <a:fillRect l="-19005" r="-45701" b="-92727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4" name="Equation">
                <a:extLst>
                  <a:ext uri="{FF2B5EF4-FFF2-40B4-BE49-F238E27FC236}">
                    <a16:creationId xmlns:a16="http://schemas.microsoft.com/office/drawing/2014/main" id="{14F2CF28-CD6C-4239-9800-7DA520F866C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733511" y="6376923"/>
                <a:ext cx="4472931" cy="141935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14" name="Equation">
                <a:extLst>
                  <a:ext uri="{FF2B5EF4-FFF2-40B4-BE49-F238E27FC236}">
                    <a16:creationId xmlns:a16="http://schemas.microsoft.com/office/drawing/2014/main" id="{14F2CF28-CD6C-4239-9800-7DA520F866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511" y="6376923"/>
                <a:ext cx="4472931" cy="1419353"/>
              </a:xfrm>
              <a:prstGeom prst="rect">
                <a:avLst/>
              </a:prstGeom>
              <a:blipFill>
                <a:blip r:embed="rId7"/>
                <a:stretch>
                  <a:fillRect l="-12181" r="-22663" b="-8928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15" name="Line">
            <a:extLst>
              <a:ext uri="{FF2B5EF4-FFF2-40B4-BE49-F238E27FC236}">
                <a16:creationId xmlns:a16="http://schemas.microsoft.com/office/drawing/2014/main" id="{ADA4A122-4CBC-4FA0-92EC-00C9E74FFEB8}"/>
              </a:ext>
            </a:extLst>
          </p:cNvPr>
          <p:cNvSpPr>
            <a:spLocks noGrp="1"/>
          </p:cNvSpPr>
          <p:nvPr/>
        </p:nvSpPr>
        <p:spPr>
          <a:xfrm>
            <a:off x="11670669" y="7832474"/>
            <a:ext cx="7979820" cy="1"/>
          </a:xfrm>
          <a:prstGeom prst="line">
            <a:avLst/>
          </a:prstGeom>
          <a:ln w="152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16" name="Bayes' Rule">
            <a:extLst>
              <a:ext uri="{FF2B5EF4-FFF2-40B4-BE49-F238E27FC236}">
                <a16:creationId xmlns:a16="http://schemas.microsoft.com/office/drawing/2014/main" id="{8B3F9F51-E9DE-4719-9E91-7E5200A68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Regra de Bayes</a:t>
            </a:r>
          </a:p>
        </p:txBody>
      </p:sp>
    </p:spTree>
    <p:extLst>
      <p:ext uri="{BB962C8B-B14F-4D97-AF65-F5344CB8AC3E}">
        <p14:creationId xmlns:p14="http://schemas.microsoft.com/office/powerpoint/2010/main" val="965618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18" name="Equation">
                <a:extLst>
                  <a:ext uri="{FF2B5EF4-FFF2-40B4-BE49-F238E27FC236}">
                    <a16:creationId xmlns:a16="http://schemas.microsoft.com/office/drawing/2014/main" id="{67448CA5-12A8-422A-A46C-75FB761BA6A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833527" y="6642677"/>
                <a:ext cx="951612" cy="430645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18" name="Equation">
                <a:extLst>
                  <a:ext uri="{FF2B5EF4-FFF2-40B4-BE49-F238E27FC236}">
                    <a16:creationId xmlns:a16="http://schemas.microsoft.com/office/drawing/2014/main" id="{67448CA5-12A8-422A-A46C-75FB761BA6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3527" y="6642677"/>
                <a:ext cx="951612" cy="430645"/>
              </a:xfrm>
              <a:prstGeom prst="rect">
                <a:avLst/>
              </a:prstGeom>
              <a:blipFill>
                <a:blip r:embed="rId3"/>
                <a:stretch>
                  <a:fillRect l="-35526" r="-60526" b="-344118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9" name="Equation">
                <a:extLst>
                  <a:ext uri="{FF2B5EF4-FFF2-40B4-BE49-F238E27FC236}">
                    <a16:creationId xmlns:a16="http://schemas.microsoft.com/office/drawing/2014/main" id="{5C6F0405-9A8B-42EA-9875-3DF5416E21F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822056" y="5600082"/>
                <a:ext cx="2790319" cy="1388708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19" name="Equation">
                <a:extLst>
                  <a:ext uri="{FF2B5EF4-FFF2-40B4-BE49-F238E27FC236}">
                    <a16:creationId xmlns:a16="http://schemas.microsoft.com/office/drawing/2014/main" id="{5C6F0405-9A8B-42EA-9875-3DF5416E21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22056" y="5600082"/>
                <a:ext cx="2790319" cy="1388708"/>
              </a:xfrm>
              <a:prstGeom prst="rect">
                <a:avLst/>
              </a:prstGeom>
              <a:blipFill>
                <a:blip r:embed="rId4"/>
                <a:stretch>
                  <a:fillRect l="-19457" r="-44344" b="-92727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20" name="Equation">
                <a:extLst>
                  <a:ext uri="{FF2B5EF4-FFF2-40B4-BE49-F238E27FC236}">
                    <a16:creationId xmlns:a16="http://schemas.microsoft.com/office/drawing/2014/main" id="{E4C04E6B-9FC8-41E5-B319-B631FDA2DB8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708783" y="5584759"/>
                <a:ext cx="4472931" cy="141935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20" name="Equation">
                <a:extLst>
                  <a:ext uri="{FF2B5EF4-FFF2-40B4-BE49-F238E27FC236}">
                    <a16:creationId xmlns:a16="http://schemas.microsoft.com/office/drawing/2014/main" id="{E4C04E6B-9FC8-41E5-B319-B631FDA2DB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8783" y="5584759"/>
                <a:ext cx="4472931" cy="1419353"/>
              </a:xfrm>
              <a:prstGeom prst="rect">
                <a:avLst/>
              </a:prstGeom>
              <a:blipFill>
                <a:blip r:embed="rId5"/>
                <a:stretch>
                  <a:fillRect l="-12216" r="-22727" b="-87611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21" name="Equation">
                <a:extLst>
                  <a:ext uri="{FF2B5EF4-FFF2-40B4-BE49-F238E27FC236}">
                    <a16:creationId xmlns:a16="http://schemas.microsoft.com/office/drawing/2014/main" id="{0DFF7A27-B6D5-43DE-9E3A-E6615BF7B17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388078" y="7996905"/>
                <a:ext cx="2791931" cy="1377417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21" name="Equation">
                <a:extLst>
                  <a:ext uri="{FF2B5EF4-FFF2-40B4-BE49-F238E27FC236}">
                    <a16:creationId xmlns:a16="http://schemas.microsoft.com/office/drawing/2014/main" id="{0DFF7A27-B6D5-43DE-9E3A-E6615BF7B1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8078" y="7996905"/>
                <a:ext cx="2791931" cy="1377417"/>
              </a:xfrm>
              <a:prstGeom prst="rect">
                <a:avLst/>
              </a:prstGeom>
              <a:blipFill>
                <a:blip r:embed="rId6"/>
                <a:stretch>
                  <a:fillRect l="-19005" r="-45701" b="-92727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24" name="Bayes' Rule">
            <a:extLst>
              <a:ext uri="{FF2B5EF4-FFF2-40B4-BE49-F238E27FC236}">
                <a16:creationId xmlns:a16="http://schemas.microsoft.com/office/drawing/2014/main" id="{4D393FA5-6180-45DD-8322-CDD4F774C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Regra de Bayes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CA10C348-9E41-4BFB-F440-85747D7811CF}"/>
              </a:ext>
            </a:extLst>
          </p:cNvPr>
          <p:cNvSpPr>
            <a:spLocks noGrp="1"/>
          </p:cNvSpPr>
          <p:nvPr/>
        </p:nvSpPr>
        <p:spPr>
          <a:xfrm>
            <a:off x="11670669" y="7832474"/>
            <a:ext cx="7979820" cy="1"/>
          </a:xfrm>
          <a:prstGeom prst="line">
            <a:avLst/>
          </a:prstGeom>
          <a:ln w="152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quation">
                <a:extLst>
                  <a:ext uri="{FF2B5EF4-FFF2-40B4-BE49-F238E27FC236}">
                    <a16:creationId xmlns:a16="http://schemas.microsoft.com/office/drawing/2014/main" id="{6EFF0314-56CE-CFF3-4F4D-1E9012B9899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733511" y="6376923"/>
                <a:ext cx="4472931" cy="141935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Equation">
                <a:extLst>
                  <a:ext uri="{FF2B5EF4-FFF2-40B4-BE49-F238E27FC236}">
                    <a16:creationId xmlns:a16="http://schemas.microsoft.com/office/drawing/2014/main" id="{6EFF0314-56CE-CFF3-4F4D-1E9012B989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511" y="6376923"/>
                <a:ext cx="4472931" cy="1419353"/>
              </a:xfrm>
              <a:prstGeom prst="rect">
                <a:avLst/>
              </a:prstGeom>
              <a:blipFill>
                <a:blip r:embed="rId7"/>
                <a:stretch>
                  <a:fillRect l="-12181" r="-22663" b="-8928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87120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6" name="Water Drop">
            <a:extLst>
              <a:ext uri="{FF2B5EF4-FFF2-40B4-BE49-F238E27FC236}">
                <a16:creationId xmlns:a16="http://schemas.microsoft.com/office/drawing/2014/main" id="{58ACD51F-DDC9-41A7-98EB-12AB045D798C}"/>
              </a:ext>
            </a:extLst>
          </p:cNvPr>
          <p:cNvSpPr>
            <a:spLocks noGrp="1"/>
          </p:cNvSpPr>
          <p:nvPr/>
        </p:nvSpPr>
        <p:spPr>
          <a:xfrm>
            <a:off x="16186603" y="3145509"/>
            <a:ext cx="492493" cy="809357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27" name="PM">
            <a:extLst>
              <a:ext uri="{FF2B5EF4-FFF2-40B4-BE49-F238E27FC236}">
                <a16:creationId xmlns:a16="http://schemas.microsoft.com/office/drawing/2014/main" id="{A2667441-3190-4FB1-B65C-9CEA84881F6B}"/>
              </a:ext>
            </a:extLst>
          </p:cNvPr>
          <p:cNvSpPr>
            <a:spLocks noGrp="1"/>
          </p:cNvSpPr>
          <p:nvPr/>
        </p:nvSpPr>
        <p:spPr>
          <a:xfrm>
            <a:off x="16157179" y="1047171"/>
            <a:ext cx="2987181" cy="180024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PM</a:t>
            </a:r>
          </a:p>
        </p:txBody>
      </p:sp>
      <p:sp>
        <p:nvSpPr>
          <p:cNvPr id="3028" name="Water Drop">
            <a:extLst>
              <a:ext uri="{FF2B5EF4-FFF2-40B4-BE49-F238E27FC236}">
                <a16:creationId xmlns:a16="http://schemas.microsoft.com/office/drawing/2014/main" id="{E3D82AF4-FFCE-45B4-AD6A-1D7464D53854}"/>
              </a:ext>
            </a:extLst>
          </p:cNvPr>
          <p:cNvSpPr>
            <a:spLocks noGrp="1"/>
          </p:cNvSpPr>
          <p:nvPr/>
        </p:nvSpPr>
        <p:spPr>
          <a:xfrm>
            <a:off x="16998549" y="3791631"/>
            <a:ext cx="492493" cy="809357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29" name="Water Drop">
            <a:extLst>
              <a:ext uri="{FF2B5EF4-FFF2-40B4-BE49-F238E27FC236}">
                <a16:creationId xmlns:a16="http://schemas.microsoft.com/office/drawing/2014/main" id="{E1468FF1-08AC-4373-B6E7-7B66A754489F}"/>
              </a:ext>
            </a:extLst>
          </p:cNvPr>
          <p:cNvSpPr>
            <a:spLocks noGrp="1"/>
          </p:cNvSpPr>
          <p:nvPr/>
        </p:nvSpPr>
        <p:spPr>
          <a:xfrm>
            <a:off x="17810496" y="3145509"/>
            <a:ext cx="492493" cy="809357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30" name="Water Drop">
            <a:extLst>
              <a:ext uri="{FF2B5EF4-FFF2-40B4-BE49-F238E27FC236}">
                <a16:creationId xmlns:a16="http://schemas.microsoft.com/office/drawing/2014/main" id="{26E482C3-B14D-4EAA-ABAD-C489AE125B17}"/>
              </a:ext>
            </a:extLst>
          </p:cNvPr>
          <p:cNvSpPr>
            <a:spLocks noGrp="1"/>
          </p:cNvSpPr>
          <p:nvPr/>
        </p:nvSpPr>
        <p:spPr>
          <a:xfrm>
            <a:off x="18622441" y="3465939"/>
            <a:ext cx="492493" cy="809357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32" name="AM">
            <a:extLst>
              <a:ext uri="{FF2B5EF4-FFF2-40B4-BE49-F238E27FC236}">
                <a16:creationId xmlns:a16="http://schemas.microsoft.com/office/drawing/2014/main" id="{6F69C4AF-3A62-4E04-B2F3-FFB2F856FBF6}"/>
              </a:ext>
            </a:extLst>
          </p:cNvPr>
          <p:cNvSpPr>
            <a:spLocks noGrp="1"/>
          </p:cNvSpPr>
          <p:nvPr/>
        </p:nvSpPr>
        <p:spPr>
          <a:xfrm>
            <a:off x="5853024" y="1029060"/>
            <a:ext cx="2987180" cy="180024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AM</a:t>
            </a:r>
          </a:p>
        </p:txBody>
      </p:sp>
    </p:spTree>
    <p:extLst>
      <p:ext uri="{BB962C8B-B14F-4D97-AF65-F5344CB8AC3E}">
        <p14:creationId xmlns:p14="http://schemas.microsoft.com/office/powerpoint/2010/main" val="8608104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598E9-09CD-03C2-38B9-92E4686AA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6" name="Water Drop">
            <a:extLst>
              <a:ext uri="{FF2B5EF4-FFF2-40B4-BE49-F238E27FC236}">
                <a16:creationId xmlns:a16="http://schemas.microsoft.com/office/drawing/2014/main" id="{C3332ECA-7FA4-79E5-171D-87F676C8DFEC}"/>
              </a:ext>
            </a:extLst>
          </p:cNvPr>
          <p:cNvSpPr>
            <a:spLocks noGrp="1"/>
          </p:cNvSpPr>
          <p:nvPr/>
        </p:nvSpPr>
        <p:spPr>
          <a:xfrm>
            <a:off x="16186603" y="3145509"/>
            <a:ext cx="492493" cy="809357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27" name="PM">
            <a:extLst>
              <a:ext uri="{FF2B5EF4-FFF2-40B4-BE49-F238E27FC236}">
                <a16:creationId xmlns:a16="http://schemas.microsoft.com/office/drawing/2014/main" id="{34199E08-7B39-13E2-3B4A-BFD1719A49AE}"/>
              </a:ext>
            </a:extLst>
          </p:cNvPr>
          <p:cNvSpPr>
            <a:spLocks noGrp="1"/>
          </p:cNvSpPr>
          <p:nvPr/>
        </p:nvSpPr>
        <p:spPr>
          <a:xfrm>
            <a:off x="16157179" y="1047171"/>
            <a:ext cx="2987181" cy="180024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PM</a:t>
            </a:r>
          </a:p>
        </p:txBody>
      </p:sp>
      <p:sp>
        <p:nvSpPr>
          <p:cNvPr id="3028" name="Water Drop">
            <a:extLst>
              <a:ext uri="{FF2B5EF4-FFF2-40B4-BE49-F238E27FC236}">
                <a16:creationId xmlns:a16="http://schemas.microsoft.com/office/drawing/2014/main" id="{6E55BDAF-83F8-9416-04BE-D80978964701}"/>
              </a:ext>
            </a:extLst>
          </p:cNvPr>
          <p:cNvSpPr>
            <a:spLocks noGrp="1"/>
          </p:cNvSpPr>
          <p:nvPr/>
        </p:nvSpPr>
        <p:spPr>
          <a:xfrm>
            <a:off x="16998549" y="3791631"/>
            <a:ext cx="492493" cy="809357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29" name="Water Drop">
            <a:extLst>
              <a:ext uri="{FF2B5EF4-FFF2-40B4-BE49-F238E27FC236}">
                <a16:creationId xmlns:a16="http://schemas.microsoft.com/office/drawing/2014/main" id="{E7BBFD4F-BA86-10A3-C23F-C417A8CD47E1}"/>
              </a:ext>
            </a:extLst>
          </p:cNvPr>
          <p:cNvSpPr>
            <a:spLocks noGrp="1"/>
          </p:cNvSpPr>
          <p:nvPr/>
        </p:nvSpPr>
        <p:spPr>
          <a:xfrm>
            <a:off x="17810496" y="3145509"/>
            <a:ext cx="492493" cy="809357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30" name="Water Drop">
            <a:extLst>
              <a:ext uri="{FF2B5EF4-FFF2-40B4-BE49-F238E27FC236}">
                <a16:creationId xmlns:a16="http://schemas.microsoft.com/office/drawing/2014/main" id="{58634DA8-2981-DD0C-DA5A-106748200FA7}"/>
              </a:ext>
            </a:extLst>
          </p:cNvPr>
          <p:cNvSpPr>
            <a:spLocks noGrp="1"/>
          </p:cNvSpPr>
          <p:nvPr/>
        </p:nvSpPr>
        <p:spPr>
          <a:xfrm>
            <a:off x="18622441" y="3465939"/>
            <a:ext cx="492493" cy="809357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32" name="AM">
            <a:extLst>
              <a:ext uri="{FF2B5EF4-FFF2-40B4-BE49-F238E27FC236}">
                <a16:creationId xmlns:a16="http://schemas.microsoft.com/office/drawing/2014/main" id="{6F2073F4-3EF8-509A-E2D8-722D3E9B8973}"/>
              </a:ext>
            </a:extLst>
          </p:cNvPr>
          <p:cNvSpPr>
            <a:spLocks noGrp="1"/>
          </p:cNvSpPr>
          <p:nvPr/>
        </p:nvSpPr>
        <p:spPr>
          <a:xfrm>
            <a:off x="5853024" y="1029060"/>
            <a:ext cx="2987180" cy="180024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AM</a:t>
            </a:r>
          </a:p>
        </p:txBody>
      </p:sp>
      <p:sp>
        <p:nvSpPr>
          <p:cNvPr id="3033" name="Given clouds in the morning,…">
            <a:extLst>
              <a:ext uri="{FF2B5EF4-FFF2-40B4-BE49-F238E27FC236}">
                <a16:creationId xmlns:a16="http://schemas.microsoft.com/office/drawing/2014/main" id="{56AF4D11-1990-9F32-E259-1EBD60BAF62E}"/>
              </a:ext>
            </a:extLst>
          </p:cNvPr>
          <p:cNvSpPr>
            <a:spLocks noGrp="1"/>
          </p:cNvSpPr>
          <p:nvPr/>
        </p:nvSpPr>
        <p:spPr>
          <a:xfrm>
            <a:off x="3051146" y="5000595"/>
            <a:ext cx="18281707" cy="22656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7100" b="0">
                <a:latin typeface="Helvetica"/>
                <a:ea typeface="Helvetica"/>
                <a:cs typeface="Helvetica"/>
              </a:defRPr>
            </a:pPr>
            <a:r>
              <a:t>Dadas nuvens pela manhã,</a:t>
            </a:r>
          </a:p>
          <a:p>
            <a:pPr>
              <a:buNone/>
              <a:defRPr sz="7100" b="0">
                <a:latin typeface="Helvetica"/>
                <a:ea typeface="Helvetica"/>
                <a:cs typeface="Helvetica"/>
              </a:defRPr>
            </a:pPr>
            <a:r>
              <a:t>qual é a probabilidade de chuva à tarde?</a:t>
            </a:r>
          </a:p>
        </p:txBody>
      </p:sp>
    </p:spTree>
    <p:extLst>
      <p:ext uri="{BB962C8B-B14F-4D97-AF65-F5344CB8AC3E}">
        <p14:creationId xmlns:p14="http://schemas.microsoft.com/office/powerpoint/2010/main" val="42812412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82B9D-493B-09C4-69BD-759D941DE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6" name="Water Drop">
            <a:extLst>
              <a:ext uri="{FF2B5EF4-FFF2-40B4-BE49-F238E27FC236}">
                <a16:creationId xmlns:a16="http://schemas.microsoft.com/office/drawing/2014/main" id="{D1771C4D-DC4B-CA52-CC22-7D0F2A6A7254}"/>
              </a:ext>
            </a:extLst>
          </p:cNvPr>
          <p:cNvSpPr>
            <a:spLocks noGrp="1"/>
          </p:cNvSpPr>
          <p:nvPr/>
        </p:nvSpPr>
        <p:spPr>
          <a:xfrm>
            <a:off x="16186603" y="3145509"/>
            <a:ext cx="492493" cy="809357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27" name="PM">
            <a:extLst>
              <a:ext uri="{FF2B5EF4-FFF2-40B4-BE49-F238E27FC236}">
                <a16:creationId xmlns:a16="http://schemas.microsoft.com/office/drawing/2014/main" id="{5412020B-C1FA-F3D8-15A6-4BEE76A32CA1}"/>
              </a:ext>
            </a:extLst>
          </p:cNvPr>
          <p:cNvSpPr>
            <a:spLocks noGrp="1"/>
          </p:cNvSpPr>
          <p:nvPr/>
        </p:nvSpPr>
        <p:spPr>
          <a:xfrm>
            <a:off x="16157179" y="1047171"/>
            <a:ext cx="2987181" cy="180024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PM</a:t>
            </a:r>
          </a:p>
        </p:txBody>
      </p:sp>
      <p:sp>
        <p:nvSpPr>
          <p:cNvPr id="3028" name="Water Drop">
            <a:extLst>
              <a:ext uri="{FF2B5EF4-FFF2-40B4-BE49-F238E27FC236}">
                <a16:creationId xmlns:a16="http://schemas.microsoft.com/office/drawing/2014/main" id="{007BC54E-E1EE-F571-3F97-C16E5F49E02F}"/>
              </a:ext>
            </a:extLst>
          </p:cNvPr>
          <p:cNvSpPr>
            <a:spLocks noGrp="1"/>
          </p:cNvSpPr>
          <p:nvPr/>
        </p:nvSpPr>
        <p:spPr>
          <a:xfrm>
            <a:off x="16998549" y="3791631"/>
            <a:ext cx="492493" cy="809357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29" name="Water Drop">
            <a:extLst>
              <a:ext uri="{FF2B5EF4-FFF2-40B4-BE49-F238E27FC236}">
                <a16:creationId xmlns:a16="http://schemas.microsoft.com/office/drawing/2014/main" id="{871E5C84-E14D-F923-D1B1-51E370606FF2}"/>
              </a:ext>
            </a:extLst>
          </p:cNvPr>
          <p:cNvSpPr>
            <a:spLocks noGrp="1"/>
          </p:cNvSpPr>
          <p:nvPr/>
        </p:nvSpPr>
        <p:spPr>
          <a:xfrm>
            <a:off x="17810496" y="3145509"/>
            <a:ext cx="492493" cy="809357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30" name="Water Drop">
            <a:extLst>
              <a:ext uri="{FF2B5EF4-FFF2-40B4-BE49-F238E27FC236}">
                <a16:creationId xmlns:a16="http://schemas.microsoft.com/office/drawing/2014/main" id="{86F14E49-B9B2-1C3C-0E96-FDD41C143441}"/>
              </a:ext>
            </a:extLst>
          </p:cNvPr>
          <p:cNvSpPr>
            <a:spLocks noGrp="1"/>
          </p:cNvSpPr>
          <p:nvPr/>
        </p:nvSpPr>
        <p:spPr>
          <a:xfrm>
            <a:off x="18622441" y="3465939"/>
            <a:ext cx="492493" cy="809357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32" name="AM">
            <a:extLst>
              <a:ext uri="{FF2B5EF4-FFF2-40B4-BE49-F238E27FC236}">
                <a16:creationId xmlns:a16="http://schemas.microsoft.com/office/drawing/2014/main" id="{132E3599-DC87-56CC-DFAE-238454BEF3E8}"/>
              </a:ext>
            </a:extLst>
          </p:cNvPr>
          <p:cNvSpPr>
            <a:spLocks noGrp="1"/>
          </p:cNvSpPr>
          <p:nvPr/>
        </p:nvSpPr>
        <p:spPr>
          <a:xfrm>
            <a:off x="5853024" y="1029060"/>
            <a:ext cx="2987180" cy="180024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AM</a:t>
            </a:r>
          </a:p>
        </p:txBody>
      </p:sp>
      <p:sp>
        <p:nvSpPr>
          <p:cNvPr id="3033" name="Given clouds in the morning,…">
            <a:extLst>
              <a:ext uri="{FF2B5EF4-FFF2-40B4-BE49-F238E27FC236}">
                <a16:creationId xmlns:a16="http://schemas.microsoft.com/office/drawing/2014/main" id="{888A5BF0-E853-83FD-F1E1-41C869C0693A}"/>
              </a:ext>
            </a:extLst>
          </p:cNvPr>
          <p:cNvSpPr>
            <a:spLocks noGrp="1"/>
          </p:cNvSpPr>
          <p:nvPr/>
        </p:nvSpPr>
        <p:spPr>
          <a:xfrm>
            <a:off x="3051146" y="5000595"/>
            <a:ext cx="18281707" cy="22656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7100" b="0">
                <a:latin typeface="Helvetica"/>
                <a:ea typeface="Helvetica"/>
                <a:cs typeface="Helvetica"/>
              </a:defRPr>
            </a:pPr>
            <a:r>
              <a:t>Dadas nuvens pela manhã,</a:t>
            </a:r>
          </a:p>
          <a:p>
            <a:pPr>
              <a:buNone/>
              <a:defRPr sz="7100" b="0">
                <a:latin typeface="Helvetica"/>
                <a:ea typeface="Helvetica"/>
                <a:cs typeface="Helvetica"/>
              </a:defRPr>
            </a:pPr>
            <a:r>
              <a:t>qual é a probabilidade de chuva à tarde?</a:t>
            </a:r>
          </a:p>
        </p:txBody>
      </p:sp>
      <p:sp>
        <p:nvSpPr>
          <p:cNvPr id="3034" name="80% of rainy afternoons start with cloudy   mornings.…">
            <a:extLst>
              <a:ext uri="{FF2B5EF4-FFF2-40B4-BE49-F238E27FC236}">
                <a16:creationId xmlns:a16="http://schemas.microsoft.com/office/drawing/2014/main" id="{4FEBD87E-8222-BD58-2948-E83E2680DC83}"/>
              </a:ext>
            </a:extLst>
          </p:cNvPr>
          <p:cNvSpPr>
            <a:spLocks noGrp="1"/>
          </p:cNvSpPr>
          <p:nvPr/>
        </p:nvSpPr>
        <p:spPr>
          <a:xfrm>
            <a:off x="2607036" y="8032032"/>
            <a:ext cx="20770109" cy="2287806"/>
          </a:xfrm>
          <a:prstGeom prst="rect">
            <a:avLst/>
          </a:prstGeom>
          <a:ln w="12700"/>
        </p:spPr>
        <p:txBody>
          <a:bodyPr wrap="none" lIns="50800" tIns="50800" rIns="50800" bIns="50800" anchor="t" anchorCtr="0">
            <a:spAutoFit/>
          </a:bodyPr>
          <a:lstStyle/>
          <a:p>
            <a:pPr marL="228600" indent="-228600" algn="l">
              <a:buSzPct val="100000"/>
              <a:buChar char="•"/>
              <a:defRPr sz="7100" b="0">
                <a:latin typeface="Helvetica"/>
                <a:ea typeface="Helvetica"/>
                <a:cs typeface="Helvetica"/>
              </a:defRPr>
            </a:pPr>
            <a:r>
              <a:rPr dirty="0"/>
              <a:t> 80% das </a:t>
            </a:r>
            <a:r>
              <a:rPr dirty="0" err="1"/>
              <a:t>tardes</a:t>
            </a:r>
            <a:r>
              <a:rPr dirty="0"/>
              <a:t> </a:t>
            </a:r>
            <a:r>
              <a:rPr dirty="0" err="1"/>
              <a:t>chuvosas</a:t>
            </a:r>
            <a:r>
              <a:rPr dirty="0"/>
              <a:t> </a:t>
            </a:r>
            <a:r>
              <a:rPr dirty="0" err="1"/>
              <a:t>começam</a:t>
            </a:r>
            <a:r>
              <a:rPr dirty="0"/>
              <a:t> com </a:t>
            </a:r>
            <a:r>
              <a:rPr dirty="0" err="1"/>
              <a:t>manhãs</a:t>
            </a:r>
            <a:endParaRPr dirty="0"/>
          </a:p>
          <a:p>
            <a:pPr algn="l">
              <a:buSzPct val="100000"/>
              <a:defRPr sz="7100" b="0">
                <a:latin typeface="Helvetica"/>
                <a:ea typeface="Helvetica"/>
                <a:cs typeface="Helvetica"/>
              </a:defRPr>
            </a:pPr>
            <a:r>
              <a:rPr dirty="0" err="1"/>
              <a:t>nubladas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194018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585B3-5A86-D69A-4DE8-1A253B556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6" name="Water Drop">
            <a:extLst>
              <a:ext uri="{FF2B5EF4-FFF2-40B4-BE49-F238E27FC236}">
                <a16:creationId xmlns:a16="http://schemas.microsoft.com/office/drawing/2014/main" id="{E06470D3-8D30-81E0-F221-157E6D0BC0D1}"/>
              </a:ext>
            </a:extLst>
          </p:cNvPr>
          <p:cNvSpPr>
            <a:spLocks noGrp="1"/>
          </p:cNvSpPr>
          <p:nvPr/>
        </p:nvSpPr>
        <p:spPr>
          <a:xfrm>
            <a:off x="16186603" y="3145509"/>
            <a:ext cx="492493" cy="809357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27" name="PM">
            <a:extLst>
              <a:ext uri="{FF2B5EF4-FFF2-40B4-BE49-F238E27FC236}">
                <a16:creationId xmlns:a16="http://schemas.microsoft.com/office/drawing/2014/main" id="{827406DB-AB80-CABD-73A1-9EC937100A52}"/>
              </a:ext>
            </a:extLst>
          </p:cNvPr>
          <p:cNvSpPr>
            <a:spLocks noGrp="1"/>
          </p:cNvSpPr>
          <p:nvPr/>
        </p:nvSpPr>
        <p:spPr>
          <a:xfrm>
            <a:off x="16157179" y="1047171"/>
            <a:ext cx="2987181" cy="180024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PM</a:t>
            </a:r>
          </a:p>
        </p:txBody>
      </p:sp>
      <p:sp>
        <p:nvSpPr>
          <p:cNvPr id="3028" name="Water Drop">
            <a:extLst>
              <a:ext uri="{FF2B5EF4-FFF2-40B4-BE49-F238E27FC236}">
                <a16:creationId xmlns:a16="http://schemas.microsoft.com/office/drawing/2014/main" id="{DCD4D273-0D25-4462-808A-ACEB48F8F6FF}"/>
              </a:ext>
            </a:extLst>
          </p:cNvPr>
          <p:cNvSpPr>
            <a:spLocks noGrp="1"/>
          </p:cNvSpPr>
          <p:nvPr/>
        </p:nvSpPr>
        <p:spPr>
          <a:xfrm>
            <a:off x="16998549" y="3791631"/>
            <a:ext cx="492493" cy="809357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29" name="Water Drop">
            <a:extLst>
              <a:ext uri="{FF2B5EF4-FFF2-40B4-BE49-F238E27FC236}">
                <a16:creationId xmlns:a16="http://schemas.microsoft.com/office/drawing/2014/main" id="{7B9C7317-5330-123E-C5FC-32C87D438648}"/>
              </a:ext>
            </a:extLst>
          </p:cNvPr>
          <p:cNvSpPr>
            <a:spLocks noGrp="1"/>
          </p:cNvSpPr>
          <p:nvPr/>
        </p:nvSpPr>
        <p:spPr>
          <a:xfrm>
            <a:off x="17810496" y="3145509"/>
            <a:ext cx="492493" cy="809357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30" name="Water Drop">
            <a:extLst>
              <a:ext uri="{FF2B5EF4-FFF2-40B4-BE49-F238E27FC236}">
                <a16:creationId xmlns:a16="http://schemas.microsoft.com/office/drawing/2014/main" id="{09653BE2-C324-0EB4-7BBE-4360C54F508A}"/>
              </a:ext>
            </a:extLst>
          </p:cNvPr>
          <p:cNvSpPr>
            <a:spLocks noGrp="1"/>
          </p:cNvSpPr>
          <p:nvPr/>
        </p:nvSpPr>
        <p:spPr>
          <a:xfrm>
            <a:off x="18622441" y="3465939"/>
            <a:ext cx="492493" cy="809357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32" name="AM">
            <a:extLst>
              <a:ext uri="{FF2B5EF4-FFF2-40B4-BE49-F238E27FC236}">
                <a16:creationId xmlns:a16="http://schemas.microsoft.com/office/drawing/2014/main" id="{ED18D3F8-D7E5-731F-5A76-AF76B1F8D269}"/>
              </a:ext>
            </a:extLst>
          </p:cNvPr>
          <p:cNvSpPr>
            <a:spLocks noGrp="1"/>
          </p:cNvSpPr>
          <p:nvPr/>
        </p:nvSpPr>
        <p:spPr>
          <a:xfrm>
            <a:off x="5853024" y="1029060"/>
            <a:ext cx="2987180" cy="180024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AM</a:t>
            </a:r>
          </a:p>
        </p:txBody>
      </p:sp>
      <p:sp>
        <p:nvSpPr>
          <p:cNvPr id="3033" name="Given clouds in the morning,…">
            <a:extLst>
              <a:ext uri="{FF2B5EF4-FFF2-40B4-BE49-F238E27FC236}">
                <a16:creationId xmlns:a16="http://schemas.microsoft.com/office/drawing/2014/main" id="{F9D83BC1-98C0-5B8B-0FDC-1E02852BAC33}"/>
              </a:ext>
            </a:extLst>
          </p:cNvPr>
          <p:cNvSpPr>
            <a:spLocks noGrp="1"/>
          </p:cNvSpPr>
          <p:nvPr/>
        </p:nvSpPr>
        <p:spPr>
          <a:xfrm>
            <a:off x="3051146" y="5000595"/>
            <a:ext cx="18281707" cy="22656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7100" b="0">
                <a:latin typeface="Helvetica"/>
                <a:ea typeface="Helvetica"/>
                <a:cs typeface="Helvetica"/>
              </a:defRPr>
            </a:pPr>
            <a:r>
              <a:t>Dadas nuvens pela manhã,</a:t>
            </a:r>
          </a:p>
          <a:p>
            <a:pPr>
              <a:buNone/>
              <a:defRPr sz="7100" b="0">
                <a:latin typeface="Helvetica"/>
                <a:ea typeface="Helvetica"/>
                <a:cs typeface="Helvetica"/>
              </a:defRPr>
            </a:pPr>
            <a:r>
              <a:t>qual é a probabilidade de chuva à tarde?</a:t>
            </a:r>
          </a:p>
        </p:txBody>
      </p:sp>
      <p:sp>
        <p:nvSpPr>
          <p:cNvPr id="3034" name="80% of rainy afternoons start with cloudy   mornings.…">
            <a:extLst>
              <a:ext uri="{FF2B5EF4-FFF2-40B4-BE49-F238E27FC236}">
                <a16:creationId xmlns:a16="http://schemas.microsoft.com/office/drawing/2014/main" id="{6A85102A-7C03-7F4D-EF1A-3957AF8E4F93}"/>
              </a:ext>
            </a:extLst>
          </p:cNvPr>
          <p:cNvSpPr>
            <a:spLocks noGrp="1"/>
          </p:cNvSpPr>
          <p:nvPr/>
        </p:nvSpPr>
        <p:spPr>
          <a:xfrm>
            <a:off x="2607036" y="8032032"/>
            <a:ext cx="20770109" cy="3380413"/>
          </a:xfrm>
          <a:prstGeom prst="rect">
            <a:avLst/>
          </a:prstGeom>
          <a:ln w="12700"/>
        </p:spPr>
        <p:txBody>
          <a:bodyPr wrap="none" lIns="50800" tIns="50800" rIns="50800" bIns="50800" anchor="t" anchorCtr="0">
            <a:spAutoFit/>
          </a:bodyPr>
          <a:lstStyle/>
          <a:p>
            <a:pPr marL="228600" indent="-228600" algn="l">
              <a:buSzPct val="100000"/>
              <a:buChar char="•"/>
              <a:defRPr sz="7100" b="0">
                <a:latin typeface="Helvetica"/>
                <a:ea typeface="Helvetica"/>
                <a:cs typeface="Helvetica"/>
              </a:defRPr>
            </a:pPr>
            <a:r>
              <a:rPr dirty="0"/>
              <a:t> 80% das </a:t>
            </a:r>
            <a:r>
              <a:rPr dirty="0" err="1"/>
              <a:t>tardes</a:t>
            </a:r>
            <a:r>
              <a:rPr dirty="0"/>
              <a:t> </a:t>
            </a:r>
            <a:r>
              <a:rPr dirty="0" err="1"/>
              <a:t>chuvosas</a:t>
            </a:r>
            <a:r>
              <a:rPr dirty="0"/>
              <a:t> </a:t>
            </a:r>
            <a:r>
              <a:rPr dirty="0" err="1"/>
              <a:t>começam</a:t>
            </a:r>
            <a:r>
              <a:rPr dirty="0"/>
              <a:t> com </a:t>
            </a:r>
            <a:r>
              <a:rPr dirty="0" err="1"/>
              <a:t>manhãs</a:t>
            </a:r>
            <a:endParaRPr dirty="0"/>
          </a:p>
          <a:p>
            <a:pPr algn="l">
              <a:buSzPct val="100000"/>
              <a:defRPr sz="7100" b="0">
                <a:latin typeface="Helvetica"/>
                <a:ea typeface="Helvetica"/>
                <a:cs typeface="Helvetica"/>
              </a:defRPr>
            </a:pPr>
            <a:r>
              <a:rPr dirty="0" err="1"/>
              <a:t>nubladas</a:t>
            </a:r>
            <a:r>
              <a:rPr dirty="0"/>
              <a:t>.</a:t>
            </a:r>
          </a:p>
          <a:p>
            <a:pPr marL="228600" indent="-228600" algn="l">
              <a:buSzPct val="100000"/>
              <a:buChar char="•"/>
              <a:defRPr sz="7100" b="0">
                <a:latin typeface="Helvetica"/>
                <a:ea typeface="Helvetica"/>
                <a:cs typeface="Helvetica"/>
              </a:defRPr>
            </a:pPr>
            <a:r>
              <a:rPr dirty="0"/>
              <a:t> 40% dos </a:t>
            </a:r>
            <a:r>
              <a:rPr dirty="0" err="1"/>
              <a:t>dias</a:t>
            </a:r>
            <a:r>
              <a:rPr dirty="0"/>
              <a:t> </a:t>
            </a:r>
            <a:r>
              <a:rPr dirty="0" err="1"/>
              <a:t>têm</a:t>
            </a:r>
            <a:r>
              <a:rPr dirty="0"/>
              <a:t> </a:t>
            </a:r>
            <a:r>
              <a:rPr dirty="0" err="1"/>
              <a:t>manhãs</a:t>
            </a:r>
            <a:r>
              <a:rPr dirty="0"/>
              <a:t> </a:t>
            </a:r>
            <a:r>
              <a:rPr dirty="0" err="1"/>
              <a:t>nubladas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35222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64B12-8918-8A52-0A4D-005B570F9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6" name="Water Drop">
            <a:extLst>
              <a:ext uri="{FF2B5EF4-FFF2-40B4-BE49-F238E27FC236}">
                <a16:creationId xmlns:a16="http://schemas.microsoft.com/office/drawing/2014/main" id="{F0275995-F533-C10A-06C2-D9F1CB7A2A0A}"/>
              </a:ext>
            </a:extLst>
          </p:cNvPr>
          <p:cNvSpPr>
            <a:spLocks noGrp="1"/>
          </p:cNvSpPr>
          <p:nvPr/>
        </p:nvSpPr>
        <p:spPr>
          <a:xfrm>
            <a:off x="16186603" y="3145509"/>
            <a:ext cx="492493" cy="809357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27" name="PM">
            <a:extLst>
              <a:ext uri="{FF2B5EF4-FFF2-40B4-BE49-F238E27FC236}">
                <a16:creationId xmlns:a16="http://schemas.microsoft.com/office/drawing/2014/main" id="{9763474F-4413-5E1B-FD4B-3830A16D2AD2}"/>
              </a:ext>
            </a:extLst>
          </p:cNvPr>
          <p:cNvSpPr>
            <a:spLocks noGrp="1"/>
          </p:cNvSpPr>
          <p:nvPr/>
        </p:nvSpPr>
        <p:spPr>
          <a:xfrm>
            <a:off x="16157179" y="1047171"/>
            <a:ext cx="2987181" cy="180024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PM</a:t>
            </a:r>
          </a:p>
        </p:txBody>
      </p:sp>
      <p:sp>
        <p:nvSpPr>
          <p:cNvPr id="3028" name="Water Drop">
            <a:extLst>
              <a:ext uri="{FF2B5EF4-FFF2-40B4-BE49-F238E27FC236}">
                <a16:creationId xmlns:a16="http://schemas.microsoft.com/office/drawing/2014/main" id="{94FD5EE6-0FD5-63E0-D3D2-C2C7BD008817}"/>
              </a:ext>
            </a:extLst>
          </p:cNvPr>
          <p:cNvSpPr>
            <a:spLocks noGrp="1"/>
          </p:cNvSpPr>
          <p:nvPr/>
        </p:nvSpPr>
        <p:spPr>
          <a:xfrm>
            <a:off x="16998549" y="3791631"/>
            <a:ext cx="492493" cy="809357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29" name="Water Drop">
            <a:extLst>
              <a:ext uri="{FF2B5EF4-FFF2-40B4-BE49-F238E27FC236}">
                <a16:creationId xmlns:a16="http://schemas.microsoft.com/office/drawing/2014/main" id="{587915F0-6D84-B245-6EB5-F4151887C3D8}"/>
              </a:ext>
            </a:extLst>
          </p:cNvPr>
          <p:cNvSpPr>
            <a:spLocks noGrp="1"/>
          </p:cNvSpPr>
          <p:nvPr/>
        </p:nvSpPr>
        <p:spPr>
          <a:xfrm>
            <a:off x="17810496" y="3145509"/>
            <a:ext cx="492493" cy="809357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30" name="Water Drop">
            <a:extLst>
              <a:ext uri="{FF2B5EF4-FFF2-40B4-BE49-F238E27FC236}">
                <a16:creationId xmlns:a16="http://schemas.microsoft.com/office/drawing/2014/main" id="{E27ED1F4-2BEF-D383-70C9-9ACFA50FD12A}"/>
              </a:ext>
            </a:extLst>
          </p:cNvPr>
          <p:cNvSpPr>
            <a:spLocks noGrp="1"/>
          </p:cNvSpPr>
          <p:nvPr/>
        </p:nvSpPr>
        <p:spPr>
          <a:xfrm>
            <a:off x="18622441" y="3465939"/>
            <a:ext cx="492493" cy="809357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32" name="AM">
            <a:extLst>
              <a:ext uri="{FF2B5EF4-FFF2-40B4-BE49-F238E27FC236}">
                <a16:creationId xmlns:a16="http://schemas.microsoft.com/office/drawing/2014/main" id="{28138556-4DC0-7863-9BCF-5873A95DFE17}"/>
              </a:ext>
            </a:extLst>
          </p:cNvPr>
          <p:cNvSpPr>
            <a:spLocks noGrp="1"/>
          </p:cNvSpPr>
          <p:nvPr/>
        </p:nvSpPr>
        <p:spPr>
          <a:xfrm>
            <a:off x="5853024" y="1029060"/>
            <a:ext cx="2987180" cy="180024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AM</a:t>
            </a:r>
          </a:p>
        </p:txBody>
      </p:sp>
      <p:sp>
        <p:nvSpPr>
          <p:cNvPr id="3033" name="Given clouds in the morning,…">
            <a:extLst>
              <a:ext uri="{FF2B5EF4-FFF2-40B4-BE49-F238E27FC236}">
                <a16:creationId xmlns:a16="http://schemas.microsoft.com/office/drawing/2014/main" id="{71B1FDC7-0FAD-70D2-7E4E-F2B285C97161}"/>
              </a:ext>
            </a:extLst>
          </p:cNvPr>
          <p:cNvSpPr>
            <a:spLocks noGrp="1"/>
          </p:cNvSpPr>
          <p:nvPr/>
        </p:nvSpPr>
        <p:spPr>
          <a:xfrm>
            <a:off x="3051146" y="5000595"/>
            <a:ext cx="18281707" cy="22656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7100" b="0">
                <a:latin typeface="Helvetica"/>
                <a:ea typeface="Helvetica"/>
                <a:cs typeface="Helvetica"/>
              </a:defRPr>
            </a:pPr>
            <a:r>
              <a:t>Dadas nuvens pela manhã,</a:t>
            </a:r>
          </a:p>
          <a:p>
            <a:pPr>
              <a:buNone/>
              <a:defRPr sz="7100" b="0">
                <a:latin typeface="Helvetica"/>
                <a:ea typeface="Helvetica"/>
                <a:cs typeface="Helvetica"/>
              </a:defRPr>
            </a:pPr>
            <a:r>
              <a:t>qual é a probabilidade de chuva à tarde?</a:t>
            </a:r>
          </a:p>
        </p:txBody>
      </p:sp>
      <p:sp>
        <p:nvSpPr>
          <p:cNvPr id="3034" name="80% of rainy afternoons start with cloudy   mornings.…">
            <a:extLst>
              <a:ext uri="{FF2B5EF4-FFF2-40B4-BE49-F238E27FC236}">
                <a16:creationId xmlns:a16="http://schemas.microsoft.com/office/drawing/2014/main" id="{53F9302A-BDE4-CD61-0C35-2CDAA7CFB294}"/>
              </a:ext>
            </a:extLst>
          </p:cNvPr>
          <p:cNvSpPr>
            <a:spLocks noGrp="1"/>
          </p:cNvSpPr>
          <p:nvPr/>
        </p:nvSpPr>
        <p:spPr>
          <a:xfrm>
            <a:off x="2607036" y="8032032"/>
            <a:ext cx="20770109" cy="4473019"/>
          </a:xfrm>
          <a:prstGeom prst="rect">
            <a:avLst/>
          </a:prstGeom>
          <a:ln w="12700"/>
        </p:spPr>
        <p:txBody>
          <a:bodyPr wrap="none" lIns="50800" tIns="50800" rIns="50800" bIns="50800" anchor="t" anchorCtr="0">
            <a:spAutoFit/>
          </a:bodyPr>
          <a:lstStyle/>
          <a:p>
            <a:pPr marL="228600" indent="-228600" algn="l">
              <a:buSzPct val="100000"/>
              <a:buChar char="•"/>
              <a:defRPr sz="7100" b="0">
                <a:latin typeface="Helvetica"/>
                <a:ea typeface="Helvetica"/>
                <a:cs typeface="Helvetica"/>
              </a:defRPr>
            </a:pPr>
            <a:r>
              <a:rPr dirty="0"/>
              <a:t> 80% das </a:t>
            </a:r>
            <a:r>
              <a:rPr dirty="0" err="1"/>
              <a:t>tardes</a:t>
            </a:r>
            <a:r>
              <a:rPr dirty="0"/>
              <a:t> </a:t>
            </a:r>
            <a:r>
              <a:rPr dirty="0" err="1"/>
              <a:t>chuvosas</a:t>
            </a:r>
            <a:r>
              <a:rPr dirty="0"/>
              <a:t> </a:t>
            </a:r>
            <a:r>
              <a:rPr dirty="0" err="1"/>
              <a:t>começam</a:t>
            </a:r>
            <a:r>
              <a:rPr dirty="0"/>
              <a:t> com </a:t>
            </a:r>
            <a:r>
              <a:rPr dirty="0" err="1"/>
              <a:t>manhãs</a:t>
            </a:r>
            <a:endParaRPr dirty="0"/>
          </a:p>
          <a:p>
            <a:pPr algn="l">
              <a:buSzPct val="100000"/>
              <a:defRPr sz="7100" b="0">
                <a:latin typeface="Helvetica"/>
                <a:ea typeface="Helvetica"/>
                <a:cs typeface="Helvetica"/>
              </a:defRPr>
            </a:pPr>
            <a:r>
              <a:rPr dirty="0" err="1"/>
              <a:t>nubladas</a:t>
            </a:r>
            <a:r>
              <a:rPr dirty="0"/>
              <a:t>.</a:t>
            </a:r>
          </a:p>
          <a:p>
            <a:pPr marL="228600" indent="-228600" algn="l">
              <a:buSzPct val="100000"/>
              <a:buChar char="•"/>
              <a:defRPr sz="7100" b="0">
                <a:latin typeface="Helvetica"/>
                <a:ea typeface="Helvetica"/>
                <a:cs typeface="Helvetica"/>
              </a:defRPr>
            </a:pPr>
            <a:r>
              <a:rPr dirty="0"/>
              <a:t> 40% dos </a:t>
            </a:r>
            <a:r>
              <a:rPr dirty="0" err="1"/>
              <a:t>dias</a:t>
            </a:r>
            <a:r>
              <a:rPr dirty="0"/>
              <a:t> </a:t>
            </a:r>
            <a:r>
              <a:rPr dirty="0" err="1"/>
              <a:t>têm</a:t>
            </a:r>
            <a:r>
              <a:rPr dirty="0"/>
              <a:t> </a:t>
            </a:r>
            <a:r>
              <a:rPr dirty="0" err="1"/>
              <a:t>manhãs</a:t>
            </a:r>
            <a:r>
              <a:rPr dirty="0"/>
              <a:t> </a:t>
            </a:r>
            <a:r>
              <a:rPr dirty="0" err="1"/>
              <a:t>nubladas</a:t>
            </a:r>
            <a:r>
              <a:rPr dirty="0"/>
              <a:t>.</a:t>
            </a:r>
          </a:p>
          <a:p>
            <a:pPr marL="228600" indent="-228600" algn="l">
              <a:buSzPct val="100000"/>
              <a:buChar char="•"/>
              <a:defRPr sz="7100" b="0">
                <a:latin typeface="Helvetica"/>
                <a:ea typeface="Helvetica"/>
                <a:cs typeface="Helvetica"/>
              </a:defRPr>
            </a:pPr>
            <a:r>
              <a:rPr dirty="0"/>
              <a:t> 10% dos </a:t>
            </a:r>
            <a:r>
              <a:rPr dirty="0" err="1"/>
              <a:t>dias</a:t>
            </a:r>
            <a:r>
              <a:rPr dirty="0"/>
              <a:t> </a:t>
            </a:r>
            <a:r>
              <a:rPr dirty="0" err="1"/>
              <a:t>têm</a:t>
            </a:r>
            <a:r>
              <a:rPr dirty="0"/>
              <a:t> </a:t>
            </a:r>
            <a:r>
              <a:rPr dirty="0" err="1"/>
              <a:t>tardes</a:t>
            </a:r>
            <a:r>
              <a:rPr dirty="0"/>
              <a:t> </a:t>
            </a:r>
            <a:r>
              <a:rPr dirty="0" err="1"/>
              <a:t>chuvosas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35616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412D6-62FE-8950-F686-A731E38BE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18" name="Equation">
                <a:extLst>
                  <a:ext uri="{FF2B5EF4-FFF2-40B4-BE49-F238E27FC236}">
                    <a16:creationId xmlns:a16="http://schemas.microsoft.com/office/drawing/2014/main" id="{DDF7C17A-2E09-C227-85F3-9C4E0CB86B1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499414" y="1947585"/>
                <a:ext cx="951612" cy="430645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</m:oMath>
                  </m:oMathPara>
                </a14:m>
                <a:endParaRPr sz="127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18" name="Equation">
                <a:extLst>
                  <a:ext uri="{FF2B5EF4-FFF2-40B4-BE49-F238E27FC236}">
                    <a16:creationId xmlns:a16="http://schemas.microsoft.com/office/drawing/2014/main" id="{DDF7C17A-2E09-C227-85F3-9C4E0CB86B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414" y="1947585"/>
                <a:ext cx="951612" cy="430645"/>
              </a:xfrm>
              <a:prstGeom prst="rect">
                <a:avLst/>
              </a:prstGeom>
              <a:blipFill>
                <a:blip r:embed="rId3"/>
                <a:stretch>
                  <a:fillRect l="-34211" r="-61842" b="-33428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quation">
                <a:extLst>
                  <a:ext uri="{FF2B5EF4-FFF2-40B4-BE49-F238E27FC236}">
                    <a16:creationId xmlns:a16="http://schemas.microsoft.com/office/drawing/2014/main" id="{7239EC7B-307C-91D7-3F76-F0B2FAABFDE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2549" y="2066583"/>
                <a:ext cx="8916865" cy="153888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𝑟</m:t>
                      </m:r>
                      <m:r>
                        <a:rPr lang="pt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𝑎𝑖𝑛</m:t>
                      </m:r>
                      <m:r>
                        <a:rPr lang="en-BR" sz="10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lang="pt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𝑐𝑙𝑜𝑢𝑑𝑠</m:t>
                      </m:r>
                      <m:r>
                        <a:rPr lang="en-BR" sz="10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0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Equation">
                <a:extLst>
                  <a:ext uri="{FF2B5EF4-FFF2-40B4-BE49-F238E27FC236}">
                    <a16:creationId xmlns:a16="http://schemas.microsoft.com/office/drawing/2014/main" id="{7239EC7B-307C-91D7-3F76-F0B2FAABFD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49" y="2066583"/>
                <a:ext cx="8916865" cy="1538883"/>
              </a:xfrm>
              <a:prstGeom prst="rect">
                <a:avLst/>
              </a:prstGeom>
              <a:blipFill>
                <a:blip r:embed="rId4"/>
                <a:stretch>
                  <a:fillRect l="-2422" r="-4274" b="-3770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5983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2662-6439-EE86-A0EB-E773DED9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18" name="Equation">
                <a:extLst>
                  <a:ext uri="{FF2B5EF4-FFF2-40B4-BE49-F238E27FC236}">
                    <a16:creationId xmlns:a16="http://schemas.microsoft.com/office/drawing/2014/main" id="{BF52A53A-3536-DC1B-A940-632AF49377F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499414" y="1947585"/>
                <a:ext cx="951612" cy="430645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</m:oMath>
                  </m:oMathPara>
                </a14:m>
                <a:endParaRPr sz="127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18" name="Equation">
                <a:extLst>
                  <a:ext uri="{FF2B5EF4-FFF2-40B4-BE49-F238E27FC236}">
                    <a16:creationId xmlns:a16="http://schemas.microsoft.com/office/drawing/2014/main" id="{BF52A53A-3536-DC1B-A940-632AF49377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414" y="1947585"/>
                <a:ext cx="951612" cy="430645"/>
              </a:xfrm>
              <a:prstGeom prst="rect">
                <a:avLst/>
              </a:prstGeom>
              <a:blipFill>
                <a:blip r:embed="rId3"/>
                <a:stretch>
                  <a:fillRect l="-34211" r="-61842" b="-33428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9" name="Equation">
                <a:extLst>
                  <a:ext uri="{FF2B5EF4-FFF2-40B4-BE49-F238E27FC236}">
                    <a16:creationId xmlns:a16="http://schemas.microsoft.com/office/drawing/2014/main" id="{43D1B3B2-86D8-154D-2D65-76947AA5927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367891" y="1393465"/>
                <a:ext cx="4733988" cy="153888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𝑟</m:t>
                      </m:r>
                      <m:r>
                        <a:rPr lang="pt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𝑎𝑖𝑛</m:t>
                      </m:r>
                      <m:r>
                        <a:rPr lang="en-BR" sz="10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0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19" name="Equation">
                <a:extLst>
                  <a:ext uri="{FF2B5EF4-FFF2-40B4-BE49-F238E27FC236}">
                    <a16:creationId xmlns:a16="http://schemas.microsoft.com/office/drawing/2014/main" id="{43D1B3B2-86D8-154D-2D65-76947AA592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7891" y="1393465"/>
                <a:ext cx="4733988" cy="1538883"/>
              </a:xfrm>
              <a:prstGeom prst="rect">
                <a:avLst/>
              </a:prstGeom>
              <a:blipFill>
                <a:blip r:embed="rId4"/>
                <a:stretch>
                  <a:fillRect l="-4545" r="-8289" b="-3770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20" name="Equation">
                <a:extLst>
                  <a:ext uri="{FF2B5EF4-FFF2-40B4-BE49-F238E27FC236}">
                    <a16:creationId xmlns:a16="http://schemas.microsoft.com/office/drawing/2014/main" id="{35323066-A913-460A-7958-A3C0CEB978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673560" y="1297141"/>
                <a:ext cx="8918467" cy="153888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𝑐</m:t>
                      </m:r>
                      <m:r>
                        <a:rPr lang="pt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𝑙𝑜𝑢𝑑𝑠</m:t>
                      </m:r>
                      <m:r>
                        <a:rPr lang="en-BR" sz="10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lang="pt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𝑟𝑎𝑖𝑛</m:t>
                      </m:r>
                      <m:r>
                        <a:rPr lang="en-BR" sz="10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0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20" name="Equation">
                <a:extLst>
                  <a:ext uri="{FF2B5EF4-FFF2-40B4-BE49-F238E27FC236}">
                    <a16:creationId xmlns:a16="http://schemas.microsoft.com/office/drawing/2014/main" id="{35323066-A913-460A-7958-A3C0CEB978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3560" y="1297141"/>
                <a:ext cx="8918467" cy="1538883"/>
              </a:xfrm>
              <a:prstGeom prst="rect">
                <a:avLst/>
              </a:prstGeom>
              <a:blipFill>
                <a:blip r:embed="rId5"/>
                <a:stretch>
                  <a:fillRect l="-2418" r="-4125" b="-3688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21" name="Equation">
                <a:extLst>
                  <a:ext uri="{FF2B5EF4-FFF2-40B4-BE49-F238E27FC236}">
                    <a16:creationId xmlns:a16="http://schemas.microsoft.com/office/drawing/2014/main" id="{3F2B337F-1C14-93C3-050B-ED653E3DF40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352829" y="3077308"/>
                <a:ext cx="6023957" cy="153888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𝑐</m:t>
                      </m:r>
                      <m:r>
                        <a:rPr lang="pt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𝑙𝑜𝑢𝑑𝑠</m:t>
                      </m:r>
                      <m:r>
                        <a:rPr lang="en-BR" sz="10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0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21" name="Equation">
                <a:extLst>
                  <a:ext uri="{FF2B5EF4-FFF2-40B4-BE49-F238E27FC236}">
                    <a16:creationId xmlns:a16="http://schemas.microsoft.com/office/drawing/2014/main" id="{3F2B337F-1C14-93C3-050B-ED653E3DF4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2829" y="3077308"/>
                <a:ext cx="6023957" cy="1538883"/>
              </a:xfrm>
              <a:prstGeom prst="rect">
                <a:avLst/>
              </a:prstGeom>
              <a:blipFill>
                <a:blip r:embed="rId6"/>
                <a:stretch>
                  <a:fillRect l="-3571" r="-6303" b="-3688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quation">
                <a:extLst>
                  <a:ext uri="{FF2B5EF4-FFF2-40B4-BE49-F238E27FC236}">
                    <a16:creationId xmlns:a16="http://schemas.microsoft.com/office/drawing/2014/main" id="{FB19997B-648A-6652-7D71-7B3A83AD2B3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2549" y="2066583"/>
                <a:ext cx="8916865" cy="153888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𝑟</m:t>
                      </m:r>
                      <m:r>
                        <a:rPr lang="pt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𝑎𝑖𝑛</m:t>
                      </m:r>
                      <m:r>
                        <a:rPr lang="en-BR" sz="10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lang="pt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𝑐𝑙𝑜𝑢𝑑𝑠</m:t>
                      </m:r>
                      <m:r>
                        <a:rPr lang="en-BR" sz="10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0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Equation">
                <a:extLst>
                  <a:ext uri="{FF2B5EF4-FFF2-40B4-BE49-F238E27FC236}">
                    <a16:creationId xmlns:a16="http://schemas.microsoft.com/office/drawing/2014/main" id="{FB19997B-648A-6652-7D71-7B3A83AD2B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49" y="2066583"/>
                <a:ext cx="8916865" cy="1538883"/>
              </a:xfrm>
              <a:prstGeom prst="rect">
                <a:avLst/>
              </a:prstGeom>
              <a:blipFill>
                <a:blip r:embed="rId7"/>
                <a:stretch>
                  <a:fillRect l="-2422" r="-4274" b="-3770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751562-57CD-F2AE-EC14-B5086D1A0E11}"/>
              </a:ext>
            </a:extLst>
          </p:cNvPr>
          <p:cNvCxnSpPr>
            <a:cxnSpLocks/>
          </p:cNvCxnSpPr>
          <p:nvPr/>
        </p:nvCxnSpPr>
        <p:spPr>
          <a:xfrm>
            <a:off x="10796954" y="3077308"/>
            <a:ext cx="13135708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5272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4B661-E8E5-A7FC-D620-35ABD047E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18" name="Equation">
                <a:extLst>
                  <a:ext uri="{FF2B5EF4-FFF2-40B4-BE49-F238E27FC236}">
                    <a16:creationId xmlns:a16="http://schemas.microsoft.com/office/drawing/2014/main" id="{4F8E9EB3-ABAA-EC43-3A4A-3E39796C8E4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499414" y="1947585"/>
                <a:ext cx="951612" cy="430645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</m:oMath>
                  </m:oMathPara>
                </a14:m>
                <a:endParaRPr sz="127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18" name="Equation">
                <a:extLst>
                  <a:ext uri="{FF2B5EF4-FFF2-40B4-BE49-F238E27FC236}">
                    <a16:creationId xmlns:a16="http://schemas.microsoft.com/office/drawing/2014/main" id="{4F8E9EB3-ABAA-EC43-3A4A-3E39796C8E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414" y="1947585"/>
                <a:ext cx="951612" cy="430645"/>
              </a:xfrm>
              <a:prstGeom prst="rect">
                <a:avLst/>
              </a:prstGeom>
              <a:blipFill>
                <a:blip r:embed="rId3"/>
                <a:stretch>
                  <a:fillRect l="-34211" r="-61842" b="-33428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9" name="Equation">
                <a:extLst>
                  <a:ext uri="{FF2B5EF4-FFF2-40B4-BE49-F238E27FC236}">
                    <a16:creationId xmlns:a16="http://schemas.microsoft.com/office/drawing/2014/main" id="{938435BE-B9EA-DF4B-7B6C-96984447866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367891" y="1393465"/>
                <a:ext cx="4733988" cy="153888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𝑟</m:t>
                      </m:r>
                      <m:r>
                        <a:rPr lang="pt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𝑎𝑖𝑛</m:t>
                      </m:r>
                      <m:r>
                        <a:rPr lang="en-BR" sz="10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0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19" name="Equation">
                <a:extLst>
                  <a:ext uri="{FF2B5EF4-FFF2-40B4-BE49-F238E27FC236}">
                    <a16:creationId xmlns:a16="http://schemas.microsoft.com/office/drawing/2014/main" id="{938435BE-B9EA-DF4B-7B6C-9698444786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7891" y="1393465"/>
                <a:ext cx="4733988" cy="1538883"/>
              </a:xfrm>
              <a:prstGeom prst="rect">
                <a:avLst/>
              </a:prstGeom>
              <a:blipFill>
                <a:blip r:embed="rId4"/>
                <a:stretch>
                  <a:fillRect l="-4545" r="-8289" b="-3770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20" name="Equation">
                <a:extLst>
                  <a:ext uri="{FF2B5EF4-FFF2-40B4-BE49-F238E27FC236}">
                    <a16:creationId xmlns:a16="http://schemas.microsoft.com/office/drawing/2014/main" id="{201E1CC3-EECB-27AA-B41D-3C0403AFEAE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673560" y="1297141"/>
                <a:ext cx="8918467" cy="153888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𝑐</m:t>
                      </m:r>
                      <m:r>
                        <a:rPr lang="pt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𝑙𝑜𝑢𝑑𝑠</m:t>
                      </m:r>
                      <m:r>
                        <a:rPr lang="en-BR" sz="10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lang="pt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𝑟𝑎𝑖𝑛</m:t>
                      </m:r>
                      <m:r>
                        <a:rPr lang="en-BR" sz="10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0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20" name="Equation">
                <a:extLst>
                  <a:ext uri="{FF2B5EF4-FFF2-40B4-BE49-F238E27FC236}">
                    <a16:creationId xmlns:a16="http://schemas.microsoft.com/office/drawing/2014/main" id="{201E1CC3-EECB-27AA-B41D-3C0403AFEA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3560" y="1297141"/>
                <a:ext cx="8918467" cy="1538883"/>
              </a:xfrm>
              <a:prstGeom prst="rect">
                <a:avLst/>
              </a:prstGeom>
              <a:blipFill>
                <a:blip r:embed="rId5"/>
                <a:stretch>
                  <a:fillRect l="-2418" r="-4125" b="-3688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21" name="Equation">
                <a:extLst>
                  <a:ext uri="{FF2B5EF4-FFF2-40B4-BE49-F238E27FC236}">
                    <a16:creationId xmlns:a16="http://schemas.microsoft.com/office/drawing/2014/main" id="{2855A169-13C6-1542-E4E8-FFDCC8F143D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352829" y="3077308"/>
                <a:ext cx="6023957" cy="153888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𝑐</m:t>
                      </m:r>
                      <m:r>
                        <a:rPr lang="pt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𝑙𝑜𝑢𝑑𝑠</m:t>
                      </m:r>
                      <m:r>
                        <a:rPr lang="en-BR" sz="10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0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21" name="Equation">
                <a:extLst>
                  <a:ext uri="{FF2B5EF4-FFF2-40B4-BE49-F238E27FC236}">
                    <a16:creationId xmlns:a16="http://schemas.microsoft.com/office/drawing/2014/main" id="{2855A169-13C6-1542-E4E8-FFDCC8F143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2829" y="3077308"/>
                <a:ext cx="6023957" cy="1538883"/>
              </a:xfrm>
              <a:prstGeom prst="rect">
                <a:avLst/>
              </a:prstGeom>
              <a:blipFill>
                <a:blip r:embed="rId6"/>
                <a:stretch>
                  <a:fillRect l="-3571" r="-6303" b="-3688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quation">
                <a:extLst>
                  <a:ext uri="{FF2B5EF4-FFF2-40B4-BE49-F238E27FC236}">
                    <a16:creationId xmlns:a16="http://schemas.microsoft.com/office/drawing/2014/main" id="{EBDE324E-3910-742C-2225-C5811E62DD0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2549" y="2066583"/>
                <a:ext cx="8916865" cy="153888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𝑟</m:t>
                      </m:r>
                      <m:r>
                        <a:rPr lang="pt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𝑎𝑖𝑛</m:t>
                      </m:r>
                      <m:r>
                        <a:rPr lang="en-BR" sz="10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lang="pt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𝑐𝑙𝑜𝑢𝑑𝑠</m:t>
                      </m:r>
                      <m:r>
                        <a:rPr lang="en-BR" sz="10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0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Equation">
                <a:extLst>
                  <a:ext uri="{FF2B5EF4-FFF2-40B4-BE49-F238E27FC236}">
                    <a16:creationId xmlns:a16="http://schemas.microsoft.com/office/drawing/2014/main" id="{EBDE324E-3910-742C-2225-C5811E62DD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49" y="2066583"/>
                <a:ext cx="8916865" cy="1538883"/>
              </a:xfrm>
              <a:prstGeom prst="rect">
                <a:avLst/>
              </a:prstGeom>
              <a:blipFill>
                <a:blip r:embed="rId7"/>
                <a:stretch>
                  <a:fillRect l="-2422" r="-4274" b="-3770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2B505F-D37F-9CC9-CDAC-9C61E46918CA}"/>
              </a:ext>
            </a:extLst>
          </p:cNvPr>
          <p:cNvCxnSpPr>
            <a:cxnSpLocks/>
          </p:cNvCxnSpPr>
          <p:nvPr/>
        </p:nvCxnSpPr>
        <p:spPr>
          <a:xfrm>
            <a:off x="10796954" y="3077308"/>
            <a:ext cx="13135708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Equation">
                <a:extLst>
                  <a:ext uri="{FF2B5EF4-FFF2-40B4-BE49-F238E27FC236}">
                    <a16:creationId xmlns:a16="http://schemas.microsoft.com/office/drawing/2014/main" id="{382B7BF0-DF5A-4EA3-4C9B-B66ABFE2DF4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81156" y="5687360"/>
                <a:ext cx="5177427" cy="277604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0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sz="102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02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(.8)(.1)</m:t>
                          </m:r>
                        </m:num>
                        <m:den>
                          <m:r>
                            <a:rPr sz="102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.4</m:t>
                          </m:r>
                        </m:den>
                      </m:f>
                    </m:oMath>
                  </m:oMathPara>
                </a14:m>
                <a:endParaRPr sz="102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Equation">
                <a:extLst>
                  <a:ext uri="{FF2B5EF4-FFF2-40B4-BE49-F238E27FC236}">
                    <a16:creationId xmlns:a16="http://schemas.microsoft.com/office/drawing/2014/main" id="{382B7BF0-DF5A-4EA3-4C9B-B66ABFE2DF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1156" y="5687360"/>
                <a:ext cx="5177427" cy="2776043"/>
              </a:xfrm>
              <a:prstGeom prst="rect">
                <a:avLst/>
              </a:prstGeom>
              <a:blipFill>
                <a:blip r:embed="rId8"/>
                <a:stretch>
                  <a:fillRect l="-5392" t="-4091" r="-16912" b="-21818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758329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ABD5A-586A-AE8F-7762-457174B38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18" name="Equation">
                <a:extLst>
                  <a:ext uri="{FF2B5EF4-FFF2-40B4-BE49-F238E27FC236}">
                    <a16:creationId xmlns:a16="http://schemas.microsoft.com/office/drawing/2014/main" id="{4F66323C-F79E-92B9-B2EB-24CA6EFEEA1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499414" y="1947585"/>
                <a:ext cx="951612" cy="430645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</m:oMath>
                  </m:oMathPara>
                </a14:m>
                <a:endParaRPr sz="127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18" name="Equation">
                <a:extLst>
                  <a:ext uri="{FF2B5EF4-FFF2-40B4-BE49-F238E27FC236}">
                    <a16:creationId xmlns:a16="http://schemas.microsoft.com/office/drawing/2014/main" id="{4F66323C-F79E-92B9-B2EB-24CA6EFEEA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414" y="1947585"/>
                <a:ext cx="951612" cy="430645"/>
              </a:xfrm>
              <a:prstGeom prst="rect">
                <a:avLst/>
              </a:prstGeom>
              <a:blipFill>
                <a:blip r:embed="rId3"/>
                <a:stretch>
                  <a:fillRect l="-34211" r="-61842" b="-33428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9" name="Equation">
                <a:extLst>
                  <a:ext uri="{FF2B5EF4-FFF2-40B4-BE49-F238E27FC236}">
                    <a16:creationId xmlns:a16="http://schemas.microsoft.com/office/drawing/2014/main" id="{11B6EB3F-E0F2-7974-D91A-5CD341ABDE3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367891" y="1393465"/>
                <a:ext cx="4733988" cy="153888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𝑟</m:t>
                      </m:r>
                      <m:r>
                        <a:rPr lang="pt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𝑎𝑖𝑛</m:t>
                      </m:r>
                      <m:r>
                        <a:rPr lang="en-BR" sz="10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0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19" name="Equation">
                <a:extLst>
                  <a:ext uri="{FF2B5EF4-FFF2-40B4-BE49-F238E27FC236}">
                    <a16:creationId xmlns:a16="http://schemas.microsoft.com/office/drawing/2014/main" id="{11B6EB3F-E0F2-7974-D91A-5CD341ABD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7891" y="1393465"/>
                <a:ext cx="4733988" cy="1538883"/>
              </a:xfrm>
              <a:prstGeom prst="rect">
                <a:avLst/>
              </a:prstGeom>
              <a:blipFill>
                <a:blip r:embed="rId4"/>
                <a:stretch>
                  <a:fillRect l="-4545" r="-8289" b="-3770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20" name="Equation">
                <a:extLst>
                  <a:ext uri="{FF2B5EF4-FFF2-40B4-BE49-F238E27FC236}">
                    <a16:creationId xmlns:a16="http://schemas.microsoft.com/office/drawing/2014/main" id="{C8BFFBB7-F1AD-631B-E7A1-639DC31E560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673560" y="1297141"/>
                <a:ext cx="8918467" cy="153888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𝑐</m:t>
                      </m:r>
                      <m:r>
                        <a:rPr lang="pt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𝑙𝑜𝑢𝑑𝑠</m:t>
                      </m:r>
                      <m:r>
                        <a:rPr lang="en-BR" sz="10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lang="pt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𝑟𝑎𝑖𝑛</m:t>
                      </m:r>
                      <m:r>
                        <a:rPr lang="en-BR" sz="10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0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20" name="Equation">
                <a:extLst>
                  <a:ext uri="{FF2B5EF4-FFF2-40B4-BE49-F238E27FC236}">
                    <a16:creationId xmlns:a16="http://schemas.microsoft.com/office/drawing/2014/main" id="{C8BFFBB7-F1AD-631B-E7A1-639DC31E56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3560" y="1297141"/>
                <a:ext cx="8918467" cy="1538883"/>
              </a:xfrm>
              <a:prstGeom prst="rect">
                <a:avLst/>
              </a:prstGeom>
              <a:blipFill>
                <a:blip r:embed="rId5"/>
                <a:stretch>
                  <a:fillRect l="-2418" r="-4125" b="-3688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21" name="Equation">
                <a:extLst>
                  <a:ext uri="{FF2B5EF4-FFF2-40B4-BE49-F238E27FC236}">
                    <a16:creationId xmlns:a16="http://schemas.microsoft.com/office/drawing/2014/main" id="{E2B8FEDA-4F99-64F6-AE12-6335595A1A3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352829" y="3077308"/>
                <a:ext cx="6023957" cy="153888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𝑐</m:t>
                      </m:r>
                      <m:r>
                        <a:rPr lang="pt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𝑙𝑜𝑢𝑑𝑠</m:t>
                      </m:r>
                      <m:r>
                        <a:rPr lang="en-BR" sz="10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0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21" name="Equation">
                <a:extLst>
                  <a:ext uri="{FF2B5EF4-FFF2-40B4-BE49-F238E27FC236}">
                    <a16:creationId xmlns:a16="http://schemas.microsoft.com/office/drawing/2014/main" id="{E2B8FEDA-4F99-64F6-AE12-6335595A1A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2829" y="3077308"/>
                <a:ext cx="6023957" cy="1538883"/>
              </a:xfrm>
              <a:prstGeom prst="rect">
                <a:avLst/>
              </a:prstGeom>
              <a:blipFill>
                <a:blip r:embed="rId6"/>
                <a:stretch>
                  <a:fillRect l="-3571" r="-6303" b="-3688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quation">
                <a:extLst>
                  <a:ext uri="{FF2B5EF4-FFF2-40B4-BE49-F238E27FC236}">
                    <a16:creationId xmlns:a16="http://schemas.microsoft.com/office/drawing/2014/main" id="{050A094D-F696-F93B-8BB5-947615E83A3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2549" y="2066583"/>
                <a:ext cx="8916865" cy="153888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lang="en-BR" sz="10000" i="1" smtClean="0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𝑟</m:t>
                      </m:r>
                      <m:r>
                        <a:rPr lang="pt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𝑎𝑖𝑛</m:t>
                      </m:r>
                      <m:r>
                        <a:rPr lang="en-BR" sz="10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lang="pt-BR" sz="10000" b="0" i="1" smtClean="0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𝑐𝑙𝑜𝑢𝑑𝑠</m:t>
                      </m:r>
                      <m:r>
                        <a:rPr lang="en-BR" sz="100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0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Equation">
                <a:extLst>
                  <a:ext uri="{FF2B5EF4-FFF2-40B4-BE49-F238E27FC236}">
                    <a16:creationId xmlns:a16="http://schemas.microsoft.com/office/drawing/2014/main" id="{050A094D-F696-F93B-8BB5-947615E83A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49" y="2066583"/>
                <a:ext cx="8916865" cy="1538883"/>
              </a:xfrm>
              <a:prstGeom prst="rect">
                <a:avLst/>
              </a:prstGeom>
              <a:blipFill>
                <a:blip r:embed="rId7"/>
                <a:stretch>
                  <a:fillRect l="-2422" r="-4274" b="-3770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017EA85-B0DA-9079-BEAA-0C458044EAD2}"/>
              </a:ext>
            </a:extLst>
          </p:cNvPr>
          <p:cNvCxnSpPr>
            <a:cxnSpLocks/>
          </p:cNvCxnSpPr>
          <p:nvPr/>
        </p:nvCxnSpPr>
        <p:spPr>
          <a:xfrm>
            <a:off x="10796954" y="3077308"/>
            <a:ext cx="13135708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Equation">
                <a:extLst>
                  <a:ext uri="{FF2B5EF4-FFF2-40B4-BE49-F238E27FC236}">
                    <a16:creationId xmlns:a16="http://schemas.microsoft.com/office/drawing/2014/main" id="{F4BC667F-AC3F-E70A-3A0A-B4CE088ACF2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81156" y="5687360"/>
                <a:ext cx="5177427" cy="277604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0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sz="102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sz="102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(.8)(.1)</m:t>
                          </m:r>
                        </m:num>
                        <m:den>
                          <m:r>
                            <a:rPr sz="102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.4</m:t>
                          </m:r>
                        </m:den>
                      </m:f>
                    </m:oMath>
                  </m:oMathPara>
                </a14:m>
                <a:endParaRPr sz="102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Equation">
                <a:extLst>
                  <a:ext uri="{FF2B5EF4-FFF2-40B4-BE49-F238E27FC236}">
                    <a16:creationId xmlns:a16="http://schemas.microsoft.com/office/drawing/2014/main" id="{F4BC667F-AC3F-E70A-3A0A-B4CE088AC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1156" y="5687360"/>
                <a:ext cx="5177427" cy="2776043"/>
              </a:xfrm>
              <a:prstGeom prst="rect">
                <a:avLst/>
              </a:prstGeom>
              <a:blipFill>
                <a:blip r:embed="rId8"/>
                <a:stretch>
                  <a:fillRect l="-5392" t="-4091" r="-16912" b="-21818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uation">
                <a:extLst>
                  <a:ext uri="{FF2B5EF4-FFF2-40B4-BE49-F238E27FC236}">
                    <a16:creationId xmlns:a16="http://schemas.microsoft.com/office/drawing/2014/main" id="{8E8726F3-1770-C900-167A-26A3BDDC86C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81156" y="10833023"/>
                <a:ext cx="2771869" cy="895122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0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=0.2</m:t>
                      </m:r>
                    </m:oMath>
                  </m:oMathPara>
                </a14:m>
                <a:endParaRPr sz="102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" name="Equation">
                <a:extLst>
                  <a:ext uri="{FF2B5EF4-FFF2-40B4-BE49-F238E27FC236}">
                    <a16:creationId xmlns:a16="http://schemas.microsoft.com/office/drawing/2014/main" id="{8E8726F3-1770-C900-167A-26A3BDDC86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1156" y="10833023"/>
                <a:ext cx="2771869" cy="895122"/>
              </a:xfrm>
              <a:prstGeom prst="rect">
                <a:avLst/>
              </a:prstGeom>
              <a:blipFill>
                <a:blip r:embed="rId9"/>
                <a:stretch>
                  <a:fillRect l="-10046" r="-25114" b="-91667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0479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0" name="P(cloudy morning | rainy afternoon)">
            <a:extLst>
              <a:ext uri="{FF2B5EF4-FFF2-40B4-BE49-F238E27FC236}">
                <a16:creationId xmlns:a16="http://schemas.microsoft.com/office/drawing/2014/main" id="{0E8BAD9A-9848-4D8C-9F63-9AF7C2BB2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756" y="3958023"/>
            <a:ext cx="18724874" cy="2257695"/>
          </a:xfrm>
          <a:prstGeom prst="rect">
            <a:avLst/>
          </a:prstGeom>
        </p:spPr>
        <p:txBody>
          <a:bodyPr/>
          <a:lstStyle/>
          <a:p>
            <a:pPr algn="l">
              <a:buNone/>
              <a:defRPr sz="10000">
                <a:latin typeface="Times New Roman"/>
                <a:ea typeface="Times New Roman"/>
                <a:cs typeface="Times New Roman"/>
              </a:defRPr>
            </a:pPr>
            <a:r>
              <a:rPr i="1"/>
              <a:t>P(manhã nublada | tarde chuvosa)</a:t>
            </a:r>
          </a:p>
        </p:txBody>
      </p:sp>
      <p:sp>
        <p:nvSpPr>
          <p:cNvPr id="3041" name="Knowing">
            <a:extLst>
              <a:ext uri="{FF2B5EF4-FFF2-40B4-BE49-F238E27FC236}">
                <a16:creationId xmlns:a16="http://schemas.microsoft.com/office/drawing/2014/main" id="{AF7002BF-12CA-432E-A1A0-C1DD746D9706}"/>
              </a:ext>
            </a:extLst>
          </p:cNvPr>
          <p:cNvSpPr>
            <a:spLocks noGrp="1"/>
          </p:cNvSpPr>
          <p:nvPr/>
        </p:nvSpPr>
        <p:spPr>
          <a:xfrm>
            <a:off x="1512334" y="1446147"/>
            <a:ext cx="5083375" cy="16560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02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Sabendo</a:t>
            </a:r>
          </a:p>
        </p:txBody>
      </p:sp>
      <p:sp>
        <p:nvSpPr>
          <p:cNvPr id="3042" name="we can calculate">
            <a:extLst>
              <a:ext uri="{FF2B5EF4-FFF2-40B4-BE49-F238E27FC236}">
                <a16:creationId xmlns:a16="http://schemas.microsoft.com/office/drawing/2014/main" id="{914ABABD-71E3-4BB2-9429-E3039490E314}"/>
              </a:ext>
            </a:extLst>
          </p:cNvPr>
          <p:cNvSpPr>
            <a:spLocks noGrp="1"/>
          </p:cNvSpPr>
          <p:nvPr/>
        </p:nvSpPr>
        <p:spPr>
          <a:xfrm>
            <a:off x="1194921" y="7076594"/>
            <a:ext cx="9691279" cy="16560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102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podemos calcular</a:t>
            </a:r>
          </a:p>
        </p:txBody>
      </p:sp>
      <p:sp>
        <p:nvSpPr>
          <p:cNvPr id="3043" name="P(rainy afternoon | cloudy morning)">
            <a:extLst>
              <a:ext uri="{FF2B5EF4-FFF2-40B4-BE49-F238E27FC236}">
                <a16:creationId xmlns:a16="http://schemas.microsoft.com/office/drawing/2014/main" id="{99D66EB7-A886-402E-B40D-7C2FE591E05E}"/>
              </a:ext>
            </a:extLst>
          </p:cNvPr>
          <p:cNvSpPr>
            <a:spLocks noGrp="1"/>
          </p:cNvSpPr>
          <p:nvPr/>
        </p:nvSpPr>
        <p:spPr>
          <a:xfrm>
            <a:off x="4036756" y="9588470"/>
            <a:ext cx="18724874" cy="2257695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00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P(tarde chuvosa | manhã nublada)</a:t>
            </a:r>
          </a:p>
        </p:txBody>
      </p:sp>
    </p:spTree>
    <p:extLst>
      <p:ext uri="{BB962C8B-B14F-4D97-AF65-F5344CB8AC3E}">
        <p14:creationId xmlns:p14="http://schemas.microsoft.com/office/powerpoint/2010/main" val="66858195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5" name="P(visible effect | unknown cause)">
            <a:extLst>
              <a:ext uri="{FF2B5EF4-FFF2-40B4-BE49-F238E27FC236}">
                <a16:creationId xmlns:a16="http://schemas.microsoft.com/office/drawing/2014/main" id="{0C117DC7-04C4-44A2-8CAB-882A1061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756" y="3958023"/>
            <a:ext cx="18724874" cy="225769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l">
              <a:buNone/>
              <a:defRPr sz="10000">
                <a:latin typeface="Times New Roman"/>
                <a:ea typeface="Times New Roman"/>
                <a:cs typeface="Times New Roman"/>
              </a:defRPr>
            </a:pPr>
            <a:r>
              <a:rPr i="1"/>
              <a:t>P(efeito visível | causa desconhecida)</a:t>
            </a:r>
          </a:p>
        </p:txBody>
      </p:sp>
      <p:sp>
        <p:nvSpPr>
          <p:cNvPr id="3046" name="Knowing">
            <a:extLst>
              <a:ext uri="{FF2B5EF4-FFF2-40B4-BE49-F238E27FC236}">
                <a16:creationId xmlns:a16="http://schemas.microsoft.com/office/drawing/2014/main" id="{03AA9686-DD76-41A4-BFA4-A7196E46BEC2}"/>
              </a:ext>
            </a:extLst>
          </p:cNvPr>
          <p:cNvSpPr>
            <a:spLocks noGrp="1"/>
          </p:cNvSpPr>
          <p:nvPr/>
        </p:nvSpPr>
        <p:spPr>
          <a:xfrm>
            <a:off x="1512334" y="1446147"/>
            <a:ext cx="5083375" cy="16560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02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Sabendo</a:t>
            </a:r>
          </a:p>
        </p:txBody>
      </p:sp>
      <p:sp>
        <p:nvSpPr>
          <p:cNvPr id="3047" name="we can calculate">
            <a:extLst>
              <a:ext uri="{FF2B5EF4-FFF2-40B4-BE49-F238E27FC236}">
                <a16:creationId xmlns:a16="http://schemas.microsoft.com/office/drawing/2014/main" id="{F1564B82-BF4C-48DF-9EB1-400D07946173}"/>
              </a:ext>
            </a:extLst>
          </p:cNvPr>
          <p:cNvSpPr>
            <a:spLocks noGrp="1"/>
          </p:cNvSpPr>
          <p:nvPr/>
        </p:nvSpPr>
        <p:spPr>
          <a:xfrm>
            <a:off x="1194921" y="7076594"/>
            <a:ext cx="9691279" cy="16560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102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podemos calcular</a:t>
            </a:r>
          </a:p>
        </p:txBody>
      </p:sp>
      <p:sp>
        <p:nvSpPr>
          <p:cNvPr id="3048" name="P(unknown cause | visible effect)">
            <a:extLst>
              <a:ext uri="{FF2B5EF4-FFF2-40B4-BE49-F238E27FC236}">
                <a16:creationId xmlns:a16="http://schemas.microsoft.com/office/drawing/2014/main" id="{7BC9A26C-A3FB-449D-924D-760CEC49FBCA}"/>
              </a:ext>
            </a:extLst>
          </p:cNvPr>
          <p:cNvSpPr>
            <a:spLocks noGrp="1"/>
          </p:cNvSpPr>
          <p:nvPr/>
        </p:nvSpPr>
        <p:spPr>
          <a:xfrm>
            <a:off x="4036756" y="9588470"/>
            <a:ext cx="18724874" cy="2257695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fontScale="97113"/>
          </a:bodyPr>
          <a:lstStyle/>
          <a:p>
            <a:pPr algn="l">
              <a:buNone/>
              <a:defRPr sz="100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P(causa desconhecida | efeito visível)</a:t>
            </a:r>
          </a:p>
        </p:txBody>
      </p:sp>
    </p:spTree>
    <p:extLst>
      <p:ext uri="{BB962C8B-B14F-4D97-AF65-F5344CB8AC3E}">
        <p14:creationId xmlns:p14="http://schemas.microsoft.com/office/powerpoint/2010/main" val="195780500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0" name="P(medical test result | disease)">
            <a:extLst>
              <a:ext uri="{FF2B5EF4-FFF2-40B4-BE49-F238E27FC236}">
                <a16:creationId xmlns:a16="http://schemas.microsoft.com/office/drawing/2014/main" id="{C77E7455-5EB8-4E4C-93EF-161383399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756" y="3958023"/>
            <a:ext cx="18724874" cy="225769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l">
              <a:buNone/>
              <a:defRPr sz="10000">
                <a:latin typeface="Times New Roman"/>
                <a:ea typeface="Times New Roman"/>
                <a:cs typeface="Times New Roman"/>
              </a:defRPr>
            </a:pPr>
            <a:r>
              <a:rPr i="1"/>
              <a:t>P(resultado de teste médico | doença)</a:t>
            </a:r>
          </a:p>
        </p:txBody>
      </p:sp>
      <p:sp>
        <p:nvSpPr>
          <p:cNvPr id="3051" name="Knowing">
            <a:extLst>
              <a:ext uri="{FF2B5EF4-FFF2-40B4-BE49-F238E27FC236}">
                <a16:creationId xmlns:a16="http://schemas.microsoft.com/office/drawing/2014/main" id="{C40777C7-561D-4ACA-BE97-4FD89AF5002F}"/>
              </a:ext>
            </a:extLst>
          </p:cNvPr>
          <p:cNvSpPr>
            <a:spLocks noGrp="1"/>
          </p:cNvSpPr>
          <p:nvPr/>
        </p:nvSpPr>
        <p:spPr>
          <a:xfrm>
            <a:off x="1512334" y="1446147"/>
            <a:ext cx="5083375" cy="16560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02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Sabendo</a:t>
            </a:r>
          </a:p>
        </p:txBody>
      </p:sp>
      <p:sp>
        <p:nvSpPr>
          <p:cNvPr id="3052" name="we can calculate">
            <a:extLst>
              <a:ext uri="{FF2B5EF4-FFF2-40B4-BE49-F238E27FC236}">
                <a16:creationId xmlns:a16="http://schemas.microsoft.com/office/drawing/2014/main" id="{CB8055C7-9168-4490-AAB8-E3FC6D0DC697}"/>
              </a:ext>
            </a:extLst>
          </p:cNvPr>
          <p:cNvSpPr>
            <a:spLocks noGrp="1"/>
          </p:cNvSpPr>
          <p:nvPr/>
        </p:nvSpPr>
        <p:spPr>
          <a:xfrm>
            <a:off x="1194921" y="7076594"/>
            <a:ext cx="9691279" cy="16560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102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podemos calcular</a:t>
            </a:r>
          </a:p>
        </p:txBody>
      </p:sp>
      <p:sp>
        <p:nvSpPr>
          <p:cNvPr id="3053" name="P(disease | medical test result)">
            <a:extLst>
              <a:ext uri="{FF2B5EF4-FFF2-40B4-BE49-F238E27FC236}">
                <a16:creationId xmlns:a16="http://schemas.microsoft.com/office/drawing/2014/main" id="{B7BB4021-A5A1-43C1-B582-AF9565D082C9}"/>
              </a:ext>
            </a:extLst>
          </p:cNvPr>
          <p:cNvSpPr>
            <a:spLocks noGrp="1"/>
          </p:cNvSpPr>
          <p:nvPr/>
        </p:nvSpPr>
        <p:spPr>
          <a:xfrm>
            <a:off x="4036756" y="9588470"/>
            <a:ext cx="18724874" cy="2257695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fontScale="97118"/>
          </a:bodyPr>
          <a:lstStyle/>
          <a:p>
            <a:pPr algn="l">
              <a:buNone/>
              <a:defRPr sz="100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P(doença | resultado de teste médico)</a:t>
            </a:r>
          </a:p>
        </p:txBody>
      </p:sp>
    </p:spTree>
    <p:extLst>
      <p:ext uri="{BB962C8B-B14F-4D97-AF65-F5344CB8AC3E}">
        <p14:creationId xmlns:p14="http://schemas.microsoft.com/office/powerpoint/2010/main" val="91173319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5" name="P(blurry text | counterfeit bill)">
            <a:extLst>
              <a:ext uri="{FF2B5EF4-FFF2-40B4-BE49-F238E27FC236}">
                <a16:creationId xmlns:a16="http://schemas.microsoft.com/office/drawing/2014/main" id="{7AA8E573-9F2C-4D20-B11F-F494346EA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756" y="3958023"/>
            <a:ext cx="18724874" cy="2257695"/>
          </a:xfrm>
          <a:prstGeom prst="rect">
            <a:avLst/>
          </a:prstGeom>
        </p:spPr>
        <p:txBody>
          <a:bodyPr/>
          <a:lstStyle/>
          <a:p>
            <a:pPr algn="l">
              <a:buNone/>
              <a:defRPr sz="10000">
                <a:latin typeface="Times New Roman"/>
                <a:ea typeface="Times New Roman"/>
                <a:cs typeface="Times New Roman"/>
              </a:defRPr>
            </a:pPr>
            <a:r>
              <a:rPr i="1"/>
              <a:t>P(texto borrado | cédula falsa)</a:t>
            </a:r>
          </a:p>
        </p:txBody>
      </p:sp>
      <p:sp>
        <p:nvSpPr>
          <p:cNvPr id="3056" name="Knowing">
            <a:extLst>
              <a:ext uri="{FF2B5EF4-FFF2-40B4-BE49-F238E27FC236}">
                <a16:creationId xmlns:a16="http://schemas.microsoft.com/office/drawing/2014/main" id="{E71F7054-4BC3-437E-AABD-8A8A0C64D4FE}"/>
              </a:ext>
            </a:extLst>
          </p:cNvPr>
          <p:cNvSpPr>
            <a:spLocks noGrp="1"/>
          </p:cNvSpPr>
          <p:nvPr/>
        </p:nvSpPr>
        <p:spPr>
          <a:xfrm>
            <a:off x="1512334" y="1446147"/>
            <a:ext cx="5083375" cy="16560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02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Sabendo</a:t>
            </a:r>
          </a:p>
        </p:txBody>
      </p:sp>
      <p:sp>
        <p:nvSpPr>
          <p:cNvPr id="3057" name="we can calculate">
            <a:extLst>
              <a:ext uri="{FF2B5EF4-FFF2-40B4-BE49-F238E27FC236}">
                <a16:creationId xmlns:a16="http://schemas.microsoft.com/office/drawing/2014/main" id="{D7732D0F-C269-4B18-BEA1-03F9DD33D069}"/>
              </a:ext>
            </a:extLst>
          </p:cNvPr>
          <p:cNvSpPr>
            <a:spLocks noGrp="1"/>
          </p:cNvSpPr>
          <p:nvPr/>
        </p:nvSpPr>
        <p:spPr>
          <a:xfrm>
            <a:off x="1194921" y="7076594"/>
            <a:ext cx="9691279" cy="16560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102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podemos calcular</a:t>
            </a:r>
          </a:p>
        </p:txBody>
      </p:sp>
      <p:sp>
        <p:nvSpPr>
          <p:cNvPr id="3058" name="P(counterfeit bill | blurry text)">
            <a:extLst>
              <a:ext uri="{FF2B5EF4-FFF2-40B4-BE49-F238E27FC236}">
                <a16:creationId xmlns:a16="http://schemas.microsoft.com/office/drawing/2014/main" id="{E375347D-0884-41EB-BEC3-CC42F902DE5B}"/>
              </a:ext>
            </a:extLst>
          </p:cNvPr>
          <p:cNvSpPr>
            <a:spLocks noGrp="1"/>
          </p:cNvSpPr>
          <p:nvPr/>
        </p:nvSpPr>
        <p:spPr>
          <a:xfrm>
            <a:off x="4036756" y="9588470"/>
            <a:ext cx="18724874" cy="2257695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00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P(cédula falsa | texto borrado)</a:t>
            </a:r>
          </a:p>
        </p:txBody>
      </p:sp>
    </p:spTree>
    <p:extLst>
      <p:ext uri="{BB962C8B-B14F-4D97-AF65-F5344CB8AC3E}">
        <p14:creationId xmlns:p14="http://schemas.microsoft.com/office/powerpoint/2010/main" val="9940697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0" name="Joint Probability">
            <a:extLst>
              <a:ext uri="{FF2B5EF4-FFF2-40B4-BE49-F238E27FC236}">
                <a16:creationId xmlns:a16="http://schemas.microsoft.com/office/drawing/2014/main" id="{0B08B621-16FF-47A3-92C3-CD4837F5C47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Probabilidade conjunta</a:t>
            </a:r>
          </a:p>
        </p:txBody>
      </p:sp>
    </p:spTree>
    <p:extLst>
      <p:ext uri="{BB962C8B-B14F-4D97-AF65-F5344CB8AC3E}">
        <p14:creationId xmlns:p14="http://schemas.microsoft.com/office/powerpoint/2010/main" val="72628462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3" name="AM">
            <a:extLst>
              <a:ext uri="{FF2B5EF4-FFF2-40B4-BE49-F238E27FC236}">
                <a16:creationId xmlns:a16="http://schemas.microsoft.com/office/drawing/2014/main" id="{EBD0795A-A0E2-4ECD-938D-CC6DDB6D578C}"/>
              </a:ext>
            </a:extLst>
          </p:cNvPr>
          <p:cNvSpPr>
            <a:spLocks noGrp="1"/>
          </p:cNvSpPr>
          <p:nvPr/>
        </p:nvSpPr>
        <p:spPr>
          <a:xfrm>
            <a:off x="4904274" y="927389"/>
            <a:ext cx="2326536" cy="140210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AM</a:t>
            </a:r>
          </a:p>
        </p:txBody>
      </p:sp>
    </p:spTree>
    <p:extLst>
      <p:ext uri="{BB962C8B-B14F-4D97-AF65-F5344CB8AC3E}">
        <p14:creationId xmlns:p14="http://schemas.microsoft.com/office/powerpoint/2010/main" val="162751792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CF007-5EFD-8A81-3680-DC36C9E4B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3" name="AM">
            <a:extLst>
              <a:ext uri="{FF2B5EF4-FFF2-40B4-BE49-F238E27FC236}">
                <a16:creationId xmlns:a16="http://schemas.microsoft.com/office/drawing/2014/main" id="{87E4701B-A5E2-724E-B098-06EA435A8CE6}"/>
              </a:ext>
            </a:extLst>
          </p:cNvPr>
          <p:cNvSpPr>
            <a:spLocks noGrp="1"/>
          </p:cNvSpPr>
          <p:nvPr/>
        </p:nvSpPr>
        <p:spPr>
          <a:xfrm>
            <a:off x="4904274" y="927389"/>
            <a:ext cx="2326536" cy="140210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AM</a:t>
            </a:r>
          </a:p>
        </p:txBody>
      </p:sp>
      <p:graphicFrame>
        <p:nvGraphicFramePr>
          <p:cNvPr id="4" name="Table 1">
            <a:extLst>
              <a:ext uri="{FF2B5EF4-FFF2-40B4-BE49-F238E27FC236}">
                <a16:creationId xmlns:a16="http://schemas.microsoft.com/office/drawing/2014/main" id="{D4F0A4CB-38C7-C3A9-0E99-5F9F363DFC94}"/>
              </a:ext>
            </a:extLst>
          </p:cNvPr>
          <p:cNvGraphicFramePr/>
          <p:nvPr/>
        </p:nvGraphicFramePr>
        <p:xfrm>
          <a:off x="1098921" y="3398644"/>
          <a:ext cx="9937240" cy="2539762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780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69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C = nuvem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C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nuvem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9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2083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FB1AC-5F13-EE93-03FA-B2368C9F2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1" name="Table 1">
            <a:extLst>
              <a:ext uri="{FF2B5EF4-FFF2-40B4-BE49-F238E27FC236}">
                <a16:creationId xmlns:a16="http://schemas.microsoft.com/office/drawing/2014/main" id="{33CC7BB2-7098-5406-2CEF-62631EC15F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7597253"/>
              </p:ext>
            </p:extLst>
          </p:nvPr>
        </p:nvGraphicFramePr>
        <p:xfrm>
          <a:off x="1098921" y="3398644"/>
          <a:ext cx="9937240" cy="2539762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780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69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C = nuvem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C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nuvem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9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63" name="AM">
            <a:extLst>
              <a:ext uri="{FF2B5EF4-FFF2-40B4-BE49-F238E27FC236}">
                <a16:creationId xmlns:a16="http://schemas.microsoft.com/office/drawing/2014/main" id="{09317E1F-09EE-8CBD-438F-F15AB37B7403}"/>
              </a:ext>
            </a:extLst>
          </p:cNvPr>
          <p:cNvSpPr>
            <a:spLocks noGrp="1"/>
          </p:cNvSpPr>
          <p:nvPr/>
        </p:nvSpPr>
        <p:spPr>
          <a:xfrm>
            <a:off x="4904274" y="927389"/>
            <a:ext cx="2326536" cy="140210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AM</a:t>
            </a:r>
          </a:p>
        </p:txBody>
      </p:sp>
      <p:sp>
        <p:nvSpPr>
          <p:cNvPr id="3065" name="Water Drop">
            <a:extLst>
              <a:ext uri="{FF2B5EF4-FFF2-40B4-BE49-F238E27FC236}">
                <a16:creationId xmlns:a16="http://schemas.microsoft.com/office/drawing/2014/main" id="{234AC57C-14DA-1543-8723-15D58BC0F710}"/>
              </a:ext>
            </a:extLst>
          </p:cNvPr>
          <p:cNvSpPr>
            <a:spLocks noGrp="1"/>
          </p:cNvSpPr>
          <p:nvPr/>
        </p:nvSpPr>
        <p:spPr>
          <a:xfrm>
            <a:off x="17264847" y="1859300"/>
            <a:ext cx="353724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66" name="PM">
            <a:extLst>
              <a:ext uri="{FF2B5EF4-FFF2-40B4-BE49-F238E27FC236}">
                <a16:creationId xmlns:a16="http://schemas.microsoft.com/office/drawing/2014/main" id="{5DAC9759-A509-7494-C324-7A62509574AE}"/>
              </a:ext>
            </a:extLst>
          </p:cNvPr>
          <p:cNvSpPr>
            <a:spLocks noGrp="1"/>
          </p:cNvSpPr>
          <p:nvPr/>
        </p:nvSpPr>
        <p:spPr>
          <a:xfrm>
            <a:off x="17243714" y="352208"/>
            <a:ext cx="2145489" cy="129299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PM</a:t>
            </a:r>
          </a:p>
        </p:txBody>
      </p:sp>
      <p:sp>
        <p:nvSpPr>
          <p:cNvPr id="3067" name="Water Drop">
            <a:extLst>
              <a:ext uri="{FF2B5EF4-FFF2-40B4-BE49-F238E27FC236}">
                <a16:creationId xmlns:a16="http://schemas.microsoft.com/office/drawing/2014/main" id="{A3486C68-AB52-3850-3577-B59FE3F46DCA}"/>
              </a:ext>
            </a:extLst>
          </p:cNvPr>
          <p:cNvSpPr>
            <a:spLocks noGrp="1"/>
          </p:cNvSpPr>
          <p:nvPr/>
        </p:nvSpPr>
        <p:spPr>
          <a:xfrm>
            <a:off x="17848012" y="2323366"/>
            <a:ext cx="353724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68" name="Water Drop">
            <a:extLst>
              <a:ext uri="{FF2B5EF4-FFF2-40B4-BE49-F238E27FC236}">
                <a16:creationId xmlns:a16="http://schemas.microsoft.com/office/drawing/2014/main" id="{AF339AD7-E09F-C851-5550-F4D352384ECF}"/>
              </a:ext>
            </a:extLst>
          </p:cNvPr>
          <p:cNvSpPr>
            <a:spLocks noGrp="1"/>
          </p:cNvSpPr>
          <p:nvPr/>
        </p:nvSpPr>
        <p:spPr>
          <a:xfrm>
            <a:off x="18431178" y="1859300"/>
            <a:ext cx="353725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69" name="Water Drop">
            <a:extLst>
              <a:ext uri="{FF2B5EF4-FFF2-40B4-BE49-F238E27FC236}">
                <a16:creationId xmlns:a16="http://schemas.microsoft.com/office/drawing/2014/main" id="{BBADE942-8BDB-D692-9127-148D22A8E308}"/>
              </a:ext>
            </a:extLst>
          </p:cNvPr>
          <p:cNvSpPr>
            <a:spLocks noGrp="1"/>
          </p:cNvSpPr>
          <p:nvPr/>
        </p:nvSpPr>
        <p:spPr>
          <a:xfrm>
            <a:off x="19014343" y="2089443"/>
            <a:ext cx="353725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107652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7BE17-62A8-3E35-0C55-AAA052BCA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1" name="Table 1">
            <a:extLst>
              <a:ext uri="{FF2B5EF4-FFF2-40B4-BE49-F238E27FC236}">
                <a16:creationId xmlns:a16="http://schemas.microsoft.com/office/drawing/2014/main" id="{AC7D60D5-3616-78D5-5F46-570D30B2CF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3577716"/>
              </p:ext>
            </p:extLst>
          </p:nvPr>
        </p:nvGraphicFramePr>
        <p:xfrm>
          <a:off x="1098921" y="3398644"/>
          <a:ext cx="9937240" cy="2539762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780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69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C = nuvem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C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nuvem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9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63" name="AM">
            <a:extLst>
              <a:ext uri="{FF2B5EF4-FFF2-40B4-BE49-F238E27FC236}">
                <a16:creationId xmlns:a16="http://schemas.microsoft.com/office/drawing/2014/main" id="{C3D2A0F6-A35B-C1FF-BE6B-0D06D72E1842}"/>
              </a:ext>
            </a:extLst>
          </p:cNvPr>
          <p:cNvSpPr>
            <a:spLocks noGrp="1"/>
          </p:cNvSpPr>
          <p:nvPr/>
        </p:nvSpPr>
        <p:spPr>
          <a:xfrm>
            <a:off x="4904274" y="927389"/>
            <a:ext cx="2326536" cy="140210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AM</a:t>
            </a:r>
          </a:p>
        </p:txBody>
      </p:sp>
      <p:sp>
        <p:nvSpPr>
          <p:cNvPr id="3065" name="Water Drop">
            <a:extLst>
              <a:ext uri="{FF2B5EF4-FFF2-40B4-BE49-F238E27FC236}">
                <a16:creationId xmlns:a16="http://schemas.microsoft.com/office/drawing/2014/main" id="{B96025CB-0319-8BB7-1CA1-8197D81214ED}"/>
              </a:ext>
            </a:extLst>
          </p:cNvPr>
          <p:cNvSpPr>
            <a:spLocks noGrp="1"/>
          </p:cNvSpPr>
          <p:nvPr/>
        </p:nvSpPr>
        <p:spPr>
          <a:xfrm>
            <a:off x="17264847" y="1859300"/>
            <a:ext cx="353724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66" name="PM">
            <a:extLst>
              <a:ext uri="{FF2B5EF4-FFF2-40B4-BE49-F238E27FC236}">
                <a16:creationId xmlns:a16="http://schemas.microsoft.com/office/drawing/2014/main" id="{A1E67E42-56FF-0104-5CE4-B0ECE0B36CBC}"/>
              </a:ext>
            </a:extLst>
          </p:cNvPr>
          <p:cNvSpPr>
            <a:spLocks noGrp="1"/>
          </p:cNvSpPr>
          <p:nvPr/>
        </p:nvSpPr>
        <p:spPr>
          <a:xfrm>
            <a:off x="17243714" y="352208"/>
            <a:ext cx="2145489" cy="129299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PM</a:t>
            </a:r>
          </a:p>
        </p:txBody>
      </p:sp>
      <p:sp>
        <p:nvSpPr>
          <p:cNvPr id="3067" name="Water Drop">
            <a:extLst>
              <a:ext uri="{FF2B5EF4-FFF2-40B4-BE49-F238E27FC236}">
                <a16:creationId xmlns:a16="http://schemas.microsoft.com/office/drawing/2014/main" id="{5E4F7EE3-D1E9-A054-6F1A-C4CEDE0ADEE2}"/>
              </a:ext>
            </a:extLst>
          </p:cNvPr>
          <p:cNvSpPr>
            <a:spLocks noGrp="1"/>
          </p:cNvSpPr>
          <p:nvPr/>
        </p:nvSpPr>
        <p:spPr>
          <a:xfrm>
            <a:off x="17848012" y="2323366"/>
            <a:ext cx="353724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68" name="Water Drop">
            <a:extLst>
              <a:ext uri="{FF2B5EF4-FFF2-40B4-BE49-F238E27FC236}">
                <a16:creationId xmlns:a16="http://schemas.microsoft.com/office/drawing/2014/main" id="{5EAADE51-3B83-371E-AF55-8BC07330A479}"/>
              </a:ext>
            </a:extLst>
          </p:cNvPr>
          <p:cNvSpPr>
            <a:spLocks noGrp="1"/>
          </p:cNvSpPr>
          <p:nvPr/>
        </p:nvSpPr>
        <p:spPr>
          <a:xfrm>
            <a:off x="18431178" y="1859300"/>
            <a:ext cx="353725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69" name="Water Drop">
            <a:extLst>
              <a:ext uri="{FF2B5EF4-FFF2-40B4-BE49-F238E27FC236}">
                <a16:creationId xmlns:a16="http://schemas.microsoft.com/office/drawing/2014/main" id="{0F4BECDE-29B1-23A8-083C-9EE4EA78402D}"/>
              </a:ext>
            </a:extLst>
          </p:cNvPr>
          <p:cNvSpPr>
            <a:spLocks noGrp="1"/>
          </p:cNvSpPr>
          <p:nvPr/>
        </p:nvSpPr>
        <p:spPr>
          <a:xfrm>
            <a:off x="19014343" y="2089443"/>
            <a:ext cx="353725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graphicFrame>
        <p:nvGraphicFramePr>
          <p:cNvPr id="3089" name="Table 1-2">
            <a:extLst>
              <a:ext uri="{FF2B5EF4-FFF2-40B4-BE49-F238E27FC236}">
                <a16:creationId xmlns:a16="http://schemas.microsoft.com/office/drawing/2014/main" id="{831E1B9E-A72F-6DE1-D8BD-B29E3A4EE0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8329508"/>
              </p:ext>
            </p:extLst>
          </p:nvPr>
        </p:nvGraphicFramePr>
        <p:xfrm>
          <a:off x="13347837" y="3398644"/>
          <a:ext cx="9937240" cy="2539762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780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69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R = chuva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R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chuva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9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0,9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525950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3D6FE-8904-E71A-2AAB-6BEAB4C41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1" name="Table 1">
            <a:extLst>
              <a:ext uri="{FF2B5EF4-FFF2-40B4-BE49-F238E27FC236}">
                <a16:creationId xmlns:a16="http://schemas.microsoft.com/office/drawing/2014/main" id="{1BDF8019-CF19-C167-62D3-7F4C199FBD99}"/>
              </a:ext>
            </a:extLst>
          </p:cNvPr>
          <p:cNvGraphicFramePr/>
          <p:nvPr/>
        </p:nvGraphicFramePr>
        <p:xfrm>
          <a:off x="1098921" y="3398644"/>
          <a:ext cx="9937240" cy="2539762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780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69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C = nuvem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C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nuvem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9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63" name="AM">
            <a:extLst>
              <a:ext uri="{FF2B5EF4-FFF2-40B4-BE49-F238E27FC236}">
                <a16:creationId xmlns:a16="http://schemas.microsoft.com/office/drawing/2014/main" id="{A98B8F67-BDAF-610A-BA8A-6607ACAC6C08}"/>
              </a:ext>
            </a:extLst>
          </p:cNvPr>
          <p:cNvSpPr>
            <a:spLocks noGrp="1"/>
          </p:cNvSpPr>
          <p:nvPr/>
        </p:nvSpPr>
        <p:spPr>
          <a:xfrm>
            <a:off x="4904274" y="927389"/>
            <a:ext cx="2326536" cy="140210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AM</a:t>
            </a:r>
          </a:p>
        </p:txBody>
      </p:sp>
      <p:sp>
        <p:nvSpPr>
          <p:cNvPr id="3065" name="Water Drop">
            <a:extLst>
              <a:ext uri="{FF2B5EF4-FFF2-40B4-BE49-F238E27FC236}">
                <a16:creationId xmlns:a16="http://schemas.microsoft.com/office/drawing/2014/main" id="{E6E4CD14-025C-C853-657E-92296384D8DC}"/>
              </a:ext>
            </a:extLst>
          </p:cNvPr>
          <p:cNvSpPr>
            <a:spLocks noGrp="1"/>
          </p:cNvSpPr>
          <p:nvPr/>
        </p:nvSpPr>
        <p:spPr>
          <a:xfrm>
            <a:off x="17264847" y="1859300"/>
            <a:ext cx="353724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66" name="PM">
            <a:extLst>
              <a:ext uri="{FF2B5EF4-FFF2-40B4-BE49-F238E27FC236}">
                <a16:creationId xmlns:a16="http://schemas.microsoft.com/office/drawing/2014/main" id="{9047E318-74AF-75C2-ED9B-44928733DD8D}"/>
              </a:ext>
            </a:extLst>
          </p:cNvPr>
          <p:cNvSpPr>
            <a:spLocks noGrp="1"/>
          </p:cNvSpPr>
          <p:nvPr/>
        </p:nvSpPr>
        <p:spPr>
          <a:xfrm>
            <a:off x="17243714" y="352208"/>
            <a:ext cx="2145489" cy="129299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PM</a:t>
            </a:r>
          </a:p>
        </p:txBody>
      </p:sp>
      <p:sp>
        <p:nvSpPr>
          <p:cNvPr id="3067" name="Water Drop">
            <a:extLst>
              <a:ext uri="{FF2B5EF4-FFF2-40B4-BE49-F238E27FC236}">
                <a16:creationId xmlns:a16="http://schemas.microsoft.com/office/drawing/2014/main" id="{42A9675E-83E0-E6A7-BCD2-2C7C4791BB20}"/>
              </a:ext>
            </a:extLst>
          </p:cNvPr>
          <p:cNvSpPr>
            <a:spLocks noGrp="1"/>
          </p:cNvSpPr>
          <p:nvPr/>
        </p:nvSpPr>
        <p:spPr>
          <a:xfrm>
            <a:off x="17848012" y="2323366"/>
            <a:ext cx="353724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68" name="Water Drop">
            <a:extLst>
              <a:ext uri="{FF2B5EF4-FFF2-40B4-BE49-F238E27FC236}">
                <a16:creationId xmlns:a16="http://schemas.microsoft.com/office/drawing/2014/main" id="{201A205B-2F60-2844-50DD-5E87C5DA6ED9}"/>
              </a:ext>
            </a:extLst>
          </p:cNvPr>
          <p:cNvSpPr>
            <a:spLocks noGrp="1"/>
          </p:cNvSpPr>
          <p:nvPr/>
        </p:nvSpPr>
        <p:spPr>
          <a:xfrm>
            <a:off x="18431178" y="1859300"/>
            <a:ext cx="353725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69" name="Water Drop">
            <a:extLst>
              <a:ext uri="{FF2B5EF4-FFF2-40B4-BE49-F238E27FC236}">
                <a16:creationId xmlns:a16="http://schemas.microsoft.com/office/drawing/2014/main" id="{46D7245A-D38D-727A-EBE4-7977037BCA64}"/>
              </a:ext>
            </a:extLst>
          </p:cNvPr>
          <p:cNvSpPr>
            <a:spLocks noGrp="1"/>
          </p:cNvSpPr>
          <p:nvPr/>
        </p:nvSpPr>
        <p:spPr>
          <a:xfrm>
            <a:off x="19014343" y="2089443"/>
            <a:ext cx="353725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graphicFrame>
        <p:nvGraphicFramePr>
          <p:cNvPr id="3089" name="Table 1-2">
            <a:extLst>
              <a:ext uri="{FF2B5EF4-FFF2-40B4-BE49-F238E27FC236}">
                <a16:creationId xmlns:a16="http://schemas.microsoft.com/office/drawing/2014/main" id="{F0FE7764-1454-F240-F4E9-950540B00A7E}"/>
              </a:ext>
            </a:extLst>
          </p:cNvPr>
          <p:cNvGraphicFramePr/>
          <p:nvPr/>
        </p:nvGraphicFramePr>
        <p:xfrm>
          <a:off x="13347837" y="3398644"/>
          <a:ext cx="9937240" cy="2539762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780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69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R = chuva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R = ¬chuva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9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0,9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72" name="AM">
            <a:extLst>
              <a:ext uri="{FF2B5EF4-FFF2-40B4-BE49-F238E27FC236}">
                <a16:creationId xmlns:a16="http://schemas.microsoft.com/office/drawing/2014/main" id="{AF802E12-AE71-5D5D-1530-6AB83708566C}"/>
              </a:ext>
            </a:extLst>
          </p:cNvPr>
          <p:cNvSpPr>
            <a:spLocks noGrp="1"/>
          </p:cNvSpPr>
          <p:nvPr/>
        </p:nvSpPr>
        <p:spPr>
          <a:xfrm>
            <a:off x="9462661" y="7387434"/>
            <a:ext cx="2326535" cy="14021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AM</a:t>
            </a:r>
          </a:p>
        </p:txBody>
      </p:sp>
      <p:sp>
        <p:nvSpPr>
          <p:cNvPr id="3073" name="Water Drop">
            <a:extLst>
              <a:ext uri="{FF2B5EF4-FFF2-40B4-BE49-F238E27FC236}">
                <a16:creationId xmlns:a16="http://schemas.microsoft.com/office/drawing/2014/main" id="{D5BB0B85-BC02-C9E4-E045-35673EA7B290}"/>
              </a:ext>
            </a:extLst>
          </p:cNvPr>
          <p:cNvSpPr>
            <a:spLocks noGrp="1"/>
          </p:cNvSpPr>
          <p:nvPr/>
        </p:nvSpPr>
        <p:spPr>
          <a:xfrm>
            <a:off x="11951390" y="8319345"/>
            <a:ext cx="353724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74" name="PM">
            <a:extLst>
              <a:ext uri="{FF2B5EF4-FFF2-40B4-BE49-F238E27FC236}">
                <a16:creationId xmlns:a16="http://schemas.microsoft.com/office/drawing/2014/main" id="{1147E23D-4D4B-D757-544B-A4169A301A78}"/>
              </a:ext>
            </a:extLst>
          </p:cNvPr>
          <p:cNvSpPr>
            <a:spLocks noGrp="1"/>
          </p:cNvSpPr>
          <p:nvPr/>
        </p:nvSpPr>
        <p:spPr>
          <a:xfrm>
            <a:off x="11930257" y="6812253"/>
            <a:ext cx="2145488" cy="129299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PM</a:t>
            </a:r>
          </a:p>
        </p:txBody>
      </p:sp>
      <p:sp>
        <p:nvSpPr>
          <p:cNvPr id="3075" name="Water Drop">
            <a:extLst>
              <a:ext uri="{FF2B5EF4-FFF2-40B4-BE49-F238E27FC236}">
                <a16:creationId xmlns:a16="http://schemas.microsoft.com/office/drawing/2014/main" id="{4DA0F36E-952C-C5B7-737B-932ED99C8FC2}"/>
              </a:ext>
            </a:extLst>
          </p:cNvPr>
          <p:cNvSpPr>
            <a:spLocks noGrp="1"/>
          </p:cNvSpPr>
          <p:nvPr/>
        </p:nvSpPr>
        <p:spPr>
          <a:xfrm>
            <a:off x="12534555" y="8783411"/>
            <a:ext cx="353724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76" name="Water Drop">
            <a:extLst>
              <a:ext uri="{FF2B5EF4-FFF2-40B4-BE49-F238E27FC236}">
                <a16:creationId xmlns:a16="http://schemas.microsoft.com/office/drawing/2014/main" id="{ED19D44F-F370-3626-31C1-BF97461089BC}"/>
              </a:ext>
            </a:extLst>
          </p:cNvPr>
          <p:cNvSpPr>
            <a:spLocks noGrp="1"/>
          </p:cNvSpPr>
          <p:nvPr/>
        </p:nvSpPr>
        <p:spPr>
          <a:xfrm>
            <a:off x="13117720" y="8319345"/>
            <a:ext cx="353725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77" name="Water Drop">
            <a:extLst>
              <a:ext uri="{FF2B5EF4-FFF2-40B4-BE49-F238E27FC236}">
                <a16:creationId xmlns:a16="http://schemas.microsoft.com/office/drawing/2014/main" id="{AD985961-F0CA-21EC-A215-6CA75645C432}"/>
              </a:ext>
            </a:extLst>
          </p:cNvPr>
          <p:cNvSpPr>
            <a:spLocks noGrp="1"/>
          </p:cNvSpPr>
          <p:nvPr/>
        </p:nvSpPr>
        <p:spPr>
          <a:xfrm>
            <a:off x="13700886" y="8549488"/>
            <a:ext cx="353725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449438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7DF53-35A9-0633-43D0-21B73B0D2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1" name="Table 1">
            <a:extLst>
              <a:ext uri="{FF2B5EF4-FFF2-40B4-BE49-F238E27FC236}">
                <a16:creationId xmlns:a16="http://schemas.microsoft.com/office/drawing/2014/main" id="{0068B3CF-56A9-77FF-46B6-AEFB7537D853}"/>
              </a:ext>
            </a:extLst>
          </p:cNvPr>
          <p:cNvGraphicFramePr/>
          <p:nvPr/>
        </p:nvGraphicFramePr>
        <p:xfrm>
          <a:off x="1098921" y="3398644"/>
          <a:ext cx="9937240" cy="2539762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780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69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C = nuvem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C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nuvem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9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63" name="AM">
            <a:extLst>
              <a:ext uri="{FF2B5EF4-FFF2-40B4-BE49-F238E27FC236}">
                <a16:creationId xmlns:a16="http://schemas.microsoft.com/office/drawing/2014/main" id="{35C75352-E7B8-5355-C656-52CF100660D3}"/>
              </a:ext>
            </a:extLst>
          </p:cNvPr>
          <p:cNvSpPr>
            <a:spLocks noGrp="1"/>
          </p:cNvSpPr>
          <p:nvPr/>
        </p:nvSpPr>
        <p:spPr>
          <a:xfrm>
            <a:off x="4904274" y="927389"/>
            <a:ext cx="2326536" cy="140210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AM</a:t>
            </a:r>
          </a:p>
        </p:txBody>
      </p:sp>
      <p:graphicFrame>
        <p:nvGraphicFramePr>
          <p:cNvPr id="3083" name="Table 1-1">
            <a:extLst>
              <a:ext uri="{FF2B5EF4-FFF2-40B4-BE49-F238E27FC236}">
                <a16:creationId xmlns:a16="http://schemas.microsoft.com/office/drawing/2014/main" id="{B44F7EF5-08FE-42AC-10F3-B95F85206F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263957"/>
              </p:ext>
            </p:extLst>
          </p:nvPr>
        </p:nvGraphicFramePr>
        <p:xfrm>
          <a:off x="5025515" y="9551068"/>
          <a:ext cx="14332967" cy="3242067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994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2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R = chuva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R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chuva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C = nuvem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0,32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C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nuvem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65" name="Water Drop">
            <a:extLst>
              <a:ext uri="{FF2B5EF4-FFF2-40B4-BE49-F238E27FC236}">
                <a16:creationId xmlns:a16="http://schemas.microsoft.com/office/drawing/2014/main" id="{A41C1EA1-E7CC-3ECC-2938-E15FB2E836E2}"/>
              </a:ext>
            </a:extLst>
          </p:cNvPr>
          <p:cNvSpPr>
            <a:spLocks noGrp="1"/>
          </p:cNvSpPr>
          <p:nvPr/>
        </p:nvSpPr>
        <p:spPr>
          <a:xfrm>
            <a:off x="17264847" y="1859300"/>
            <a:ext cx="353724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66" name="PM">
            <a:extLst>
              <a:ext uri="{FF2B5EF4-FFF2-40B4-BE49-F238E27FC236}">
                <a16:creationId xmlns:a16="http://schemas.microsoft.com/office/drawing/2014/main" id="{1CF8EBF8-EFE7-079E-B9C0-D9FBAFAA479F}"/>
              </a:ext>
            </a:extLst>
          </p:cNvPr>
          <p:cNvSpPr>
            <a:spLocks noGrp="1"/>
          </p:cNvSpPr>
          <p:nvPr/>
        </p:nvSpPr>
        <p:spPr>
          <a:xfrm>
            <a:off x="17243714" y="352208"/>
            <a:ext cx="2145489" cy="129299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PM</a:t>
            </a:r>
          </a:p>
        </p:txBody>
      </p:sp>
      <p:sp>
        <p:nvSpPr>
          <p:cNvPr id="3067" name="Water Drop">
            <a:extLst>
              <a:ext uri="{FF2B5EF4-FFF2-40B4-BE49-F238E27FC236}">
                <a16:creationId xmlns:a16="http://schemas.microsoft.com/office/drawing/2014/main" id="{3E6C2319-E839-2CC1-F164-D94793FFE85A}"/>
              </a:ext>
            </a:extLst>
          </p:cNvPr>
          <p:cNvSpPr>
            <a:spLocks noGrp="1"/>
          </p:cNvSpPr>
          <p:nvPr/>
        </p:nvSpPr>
        <p:spPr>
          <a:xfrm>
            <a:off x="17848012" y="2323366"/>
            <a:ext cx="353724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68" name="Water Drop">
            <a:extLst>
              <a:ext uri="{FF2B5EF4-FFF2-40B4-BE49-F238E27FC236}">
                <a16:creationId xmlns:a16="http://schemas.microsoft.com/office/drawing/2014/main" id="{DF2BC124-E9A4-3717-780B-308B41A6B3BD}"/>
              </a:ext>
            </a:extLst>
          </p:cNvPr>
          <p:cNvSpPr>
            <a:spLocks noGrp="1"/>
          </p:cNvSpPr>
          <p:nvPr/>
        </p:nvSpPr>
        <p:spPr>
          <a:xfrm>
            <a:off x="18431178" y="1859300"/>
            <a:ext cx="353725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69" name="Water Drop">
            <a:extLst>
              <a:ext uri="{FF2B5EF4-FFF2-40B4-BE49-F238E27FC236}">
                <a16:creationId xmlns:a16="http://schemas.microsoft.com/office/drawing/2014/main" id="{9476C898-21AA-C7BE-FD7B-C09BBC0CC6D7}"/>
              </a:ext>
            </a:extLst>
          </p:cNvPr>
          <p:cNvSpPr>
            <a:spLocks noGrp="1"/>
          </p:cNvSpPr>
          <p:nvPr/>
        </p:nvSpPr>
        <p:spPr>
          <a:xfrm>
            <a:off x="19014343" y="2089443"/>
            <a:ext cx="353725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graphicFrame>
        <p:nvGraphicFramePr>
          <p:cNvPr id="3089" name="Table 1-2">
            <a:extLst>
              <a:ext uri="{FF2B5EF4-FFF2-40B4-BE49-F238E27FC236}">
                <a16:creationId xmlns:a16="http://schemas.microsoft.com/office/drawing/2014/main" id="{8EF16FAC-0ADB-8207-C7C4-DCC362AA6C86}"/>
              </a:ext>
            </a:extLst>
          </p:cNvPr>
          <p:cNvGraphicFramePr/>
          <p:nvPr/>
        </p:nvGraphicFramePr>
        <p:xfrm>
          <a:off x="13347837" y="3398644"/>
          <a:ext cx="9937240" cy="2539762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780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69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R = chuva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R = ¬chuva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9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0,9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72" name="AM">
            <a:extLst>
              <a:ext uri="{FF2B5EF4-FFF2-40B4-BE49-F238E27FC236}">
                <a16:creationId xmlns:a16="http://schemas.microsoft.com/office/drawing/2014/main" id="{A8A245F9-C46A-2E66-D788-51EBD9CECB09}"/>
              </a:ext>
            </a:extLst>
          </p:cNvPr>
          <p:cNvSpPr>
            <a:spLocks noGrp="1"/>
          </p:cNvSpPr>
          <p:nvPr/>
        </p:nvSpPr>
        <p:spPr>
          <a:xfrm>
            <a:off x="9462661" y="7387434"/>
            <a:ext cx="2326535" cy="14021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AM</a:t>
            </a:r>
          </a:p>
        </p:txBody>
      </p:sp>
      <p:sp>
        <p:nvSpPr>
          <p:cNvPr id="3073" name="Water Drop">
            <a:extLst>
              <a:ext uri="{FF2B5EF4-FFF2-40B4-BE49-F238E27FC236}">
                <a16:creationId xmlns:a16="http://schemas.microsoft.com/office/drawing/2014/main" id="{4F024FBC-057F-B125-B4A2-AD293F4AF403}"/>
              </a:ext>
            </a:extLst>
          </p:cNvPr>
          <p:cNvSpPr>
            <a:spLocks noGrp="1"/>
          </p:cNvSpPr>
          <p:nvPr/>
        </p:nvSpPr>
        <p:spPr>
          <a:xfrm>
            <a:off x="11951390" y="8319345"/>
            <a:ext cx="353724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74" name="PM">
            <a:extLst>
              <a:ext uri="{FF2B5EF4-FFF2-40B4-BE49-F238E27FC236}">
                <a16:creationId xmlns:a16="http://schemas.microsoft.com/office/drawing/2014/main" id="{6B490388-F8D1-B041-0850-ABB0BBDFD6D2}"/>
              </a:ext>
            </a:extLst>
          </p:cNvPr>
          <p:cNvSpPr>
            <a:spLocks noGrp="1"/>
          </p:cNvSpPr>
          <p:nvPr/>
        </p:nvSpPr>
        <p:spPr>
          <a:xfrm>
            <a:off x="11930257" y="6812253"/>
            <a:ext cx="2145488" cy="129299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PM</a:t>
            </a:r>
          </a:p>
        </p:txBody>
      </p:sp>
      <p:sp>
        <p:nvSpPr>
          <p:cNvPr id="3075" name="Water Drop">
            <a:extLst>
              <a:ext uri="{FF2B5EF4-FFF2-40B4-BE49-F238E27FC236}">
                <a16:creationId xmlns:a16="http://schemas.microsoft.com/office/drawing/2014/main" id="{50AA490E-6F94-F615-5120-5941A42BC088}"/>
              </a:ext>
            </a:extLst>
          </p:cNvPr>
          <p:cNvSpPr>
            <a:spLocks noGrp="1"/>
          </p:cNvSpPr>
          <p:nvPr/>
        </p:nvSpPr>
        <p:spPr>
          <a:xfrm>
            <a:off x="12534555" y="8783411"/>
            <a:ext cx="353724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76" name="Water Drop">
            <a:extLst>
              <a:ext uri="{FF2B5EF4-FFF2-40B4-BE49-F238E27FC236}">
                <a16:creationId xmlns:a16="http://schemas.microsoft.com/office/drawing/2014/main" id="{0C8BE8BB-3EE6-68A2-701D-1BD15710B76E}"/>
              </a:ext>
            </a:extLst>
          </p:cNvPr>
          <p:cNvSpPr>
            <a:spLocks noGrp="1"/>
          </p:cNvSpPr>
          <p:nvPr/>
        </p:nvSpPr>
        <p:spPr>
          <a:xfrm>
            <a:off x="13117720" y="8319345"/>
            <a:ext cx="353725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077" name="Water Drop">
            <a:extLst>
              <a:ext uri="{FF2B5EF4-FFF2-40B4-BE49-F238E27FC236}">
                <a16:creationId xmlns:a16="http://schemas.microsoft.com/office/drawing/2014/main" id="{5A5ADED1-E453-8826-F32D-EC6057BB25C2}"/>
              </a:ext>
            </a:extLst>
          </p:cNvPr>
          <p:cNvSpPr>
            <a:spLocks noGrp="1"/>
          </p:cNvSpPr>
          <p:nvPr/>
        </p:nvSpPr>
        <p:spPr>
          <a:xfrm>
            <a:off x="13700886" y="8549488"/>
            <a:ext cx="353725" cy="581306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53659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P(C | rain)">
            <a:extLst>
              <a:ext uri="{FF2B5EF4-FFF2-40B4-BE49-F238E27FC236}">
                <a16:creationId xmlns:a16="http://schemas.microsoft.com/office/drawing/2014/main" id="{9B1C7B02-7A03-4C0B-959D-615166B66537}"/>
              </a:ext>
            </a:extLst>
          </p:cNvPr>
          <p:cNvSpPr>
            <a:spLocks noGrp="1"/>
          </p:cNvSpPr>
          <p:nvPr/>
        </p:nvSpPr>
        <p:spPr>
          <a:xfrm>
            <a:off x="2363982" y="986955"/>
            <a:ext cx="5094343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dirty="0"/>
              <a:t>P(</a:t>
            </a:r>
            <a:r>
              <a:rPr lang="pt-BR" dirty="0" err="1"/>
              <a:t>nuv</a:t>
            </a:r>
            <a:r>
              <a:rPr dirty="0"/>
              <a:t> | </a:t>
            </a:r>
            <a:r>
              <a:rPr lang="pt-BR" dirty="0" err="1"/>
              <a:t>chu</a:t>
            </a:r>
            <a:r>
              <a:rPr dirty="0"/>
              <a:t>)</a:t>
            </a:r>
          </a:p>
        </p:txBody>
      </p:sp>
      <p:graphicFrame>
        <p:nvGraphicFramePr>
          <p:cNvPr id="3093" name="Table 1-1"/>
          <p:cNvGraphicFramePr/>
          <p:nvPr>
            <p:extLst>
              <p:ext uri="{D42A27DB-BD31-4B8C-83A1-F6EECF244321}">
                <p14:modId xmlns:p14="http://schemas.microsoft.com/office/powerpoint/2010/main" val="3223621767"/>
              </p:ext>
            </p:extLst>
          </p:nvPr>
        </p:nvGraphicFramePr>
        <p:xfrm>
          <a:off x="5025515" y="9551068"/>
          <a:ext cx="14332967" cy="3242067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994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2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R = chuva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R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chuva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C = nuvem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0,32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C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nuvem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9767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2145C-6E1B-EA23-CBBD-C5E8EF083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P(C | rain)">
            <a:extLst>
              <a:ext uri="{FF2B5EF4-FFF2-40B4-BE49-F238E27FC236}">
                <a16:creationId xmlns:a16="http://schemas.microsoft.com/office/drawing/2014/main" id="{07C0224D-EF46-801B-0867-F7D9DCD18D53}"/>
              </a:ext>
            </a:extLst>
          </p:cNvPr>
          <p:cNvSpPr>
            <a:spLocks noGrp="1"/>
          </p:cNvSpPr>
          <p:nvPr/>
        </p:nvSpPr>
        <p:spPr>
          <a:xfrm>
            <a:off x="2363982" y="986955"/>
            <a:ext cx="5094343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dirty="0"/>
              <a:t>P(</a:t>
            </a:r>
            <a:r>
              <a:rPr lang="pt-BR" dirty="0" err="1"/>
              <a:t>nuv</a:t>
            </a:r>
            <a:r>
              <a:rPr dirty="0"/>
              <a:t> | </a:t>
            </a:r>
            <a:r>
              <a:rPr lang="pt-BR" dirty="0" err="1"/>
              <a:t>chu</a:t>
            </a:r>
            <a:r>
              <a:rPr dirty="0"/>
              <a:t>)</a:t>
            </a:r>
          </a:p>
        </p:txBody>
      </p:sp>
      <p:graphicFrame>
        <p:nvGraphicFramePr>
          <p:cNvPr id="3093" name="Table 1-1">
            <a:extLst>
              <a:ext uri="{FF2B5EF4-FFF2-40B4-BE49-F238E27FC236}">
                <a16:creationId xmlns:a16="http://schemas.microsoft.com/office/drawing/2014/main" id="{30435E0A-01FC-54CD-7278-2BEE11D1EB56}"/>
              </a:ext>
            </a:extLst>
          </p:cNvPr>
          <p:cNvGraphicFramePr/>
          <p:nvPr/>
        </p:nvGraphicFramePr>
        <p:xfrm>
          <a:off x="5025515" y="9551068"/>
          <a:ext cx="14332967" cy="3242067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994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2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R = chuva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R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chuva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C = nuvem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0,32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C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nuvem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83" name="P(C | rain) =">
            <a:extLst>
              <a:ext uri="{FF2B5EF4-FFF2-40B4-BE49-F238E27FC236}">
                <a16:creationId xmlns:a16="http://schemas.microsoft.com/office/drawing/2014/main" id="{043FF9EF-F158-6EBA-3E70-A83B789877DD}"/>
              </a:ext>
            </a:extLst>
          </p:cNvPr>
          <p:cNvSpPr>
            <a:spLocks noGrp="1"/>
          </p:cNvSpPr>
          <p:nvPr/>
        </p:nvSpPr>
        <p:spPr>
          <a:xfrm>
            <a:off x="2354833" y="3643684"/>
            <a:ext cx="6185989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dirty="0"/>
              <a:t>P(</a:t>
            </a:r>
            <a:r>
              <a:rPr lang="pt-BR" dirty="0" err="1"/>
              <a:t>nuv</a:t>
            </a:r>
            <a:r>
              <a:rPr dirty="0"/>
              <a:t> | chu) = </a:t>
            </a:r>
          </a:p>
        </p:txBody>
      </p:sp>
    </p:spTree>
    <p:extLst>
      <p:ext uri="{BB962C8B-B14F-4D97-AF65-F5344CB8AC3E}">
        <p14:creationId xmlns:p14="http://schemas.microsoft.com/office/powerpoint/2010/main" val="223733044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A6BBE-0F65-35EB-5039-F5B6CD468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P(C | rain)">
            <a:extLst>
              <a:ext uri="{FF2B5EF4-FFF2-40B4-BE49-F238E27FC236}">
                <a16:creationId xmlns:a16="http://schemas.microsoft.com/office/drawing/2014/main" id="{6918C80E-0FAC-17BB-80A9-4C7B02D570FB}"/>
              </a:ext>
            </a:extLst>
          </p:cNvPr>
          <p:cNvSpPr>
            <a:spLocks noGrp="1"/>
          </p:cNvSpPr>
          <p:nvPr/>
        </p:nvSpPr>
        <p:spPr>
          <a:xfrm>
            <a:off x="2363982" y="986955"/>
            <a:ext cx="5094343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dirty="0"/>
              <a:t>P(</a:t>
            </a:r>
            <a:r>
              <a:rPr lang="pt-BR" dirty="0" err="1"/>
              <a:t>nuv</a:t>
            </a:r>
            <a:r>
              <a:rPr dirty="0"/>
              <a:t> | </a:t>
            </a:r>
            <a:r>
              <a:rPr lang="pt-BR" dirty="0" err="1"/>
              <a:t>chu</a:t>
            </a:r>
            <a:r>
              <a:rPr dirty="0"/>
              <a:t>)</a:t>
            </a:r>
          </a:p>
        </p:txBody>
      </p:sp>
      <p:graphicFrame>
        <p:nvGraphicFramePr>
          <p:cNvPr id="3093" name="Table 1-1">
            <a:extLst>
              <a:ext uri="{FF2B5EF4-FFF2-40B4-BE49-F238E27FC236}">
                <a16:creationId xmlns:a16="http://schemas.microsoft.com/office/drawing/2014/main" id="{66D79467-EB64-7382-5D4F-F8738E00BCCF}"/>
              </a:ext>
            </a:extLst>
          </p:cNvPr>
          <p:cNvGraphicFramePr/>
          <p:nvPr/>
        </p:nvGraphicFramePr>
        <p:xfrm>
          <a:off x="5025515" y="9551068"/>
          <a:ext cx="14332967" cy="3242067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994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2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R = chuva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R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chuva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C = nuvem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0,32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C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nuvem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83" name="P(C | rain) =">
            <a:extLst>
              <a:ext uri="{FF2B5EF4-FFF2-40B4-BE49-F238E27FC236}">
                <a16:creationId xmlns:a16="http://schemas.microsoft.com/office/drawing/2014/main" id="{06D9729F-AEC2-EB82-01B4-8C3E4F173E1B}"/>
              </a:ext>
            </a:extLst>
          </p:cNvPr>
          <p:cNvSpPr>
            <a:spLocks noGrp="1"/>
          </p:cNvSpPr>
          <p:nvPr/>
        </p:nvSpPr>
        <p:spPr>
          <a:xfrm>
            <a:off x="2354833" y="3643684"/>
            <a:ext cx="6185989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dirty="0"/>
              <a:t>P(</a:t>
            </a:r>
            <a:r>
              <a:rPr lang="pt-BR" dirty="0" err="1"/>
              <a:t>nuv</a:t>
            </a:r>
            <a:r>
              <a:rPr dirty="0"/>
              <a:t> | chu) = </a:t>
            </a:r>
          </a:p>
        </p:txBody>
      </p:sp>
      <p:sp>
        <p:nvSpPr>
          <p:cNvPr id="3085" name="P(C, rain)">
            <a:extLst>
              <a:ext uri="{FF2B5EF4-FFF2-40B4-BE49-F238E27FC236}">
                <a16:creationId xmlns:a16="http://schemas.microsoft.com/office/drawing/2014/main" id="{C32C456D-A0B5-CEFC-4063-A71E26B99599}"/>
              </a:ext>
            </a:extLst>
          </p:cNvPr>
          <p:cNvSpPr>
            <a:spLocks noGrp="1"/>
          </p:cNvSpPr>
          <p:nvPr/>
        </p:nvSpPr>
        <p:spPr>
          <a:xfrm>
            <a:off x="8684416" y="2760940"/>
            <a:ext cx="4822539" cy="1333698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dirty="0"/>
              <a:t>P(</a:t>
            </a:r>
            <a:r>
              <a:rPr lang="pt-BR" dirty="0" err="1"/>
              <a:t>nuv</a:t>
            </a:r>
            <a:r>
              <a:rPr dirty="0"/>
              <a:t>, chu)</a:t>
            </a:r>
          </a:p>
        </p:txBody>
      </p:sp>
      <p:sp>
        <p:nvSpPr>
          <p:cNvPr id="3086" name="P(rain)">
            <a:extLst>
              <a:ext uri="{FF2B5EF4-FFF2-40B4-BE49-F238E27FC236}">
                <a16:creationId xmlns:a16="http://schemas.microsoft.com/office/drawing/2014/main" id="{78BF5332-1163-D30D-F01A-DE8CA030A281}"/>
              </a:ext>
            </a:extLst>
          </p:cNvPr>
          <p:cNvSpPr>
            <a:spLocks noGrp="1"/>
          </p:cNvSpPr>
          <p:nvPr/>
        </p:nvSpPr>
        <p:spPr>
          <a:xfrm>
            <a:off x="9586390" y="4327012"/>
            <a:ext cx="2837315" cy="1333698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b="1"/>
            </a:pPr>
            <a:r>
              <a:rPr b="0" dirty="0"/>
              <a:t>P(chu)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6C71C8F-0D63-3040-E94D-EFD480B6295A}"/>
              </a:ext>
            </a:extLst>
          </p:cNvPr>
          <p:cNvCxnSpPr>
            <a:cxnSpLocks/>
          </p:cNvCxnSpPr>
          <p:nvPr/>
        </p:nvCxnSpPr>
        <p:spPr>
          <a:xfrm>
            <a:off x="8540822" y="4333461"/>
            <a:ext cx="495637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9554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57622-8509-E135-A555-84D814806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P(C | rain)">
            <a:extLst>
              <a:ext uri="{FF2B5EF4-FFF2-40B4-BE49-F238E27FC236}">
                <a16:creationId xmlns:a16="http://schemas.microsoft.com/office/drawing/2014/main" id="{066191E5-53F6-D2A5-1794-C13F5E8BB4D2}"/>
              </a:ext>
            </a:extLst>
          </p:cNvPr>
          <p:cNvSpPr>
            <a:spLocks noGrp="1"/>
          </p:cNvSpPr>
          <p:nvPr/>
        </p:nvSpPr>
        <p:spPr>
          <a:xfrm>
            <a:off x="2363982" y="986955"/>
            <a:ext cx="5094343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dirty="0"/>
              <a:t>P(</a:t>
            </a:r>
            <a:r>
              <a:rPr lang="pt-BR" dirty="0" err="1"/>
              <a:t>nuv</a:t>
            </a:r>
            <a:r>
              <a:rPr dirty="0"/>
              <a:t> | </a:t>
            </a:r>
            <a:r>
              <a:rPr lang="pt-BR" dirty="0" err="1"/>
              <a:t>chu</a:t>
            </a:r>
            <a:r>
              <a:rPr dirty="0"/>
              <a:t>)</a:t>
            </a:r>
          </a:p>
        </p:txBody>
      </p:sp>
      <p:graphicFrame>
        <p:nvGraphicFramePr>
          <p:cNvPr id="3093" name="Table 1-1">
            <a:extLst>
              <a:ext uri="{FF2B5EF4-FFF2-40B4-BE49-F238E27FC236}">
                <a16:creationId xmlns:a16="http://schemas.microsoft.com/office/drawing/2014/main" id="{74902C0C-DF08-5167-96E3-71E62C5514DE}"/>
              </a:ext>
            </a:extLst>
          </p:cNvPr>
          <p:cNvGraphicFramePr/>
          <p:nvPr/>
        </p:nvGraphicFramePr>
        <p:xfrm>
          <a:off x="5025515" y="9551068"/>
          <a:ext cx="14332967" cy="3242067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994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2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R = chuva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R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chuva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C = nuvem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0,32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C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nuvem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83" name="P(C | rain) =">
            <a:extLst>
              <a:ext uri="{FF2B5EF4-FFF2-40B4-BE49-F238E27FC236}">
                <a16:creationId xmlns:a16="http://schemas.microsoft.com/office/drawing/2014/main" id="{1DB0058F-74A0-647E-3C9E-1ECEA664DC21}"/>
              </a:ext>
            </a:extLst>
          </p:cNvPr>
          <p:cNvSpPr>
            <a:spLocks noGrp="1"/>
          </p:cNvSpPr>
          <p:nvPr/>
        </p:nvSpPr>
        <p:spPr>
          <a:xfrm>
            <a:off x="2354833" y="3643684"/>
            <a:ext cx="6185989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dirty="0"/>
              <a:t>P(</a:t>
            </a:r>
            <a:r>
              <a:rPr lang="pt-BR" dirty="0" err="1"/>
              <a:t>nuv</a:t>
            </a:r>
            <a:r>
              <a:rPr dirty="0"/>
              <a:t> | chu) = </a:t>
            </a:r>
          </a:p>
        </p:txBody>
      </p:sp>
      <p:sp>
        <p:nvSpPr>
          <p:cNvPr id="3085" name="P(C, rain)">
            <a:extLst>
              <a:ext uri="{FF2B5EF4-FFF2-40B4-BE49-F238E27FC236}">
                <a16:creationId xmlns:a16="http://schemas.microsoft.com/office/drawing/2014/main" id="{028F5D51-DF9B-DA3F-A56A-9C45748A0937}"/>
              </a:ext>
            </a:extLst>
          </p:cNvPr>
          <p:cNvSpPr>
            <a:spLocks noGrp="1"/>
          </p:cNvSpPr>
          <p:nvPr/>
        </p:nvSpPr>
        <p:spPr>
          <a:xfrm>
            <a:off x="8684416" y="2760940"/>
            <a:ext cx="4822539" cy="1333698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dirty="0"/>
              <a:t>P(</a:t>
            </a:r>
            <a:r>
              <a:rPr lang="pt-BR" dirty="0" err="1"/>
              <a:t>nuv</a:t>
            </a:r>
            <a:r>
              <a:rPr dirty="0"/>
              <a:t>, chu)</a:t>
            </a:r>
          </a:p>
        </p:txBody>
      </p:sp>
      <p:sp>
        <p:nvSpPr>
          <p:cNvPr id="3086" name="P(rain)">
            <a:extLst>
              <a:ext uri="{FF2B5EF4-FFF2-40B4-BE49-F238E27FC236}">
                <a16:creationId xmlns:a16="http://schemas.microsoft.com/office/drawing/2014/main" id="{D65516B0-9D04-D176-2B66-BD4FF99338A2}"/>
              </a:ext>
            </a:extLst>
          </p:cNvPr>
          <p:cNvSpPr>
            <a:spLocks noGrp="1"/>
          </p:cNvSpPr>
          <p:nvPr/>
        </p:nvSpPr>
        <p:spPr>
          <a:xfrm>
            <a:off x="9586390" y="4327012"/>
            <a:ext cx="2837315" cy="1333698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b="1"/>
            </a:pPr>
            <a:r>
              <a:rPr b="0" dirty="0"/>
              <a:t>P(chu)</a:t>
            </a:r>
          </a:p>
        </p:txBody>
      </p:sp>
      <p:sp>
        <p:nvSpPr>
          <p:cNvPr id="3088" name="= αP(C, rain)">
            <a:extLst>
              <a:ext uri="{FF2B5EF4-FFF2-40B4-BE49-F238E27FC236}">
                <a16:creationId xmlns:a16="http://schemas.microsoft.com/office/drawing/2014/main" id="{CD4A4B84-CD13-EC63-06EE-952D3B13A3F3}"/>
              </a:ext>
            </a:extLst>
          </p:cNvPr>
          <p:cNvSpPr>
            <a:spLocks noGrp="1"/>
          </p:cNvSpPr>
          <p:nvPr/>
        </p:nvSpPr>
        <p:spPr>
          <a:xfrm>
            <a:off x="13867572" y="3608835"/>
            <a:ext cx="6194709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b="0" dirty="0"/>
              <a:t>= αP(</a:t>
            </a:r>
            <a:r>
              <a:rPr lang="pt-BR" b="0" dirty="0" err="1"/>
              <a:t>nuv</a:t>
            </a:r>
            <a:r>
              <a:rPr b="0" dirty="0"/>
              <a:t>, chu)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575D623-B85A-4A4E-55A6-F98343198A76}"/>
              </a:ext>
            </a:extLst>
          </p:cNvPr>
          <p:cNvCxnSpPr>
            <a:cxnSpLocks/>
          </p:cNvCxnSpPr>
          <p:nvPr/>
        </p:nvCxnSpPr>
        <p:spPr>
          <a:xfrm>
            <a:off x="8540822" y="4333461"/>
            <a:ext cx="495637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73643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597F6-7049-E3E4-6E28-D39C770E0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P(C | rain)">
            <a:extLst>
              <a:ext uri="{FF2B5EF4-FFF2-40B4-BE49-F238E27FC236}">
                <a16:creationId xmlns:a16="http://schemas.microsoft.com/office/drawing/2014/main" id="{BBDD8CA6-74FF-6D20-78D6-C5A985C7C51D}"/>
              </a:ext>
            </a:extLst>
          </p:cNvPr>
          <p:cNvSpPr>
            <a:spLocks noGrp="1"/>
          </p:cNvSpPr>
          <p:nvPr/>
        </p:nvSpPr>
        <p:spPr>
          <a:xfrm>
            <a:off x="2363982" y="986955"/>
            <a:ext cx="5094343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dirty="0"/>
              <a:t>P(</a:t>
            </a:r>
            <a:r>
              <a:rPr lang="pt-BR" dirty="0" err="1"/>
              <a:t>nuv</a:t>
            </a:r>
            <a:r>
              <a:rPr dirty="0"/>
              <a:t> | </a:t>
            </a:r>
            <a:r>
              <a:rPr lang="pt-BR" dirty="0" err="1"/>
              <a:t>chu</a:t>
            </a:r>
            <a:r>
              <a:rPr dirty="0"/>
              <a:t>)</a:t>
            </a:r>
          </a:p>
        </p:txBody>
      </p:sp>
      <p:graphicFrame>
        <p:nvGraphicFramePr>
          <p:cNvPr id="3093" name="Table 1-1">
            <a:extLst>
              <a:ext uri="{FF2B5EF4-FFF2-40B4-BE49-F238E27FC236}">
                <a16:creationId xmlns:a16="http://schemas.microsoft.com/office/drawing/2014/main" id="{7AB86302-C308-B4C0-45E2-45E418A8250D}"/>
              </a:ext>
            </a:extLst>
          </p:cNvPr>
          <p:cNvGraphicFramePr/>
          <p:nvPr/>
        </p:nvGraphicFramePr>
        <p:xfrm>
          <a:off x="5025515" y="9551068"/>
          <a:ext cx="14332967" cy="3242067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994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2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R = chuva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R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chuva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C = nuvem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0,32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C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nuvem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83" name="P(C | rain) =">
            <a:extLst>
              <a:ext uri="{FF2B5EF4-FFF2-40B4-BE49-F238E27FC236}">
                <a16:creationId xmlns:a16="http://schemas.microsoft.com/office/drawing/2014/main" id="{F63D876E-0589-D642-8C27-D6DAA3649088}"/>
              </a:ext>
            </a:extLst>
          </p:cNvPr>
          <p:cNvSpPr>
            <a:spLocks noGrp="1"/>
          </p:cNvSpPr>
          <p:nvPr/>
        </p:nvSpPr>
        <p:spPr>
          <a:xfrm>
            <a:off x="2354833" y="3643684"/>
            <a:ext cx="6185989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dirty="0"/>
              <a:t>P(</a:t>
            </a:r>
            <a:r>
              <a:rPr lang="pt-BR" dirty="0" err="1"/>
              <a:t>nuv</a:t>
            </a:r>
            <a:r>
              <a:rPr dirty="0"/>
              <a:t> | chu) = </a:t>
            </a:r>
          </a:p>
        </p:txBody>
      </p:sp>
      <p:sp>
        <p:nvSpPr>
          <p:cNvPr id="3085" name="P(C, rain)">
            <a:extLst>
              <a:ext uri="{FF2B5EF4-FFF2-40B4-BE49-F238E27FC236}">
                <a16:creationId xmlns:a16="http://schemas.microsoft.com/office/drawing/2014/main" id="{702A5964-AF8D-D16E-745F-9B2E4A463C33}"/>
              </a:ext>
            </a:extLst>
          </p:cNvPr>
          <p:cNvSpPr>
            <a:spLocks noGrp="1"/>
          </p:cNvSpPr>
          <p:nvPr/>
        </p:nvSpPr>
        <p:spPr>
          <a:xfrm>
            <a:off x="8684416" y="2760940"/>
            <a:ext cx="4822539" cy="1333698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dirty="0"/>
              <a:t>P(</a:t>
            </a:r>
            <a:r>
              <a:rPr lang="pt-BR" dirty="0" err="1"/>
              <a:t>nuv</a:t>
            </a:r>
            <a:r>
              <a:rPr dirty="0"/>
              <a:t>, chu)</a:t>
            </a:r>
          </a:p>
        </p:txBody>
      </p:sp>
      <p:sp>
        <p:nvSpPr>
          <p:cNvPr id="3086" name="P(rain)">
            <a:extLst>
              <a:ext uri="{FF2B5EF4-FFF2-40B4-BE49-F238E27FC236}">
                <a16:creationId xmlns:a16="http://schemas.microsoft.com/office/drawing/2014/main" id="{C08A092C-AF69-8827-8131-D62074CACE19}"/>
              </a:ext>
            </a:extLst>
          </p:cNvPr>
          <p:cNvSpPr>
            <a:spLocks noGrp="1"/>
          </p:cNvSpPr>
          <p:nvPr/>
        </p:nvSpPr>
        <p:spPr>
          <a:xfrm>
            <a:off x="9586390" y="4327012"/>
            <a:ext cx="2837315" cy="1333698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b="1"/>
            </a:pPr>
            <a:r>
              <a:rPr b="0" dirty="0"/>
              <a:t>P(chu)</a:t>
            </a:r>
          </a:p>
        </p:txBody>
      </p:sp>
      <p:sp>
        <p:nvSpPr>
          <p:cNvPr id="3088" name="= αP(C, rain)">
            <a:extLst>
              <a:ext uri="{FF2B5EF4-FFF2-40B4-BE49-F238E27FC236}">
                <a16:creationId xmlns:a16="http://schemas.microsoft.com/office/drawing/2014/main" id="{1C6A7A79-6EA9-86C4-B9F8-5C259C2B81DB}"/>
              </a:ext>
            </a:extLst>
          </p:cNvPr>
          <p:cNvSpPr>
            <a:spLocks noGrp="1"/>
          </p:cNvSpPr>
          <p:nvPr/>
        </p:nvSpPr>
        <p:spPr>
          <a:xfrm>
            <a:off x="13867572" y="3608835"/>
            <a:ext cx="6194709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b="0" dirty="0"/>
              <a:t>= αP(</a:t>
            </a:r>
            <a:r>
              <a:rPr lang="pt-BR" b="0" dirty="0" err="1"/>
              <a:t>nuv</a:t>
            </a:r>
            <a:r>
              <a:rPr b="0" dirty="0"/>
              <a:t>, chu)</a:t>
            </a:r>
          </a:p>
        </p:txBody>
      </p:sp>
      <p:sp>
        <p:nvSpPr>
          <p:cNvPr id="3089" name="= α⟨0.08, 0.02⟩">
            <a:extLst>
              <a:ext uri="{FF2B5EF4-FFF2-40B4-BE49-F238E27FC236}">
                <a16:creationId xmlns:a16="http://schemas.microsoft.com/office/drawing/2014/main" id="{5A0F4A76-8B00-2D07-8A22-64D55B7C43BD}"/>
              </a:ext>
            </a:extLst>
          </p:cNvPr>
          <p:cNvSpPr>
            <a:spLocks noGrp="1"/>
          </p:cNvSpPr>
          <p:nvPr/>
        </p:nvSpPr>
        <p:spPr>
          <a:xfrm>
            <a:off x="6914784" y="6765160"/>
            <a:ext cx="6534747" cy="124837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b="0"/>
              <a:t>=</a:t>
            </a:r>
            <a:r>
              <a:t> </a:t>
            </a:r>
            <a:r>
              <a:rPr b="0"/>
              <a:t>α⟨0.08, 0.02⟩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5DE76E7-3EE1-195C-3351-1AC642F1E32A}"/>
              </a:ext>
            </a:extLst>
          </p:cNvPr>
          <p:cNvCxnSpPr>
            <a:cxnSpLocks/>
          </p:cNvCxnSpPr>
          <p:nvPr/>
        </p:nvCxnSpPr>
        <p:spPr>
          <a:xfrm>
            <a:off x="8540822" y="4333461"/>
            <a:ext cx="495637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86049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C4B37-EBC4-3D39-80F1-B4D8ECC0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P(C | rain)">
            <a:extLst>
              <a:ext uri="{FF2B5EF4-FFF2-40B4-BE49-F238E27FC236}">
                <a16:creationId xmlns:a16="http://schemas.microsoft.com/office/drawing/2014/main" id="{EBD2644A-6755-2AE9-5C95-138EC370CCE9}"/>
              </a:ext>
            </a:extLst>
          </p:cNvPr>
          <p:cNvSpPr>
            <a:spLocks noGrp="1"/>
          </p:cNvSpPr>
          <p:nvPr/>
        </p:nvSpPr>
        <p:spPr>
          <a:xfrm>
            <a:off x="2363982" y="986955"/>
            <a:ext cx="5094343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dirty="0"/>
              <a:t>P(</a:t>
            </a:r>
            <a:r>
              <a:rPr lang="pt-BR" dirty="0" err="1"/>
              <a:t>nuv</a:t>
            </a:r>
            <a:r>
              <a:rPr dirty="0"/>
              <a:t> | </a:t>
            </a:r>
            <a:r>
              <a:rPr lang="pt-BR" dirty="0" err="1"/>
              <a:t>chu</a:t>
            </a:r>
            <a:r>
              <a:rPr dirty="0"/>
              <a:t>)</a:t>
            </a:r>
          </a:p>
        </p:txBody>
      </p:sp>
      <p:graphicFrame>
        <p:nvGraphicFramePr>
          <p:cNvPr id="3093" name="Table 1-1">
            <a:extLst>
              <a:ext uri="{FF2B5EF4-FFF2-40B4-BE49-F238E27FC236}">
                <a16:creationId xmlns:a16="http://schemas.microsoft.com/office/drawing/2014/main" id="{99A817F2-6894-6FC1-57DB-3B3EC991BC86}"/>
              </a:ext>
            </a:extLst>
          </p:cNvPr>
          <p:cNvGraphicFramePr/>
          <p:nvPr/>
        </p:nvGraphicFramePr>
        <p:xfrm>
          <a:off x="5025515" y="9551068"/>
          <a:ext cx="14332967" cy="3242067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994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2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R = chuva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R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chuva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C = nuvem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0,32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C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nuvem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83" name="P(C | rain) =">
            <a:extLst>
              <a:ext uri="{FF2B5EF4-FFF2-40B4-BE49-F238E27FC236}">
                <a16:creationId xmlns:a16="http://schemas.microsoft.com/office/drawing/2014/main" id="{78FDE944-DAC4-9D32-24C4-37E7E948BF61}"/>
              </a:ext>
            </a:extLst>
          </p:cNvPr>
          <p:cNvSpPr>
            <a:spLocks noGrp="1"/>
          </p:cNvSpPr>
          <p:nvPr/>
        </p:nvSpPr>
        <p:spPr>
          <a:xfrm>
            <a:off x="2354833" y="3643684"/>
            <a:ext cx="6185989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dirty="0"/>
              <a:t>P(</a:t>
            </a:r>
            <a:r>
              <a:rPr lang="pt-BR" dirty="0" err="1"/>
              <a:t>nuv</a:t>
            </a:r>
            <a:r>
              <a:rPr dirty="0"/>
              <a:t> | chu) = </a:t>
            </a:r>
          </a:p>
        </p:txBody>
      </p:sp>
      <p:sp>
        <p:nvSpPr>
          <p:cNvPr id="3085" name="P(C, rain)">
            <a:extLst>
              <a:ext uri="{FF2B5EF4-FFF2-40B4-BE49-F238E27FC236}">
                <a16:creationId xmlns:a16="http://schemas.microsoft.com/office/drawing/2014/main" id="{B36B7047-8C0F-3B83-B0AA-1F68FB599600}"/>
              </a:ext>
            </a:extLst>
          </p:cNvPr>
          <p:cNvSpPr>
            <a:spLocks noGrp="1"/>
          </p:cNvSpPr>
          <p:nvPr/>
        </p:nvSpPr>
        <p:spPr>
          <a:xfrm>
            <a:off x="8684416" y="2760940"/>
            <a:ext cx="4822539" cy="1333698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dirty="0"/>
              <a:t>P(</a:t>
            </a:r>
            <a:r>
              <a:rPr lang="pt-BR" dirty="0" err="1"/>
              <a:t>nuv</a:t>
            </a:r>
            <a:r>
              <a:rPr dirty="0"/>
              <a:t>, chu)</a:t>
            </a:r>
          </a:p>
        </p:txBody>
      </p:sp>
      <p:sp>
        <p:nvSpPr>
          <p:cNvPr id="3086" name="P(rain)">
            <a:extLst>
              <a:ext uri="{FF2B5EF4-FFF2-40B4-BE49-F238E27FC236}">
                <a16:creationId xmlns:a16="http://schemas.microsoft.com/office/drawing/2014/main" id="{FEC7D1D8-AA44-D74C-5C21-A7D82252F540}"/>
              </a:ext>
            </a:extLst>
          </p:cNvPr>
          <p:cNvSpPr>
            <a:spLocks noGrp="1"/>
          </p:cNvSpPr>
          <p:nvPr/>
        </p:nvSpPr>
        <p:spPr>
          <a:xfrm>
            <a:off x="9586390" y="4327012"/>
            <a:ext cx="2837315" cy="1333698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b="1"/>
            </a:pPr>
            <a:r>
              <a:rPr b="0" dirty="0"/>
              <a:t>P(chu)</a:t>
            </a:r>
          </a:p>
        </p:txBody>
      </p:sp>
      <p:sp>
        <p:nvSpPr>
          <p:cNvPr id="3088" name="= αP(C, rain)">
            <a:extLst>
              <a:ext uri="{FF2B5EF4-FFF2-40B4-BE49-F238E27FC236}">
                <a16:creationId xmlns:a16="http://schemas.microsoft.com/office/drawing/2014/main" id="{866F9FE5-1DC9-BBF2-0088-B2E3FBB20E0A}"/>
              </a:ext>
            </a:extLst>
          </p:cNvPr>
          <p:cNvSpPr>
            <a:spLocks noGrp="1"/>
          </p:cNvSpPr>
          <p:nvPr/>
        </p:nvSpPr>
        <p:spPr>
          <a:xfrm>
            <a:off x="13867572" y="3608835"/>
            <a:ext cx="6194709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b="0" dirty="0"/>
              <a:t>= αP(</a:t>
            </a:r>
            <a:r>
              <a:rPr lang="pt-BR" b="0" dirty="0" err="1"/>
              <a:t>nuv</a:t>
            </a:r>
            <a:r>
              <a:rPr b="0" dirty="0"/>
              <a:t>, chu)</a:t>
            </a:r>
          </a:p>
        </p:txBody>
      </p:sp>
      <p:sp>
        <p:nvSpPr>
          <p:cNvPr id="3089" name="= α⟨0.08, 0.02⟩">
            <a:extLst>
              <a:ext uri="{FF2B5EF4-FFF2-40B4-BE49-F238E27FC236}">
                <a16:creationId xmlns:a16="http://schemas.microsoft.com/office/drawing/2014/main" id="{C26EA022-3573-FE08-1E61-B6B50808DE15}"/>
              </a:ext>
            </a:extLst>
          </p:cNvPr>
          <p:cNvSpPr>
            <a:spLocks noGrp="1"/>
          </p:cNvSpPr>
          <p:nvPr/>
        </p:nvSpPr>
        <p:spPr>
          <a:xfrm>
            <a:off x="6914784" y="6765160"/>
            <a:ext cx="6534747" cy="124837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b="0"/>
              <a:t>=</a:t>
            </a:r>
            <a:r>
              <a:t> </a:t>
            </a:r>
            <a:r>
              <a:rPr b="0"/>
              <a:t>α⟨0.08, 0.02⟩ </a:t>
            </a:r>
          </a:p>
        </p:txBody>
      </p:sp>
      <p:sp>
        <p:nvSpPr>
          <p:cNvPr id="3090" name="= ⟨0.8, 0.2⟩">
            <a:extLst>
              <a:ext uri="{FF2B5EF4-FFF2-40B4-BE49-F238E27FC236}">
                <a16:creationId xmlns:a16="http://schemas.microsoft.com/office/drawing/2014/main" id="{10407ACA-F8B3-0962-CBB1-5BFAC34427B6}"/>
              </a:ext>
            </a:extLst>
          </p:cNvPr>
          <p:cNvSpPr>
            <a:spLocks noGrp="1"/>
          </p:cNvSpPr>
          <p:nvPr/>
        </p:nvSpPr>
        <p:spPr>
          <a:xfrm>
            <a:off x="13486691" y="6765160"/>
            <a:ext cx="4986438" cy="124837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000">
                <a:latin typeface="Times New Roman"/>
                <a:ea typeface="Times New Roman"/>
                <a:cs typeface="Times New Roman"/>
              </a:defRPr>
            </a:pPr>
            <a:r>
              <a:rPr b="0"/>
              <a:t>=</a:t>
            </a:r>
            <a:r>
              <a:t> </a:t>
            </a:r>
            <a:r>
              <a:rPr b="0"/>
              <a:t>⟨0.8, 0.2⟩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4F6C3F4-4C9C-EF06-B81E-A9957EC1ACF5}"/>
              </a:ext>
            </a:extLst>
          </p:cNvPr>
          <p:cNvCxnSpPr>
            <a:cxnSpLocks/>
          </p:cNvCxnSpPr>
          <p:nvPr/>
        </p:nvCxnSpPr>
        <p:spPr>
          <a:xfrm>
            <a:off x="8540822" y="4333461"/>
            <a:ext cx="495637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69163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" name="Probability Rules">
            <a:extLst>
              <a:ext uri="{FF2B5EF4-FFF2-40B4-BE49-F238E27FC236}">
                <a16:creationId xmlns:a16="http://schemas.microsoft.com/office/drawing/2014/main" id="{38507266-9E5C-4148-B398-9420A5D8F5E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Regras de probabilidade</a:t>
            </a:r>
          </a:p>
        </p:txBody>
      </p:sp>
    </p:spTree>
    <p:extLst>
      <p:ext uri="{BB962C8B-B14F-4D97-AF65-F5344CB8AC3E}">
        <p14:creationId xmlns:p14="http://schemas.microsoft.com/office/powerpoint/2010/main" val="199794744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94" name="Equation">
                <a:extLst>
                  <a:ext uri="{FF2B5EF4-FFF2-40B4-BE49-F238E27FC236}">
                    <a16:creationId xmlns:a16="http://schemas.microsoft.com/office/drawing/2014/main" id="{96DFC867-D258-485A-A8D2-4B3F79EF639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429376" y="6169291"/>
                <a:ext cx="11525248" cy="1377418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(¬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)=1−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94" name="Equation">
                <a:extLst>
                  <a:ext uri="{FF2B5EF4-FFF2-40B4-BE49-F238E27FC236}">
                    <a16:creationId xmlns:a16="http://schemas.microsoft.com/office/drawing/2014/main" id="{96DFC867-D258-485A-A8D2-4B3F79EF63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6" y="6169291"/>
                <a:ext cx="11525248" cy="1377418"/>
              </a:xfrm>
              <a:prstGeom prst="rect">
                <a:avLst/>
              </a:prstGeom>
              <a:blipFill>
                <a:blip r:embed="rId3"/>
                <a:stretch>
                  <a:fillRect l="-4736" r="-17291" b="-92727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95" name="Negation">
            <a:extLst>
              <a:ext uri="{FF2B5EF4-FFF2-40B4-BE49-F238E27FC236}">
                <a16:creationId xmlns:a16="http://schemas.microsoft.com/office/drawing/2014/main" id="{58A4133E-997B-46E7-81EC-F5DC81939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Negação</a:t>
            </a:r>
          </a:p>
        </p:txBody>
      </p:sp>
    </p:spTree>
    <p:extLst>
      <p:ext uri="{BB962C8B-B14F-4D97-AF65-F5344CB8AC3E}">
        <p14:creationId xmlns:p14="http://schemas.microsoft.com/office/powerpoint/2010/main" val="13011148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97" name="Equation">
                <a:extLst>
                  <a:ext uri="{FF2B5EF4-FFF2-40B4-BE49-F238E27FC236}">
                    <a16:creationId xmlns:a16="http://schemas.microsoft.com/office/drawing/2014/main" id="{684F1B95-3EB1-4ADF-B54A-B3DEAA183D8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49817" y="6163646"/>
                <a:ext cx="22657806" cy="1769715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11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1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1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1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∨</m:t>
                      </m:r>
                      <m:r>
                        <a:rPr sz="11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1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)=</m:t>
                      </m:r>
                      <m:r>
                        <a:rPr sz="11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1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1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1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)+</m:t>
                      </m:r>
                      <m:r>
                        <a:rPr sz="11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1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1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1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)−</m:t>
                      </m:r>
                      <m:r>
                        <a:rPr sz="11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1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1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1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∧</m:t>
                      </m:r>
                      <m:r>
                        <a:rPr sz="11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12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12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97" name="Equation">
                <a:extLst>
                  <a:ext uri="{FF2B5EF4-FFF2-40B4-BE49-F238E27FC236}">
                    <a16:creationId xmlns:a16="http://schemas.microsoft.com/office/drawing/2014/main" id="{684F1B95-3EB1-4ADF-B54A-B3DEAA183D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817" y="6163646"/>
                <a:ext cx="22657806" cy="1769715"/>
              </a:xfrm>
              <a:prstGeom prst="rect">
                <a:avLst/>
              </a:prstGeom>
              <a:blipFill>
                <a:blip r:embed="rId3"/>
                <a:stretch>
                  <a:fillRect r="-280" b="-3428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98" name="Inclusion-Exclusion">
            <a:extLst>
              <a:ext uri="{FF2B5EF4-FFF2-40B4-BE49-F238E27FC236}">
                <a16:creationId xmlns:a16="http://schemas.microsoft.com/office/drawing/2014/main" id="{39C73353-6A5C-489C-9127-34E8DE050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Inclusão-exclusão</a:t>
            </a:r>
          </a:p>
        </p:txBody>
      </p:sp>
    </p:spTree>
    <p:extLst>
      <p:ext uri="{BB962C8B-B14F-4D97-AF65-F5344CB8AC3E}">
        <p14:creationId xmlns:p14="http://schemas.microsoft.com/office/powerpoint/2010/main" val="61680887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00" name="Equation">
                <a:extLst>
                  <a:ext uri="{FF2B5EF4-FFF2-40B4-BE49-F238E27FC236}">
                    <a16:creationId xmlns:a16="http://schemas.microsoft.com/office/drawing/2014/main" id="{32373F82-B2C3-4AA9-AED1-FAAE2D653C7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83110" y="6163646"/>
                <a:ext cx="18817780" cy="1954381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)=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)+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,¬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100" name="Equation">
                <a:extLst>
                  <a:ext uri="{FF2B5EF4-FFF2-40B4-BE49-F238E27FC236}">
                    <a16:creationId xmlns:a16="http://schemas.microsoft.com/office/drawing/2014/main" id="{32373F82-B2C3-4AA9-AED1-FAAE2D653C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110" y="6163646"/>
                <a:ext cx="18817780" cy="1954381"/>
              </a:xfrm>
              <a:prstGeom prst="rect">
                <a:avLst/>
              </a:prstGeom>
              <a:blipFill>
                <a:blip r:embed="rId3"/>
                <a:stretch>
                  <a:fillRect l="-1215" r="-2362" b="-36774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1" name="Marginalization">
            <a:extLst>
              <a:ext uri="{FF2B5EF4-FFF2-40B4-BE49-F238E27FC236}">
                <a16:creationId xmlns:a16="http://schemas.microsoft.com/office/drawing/2014/main" id="{2DA08C64-33B2-4BB5-9071-BD91405B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Marginalização</a:t>
            </a:r>
          </a:p>
        </p:txBody>
      </p:sp>
    </p:spTree>
    <p:extLst>
      <p:ext uri="{BB962C8B-B14F-4D97-AF65-F5344CB8AC3E}">
        <p14:creationId xmlns:p14="http://schemas.microsoft.com/office/powerpoint/2010/main" val="13381332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03" name="Equation">
                <a:extLst>
                  <a:ext uri="{FF2B5EF4-FFF2-40B4-BE49-F238E27FC236}">
                    <a16:creationId xmlns:a16="http://schemas.microsoft.com/office/drawing/2014/main" id="{5C2E87F8-6D67-43A4-B080-10333105F79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755496" y="5656568"/>
                <a:ext cx="20873008" cy="3788187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𝑋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𝑖</m:t>
                          </m:r>
                        </m:sub>
                      </m:sSub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)=</m:t>
                      </m:r>
                      <m:limLow>
                        <m:limLowPr>
                          <m:ctrlP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limLowPr>
                        <m:e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∑</m:t>
                          </m:r>
                        </m:e>
                        <m:lim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𝑗</m:t>
                          </m:r>
                        </m:lim>
                      </m:limLow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𝑋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𝑖</m:t>
                          </m:r>
                        </m:sub>
                      </m:sSub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𝑌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𝑦</m:t>
                          </m:r>
                        </m:e>
                        <m:sub>
                          <m:r>
                            <a:rPr sz="127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𝑗</m:t>
                          </m:r>
                        </m:sub>
                      </m:sSub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103" name="Equation">
                <a:extLst>
                  <a:ext uri="{FF2B5EF4-FFF2-40B4-BE49-F238E27FC236}">
                    <a16:creationId xmlns:a16="http://schemas.microsoft.com/office/drawing/2014/main" id="{5C2E87F8-6D67-43A4-B080-10333105F7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496" y="5656568"/>
                <a:ext cx="20873008" cy="3788187"/>
              </a:xfrm>
              <a:prstGeom prst="rect">
                <a:avLst/>
              </a:prstGeom>
              <a:blipFill>
                <a:blip r:embed="rId3"/>
                <a:stretch>
                  <a:fillRect l="-2616" r="-10097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4" name="Marginalization">
            <a:extLst>
              <a:ext uri="{FF2B5EF4-FFF2-40B4-BE49-F238E27FC236}">
                <a16:creationId xmlns:a16="http://schemas.microsoft.com/office/drawing/2014/main" id="{4EF5D8B7-090B-43C9-9626-691ED4664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Marginalização</a:t>
            </a:r>
          </a:p>
        </p:txBody>
      </p:sp>
    </p:spTree>
    <p:extLst>
      <p:ext uri="{BB962C8B-B14F-4D97-AF65-F5344CB8AC3E}">
        <p14:creationId xmlns:p14="http://schemas.microsoft.com/office/powerpoint/2010/main" val="82853021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6" name="Marginalization">
            <a:extLst>
              <a:ext uri="{FF2B5EF4-FFF2-40B4-BE49-F238E27FC236}">
                <a16:creationId xmlns:a16="http://schemas.microsoft.com/office/drawing/2014/main" id="{9E7CB385-CFBD-42DB-AC2D-CF377AE71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Marginalização</a:t>
            </a:r>
          </a:p>
        </p:txBody>
      </p:sp>
      <p:graphicFrame>
        <p:nvGraphicFramePr>
          <p:cNvPr id="3114" name="Table 1-1"/>
          <p:cNvGraphicFramePr/>
          <p:nvPr>
            <p:extLst>
              <p:ext uri="{D42A27DB-BD31-4B8C-83A1-F6EECF244321}">
                <p14:modId xmlns:p14="http://schemas.microsoft.com/office/powerpoint/2010/main" val="3931301295"/>
              </p:ext>
            </p:extLst>
          </p:nvPr>
        </p:nvGraphicFramePr>
        <p:xfrm>
          <a:off x="4884428" y="3035092"/>
          <a:ext cx="14615143" cy="3388122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5093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0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1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937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R = chuva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R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chuva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9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C = nuvem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0,32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C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nuvem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372917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D55E0-90DE-4F06-7315-F69DCF919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6" name="Marginalization">
            <a:extLst>
              <a:ext uri="{FF2B5EF4-FFF2-40B4-BE49-F238E27FC236}">
                <a16:creationId xmlns:a16="http://schemas.microsoft.com/office/drawing/2014/main" id="{B86C401A-FE7C-7590-B1D4-AD68DAE6E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Marginalização</a:t>
            </a:r>
          </a:p>
        </p:txBody>
      </p:sp>
      <p:graphicFrame>
        <p:nvGraphicFramePr>
          <p:cNvPr id="3114" name="Table 1-1">
            <a:extLst>
              <a:ext uri="{FF2B5EF4-FFF2-40B4-BE49-F238E27FC236}">
                <a16:creationId xmlns:a16="http://schemas.microsoft.com/office/drawing/2014/main" id="{504212D3-5318-A41B-1E0F-2DC23391585F}"/>
              </a:ext>
            </a:extLst>
          </p:cNvPr>
          <p:cNvGraphicFramePr/>
          <p:nvPr/>
        </p:nvGraphicFramePr>
        <p:xfrm>
          <a:off x="4884428" y="3035092"/>
          <a:ext cx="14615143" cy="3388122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5093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0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1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937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R = chuva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R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chuva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9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C = nuvem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0,32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C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nuvem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08" name="P(C = cloud)">
            <a:extLst>
              <a:ext uri="{FF2B5EF4-FFF2-40B4-BE49-F238E27FC236}">
                <a16:creationId xmlns:a16="http://schemas.microsoft.com/office/drawing/2014/main" id="{0F502366-10F9-5C0E-DA88-D72C7370CEA2}"/>
              </a:ext>
            </a:extLst>
          </p:cNvPr>
          <p:cNvSpPr>
            <a:spLocks noGrp="1"/>
          </p:cNvSpPr>
          <p:nvPr/>
        </p:nvSpPr>
        <p:spPr>
          <a:xfrm>
            <a:off x="654747" y="7004176"/>
            <a:ext cx="5979201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300" b="0">
                <a:latin typeface="Times New Roman"/>
                <a:ea typeface="Times New Roman"/>
                <a:cs typeface="Times New Roman"/>
              </a:defRPr>
            </a:pPr>
            <a:r>
              <a:rPr sz="8000" i="1"/>
              <a:t>P(C = nuvem)</a:t>
            </a:r>
          </a:p>
        </p:txBody>
      </p:sp>
    </p:spTree>
    <p:extLst>
      <p:ext uri="{BB962C8B-B14F-4D97-AF65-F5344CB8AC3E}">
        <p14:creationId xmlns:p14="http://schemas.microsoft.com/office/powerpoint/2010/main" val="329610394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794B9-B2F7-9F65-DBE4-CEBC359BB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6" name="Marginalization">
            <a:extLst>
              <a:ext uri="{FF2B5EF4-FFF2-40B4-BE49-F238E27FC236}">
                <a16:creationId xmlns:a16="http://schemas.microsoft.com/office/drawing/2014/main" id="{0542E09E-E25A-1458-2F23-8C4FC8414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Marginalização</a:t>
            </a:r>
          </a:p>
        </p:txBody>
      </p:sp>
      <p:graphicFrame>
        <p:nvGraphicFramePr>
          <p:cNvPr id="3114" name="Table 1-1">
            <a:extLst>
              <a:ext uri="{FF2B5EF4-FFF2-40B4-BE49-F238E27FC236}">
                <a16:creationId xmlns:a16="http://schemas.microsoft.com/office/drawing/2014/main" id="{B6870033-80F7-0F2B-ED2F-D22997DD0391}"/>
              </a:ext>
            </a:extLst>
          </p:cNvPr>
          <p:cNvGraphicFramePr/>
          <p:nvPr/>
        </p:nvGraphicFramePr>
        <p:xfrm>
          <a:off x="4884428" y="3035092"/>
          <a:ext cx="14615143" cy="3388122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5093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0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1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937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R = chuva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R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chuva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9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C = nuvem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0,32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C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nuvem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08" name="P(C = cloud)">
            <a:extLst>
              <a:ext uri="{FF2B5EF4-FFF2-40B4-BE49-F238E27FC236}">
                <a16:creationId xmlns:a16="http://schemas.microsoft.com/office/drawing/2014/main" id="{44C38CA2-A3B3-9E6C-6F40-56E2E5F29E99}"/>
              </a:ext>
            </a:extLst>
          </p:cNvPr>
          <p:cNvSpPr>
            <a:spLocks noGrp="1"/>
          </p:cNvSpPr>
          <p:nvPr/>
        </p:nvSpPr>
        <p:spPr>
          <a:xfrm>
            <a:off x="654747" y="7004176"/>
            <a:ext cx="5979201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300" b="0">
                <a:latin typeface="Times New Roman"/>
                <a:ea typeface="Times New Roman"/>
                <a:cs typeface="Times New Roman"/>
              </a:defRPr>
            </a:pPr>
            <a:r>
              <a:rPr sz="8000" i="1"/>
              <a:t>P(C = nuvem)</a:t>
            </a:r>
          </a:p>
        </p:txBody>
      </p:sp>
      <p:sp>
        <p:nvSpPr>
          <p:cNvPr id="3109" name="= P(C = cloud, R = rain) + P(C = cloud, R = ¬rain)">
            <a:extLst>
              <a:ext uri="{FF2B5EF4-FFF2-40B4-BE49-F238E27FC236}">
                <a16:creationId xmlns:a16="http://schemas.microsoft.com/office/drawing/2014/main" id="{18FBE63C-8282-5BF3-E458-3B3A8F181FE5}"/>
              </a:ext>
            </a:extLst>
          </p:cNvPr>
          <p:cNvSpPr>
            <a:spLocks noGrp="1"/>
          </p:cNvSpPr>
          <p:nvPr/>
        </p:nvSpPr>
        <p:spPr>
          <a:xfrm>
            <a:off x="654747" y="8474845"/>
            <a:ext cx="23729253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300" b="0">
                <a:latin typeface="Times New Roman"/>
                <a:ea typeface="Times New Roman"/>
                <a:cs typeface="Times New Roman"/>
              </a:defRPr>
            </a:pPr>
            <a:r>
              <a:rPr sz="8000"/>
              <a:t>= P(C = nuvem, R = chuva) + P(C = nuvem, R = ¬chuva)</a:t>
            </a:r>
          </a:p>
        </p:txBody>
      </p:sp>
    </p:spTree>
    <p:extLst>
      <p:ext uri="{BB962C8B-B14F-4D97-AF65-F5344CB8AC3E}">
        <p14:creationId xmlns:p14="http://schemas.microsoft.com/office/powerpoint/2010/main" val="50115363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9F7D2-3C2C-9278-BCB2-541A91C9C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6" name="Marginalization">
            <a:extLst>
              <a:ext uri="{FF2B5EF4-FFF2-40B4-BE49-F238E27FC236}">
                <a16:creationId xmlns:a16="http://schemas.microsoft.com/office/drawing/2014/main" id="{9C2B27DA-FBD9-179A-DA3B-ED3876D32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Marginalização</a:t>
            </a:r>
          </a:p>
        </p:txBody>
      </p:sp>
      <p:graphicFrame>
        <p:nvGraphicFramePr>
          <p:cNvPr id="3114" name="Table 1-1">
            <a:extLst>
              <a:ext uri="{FF2B5EF4-FFF2-40B4-BE49-F238E27FC236}">
                <a16:creationId xmlns:a16="http://schemas.microsoft.com/office/drawing/2014/main" id="{F289D3B8-A4DA-6E27-EE06-D7B86C59C3D7}"/>
              </a:ext>
            </a:extLst>
          </p:cNvPr>
          <p:cNvGraphicFramePr/>
          <p:nvPr/>
        </p:nvGraphicFramePr>
        <p:xfrm>
          <a:off x="4884428" y="3035092"/>
          <a:ext cx="14615143" cy="3388122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5093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0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1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937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R = chuva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R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chuva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9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C = nuvem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0,32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C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nuvem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08" name="P(C = cloud)">
            <a:extLst>
              <a:ext uri="{FF2B5EF4-FFF2-40B4-BE49-F238E27FC236}">
                <a16:creationId xmlns:a16="http://schemas.microsoft.com/office/drawing/2014/main" id="{640DF73D-F365-05E7-F94A-65AFC93449C1}"/>
              </a:ext>
            </a:extLst>
          </p:cNvPr>
          <p:cNvSpPr>
            <a:spLocks noGrp="1"/>
          </p:cNvSpPr>
          <p:nvPr/>
        </p:nvSpPr>
        <p:spPr>
          <a:xfrm>
            <a:off x="654747" y="7004176"/>
            <a:ext cx="5979201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300" b="0">
                <a:latin typeface="Times New Roman"/>
                <a:ea typeface="Times New Roman"/>
                <a:cs typeface="Times New Roman"/>
              </a:defRPr>
            </a:pPr>
            <a:r>
              <a:rPr sz="8000" i="1"/>
              <a:t>P(C = nuvem)</a:t>
            </a:r>
          </a:p>
        </p:txBody>
      </p:sp>
      <p:sp>
        <p:nvSpPr>
          <p:cNvPr id="3109" name="= P(C = cloud, R = rain) + P(C = cloud, R = ¬rain)">
            <a:extLst>
              <a:ext uri="{FF2B5EF4-FFF2-40B4-BE49-F238E27FC236}">
                <a16:creationId xmlns:a16="http://schemas.microsoft.com/office/drawing/2014/main" id="{415A6D47-F619-E2F4-2137-2DA29B761D73}"/>
              </a:ext>
            </a:extLst>
          </p:cNvPr>
          <p:cNvSpPr>
            <a:spLocks noGrp="1"/>
          </p:cNvSpPr>
          <p:nvPr/>
        </p:nvSpPr>
        <p:spPr>
          <a:xfrm>
            <a:off x="654747" y="8474845"/>
            <a:ext cx="23729253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300" b="0">
                <a:latin typeface="Times New Roman"/>
                <a:ea typeface="Times New Roman"/>
                <a:cs typeface="Times New Roman"/>
              </a:defRPr>
            </a:pPr>
            <a:r>
              <a:rPr sz="8000"/>
              <a:t>= P(C = nuvem, R = chuva) + P(C = nuvem, R = ¬chuva)</a:t>
            </a:r>
          </a:p>
        </p:txBody>
      </p:sp>
      <p:sp>
        <p:nvSpPr>
          <p:cNvPr id="3110" name="= 0.08 + 0.32">
            <a:extLst>
              <a:ext uri="{FF2B5EF4-FFF2-40B4-BE49-F238E27FC236}">
                <a16:creationId xmlns:a16="http://schemas.microsoft.com/office/drawing/2014/main" id="{FCD8D5B9-9243-8E3B-BA0B-C3633F3BFA49}"/>
              </a:ext>
            </a:extLst>
          </p:cNvPr>
          <p:cNvSpPr>
            <a:spLocks noGrp="1"/>
          </p:cNvSpPr>
          <p:nvPr/>
        </p:nvSpPr>
        <p:spPr>
          <a:xfrm>
            <a:off x="576513" y="9900264"/>
            <a:ext cx="5620128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3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rPr sz="8000"/>
              <a:t>= 0.08 + 0.32</a:t>
            </a:r>
          </a:p>
        </p:txBody>
      </p:sp>
    </p:spTree>
    <p:extLst>
      <p:ext uri="{BB962C8B-B14F-4D97-AF65-F5344CB8AC3E}">
        <p14:creationId xmlns:p14="http://schemas.microsoft.com/office/powerpoint/2010/main" val="184525411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9D2A0-D48D-D990-9875-1A0E4F81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6" name="Marginalization">
            <a:extLst>
              <a:ext uri="{FF2B5EF4-FFF2-40B4-BE49-F238E27FC236}">
                <a16:creationId xmlns:a16="http://schemas.microsoft.com/office/drawing/2014/main" id="{DF20072C-E458-503D-7CBA-A7C53364D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Marginalização</a:t>
            </a:r>
          </a:p>
        </p:txBody>
      </p:sp>
      <p:graphicFrame>
        <p:nvGraphicFramePr>
          <p:cNvPr id="3114" name="Table 1-1">
            <a:extLst>
              <a:ext uri="{FF2B5EF4-FFF2-40B4-BE49-F238E27FC236}">
                <a16:creationId xmlns:a16="http://schemas.microsoft.com/office/drawing/2014/main" id="{196497F5-6C9B-6C3B-8808-CDDCBA1531C6}"/>
              </a:ext>
            </a:extLst>
          </p:cNvPr>
          <p:cNvGraphicFramePr/>
          <p:nvPr/>
        </p:nvGraphicFramePr>
        <p:xfrm>
          <a:off x="4884428" y="3035092"/>
          <a:ext cx="14615143" cy="3388122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5093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0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1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937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R = chuva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R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chuva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9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>
                          <a:latin typeface="Times New Roman"/>
                          <a:ea typeface="Times New Roman"/>
                          <a:cs typeface="Times New Roman"/>
                        </a:rPr>
                        <a:t>C = nuvem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0,32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C = ¬</a:t>
                      </a:r>
                      <a:r>
                        <a:rPr lang="pt-BR" sz="6000" b="0" i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0" b="0" i="0" dirty="0" err="1">
                          <a:latin typeface="Times New Roman"/>
                          <a:ea typeface="Times New Roman"/>
                          <a:cs typeface="Times New Roman"/>
                        </a:rPr>
                        <a:t>nuvem</a:t>
                      </a:r>
                      <a:endParaRPr sz="6000" b="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08" name="P(C = cloud)">
            <a:extLst>
              <a:ext uri="{FF2B5EF4-FFF2-40B4-BE49-F238E27FC236}">
                <a16:creationId xmlns:a16="http://schemas.microsoft.com/office/drawing/2014/main" id="{E8F6CF68-B6BB-5DAE-73BC-5D84C3AE70E7}"/>
              </a:ext>
            </a:extLst>
          </p:cNvPr>
          <p:cNvSpPr>
            <a:spLocks noGrp="1"/>
          </p:cNvSpPr>
          <p:nvPr/>
        </p:nvSpPr>
        <p:spPr>
          <a:xfrm>
            <a:off x="654747" y="7004176"/>
            <a:ext cx="5979201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300" b="0">
                <a:latin typeface="Times New Roman"/>
                <a:ea typeface="Times New Roman"/>
                <a:cs typeface="Times New Roman"/>
              </a:defRPr>
            </a:pPr>
            <a:r>
              <a:rPr sz="8000" i="1"/>
              <a:t>P(C = nuvem)</a:t>
            </a:r>
          </a:p>
        </p:txBody>
      </p:sp>
      <p:sp>
        <p:nvSpPr>
          <p:cNvPr id="3109" name="= P(C = cloud, R = rain) + P(C = cloud, R = ¬rain)">
            <a:extLst>
              <a:ext uri="{FF2B5EF4-FFF2-40B4-BE49-F238E27FC236}">
                <a16:creationId xmlns:a16="http://schemas.microsoft.com/office/drawing/2014/main" id="{DF9DA7B3-F3F2-3BBE-84F5-B5DF68D5C18C}"/>
              </a:ext>
            </a:extLst>
          </p:cNvPr>
          <p:cNvSpPr>
            <a:spLocks noGrp="1"/>
          </p:cNvSpPr>
          <p:nvPr/>
        </p:nvSpPr>
        <p:spPr>
          <a:xfrm>
            <a:off x="654747" y="8474845"/>
            <a:ext cx="23729253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8300" b="0">
                <a:latin typeface="Times New Roman"/>
                <a:ea typeface="Times New Roman"/>
                <a:cs typeface="Times New Roman"/>
              </a:defRPr>
            </a:pPr>
            <a:r>
              <a:rPr sz="8000"/>
              <a:t>= P(C = nuvem, R = chuva) + P(C = nuvem, R = ¬chuva)</a:t>
            </a:r>
          </a:p>
        </p:txBody>
      </p:sp>
      <p:sp>
        <p:nvSpPr>
          <p:cNvPr id="3110" name="= 0.08 + 0.32">
            <a:extLst>
              <a:ext uri="{FF2B5EF4-FFF2-40B4-BE49-F238E27FC236}">
                <a16:creationId xmlns:a16="http://schemas.microsoft.com/office/drawing/2014/main" id="{96CE291E-39F0-9DDC-E963-08BBABD3647F}"/>
              </a:ext>
            </a:extLst>
          </p:cNvPr>
          <p:cNvSpPr>
            <a:spLocks noGrp="1"/>
          </p:cNvSpPr>
          <p:nvPr/>
        </p:nvSpPr>
        <p:spPr>
          <a:xfrm>
            <a:off x="576513" y="9900264"/>
            <a:ext cx="5620128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3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rPr sz="8000"/>
              <a:t>= 0.08 + 0.32</a:t>
            </a:r>
          </a:p>
        </p:txBody>
      </p:sp>
      <p:sp>
        <p:nvSpPr>
          <p:cNvPr id="3111" name="= 0.40">
            <a:extLst>
              <a:ext uri="{FF2B5EF4-FFF2-40B4-BE49-F238E27FC236}">
                <a16:creationId xmlns:a16="http://schemas.microsoft.com/office/drawing/2014/main" id="{BDCFA679-369C-D0AE-BBEE-99A6271DF180}"/>
              </a:ext>
            </a:extLst>
          </p:cNvPr>
          <p:cNvSpPr>
            <a:spLocks noGrp="1"/>
          </p:cNvSpPr>
          <p:nvPr/>
        </p:nvSpPr>
        <p:spPr>
          <a:xfrm>
            <a:off x="576513" y="11370932"/>
            <a:ext cx="2733121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3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rPr sz="8000"/>
              <a:t>= 0.40</a:t>
            </a:r>
          </a:p>
        </p:txBody>
      </p:sp>
    </p:spTree>
    <p:extLst>
      <p:ext uri="{BB962C8B-B14F-4D97-AF65-F5344CB8AC3E}">
        <p14:creationId xmlns:p14="http://schemas.microsoft.com/office/powerpoint/2010/main" val="293503856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13" name="Equation">
                <a:extLst>
                  <a:ext uri="{FF2B5EF4-FFF2-40B4-BE49-F238E27FC236}">
                    <a16:creationId xmlns:a16="http://schemas.microsoft.com/office/drawing/2014/main" id="{8F883434-6B87-4CB9-A068-63A08AE4AA3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70695" y="6215379"/>
                <a:ext cx="21495153" cy="1285241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)=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)+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|¬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(¬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15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15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113" name="Equation">
                <a:extLst>
                  <a:ext uri="{FF2B5EF4-FFF2-40B4-BE49-F238E27FC236}">
                    <a16:creationId xmlns:a16="http://schemas.microsoft.com/office/drawing/2014/main" id="{8F883434-6B87-4CB9-A068-63A08AE4AA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695" y="6215379"/>
                <a:ext cx="21495153" cy="1285241"/>
              </a:xfrm>
              <a:prstGeom prst="rect">
                <a:avLst/>
              </a:prstGeom>
              <a:blipFill>
                <a:blip r:embed="rId3"/>
                <a:stretch>
                  <a:fillRect l="-2302" r="-11747" b="-8823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14" name="Conditioning">
            <a:extLst>
              <a:ext uri="{FF2B5EF4-FFF2-40B4-BE49-F238E27FC236}">
                <a16:creationId xmlns:a16="http://schemas.microsoft.com/office/drawing/2014/main" id="{4BECBB4A-D0D1-46E6-A01E-793C698AF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Condicionamento</a:t>
            </a:r>
          </a:p>
        </p:txBody>
      </p:sp>
    </p:spTree>
    <p:extLst>
      <p:ext uri="{BB962C8B-B14F-4D97-AF65-F5344CB8AC3E}">
        <p14:creationId xmlns:p14="http://schemas.microsoft.com/office/powerpoint/2010/main" val="170095304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16" name="Equation">
                <a:extLst>
                  <a:ext uri="{FF2B5EF4-FFF2-40B4-BE49-F238E27FC236}">
                    <a16:creationId xmlns:a16="http://schemas.microsoft.com/office/drawing/2014/main" id="{6555421E-6103-4836-B7CE-F06236170CC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88831" y="6044335"/>
                <a:ext cx="21480924" cy="301265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01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01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01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𝑋</m:t>
                      </m:r>
                      <m:r>
                        <a:rPr sz="101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sz="101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101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101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𝑖</m:t>
                          </m:r>
                        </m:sub>
                      </m:sSub>
                      <m:r>
                        <a:rPr sz="101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)=</m:t>
                      </m:r>
                      <m:limLow>
                        <m:limLowPr>
                          <m:ctrlPr>
                            <a:rPr sz="101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limLowPr>
                        <m:e>
                          <m:r>
                            <a:rPr sz="101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∑</m:t>
                          </m:r>
                        </m:e>
                        <m:lim>
                          <m:r>
                            <a:rPr sz="101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𝑗</m:t>
                          </m:r>
                        </m:lim>
                      </m:limLow>
                      <m:r>
                        <a:rPr sz="101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01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01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𝑋</m:t>
                      </m:r>
                      <m:r>
                        <a:rPr sz="101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sz="101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101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101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𝑖</m:t>
                          </m:r>
                        </m:sub>
                      </m:sSub>
                      <m:r>
                        <a:rPr sz="101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01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𝑌</m:t>
                      </m:r>
                      <m:r>
                        <a:rPr sz="101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sz="101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101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𝑦</m:t>
                          </m:r>
                        </m:e>
                        <m:sub>
                          <m:r>
                            <a:rPr sz="101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𝑗</m:t>
                          </m:r>
                        </m:sub>
                      </m:sSub>
                      <m:r>
                        <a:rPr sz="101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r>
                        <a:rPr sz="101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01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01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𝑌</m:t>
                      </m:r>
                      <m:r>
                        <a:rPr sz="101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sz="101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101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𝑦</m:t>
                          </m:r>
                        </m:e>
                        <m:sub>
                          <m:r>
                            <a:rPr sz="101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𝑗</m:t>
                          </m:r>
                        </m:sub>
                      </m:sSub>
                      <m:r>
                        <a:rPr sz="101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01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116" name="Equation">
                <a:extLst>
                  <a:ext uri="{FF2B5EF4-FFF2-40B4-BE49-F238E27FC236}">
                    <a16:creationId xmlns:a16="http://schemas.microsoft.com/office/drawing/2014/main" id="{6555421E-6103-4836-B7CE-F06236170C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31" y="6044335"/>
                <a:ext cx="21480924" cy="3012653"/>
              </a:xfrm>
              <a:prstGeom prst="rect">
                <a:avLst/>
              </a:prstGeom>
              <a:blipFill>
                <a:blip r:embed="rId3"/>
                <a:stretch>
                  <a:fillRect l="-2009" r="-10284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17" name="Conditioning">
            <a:extLst>
              <a:ext uri="{FF2B5EF4-FFF2-40B4-BE49-F238E27FC236}">
                <a16:creationId xmlns:a16="http://schemas.microsoft.com/office/drawing/2014/main" id="{5E793C2E-013B-4707-BCF7-6D68BD485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Condicionamento</a:t>
            </a:r>
          </a:p>
        </p:txBody>
      </p:sp>
    </p:spTree>
    <p:extLst>
      <p:ext uri="{BB962C8B-B14F-4D97-AF65-F5344CB8AC3E}">
        <p14:creationId xmlns:p14="http://schemas.microsoft.com/office/powerpoint/2010/main" val="98932473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9" name="Bayesian Networks">
            <a:extLst>
              <a:ext uri="{FF2B5EF4-FFF2-40B4-BE49-F238E27FC236}">
                <a16:creationId xmlns:a16="http://schemas.microsoft.com/office/drawing/2014/main" id="{CF103AC5-70A7-48F2-A8A4-8B8628CAF90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Redes Bayesianas</a:t>
            </a:r>
          </a:p>
        </p:txBody>
      </p:sp>
    </p:spTree>
    <p:extLst>
      <p:ext uri="{BB962C8B-B14F-4D97-AF65-F5344CB8AC3E}">
        <p14:creationId xmlns:p14="http://schemas.microsoft.com/office/powerpoint/2010/main" val="204701908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1" name="Bayesian network">
            <a:extLst>
              <a:ext uri="{FF2B5EF4-FFF2-40B4-BE49-F238E27FC236}">
                <a16:creationId xmlns:a16="http://schemas.microsoft.com/office/drawing/2014/main" id="{03D302FC-7E74-4E39-9027-13ADA3C75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Rede Bayesiana</a:t>
            </a:r>
          </a:p>
        </p:txBody>
      </p:sp>
      <p:sp>
        <p:nvSpPr>
          <p:cNvPr id="3122" name="data structure that represents the dependencies among random variables">
            <a:extLst>
              <a:ext uri="{FF2B5EF4-FFF2-40B4-BE49-F238E27FC236}">
                <a16:creationId xmlns:a16="http://schemas.microsoft.com/office/drawing/2014/main" id="{6F1A9AA2-E83B-43F0-A0D7-4FACCDF6F840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estrutura de dados que representa as dependências entre variáveis aleatórias</a:t>
            </a:r>
          </a:p>
        </p:txBody>
      </p:sp>
    </p:spTree>
    <p:extLst>
      <p:ext uri="{BB962C8B-B14F-4D97-AF65-F5344CB8AC3E}">
        <p14:creationId xmlns:p14="http://schemas.microsoft.com/office/powerpoint/2010/main" val="89261821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4" name="Bayesian network">
            <a:extLst>
              <a:ext uri="{FF2B5EF4-FFF2-40B4-BE49-F238E27FC236}">
                <a16:creationId xmlns:a16="http://schemas.microsoft.com/office/drawing/2014/main" id="{624ED857-FD66-4C3F-BAC8-E55BD127E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Rede Bayesiana</a:t>
            </a:r>
          </a:p>
        </p:txBody>
      </p:sp>
    </p:spTree>
    <p:extLst>
      <p:ext uri="{BB962C8B-B14F-4D97-AF65-F5344CB8AC3E}">
        <p14:creationId xmlns:p14="http://schemas.microsoft.com/office/powerpoint/2010/main" val="24841382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D417B-E0EF-ABD3-122A-9D5ADD9C9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4" name="Bayesian network">
            <a:extLst>
              <a:ext uri="{FF2B5EF4-FFF2-40B4-BE49-F238E27FC236}">
                <a16:creationId xmlns:a16="http://schemas.microsoft.com/office/drawing/2014/main" id="{8F99B57E-5D44-7FFB-7FB4-60121474C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Rede Bayesiana</a:t>
            </a:r>
          </a:p>
        </p:txBody>
      </p:sp>
      <p:sp>
        <p:nvSpPr>
          <p:cNvPr id="3125" name="directed graph…">
            <a:extLst>
              <a:ext uri="{FF2B5EF4-FFF2-40B4-BE49-F238E27FC236}">
                <a16:creationId xmlns:a16="http://schemas.microsoft.com/office/drawing/2014/main" id="{1ABE1B8A-A54F-8933-1C24-E54151064024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5042019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marL="655320" indent="-655320" algn="l" defTabSz="709930">
              <a:buSzPct val="100000"/>
              <a:buChar char="•"/>
              <a:defRPr sz="6450" b="0">
                <a:latin typeface="Helvetica"/>
                <a:ea typeface="Helvetica"/>
                <a:cs typeface="Helvetica"/>
              </a:defRPr>
            </a:pPr>
            <a:r>
              <a:rPr dirty="0" err="1"/>
              <a:t>grafo</a:t>
            </a:r>
            <a:r>
              <a:rPr dirty="0"/>
              <a:t> </a:t>
            </a:r>
            <a:r>
              <a:rPr dirty="0" err="1"/>
              <a:t>direcionado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697401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15C33-E871-5966-ACA4-B0693BD72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4" name="Bayesian network">
            <a:extLst>
              <a:ext uri="{FF2B5EF4-FFF2-40B4-BE49-F238E27FC236}">
                <a16:creationId xmlns:a16="http://schemas.microsoft.com/office/drawing/2014/main" id="{2AFFCFB4-680F-292B-98E5-0E83A85E9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Rede Bayesiana</a:t>
            </a:r>
          </a:p>
        </p:txBody>
      </p:sp>
      <p:sp>
        <p:nvSpPr>
          <p:cNvPr id="3125" name="directed graph…">
            <a:extLst>
              <a:ext uri="{FF2B5EF4-FFF2-40B4-BE49-F238E27FC236}">
                <a16:creationId xmlns:a16="http://schemas.microsoft.com/office/drawing/2014/main" id="{5F6891E7-5689-5319-31EC-4FC99FFAD507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5042019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marL="655320" indent="-655320" algn="l" defTabSz="709930">
              <a:buSzPct val="100000"/>
              <a:buChar char="•"/>
              <a:defRPr sz="6450" b="0">
                <a:latin typeface="Helvetica"/>
                <a:ea typeface="Helvetica"/>
                <a:cs typeface="Helvetica"/>
              </a:defRPr>
            </a:pPr>
            <a:r>
              <a:rPr dirty="0" err="1"/>
              <a:t>grafo</a:t>
            </a:r>
            <a:r>
              <a:rPr dirty="0"/>
              <a:t> </a:t>
            </a:r>
            <a:r>
              <a:rPr dirty="0" err="1"/>
              <a:t>direcionado</a:t>
            </a:r>
            <a:endParaRPr dirty="0"/>
          </a:p>
          <a:p>
            <a:pPr marL="655320" indent="-655320" algn="l" defTabSz="709930">
              <a:buSzPct val="100000"/>
              <a:buChar char="•"/>
              <a:defRPr sz="6450" b="0">
                <a:latin typeface="Helvetica"/>
                <a:ea typeface="Helvetica"/>
                <a:cs typeface="Helvetica"/>
              </a:defRPr>
            </a:pP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nó</a:t>
            </a:r>
            <a:r>
              <a:rPr dirty="0"/>
              <a:t> </a:t>
            </a:r>
            <a:r>
              <a:rPr dirty="0" err="1"/>
              <a:t>representa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variável</a:t>
            </a:r>
            <a:r>
              <a:rPr dirty="0"/>
              <a:t> </a:t>
            </a:r>
            <a:r>
              <a:rPr dirty="0" err="1"/>
              <a:t>aleatória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865925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412DB-063A-B644-33D7-C28D7836E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4" name="Bayesian network">
            <a:extLst>
              <a:ext uri="{FF2B5EF4-FFF2-40B4-BE49-F238E27FC236}">
                <a16:creationId xmlns:a16="http://schemas.microsoft.com/office/drawing/2014/main" id="{0066D960-C92C-2820-5675-91CCD6624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Rede Bayesiana</a:t>
            </a:r>
          </a:p>
        </p:txBody>
      </p:sp>
      <p:sp>
        <p:nvSpPr>
          <p:cNvPr id="3125" name="directed graph…">
            <a:extLst>
              <a:ext uri="{FF2B5EF4-FFF2-40B4-BE49-F238E27FC236}">
                <a16:creationId xmlns:a16="http://schemas.microsoft.com/office/drawing/2014/main" id="{4F237BC8-341C-095F-167F-8DCA99F5A348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5042019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marL="655320" indent="-655320" algn="l" defTabSz="709930">
              <a:buSzPct val="100000"/>
              <a:buChar char="•"/>
              <a:defRPr sz="6450" b="0">
                <a:latin typeface="Helvetica"/>
                <a:ea typeface="Helvetica"/>
                <a:cs typeface="Helvetica"/>
              </a:defRPr>
            </a:pPr>
            <a:r>
              <a:rPr dirty="0" err="1"/>
              <a:t>grafo</a:t>
            </a:r>
            <a:r>
              <a:rPr dirty="0"/>
              <a:t> </a:t>
            </a:r>
            <a:r>
              <a:rPr dirty="0" err="1"/>
              <a:t>direcionado</a:t>
            </a:r>
            <a:endParaRPr dirty="0"/>
          </a:p>
          <a:p>
            <a:pPr marL="655320" indent="-655320" algn="l" defTabSz="709930">
              <a:buSzPct val="100000"/>
              <a:buChar char="•"/>
              <a:defRPr sz="6450" b="0">
                <a:latin typeface="Helvetica"/>
                <a:ea typeface="Helvetica"/>
                <a:cs typeface="Helvetica"/>
              </a:defRPr>
            </a:pP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nó</a:t>
            </a:r>
            <a:r>
              <a:rPr dirty="0"/>
              <a:t> </a:t>
            </a:r>
            <a:r>
              <a:rPr dirty="0" err="1"/>
              <a:t>representa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variável</a:t>
            </a:r>
            <a:r>
              <a:rPr dirty="0"/>
              <a:t> </a:t>
            </a:r>
            <a:r>
              <a:rPr dirty="0" err="1"/>
              <a:t>aleatória</a:t>
            </a:r>
            <a:endParaRPr dirty="0"/>
          </a:p>
          <a:p>
            <a:pPr marL="655320" indent="-655320" algn="l" defTabSz="709930">
              <a:buSzPct val="100000"/>
              <a:buChar char="•"/>
              <a:defRPr sz="6450" b="0">
                <a:latin typeface="Helvetica"/>
                <a:ea typeface="Helvetica"/>
                <a:cs typeface="Helvetica"/>
              </a:defRPr>
            </a:pPr>
            <a:r>
              <a:rPr dirty="0" err="1"/>
              <a:t>uma</a:t>
            </a:r>
            <a:r>
              <a:rPr dirty="0"/>
              <a:t> seta de X para Y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X </a:t>
            </a:r>
            <a:r>
              <a:rPr dirty="0" err="1"/>
              <a:t>é</a:t>
            </a:r>
            <a:r>
              <a:rPr dirty="0"/>
              <a:t> pai de Y</a:t>
            </a:r>
          </a:p>
        </p:txBody>
      </p:sp>
    </p:spTree>
    <p:extLst>
      <p:ext uri="{BB962C8B-B14F-4D97-AF65-F5344CB8AC3E}">
        <p14:creationId xmlns:p14="http://schemas.microsoft.com/office/powerpoint/2010/main" val="232373877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43A8D-FB44-2FD0-AD47-B181D73DC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4" name="Bayesian network">
            <a:extLst>
              <a:ext uri="{FF2B5EF4-FFF2-40B4-BE49-F238E27FC236}">
                <a16:creationId xmlns:a16="http://schemas.microsoft.com/office/drawing/2014/main" id="{911B4C4A-AA04-62BC-312A-92745FF05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Rede Bayesiana</a:t>
            </a:r>
          </a:p>
        </p:txBody>
      </p:sp>
      <p:sp>
        <p:nvSpPr>
          <p:cNvPr id="3125" name="directed graph…">
            <a:extLst>
              <a:ext uri="{FF2B5EF4-FFF2-40B4-BE49-F238E27FC236}">
                <a16:creationId xmlns:a16="http://schemas.microsoft.com/office/drawing/2014/main" id="{07E23300-0C82-49D5-1CA4-F34302DBD0D9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5042019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marL="655320" indent="-655320" algn="l" defTabSz="709930">
              <a:buSzPct val="100000"/>
              <a:buChar char="•"/>
              <a:defRPr sz="6450" b="0">
                <a:latin typeface="Helvetica"/>
                <a:ea typeface="Helvetica"/>
                <a:cs typeface="Helvetica"/>
              </a:defRPr>
            </a:pPr>
            <a:r>
              <a:rPr dirty="0" err="1"/>
              <a:t>grafo</a:t>
            </a:r>
            <a:r>
              <a:rPr dirty="0"/>
              <a:t> </a:t>
            </a:r>
            <a:r>
              <a:rPr dirty="0" err="1"/>
              <a:t>direcionado</a:t>
            </a:r>
            <a:endParaRPr dirty="0"/>
          </a:p>
          <a:p>
            <a:pPr marL="655320" indent="-655320" algn="l" defTabSz="709930">
              <a:buSzPct val="100000"/>
              <a:buChar char="•"/>
              <a:defRPr sz="6450" b="0">
                <a:latin typeface="Helvetica"/>
                <a:ea typeface="Helvetica"/>
                <a:cs typeface="Helvetica"/>
              </a:defRPr>
            </a:pP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nó</a:t>
            </a:r>
            <a:r>
              <a:rPr dirty="0"/>
              <a:t> </a:t>
            </a:r>
            <a:r>
              <a:rPr dirty="0" err="1"/>
              <a:t>representa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variável</a:t>
            </a:r>
            <a:r>
              <a:rPr dirty="0"/>
              <a:t> </a:t>
            </a:r>
            <a:r>
              <a:rPr dirty="0" err="1"/>
              <a:t>aleatória</a:t>
            </a:r>
            <a:endParaRPr dirty="0"/>
          </a:p>
          <a:p>
            <a:pPr marL="655320" indent="-655320" algn="l" defTabSz="709930">
              <a:buSzPct val="100000"/>
              <a:buChar char="•"/>
              <a:defRPr sz="6450" b="0">
                <a:latin typeface="Helvetica"/>
                <a:ea typeface="Helvetica"/>
                <a:cs typeface="Helvetica"/>
              </a:defRPr>
            </a:pPr>
            <a:r>
              <a:rPr dirty="0" err="1"/>
              <a:t>uma</a:t>
            </a:r>
            <a:r>
              <a:rPr dirty="0"/>
              <a:t> seta de X para Y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X </a:t>
            </a:r>
            <a:r>
              <a:rPr dirty="0" err="1"/>
              <a:t>é</a:t>
            </a:r>
            <a:r>
              <a:rPr dirty="0"/>
              <a:t> pai de Y</a:t>
            </a:r>
          </a:p>
          <a:p>
            <a:pPr marL="655320" indent="-655320" algn="l" defTabSz="709930">
              <a:buSzPct val="100000"/>
              <a:buChar char="•"/>
              <a:defRPr sz="6450" b="0">
                <a:latin typeface="Helvetica"/>
                <a:ea typeface="Helvetica"/>
                <a:cs typeface="Helvetica"/>
              </a:defRPr>
            </a:pP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nó</a:t>
            </a:r>
            <a:r>
              <a:rPr dirty="0"/>
              <a:t> X </a:t>
            </a:r>
            <a:r>
              <a:rPr dirty="0" err="1"/>
              <a:t>tem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distribuição</a:t>
            </a:r>
            <a:r>
              <a:rPr dirty="0"/>
              <a:t> de </a:t>
            </a:r>
            <a:r>
              <a:rPr dirty="0" err="1"/>
              <a:t>probabilidade</a:t>
            </a:r>
            <a:endParaRPr dirty="0"/>
          </a:p>
          <a:p>
            <a:pPr algn="l" defTabSz="709930">
              <a:buSzPct val="100000"/>
              <a:defRPr sz="6450" b="0">
                <a:latin typeface="Helvetica"/>
                <a:ea typeface="Helvetica"/>
                <a:cs typeface="Helvetica"/>
              </a:defRPr>
            </a:pPr>
            <a:r>
              <a:rPr dirty="0"/>
              <a:t>P(X | Parents(X))</a:t>
            </a:r>
          </a:p>
        </p:txBody>
      </p:sp>
    </p:spTree>
    <p:extLst>
      <p:ext uri="{BB962C8B-B14F-4D97-AF65-F5344CB8AC3E}">
        <p14:creationId xmlns:p14="http://schemas.microsoft.com/office/powerpoint/2010/main" val="51920275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Appointment…">
            <a:extLst>
              <a:ext uri="{FF2B5EF4-FFF2-40B4-BE49-F238E27FC236}">
                <a16:creationId xmlns:a16="http://schemas.microsoft.com/office/drawing/2014/main" id="{424D67EF-A269-4219-A148-A194E5C13DDB}"/>
              </a:ext>
            </a:extLst>
          </p:cNvPr>
          <p:cNvSpPr>
            <a:spLocks noGrp="1"/>
          </p:cNvSpPr>
          <p:nvPr/>
        </p:nvSpPr>
        <p:spPr>
          <a:xfrm>
            <a:off x="9624643" y="10755248"/>
            <a:ext cx="6869726" cy="2175495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0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Compromisso</a:t>
            </a:r>
            <a:endParaRPr dirty="0"/>
          </a:p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dirty="0" err="1"/>
              <a:t>comparecer</a:t>
            </a:r>
            <a:r>
              <a:rPr dirty="0"/>
              <a:t>, </a:t>
            </a:r>
            <a:r>
              <a:rPr dirty="0" err="1"/>
              <a:t>faltar</a:t>
            </a:r>
            <a:r>
              <a:rPr dirty="0"/>
              <a:t>}</a:t>
            </a:r>
          </a:p>
        </p:txBody>
      </p:sp>
      <p:sp>
        <p:nvSpPr>
          <p:cNvPr id="3128" name="Line">
            <a:extLst>
              <a:ext uri="{FF2B5EF4-FFF2-40B4-BE49-F238E27FC236}">
                <a16:creationId xmlns:a16="http://schemas.microsoft.com/office/drawing/2014/main" id="{1BEDFB9E-08F9-4976-994A-34BB20323DF6}"/>
              </a:ext>
            </a:extLst>
          </p:cNvPr>
          <p:cNvSpPr>
            <a:spLocks noGrp="1"/>
          </p:cNvSpPr>
          <p:nvPr/>
        </p:nvSpPr>
        <p:spPr>
          <a:xfrm>
            <a:off x="13059505" y="9723254"/>
            <a:ext cx="1" cy="91615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29" name="Train…">
            <a:extLst>
              <a:ext uri="{FF2B5EF4-FFF2-40B4-BE49-F238E27FC236}">
                <a16:creationId xmlns:a16="http://schemas.microsoft.com/office/drawing/2014/main" id="{5BDFBED1-3B9C-4B58-AB2B-5F1316D55E89}"/>
              </a:ext>
            </a:extLst>
          </p:cNvPr>
          <p:cNvSpPr>
            <a:spLocks noGrp="1"/>
          </p:cNvSpPr>
          <p:nvPr/>
        </p:nvSpPr>
        <p:spPr>
          <a:xfrm>
            <a:off x="9199829" y="7431917"/>
            <a:ext cx="7719352" cy="2175495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0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130" name="Line">
            <a:extLst>
              <a:ext uri="{FF2B5EF4-FFF2-40B4-BE49-F238E27FC236}">
                <a16:creationId xmlns:a16="http://schemas.microsoft.com/office/drawing/2014/main" id="{1DD175DF-A8D1-4486-822E-86D65871C870}"/>
              </a:ext>
            </a:extLst>
          </p:cNvPr>
          <p:cNvSpPr>
            <a:spLocks noGrp="1"/>
          </p:cNvSpPr>
          <p:nvPr/>
        </p:nvSpPr>
        <p:spPr>
          <a:xfrm>
            <a:off x="10780312" y="6399924"/>
            <a:ext cx="1" cy="91615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31" name="Line">
            <a:extLst>
              <a:ext uri="{FF2B5EF4-FFF2-40B4-BE49-F238E27FC236}">
                <a16:creationId xmlns:a16="http://schemas.microsoft.com/office/drawing/2014/main" id="{088A1617-77EF-4253-889C-9C3E448F3914}"/>
              </a:ext>
            </a:extLst>
          </p:cNvPr>
          <p:cNvSpPr>
            <a:spLocks noGrp="1"/>
          </p:cNvSpPr>
          <p:nvPr/>
        </p:nvSpPr>
        <p:spPr>
          <a:xfrm flipH="1">
            <a:off x="15338698" y="3076593"/>
            <a:ext cx="1" cy="423948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32" name="Maintenance…">
            <a:extLst>
              <a:ext uri="{FF2B5EF4-FFF2-40B4-BE49-F238E27FC236}">
                <a16:creationId xmlns:a16="http://schemas.microsoft.com/office/drawing/2014/main" id="{C30D0511-415C-408B-AD51-6DE69F71E3DD}"/>
              </a:ext>
            </a:extLst>
          </p:cNvPr>
          <p:cNvSpPr>
            <a:spLocks noGrp="1"/>
          </p:cNvSpPr>
          <p:nvPr/>
        </p:nvSpPr>
        <p:spPr>
          <a:xfrm>
            <a:off x="7418664" y="4108587"/>
            <a:ext cx="6723297" cy="2175494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0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Manutenção</a:t>
            </a:r>
            <a:endParaRPr dirty="0"/>
          </a:p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{sim, </a:t>
            </a:r>
            <a:r>
              <a:rPr dirty="0" err="1"/>
              <a:t>não</a:t>
            </a:r>
            <a:r>
              <a:rPr dirty="0"/>
              <a:t>}</a:t>
            </a:r>
          </a:p>
        </p:txBody>
      </p:sp>
      <p:sp>
        <p:nvSpPr>
          <p:cNvPr id="3133" name="Rain…">
            <a:extLst>
              <a:ext uri="{FF2B5EF4-FFF2-40B4-BE49-F238E27FC236}">
                <a16:creationId xmlns:a16="http://schemas.microsoft.com/office/drawing/2014/main" id="{8F8AD291-2CDF-4130-AE56-209576C7FC30}"/>
              </a:ext>
            </a:extLst>
          </p:cNvPr>
          <p:cNvSpPr>
            <a:spLocks noGrp="1"/>
          </p:cNvSpPr>
          <p:nvPr/>
        </p:nvSpPr>
        <p:spPr>
          <a:xfrm>
            <a:off x="9153675" y="785257"/>
            <a:ext cx="7811661" cy="2175494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0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134" name="Line">
            <a:extLst>
              <a:ext uri="{FF2B5EF4-FFF2-40B4-BE49-F238E27FC236}">
                <a16:creationId xmlns:a16="http://schemas.microsoft.com/office/drawing/2014/main" id="{C6A1A2AB-E496-4D65-A0B8-712F98FFACDA}"/>
              </a:ext>
            </a:extLst>
          </p:cNvPr>
          <p:cNvSpPr>
            <a:spLocks noGrp="1"/>
          </p:cNvSpPr>
          <p:nvPr/>
        </p:nvSpPr>
        <p:spPr>
          <a:xfrm>
            <a:off x="10780312" y="3076593"/>
            <a:ext cx="1" cy="91615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022009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7" name="Appointment…">
            <a:extLst>
              <a:ext uri="{FF2B5EF4-FFF2-40B4-BE49-F238E27FC236}">
                <a16:creationId xmlns:a16="http://schemas.microsoft.com/office/drawing/2014/main" id="{451BFAF7-ABDA-4CCF-A568-C80A9117A8A6}"/>
              </a:ext>
            </a:extLst>
          </p:cNvPr>
          <p:cNvSpPr>
            <a:spLocks noGrp="1"/>
          </p:cNvSpPr>
          <p:nvPr/>
        </p:nvSpPr>
        <p:spPr>
          <a:xfrm>
            <a:off x="4058146" y="23585205"/>
            <a:ext cx="8480113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138" name="Line">
            <a:extLst>
              <a:ext uri="{FF2B5EF4-FFF2-40B4-BE49-F238E27FC236}">
                <a16:creationId xmlns:a16="http://schemas.microsoft.com/office/drawing/2014/main" id="{75CBEAA5-2CF0-4F50-84C6-8A2269557408}"/>
              </a:ext>
            </a:extLst>
          </p:cNvPr>
          <p:cNvSpPr>
            <a:spLocks noGrp="1"/>
          </p:cNvSpPr>
          <p:nvPr/>
        </p:nvSpPr>
        <p:spPr>
          <a:xfrm>
            <a:off x="8298202" y="22160565"/>
            <a:ext cx="1" cy="126472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39" name="Train…">
            <a:extLst>
              <a:ext uri="{FF2B5EF4-FFF2-40B4-BE49-F238E27FC236}">
                <a16:creationId xmlns:a16="http://schemas.microsoft.com/office/drawing/2014/main" id="{FFDF5D92-6CC8-4E6B-B0BC-DF9361090F79}"/>
              </a:ext>
            </a:extLst>
          </p:cNvPr>
          <p:cNvSpPr>
            <a:spLocks noGrp="1"/>
          </p:cNvSpPr>
          <p:nvPr/>
        </p:nvSpPr>
        <p:spPr>
          <a:xfrm>
            <a:off x="2970021" y="18997435"/>
            <a:ext cx="10656361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140" name="Line">
            <a:extLst>
              <a:ext uri="{FF2B5EF4-FFF2-40B4-BE49-F238E27FC236}">
                <a16:creationId xmlns:a16="http://schemas.microsoft.com/office/drawing/2014/main" id="{022A1C88-C792-4D5C-8C10-9CB00392A07C}"/>
              </a:ext>
            </a:extLst>
          </p:cNvPr>
          <p:cNvSpPr>
            <a:spLocks noGrp="1"/>
          </p:cNvSpPr>
          <p:nvPr/>
        </p:nvSpPr>
        <p:spPr>
          <a:xfrm>
            <a:off x="5151835" y="17572794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41" name="Line">
            <a:extLst>
              <a:ext uri="{FF2B5EF4-FFF2-40B4-BE49-F238E27FC236}">
                <a16:creationId xmlns:a16="http://schemas.microsoft.com/office/drawing/2014/main" id="{028EB825-9665-4341-92C8-83874DC865EF}"/>
              </a:ext>
            </a:extLst>
          </p:cNvPr>
          <p:cNvSpPr>
            <a:spLocks noGrp="1"/>
          </p:cNvSpPr>
          <p:nvPr/>
        </p:nvSpPr>
        <p:spPr>
          <a:xfrm flipH="1">
            <a:off x="11444567" y="12985026"/>
            <a:ext cx="1" cy="5852489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42" name="Maintenance…">
            <a:extLst>
              <a:ext uri="{FF2B5EF4-FFF2-40B4-BE49-F238E27FC236}">
                <a16:creationId xmlns:a16="http://schemas.microsoft.com/office/drawing/2014/main" id="{E9E72996-9239-4E97-B17E-492576AC3E3F}"/>
              </a:ext>
            </a:extLst>
          </p:cNvPr>
          <p:cNvSpPr>
            <a:spLocks noGrp="1"/>
          </p:cNvSpPr>
          <p:nvPr/>
        </p:nvSpPr>
        <p:spPr>
          <a:xfrm>
            <a:off x="511170" y="14409665"/>
            <a:ext cx="9281333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143" name="Rain…">
            <a:extLst>
              <a:ext uri="{FF2B5EF4-FFF2-40B4-BE49-F238E27FC236}">
                <a16:creationId xmlns:a16="http://schemas.microsoft.com/office/drawing/2014/main" id="{DC669BE7-3AAA-4918-8278-05DA435704B4}"/>
              </a:ext>
            </a:extLst>
          </p:cNvPr>
          <p:cNvSpPr>
            <a:spLocks noGrp="1"/>
          </p:cNvSpPr>
          <p:nvPr/>
        </p:nvSpPr>
        <p:spPr>
          <a:xfrm>
            <a:off x="2906307" y="9821897"/>
            <a:ext cx="10783790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144" name="Line">
            <a:extLst>
              <a:ext uri="{FF2B5EF4-FFF2-40B4-BE49-F238E27FC236}">
                <a16:creationId xmlns:a16="http://schemas.microsoft.com/office/drawing/2014/main" id="{2093279F-A61E-4710-8780-31D05DC52A4C}"/>
              </a:ext>
            </a:extLst>
          </p:cNvPr>
          <p:cNvSpPr>
            <a:spLocks noGrp="1"/>
          </p:cNvSpPr>
          <p:nvPr/>
        </p:nvSpPr>
        <p:spPr>
          <a:xfrm>
            <a:off x="5151835" y="12985025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9505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98B34-9716-EF89-05C9-D7566DDAC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7" name="Appointment…">
            <a:extLst>
              <a:ext uri="{FF2B5EF4-FFF2-40B4-BE49-F238E27FC236}">
                <a16:creationId xmlns:a16="http://schemas.microsoft.com/office/drawing/2014/main" id="{3D6DE5AF-1DF4-050A-BE8E-37F72C4A12A3}"/>
              </a:ext>
            </a:extLst>
          </p:cNvPr>
          <p:cNvSpPr>
            <a:spLocks noGrp="1"/>
          </p:cNvSpPr>
          <p:nvPr/>
        </p:nvSpPr>
        <p:spPr>
          <a:xfrm>
            <a:off x="4058146" y="23585205"/>
            <a:ext cx="8480113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138" name="Line">
            <a:extLst>
              <a:ext uri="{FF2B5EF4-FFF2-40B4-BE49-F238E27FC236}">
                <a16:creationId xmlns:a16="http://schemas.microsoft.com/office/drawing/2014/main" id="{46EA8A4C-BE0A-62CE-C513-5D2AFBFD6384}"/>
              </a:ext>
            </a:extLst>
          </p:cNvPr>
          <p:cNvSpPr>
            <a:spLocks noGrp="1"/>
          </p:cNvSpPr>
          <p:nvPr/>
        </p:nvSpPr>
        <p:spPr>
          <a:xfrm>
            <a:off x="8298202" y="22160565"/>
            <a:ext cx="1" cy="126472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39" name="Train…">
            <a:extLst>
              <a:ext uri="{FF2B5EF4-FFF2-40B4-BE49-F238E27FC236}">
                <a16:creationId xmlns:a16="http://schemas.microsoft.com/office/drawing/2014/main" id="{2B8ED6FD-944E-3CA8-B9DF-251B7BD9CC61}"/>
              </a:ext>
            </a:extLst>
          </p:cNvPr>
          <p:cNvSpPr>
            <a:spLocks noGrp="1"/>
          </p:cNvSpPr>
          <p:nvPr/>
        </p:nvSpPr>
        <p:spPr>
          <a:xfrm>
            <a:off x="2970021" y="18997435"/>
            <a:ext cx="10656361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140" name="Line">
            <a:extLst>
              <a:ext uri="{FF2B5EF4-FFF2-40B4-BE49-F238E27FC236}">
                <a16:creationId xmlns:a16="http://schemas.microsoft.com/office/drawing/2014/main" id="{B51697A1-1C50-6BEE-8CC6-65C637B0A3A0}"/>
              </a:ext>
            </a:extLst>
          </p:cNvPr>
          <p:cNvSpPr>
            <a:spLocks noGrp="1"/>
          </p:cNvSpPr>
          <p:nvPr/>
        </p:nvSpPr>
        <p:spPr>
          <a:xfrm>
            <a:off x="5151835" y="17572794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41" name="Line">
            <a:extLst>
              <a:ext uri="{FF2B5EF4-FFF2-40B4-BE49-F238E27FC236}">
                <a16:creationId xmlns:a16="http://schemas.microsoft.com/office/drawing/2014/main" id="{B2299081-1B27-2FF9-08F3-32C464ECE401}"/>
              </a:ext>
            </a:extLst>
          </p:cNvPr>
          <p:cNvSpPr>
            <a:spLocks noGrp="1"/>
          </p:cNvSpPr>
          <p:nvPr/>
        </p:nvSpPr>
        <p:spPr>
          <a:xfrm flipH="1">
            <a:off x="11444567" y="12985026"/>
            <a:ext cx="1" cy="5852489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42" name="Maintenance…">
            <a:extLst>
              <a:ext uri="{FF2B5EF4-FFF2-40B4-BE49-F238E27FC236}">
                <a16:creationId xmlns:a16="http://schemas.microsoft.com/office/drawing/2014/main" id="{E4DD27D8-CD73-0EA8-D09B-F13F7754D639}"/>
              </a:ext>
            </a:extLst>
          </p:cNvPr>
          <p:cNvSpPr>
            <a:spLocks noGrp="1"/>
          </p:cNvSpPr>
          <p:nvPr/>
        </p:nvSpPr>
        <p:spPr>
          <a:xfrm>
            <a:off x="511170" y="14409665"/>
            <a:ext cx="9281333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143" name="Rain…">
            <a:extLst>
              <a:ext uri="{FF2B5EF4-FFF2-40B4-BE49-F238E27FC236}">
                <a16:creationId xmlns:a16="http://schemas.microsoft.com/office/drawing/2014/main" id="{E8A47308-B030-83DA-6A5D-BCBB9FD1DEEE}"/>
              </a:ext>
            </a:extLst>
          </p:cNvPr>
          <p:cNvSpPr>
            <a:spLocks noGrp="1"/>
          </p:cNvSpPr>
          <p:nvPr/>
        </p:nvSpPr>
        <p:spPr>
          <a:xfrm>
            <a:off x="2906307" y="9821897"/>
            <a:ext cx="10783790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144" name="Line">
            <a:extLst>
              <a:ext uri="{FF2B5EF4-FFF2-40B4-BE49-F238E27FC236}">
                <a16:creationId xmlns:a16="http://schemas.microsoft.com/office/drawing/2014/main" id="{A5422A35-D4FE-66E6-7877-2DD8C3244FD6}"/>
              </a:ext>
            </a:extLst>
          </p:cNvPr>
          <p:cNvSpPr>
            <a:spLocks noGrp="1"/>
          </p:cNvSpPr>
          <p:nvPr/>
        </p:nvSpPr>
        <p:spPr>
          <a:xfrm>
            <a:off x="5151835" y="12985025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graphicFrame>
        <p:nvGraphicFramePr>
          <p:cNvPr id="3154" name="Table 1-1">
            <a:extLst>
              <a:ext uri="{FF2B5EF4-FFF2-40B4-BE49-F238E27FC236}">
                <a16:creationId xmlns:a16="http://schemas.microsoft.com/office/drawing/2014/main" id="{68FA477E-4B8B-575A-C716-2FED25528E82}"/>
              </a:ext>
            </a:extLst>
          </p:cNvPr>
          <p:cNvGraphicFramePr/>
          <p:nvPr/>
        </p:nvGraphicFramePr>
        <p:xfrm>
          <a:off x="14329534" y="9802576"/>
          <a:ext cx="9204782" cy="2947962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915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4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4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3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fraca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forte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3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0,7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5040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Appointment…">
            <a:extLst>
              <a:ext uri="{FF2B5EF4-FFF2-40B4-BE49-F238E27FC236}">
                <a16:creationId xmlns:a16="http://schemas.microsoft.com/office/drawing/2014/main" id="{E15D1FAA-D97F-4B4C-A215-D2E81FD0DE3C}"/>
              </a:ext>
            </a:extLst>
          </p:cNvPr>
          <p:cNvSpPr>
            <a:spLocks noGrp="1"/>
          </p:cNvSpPr>
          <p:nvPr/>
        </p:nvSpPr>
        <p:spPr>
          <a:xfrm>
            <a:off x="4058146" y="18747162"/>
            <a:ext cx="8480113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149" name="Line">
            <a:extLst>
              <a:ext uri="{FF2B5EF4-FFF2-40B4-BE49-F238E27FC236}">
                <a16:creationId xmlns:a16="http://schemas.microsoft.com/office/drawing/2014/main" id="{A09F1240-9AF1-45F4-AE56-86FBDAC80C60}"/>
              </a:ext>
            </a:extLst>
          </p:cNvPr>
          <p:cNvSpPr>
            <a:spLocks noGrp="1"/>
          </p:cNvSpPr>
          <p:nvPr/>
        </p:nvSpPr>
        <p:spPr>
          <a:xfrm>
            <a:off x="8298202" y="17322522"/>
            <a:ext cx="1" cy="126472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50" name="Train…">
            <a:extLst>
              <a:ext uri="{FF2B5EF4-FFF2-40B4-BE49-F238E27FC236}">
                <a16:creationId xmlns:a16="http://schemas.microsoft.com/office/drawing/2014/main" id="{F9186FDC-8DDB-4907-8289-609BEE0B8169}"/>
              </a:ext>
            </a:extLst>
          </p:cNvPr>
          <p:cNvSpPr>
            <a:spLocks noGrp="1"/>
          </p:cNvSpPr>
          <p:nvPr/>
        </p:nvSpPr>
        <p:spPr>
          <a:xfrm>
            <a:off x="2970021" y="14159392"/>
            <a:ext cx="10656361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151" name="Line">
            <a:extLst>
              <a:ext uri="{FF2B5EF4-FFF2-40B4-BE49-F238E27FC236}">
                <a16:creationId xmlns:a16="http://schemas.microsoft.com/office/drawing/2014/main" id="{8A56A7DE-3978-4A41-A8BA-E6B8A1A45C05}"/>
              </a:ext>
            </a:extLst>
          </p:cNvPr>
          <p:cNvSpPr>
            <a:spLocks noGrp="1"/>
          </p:cNvSpPr>
          <p:nvPr/>
        </p:nvSpPr>
        <p:spPr>
          <a:xfrm>
            <a:off x="5151835" y="12734752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52" name="Line">
            <a:extLst>
              <a:ext uri="{FF2B5EF4-FFF2-40B4-BE49-F238E27FC236}">
                <a16:creationId xmlns:a16="http://schemas.microsoft.com/office/drawing/2014/main" id="{B097BD96-A3E1-4A87-9F3C-AFEB71975F9E}"/>
              </a:ext>
            </a:extLst>
          </p:cNvPr>
          <p:cNvSpPr>
            <a:spLocks noGrp="1"/>
          </p:cNvSpPr>
          <p:nvPr/>
        </p:nvSpPr>
        <p:spPr>
          <a:xfrm flipH="1">
            <a:off x="11444567" y="8146984"/>
            <a:ext cx="1" cy="5852489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53" name="Maintenance…">
            <a:extLst>
              <a:ext uri="{FF2B5EF4-FFF2-40B4-BE49-F238E27FC236}">
                <a16:creationId xmlns:a16="http://schemas.microsoft.com/office/drawing/2014/main" id="{90E0C810-601F-40CB-A920-9C7BE87DC7FB}"/>
              </a:ext>
            </a:extLst>
          </p:cNvPr>
          <p:cNvSpPr>
            <a:spLocks noGrp="1"/>
          </p:cNvSpPr>
          <p:nvPr/>
        </p:nvSpPr>
        <p:spPr>
          <a:xfrm>
            <a:off x="511170" y="9571623"/>
            <a:ext cx="9281333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154" name="Rain…">
            <a:extLst>
              <a:ext uri="{FF2B5EF4-FFF2-40B4-BE49-F238E27FC236}">
                <a16:creationId xmlns:a16="http://schemas.microsoft.com/office/drawing/2014/main" id="{F43CDA9D-CE77-49FE-AC12-E5848EF0F284}"/>
              </a:ext>
            </a:extLst>
          </p:cNvPr>
          <p:cNvSpPr>
            <a:spLocks noGrp="1"/>
          </p:cNvSpPr>
          <p:nvPr/>
        </p:nvSpPr>
        <p:spPr>
          <a:xfrm>
            <a:off x="2906307" y="4983855"/>
            <a:ext cx="10783790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Chuva</a:t>
            </a:r>
            <a:endParaRPr dirty="0"/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dirty="0" err="1"/>
              <a:t>nenhuma</a:t>
            </a:r>
            <a:r>
              <a:rPr dirty="0"/>
              <a:t>, </a:t>
            </a:r>
            <a:r>
              <a:rPr dirty="0" err="1"/>
              <a:t>fraca</a:t>
            </a:r>
            <a:r>
              <a:rPr dirty="0"/>
              <a:t>, forte}</a:t>
            </a:r>
          </a:p>
        </p:txBody>
      </p:sp>
      <p:sp>
        <p:nvSpPr>
          <p:cNvPr id="3155" name="Line">
            <a:extLst>
              <a:ext uri="{FF2B5EF4-FFF2-40B4-BE49-F238E27FC236}">
                <a16:creationId xmlns:a16="http://schemas.microsoft.com/office/drawing/2014/main" id="{1478CFD0-359F-403F-B705-659A8EB3D976}"/>
              </a:ext>
            </a:extLst>
          </p:cNvPr>
          <p:cNvSpPr>
            <a:spLocks noGrp="1"/>
          </p:cNvSpPr>
          <p:nvPr/>
        </p:nvSpPr>
        <p:spPr>
          <a:xfrm>
            <a:off x="5151835" y="8146983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4996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EC342-2EFC-93E0-BEF0-3EA7CA541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Appointment…">
            <a:extLst>
              <a:ext uri="{FF2B5EF4-FFF2-40B4-BE49-F238E27FC236}">
                <a16:creationId xmlns:a16="http://schemas.microsoft.com/office/drawing/2014/main" id="{D7A116FD-C94D-7DFD-A5DB-6BE5BDF70831}"/>
              </a:ext>
            </a:extLst>
          </p:cNvPr>
          <p:cNvSpPr>
            <a:spLocks noGrp="1"/>
          </p:cNvSpPr>
          <p:nvPr/>
        </p:nvSpPr>
        <p:spPr>
          <a:xfrm>
            <a:off x="4058146" y="18747162"/>
            <a:ext cx="8480113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149" name="Line">
            <a:extLst>
              <a:ext uri="{FF2B5EF4-FFF2-40B4-BE49-F238E27FC236}">
                <a16:creationId xmlns:a16="http://schemas.microsoft.com/office/drawing/2014/main" id="{836E92B7-FAE8-BBFD-1845-DC0C36BDA383}"/>
              </a:ext>
            </a:extLst>
          </p:cNvPr>
          <p:cNvSpPr>
            <a:spLocks noGrp="1"/>
          </p:cNvSpPr>
          <p:nvPr/>
        </p:nvSpPr>
        <p:spPr>
          <a:xfrm>
            <a:off x="8298202" y="17322522"/>
            <a:ext cx="1" cy="126472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50" name="Train…">
            <a:extLst>
              <a:ext uri="{FF2B5EF4-FFF2-40B4-BE49-F238E27FC236}">
                <a16:creationId xmlns:a16="http://schemas.microsoft.com/office/drawing/2014/main" id="{4DB6FF4E-0D2B-CBD1-62B0-51C878FD8B80}"/>
              </a:ext>
            </a:extLst>
          </p:cNvPr>
          <p:cNvSpPr>
            <a:spLocks noGrp="1"/>
          </p:cNvSpPr>
          <p:nvPr/>
        </p:nvSpPr>
        <p:spPr>
          <a:xfrm>
            <a:off x="2970021" y="14159392"/>
            <a:ext cx="10656361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151" name="Line">
            <a:extLst>
              <a:ext uri="{FF2B5EF4-FFF2-40B4-BE49-F238E27FC236}">
                <a16:creationId xmlns:a16="http://schemas.microsoft.com/office/drawing/2014/main" id="{49A62B92-A399-4B83-20A2-2AA901BC13FB}"/>
              </a:ext>
            </a:extLst>
          </p:cNvPr>
          <p:cNvSpPr>
            <a:spLocks noGrp="1"/>
          </p:cNvSpPr>
          <p:nvPr/>
        </p:nvSpPr>
        <p:spPr>
          <a:xfrm>
            <a:off x="5151835" y="12734752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52" name="Line">
            <a:extLst>
              <a:ext uri="{FF2B5EF4-FFF2-40B4-BE49-F238E27FC236}">
                <a16:creationId xmlns:a16="http://schemas.microsoft.com/office/drawing/2014/main" id="{B366CA35-3653-0ABB-AA6B-F4E849451B56}"/>
              </a:ext>
            </a:extLst>
          </p:cNvPr>
          <p:cNvSpPr>
            <a:spLocks noGrp="1"/>
          </p:cNvSpPr>
          <p:nvPr/>
        </p:nvSpPr>
        <p:spPr>
          <a:xfrm flipH="1">
            <a:off x="11444567" y="8146984"/>
            <a:ext cx="1" cy="5852489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53" name="Maintenance…">
            <a:extLst>
              <a:ext uri="{FF2B5EF4-FFF2-40B4-BE49-F238E27FC236}">
                <a16:creationId xmlns:a16="http://schemas.microsoft.com/office/drawing/2014/main" id="{D6A4D7DB-7050-2DA5-F83B-AC5E8B345ECF}"/>
              </a:ext>
            </a:extLst>
          </p:cNvPr>
          <p:cNvSpPr>
            <a:spLocks noGrp="1"/>
          </p:cNvSpPr>
          <p:nvPr/>
        </p:nvSpPr>
        <p:spPr>
          <a:xfrm>
            <a:off x="511170" y="9571623"/>
            <a:ext cx="9281333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154" name="Rain…">
            <a:extLst>
              <a:ext uri="{FF2B5EF4-FFF2-40B4-BE49-F238E27FC236}">
                <a16:creationId xmlns:a16="http://schemas.microsoft.com/office/drawing/2014/main" id="{403096DC-7086-DCAE-98CF-EA69AC29D87F}"/>
              </a:ext>
            </a:extLst>
          </p:cNvPr>
          <p:cNvSpPr>
            <a:spLocks noGrp="1"/>
          </p:cNvSpPr>
          <p:nvPr/>
        </p:nvSpPr>
        <p:spPr>
          <a:xfrm>
            <a:off x="2906307" y="4983855"/>
            <a:ext cx="10783790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Chuva</a:t>
            </a:r>
            <a:endParaRPr dirty="0"/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dirty="0" err="1"/>
              <a:t>nenhuma</a:t>
            </a:r>
            <a:r>
              <a:rPr dirty="0"/>
              <a:t>, </a:t>
            </a:r>
            <a:r>
              <a:rPr dirty="0" err="1"/>
              <a:t>fraca</a:t>
            </a:r>
            <a:r>
              <a:rPr dirty="0"/>
              <a:t>, forte}</a:t>
            </a:r>
          </a:p>
        </p:txBody>
      </p:sp>
      <p:sp>
        <p:nvSpPr>
          <p:cNvPr id="3155" name="Line">
            <a:extLst>
              <a:ext uri="{FF2B5EF4-FFF2-40B4-BE49-F238E27FC236}">
                <a16:creationId xmlns:a16="http://schemas.microsoft.com/office/drawing/2014/main" id="{CB2EE4D9-DE5B-99B9-8C4A-5FB6211AA374}"/>
              </a:ext>
            </a:extLst>
          </p:cNvPr>
          <p:cNvSpPr>
            <a:spLocks noGrp="1"/>
          </p:cNvSpPr>
          <p:nvPr/>
        </p:nvSpPr>
        <p:spPr>
          <a:xfrm>
            <a:off x="5151835" y="8146983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graphicFrame>
        <p:nvGraphicFramePr>
          <p:cNvPr id="3165" name="Table 1">
            <a:extLst>
              <a:ext uri="{FF2B5EF4-FFF2-40B4-BE49-F238E27FC236}">
                <a16:creationId xmlns:a16="http://schemas.microsoft.com/office/drawing/2014/main" id="{BFD9BC75-0AEE-C11B-9F33-677946A5B400}"/>
              </a:ext>
            </a:extLst>
          </p:cNvPr>
          <p:cNvGraphicFramePr/>
          <p:nvPr/>
        </p:nvGraphicFramePr>
        <p:xfrm>
          <a:off x="13210911" y="8432446"/>
          <a:ext cx="10537189" cy="4906348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3672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2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26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1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não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6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6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fraca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6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forte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0,9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11093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Appointment…">
            <a:extLst>
              <a:ext uri="{FF2B5EF4-FFF2-40B4-BE49-F238E27FC236}">
                <a16:creationId xmlns:a16="http://schemas.microsoft.com/office/drawing/2014/main" id="{E90435DF-C923-4C06-847D-1E0D58B48186}"/>
              </a:ext>
            </a:extLst>
          </p:cNvPr>
          <p:cNvSpPr>
            <a:spLocks noGrp="1"/>
          </p:cNvSpPr>
          <p:nvPr/>
        </p:nvSpPr>
        <p:spPr>
          <a:xfrm>
            <a:off x="4058146" y="14831984"/>
            <a:ext cx="8480113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160" name="Line">
            <a:extLst>
              <a:ext uri="{FF2B5EF4-FFF2-40B4-BE49-F238E27FC236}">
                <a16:creationId xmlns:a16="http://schemas.microsoft.com/office/drawing/2014/main" id="{CB1B8EAE-E7C1-4D0C-A227-2176A9D12925}"/>
              </a:ext>
            </a:extLst>
          </p:cNvPr>
          <p:cNvSpPr>
            <a:spLocks noGrp="1"/>
          </p:cNvSpPr>
          <p:nvPr/>
        </p:nvSpPr>
        <p:spPr>
          <a:xfrm>
            <a:off x="8298202" y="13407344"/>
            <a:ext cx="1" cy="126472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61" name="Train…">
            <a:extLst>
              <a:ext uri="{FF2B5EF4-FFF2-40B4-BE49-F238E27FC236}">
                <a16:creationId xmlns:a16="http://schemas.microsoft.com/office/drawing/2014/main" id="{C06CD92D-83F3-4264-BF3F-3D11E2AC3991}"/>
              </a:ext>
            </a:extLst>
          </p:cNvPr>
          <p:cNvSpPr>
            <a:spLocks noGrp="1"/>
          </p:cNvSpPr>
          <p:nvPr/>
        </p:nvSpPr>
        <p:spPr>
          <a:xfrm>
            <a:off x="2970021" y="10244214"/>
            <a:ext cx="10656361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162" name="Line">
            <a:extLst>
              <a:ext uri="{FF2B5EF4-FFF2-40B4-BE49-F238E27FC236}">
                <a16:creationId xmlns:a16="http://schemas.microsoft.com/office/drawing/2014/main" id="{075BA9C0-22ED-4D92-BA6F-4CB8F8BBB80A}"/>
              </a:ext>
            </a:extLst>
          </p:cNvPr>
          <p:cNvSpPr>
            <a:spLocks noGrp="1"/>
          </p:cNvSpPr>
          <p:nvPr/>
        </p:nvSpPr>
        <p:spPr>
          <a:xfrm>
            <a:off x="5151835" y="8819573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63" name="Line">
            <a:extLst>
              <a:ext uri="{FF2B5EF4-FFF2-40B4-BE49-F238E27FC236}">
                <a16:creationId xmlns:a16="http://schemas.microsoft.com/office/drawing/2014/main" id="{53D9BBB7-0385-4A7B-81B0-F192EE952A8D}"/>
              </a:ext>
            </a:extLst>
          </p:cNvPr>
          <p:cNvSpPr>
            <a:spLocks noGrp="1"/>
          </p:cNvSpPr>
          <p:nvPr/>
        </p:nvSpPr>
        <p:spPr>
          <a:xfrm flipH="1">
            <a:off x="11444567" y="4231805"/>
            <a:ext cx="1" cy="5852489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64" name="Maintenance…">
            <a:extLst>
              <a:ext uri="{FF2B5EF4-FFF2-40B4-BE49-F238E27FC236}">
                <a16:creationId xmlns:a16="http://schemas.microsoft.com/office/drawing/2014/main" id="{4156E3B9-8EC8-4939-BC56-EBC2A59FCC60}"/>
              </a:ext>
            </a:extLst>
          </p:cNvPr>
          <p:cNvSpPr>
            <a:spLocks noGrp="1"/>
          </p:cNvSpPr>
          <p:nvPr/>
        </p:nvSpPr>
        <p:spPr>
          <a:xfrm>
            <a:off x="511170" y="5656444"/>
            <a:ext cx="9281333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165" name="Rain…">
            <a:extLst>
              <a:ext uri="{FF2B5EF4-FFF2-40B4-BE49-F238E27FC236}">
                <a16:creationId xmlns:a16="http://schemas.microsoft.com/office/drawing/2014/main" id="{EBBDB2E0-C4EA-4030-B032-C4D988FFEB94}"/>
              </a:ext>
            </a:extLst>
          </p:cNvPr>
          <p:cNvSpPr>
            <a:spLocks noGrp="1"/>
          </p:cNvSpPr>
          <p:nvPr/>
        </p:nvSpPr>
        <p:spPr>
          <a:xfrm>
            <a:off x="2906307" y="1068676"/>
            <a:ext cx="10783790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Chuva</a:t>
            </a:r>
            <a:endParaRPr dirty="0"/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dirty="0" err="1"/>
              <a:t>nenhuma</a:t>
            </a:r>
            <a:r>
              <a:rPr dirty="0"/>
              <a:t>, </a:t>
            </a:r>
            <a:r>
              <a:rPr dirty="0" err="1"/>
              <a:t>fraca</a:t>
            </a:r>
            <a:r>
              <a:rPr dirty="0"/>
              <a:t>, forte}</a:t>
            </a:r>
          </a:p>
        </p:txBody>
      </p:sp>
      <p:sp>
        <p:nvSpPr>
          <p:cNvPr id="3166" name="Line">
            <a:extLst>
              <a:ext uri="{FF2B5EF4-FFF2-40B4-BE49-F238E27FC236}">
                <a16:creationId xmlns:a16="http://schemas.microsoft.com/office/drawing/2014/main" id="{64F703F2-07B3-46DC-AD6F-211972014830}"/>
              </a:ext>
            </a:extLst>
          </p:cNvPr>
          <p:cNvSpPr>
            <a:spLocks noGrp="1"/>
          </p:cNvSpPr>
          <p:nvPr/>
        </p:nvSpPr>
        <p:spPr>
          <a:xfrm>
            <a:off x="5151835" y="4231804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529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0E982-6FA6-CF70-8ECB-55DCF4172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Appointment…">
            <a:extLst>
              <a:ext uri="{FF2B5EF4-FFF2-40B4-BE49-F238E27FC236}">
                <a16:creationId xmlns:a16="http://schemas.microsoft.com/office/drawing/2014/main" id="{6D96D52C-1689-F533-69A8-A59C4192845F}"/>
              </a:ext>
            </a:extLst>
          </p:cNvPr>
          <p:cNvSpPr>
            <a:spLocks noGrp="1"/>
          </p:cNvSpPr>
          <p:nvPr/>
        </p:nvSpPr>
        <p:spPr>
          <a:xfrm>
            <a:off x="4058146" y="14831984"/>
            <a:ext cx="8480113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160" name="Line">
            <a:extLst>
              <a:ext uri="{FF2B5EF4-FFF2-40B4-BE49-F238E27FC236}">
                <a16:creationId xmlns:a16="http://schemas.microsoft.com/office/drawing/2014/main" id="{C404094B-44C5-7544-173F-7F7CB3423388}"/>
              </a:ext>
            </a:extLst>
          </p:cNvPr>
          <p:cNvSpPr>
            <a:spLocks noGrp="1"/>
          </p:cNvSpPr>
          <p:nvPr/>
        </p:nvSpPr>
        <p:spPr>
          <a:xfrm>
            <a:off x="8298202" y="13407344"/>
            <a:ext cx="1" cy="126472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61" name="Train…">
            <a:extLst>
              <a:ext uri="{FF2B5EF4-FFF2-40B4-BE49-F238E27FC236}">
                <a16:creationId xmlns:a16="http://schemas.microsoft.com/office/drawing/2014/main" id="{A160B2C4-42FD-C0EE-F85A-722CA8A10EC8}"/>
              </a:ext>
            </a:extLst>
          </p:cNvPr>
          <p:cNvSpPr>
            <a:spLocks noGrp="1"/>
          </p:cNvSpPr>
          <p:nvPr/>
        </p:nvSpPr>
        <p:spPr>
          <a:xfrm>
            <a:off x="2970021" y="10244214"/>
            <a:ext cx="10656361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162" name="Line">
            <a:extLst>
              <a:ext uri="{FF2B5EF4-FFF2-40B4-BE49-F238E27FC236}">
                <a16:creationId xmlns:a16="http://schemas.microsoft.com/office/drawing/2014/main" id="{01260623-201F-C26C-139A-16E228A6FB9A}"/>
              </a:ext>
            </a:extLst>
          </p:cNvPr>
          <p:cNvSpPr>
            <a:spLocks noGrp="1"/>
          </p:cNvSpPr>
          <p:nvPr/>
        </p:nvSpPr>
        <p:spPr>
          <a:xfrm>
            <a:off x="5151835" y="8819573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63" name="Line">
            <a:extLst>
              <a:ext uri="{FF2B5EF4-FFF2-40B4-BE49-F238E27FC236}">
                <a16:creationId xmlns:a16="http://schemas.microsoft.com/office/drawing/2014/main" id="{AFE266D0-B2CD-2524-8B23-F5E84F5210F8}"/>
              </a:ext>
            </a:extLst>
          </p:cNvPr>
          <p:cNvSpPr>
            <a:spLocks noGrp="1"/>
          </p:cNvSpPr>
          <p:nvPr/>
        </p:nvSpPr>
        <p:spPr>
          <a:xfrm flipH="1">
            <a:off x="11444567" y="4231805"/>
            <a:ext cx="1" cy="5852489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64" name="Maintenance…">
            <a:extLst>
              <a:ext uri="{FF2B5EF4-FFF2-40B4-BE49-F238E27FC236}">
                <a16:creationId xmlns:a16="http://schemas.microsoft.com/office/drawing/2014/main" id="{B0701C35-D7B5-D954-8172-76BEBAB4059F}"/>
              </a:ext>
            </a:extLst>
          </p:cNvPr>
          <p:cNvSpPr>
            <a:spLocks noGrp="1"/>
          </p:cNvSpPr>
          <p:nvPr/>
        </p:nvSpPr>
        <p:spPr>
          <a:xfrm>
            <a:off x="511170" y="5656444"/>
            <a:ext cx="9281333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165" name="Rain…">
            <a:extLst>
              <a:ext uri="{FF2B5EF4-FFF2-40B4-BE49-F238E27FC236}">
                <a16:creationId xmlns:a16="http://schemas.microsoft.com/office/drawing/2014/main" id="{32308D37-6FEA-5A00-17D0-704701993EEB}"/>
              </a:ext>
            </a:extLst>
          </p:cNvPr>
          <p:cNvSpPr>
            <a:spLocks noGrp="1"/>
          </p:cNvSpPr>
          <p:nvPr/>
        </p:nvSpPr>
        <p:spPr>
          <a:xfrm>
            <a:off x="2906307" y="1068676"/>
            <a:ext cx="10783790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Chuva</a:t>
            </a:r>
            <a:endParaRPr dirty="0"/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dirty="0" err="1"/>
              <a:t>nenhuma</a:t>
            </a:r>
            <a:r>
              <a:rPr dirty="0"/>
              <a:t>, </a:t>
            </a:r>
            <a:r>
              <a:rPr dirty="0" err="1"/>
              <a:t>fraca</a:t>
            </a:r>
            <a:r>
              <a:rPr dirty="0"/>
              <a:t>, forte}</a:t>
            </a:r>
          </a:p>
        </p:txBody>
      </p:sp>
      <p:sp>
        <p:nvSpPr>
          <p:cNvPr id="3166" name="Line">
            <a:extLst>
              <a:ext uri="{FF2B5EF4-FFF2-40B4-BE49-F238E27FC236}">
                <a16:creationId xmlns:a16="http://schemas.microsoft.com/office/drawing/2014/main" id="{7D78A3E3-A891-D99D-648A-008ADA598937}"/>
              </a:ext>
            </a:extLst>
          </p:cNvPr>
          <p:cNvSpPr>
            <a:spLocks noGrp="1"/>
          </p:cNvSpPr>
          <p:nvPr/>
        </p:nvSpPr>
        <p:spPr>
          <a:xfrm>
            <a:off x="5151835" y="4231804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graphicFrame>
        <p:nvGraphicFramePr>
          <p:cNvPr id="3176" name="Table 1">
            <a:extLst>
              <a:ext uri="{FF2B5EF4-FFF2-40B4-BE49-F238E27FC236}">
                <a16:creationId xmlns:a16="http://schemas.microsoft.com/office/drawing/2014/main" id="{560DFCE1-DCC0-A59E-23D1-FF5E29E3B4A1}"/>
              </a:ext>
            </a:extLst>
          </p:cNvPr>
          <p:cNvGraphicFramePr/>
          <p:nvPr/>
        </p:nvGraphicFramePr>
        <p:xfrm>
          <a:off x="14049878" y="4880240"/>
          <a:ext cx="9806915" cy="7955276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263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3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36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1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1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pontual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atraso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sim</a:t>
                      </a:r>
                    </a:p>
                  </a:txBody>
                  <a:tcPr marL="50800" marR="50800" marT="50800" marB="50800" anchor="ctr" horzOverflow="overflow">
                    <a:lnR w="25400">
                      <a:solidFill>
                        <a:srgbClr val="D6D7D6"/>
                      </a:solidFill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não</a:t>
                      </a:r>
                    </a:p>
                  </a:txBody>
                  <a:tcPr marL="50800" marR="50800" marT="50800" marB="50800" anchor="ctr" horzOverflow="overflow">
                    <a:lnR w="25400">
                      <a:solidFill>
                        <a:srgbClr val="D6D7D6"/>
                      </a:solidFill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0,9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6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sim</a:t>
                      </a:r>
                    </a:p>
                  </a:txBody>
                  <a:tcPr marL="50800" marR="50800" marT="50800" marB="50800" anchor="ctr" horzOverflow="overflow">
                    <a:lnR w="25400">
                      <a:solidFill>
                        <a:srgbClr val="D6D7D6"/>
                      </a:solidFill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0,6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6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não</a:t>
                      </a:r>
                    </a:p>
                  </a:txBody>
                  <a:tcPr marL="50800" marR="50800" marT="50800" marB="50800" anchor="ctr" horzOverflow="overflow">
                    <a:lnR w="25400">
                      <a:solidFill>
                        <a:srgbClr val="D6D7D6"/>
                      </a:solidFill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0,7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6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forte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sim</a:t>
                      </a:r>
                    </a:p>
                  </a:txBody>
                  <a:tcPr marL="50800" marR="50800" marT="50800" marB="50800" anchor="ctr" horzOverflow="overflow">
                    <a:lnR w="25400">
                      <a:solidFill>
                        <a:srgbClr val="D6D7D6"/>
                      </a:solidFill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0,4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6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forte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não</a:t>
                      </a:r>
                    </a:p>
                  </a:txBody>
                  <a:tcPr marL="50800" marR="50800" marT="50800" marB="50800" anchor="ctr" horzOverflow="overflow">
                    <a:lnR w="25400">
                      <a:solidFill>
                        <a:srgbClr val="D6D7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D6D7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564791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0" name="Appointment…">
            <a:extLst>
              <a:ext uri="{FF2B5EF4-FFF2-40B4-BE49-F238E27FC236}">
                <a16:creationId xmlns:a16="http://schemas.microsoft.com/office/drawing/2014/main" id="{95C32283-2637-4CDA-974A-E1BA5BAD668A}"/>
              </a:ext>
            </a:extLst>
          </p:cNvPr>
          <p:cNvSpPr>
            <a:spLocks noGrp="1"/>
          </p:cNvSpPr>
          <p:nvPr/>
        </p:nvSpPr>
        <p:spPr>
          <a:xfrm>
            <a:off x="4058146" y="9854114"/>
            <a:ext cx="8480113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171" name="Line">
            <a:extLst>
              <a:ext uri="{FF2B5EF4-FFF2-40B4-BE49-F238E27FC236}">
                <a16:creationId xmlns:a16="http://schemas.microsoft.com/office/drawing/2014/main" id="{E555FA88-1B44-4449-B1BC-E56D510E5BD3}"/>
              </a:ext>
            </a:extLst>
          </p:cNvPr>
          <p:cNvSpPr>
            <a:spLocks noGrp="1"/>
          </p:cNvSpPr>
          <p:nvPr/>
        </p:nvSpPr>
        <p:spPr>
          <a:xfrm>
            <a:off x="8298202" y="8429474"/>
            <a:ext cx="1" cy="126472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72" name="Train…">
            <a:extLst>
              <a:ext uri="{FF2B5EF4-FFF2-40B4-BE49-F238E27FC236}">
                <a16:creationId xmlns:a16="http://schemas.microsoft.com/office/drawing/2014/main" id="{27298038-3F3C-497D-A78F-FB4A5F7C979D}"/>
              </a:ext>
            </a:extLst>
          </p:cNvPr>
          <p:cNvSpPr>
            <a:spLocks noGrp="1"/>
          </p:cNvSpPr>
          <p:nvPr/>
        </p:nvSpPr>
        <p:spPr>
          <a:xfrm>
            <a:off x="2970021" y="5266344"/>
            <a:ext cx="10656361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173" name="Line">
            <a:extLst>
              <a:ext uri="{FF2B5EF4-FFF2-40B4-BE49-F238E27FC236}">
                <a16:creationId xmlns:a16="http://schemas.microsoft.com/office/drawing/2014/main" id="{770CA9C8-7E00-4713-9719-4AEA58DFEDBC}"/>
              </a:ext>
            </a:extLst>
          </p:cNvPr>
          <p:cNvSpPr>
            <a:spLocks noGrp="1"/>
          </p:cNvSpPr>
          <p:nvPr/>
        </p:nvSpPr>
        <p:spPr>
          <a:xfrm>
            <a:off x="5151835" y="3841703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74" name="Line">
            <a:extLst>
              <a:ext uri="{FF2B5EF4-FFF2-40B4-BE49-F238E27FC236}">
                <a16:creationId xmlns:a16="http://schemas.microsoft.com/office/drawing/2014/main" id="{C8348CAC-7114-4E15-ABBD-D7A70B5F07DE}"/>
              </a:ext>
            </a:extLst>
          </p:cNvPr>
          <p:cNvSpPr>
            <a:spLocks noGrp="1"/>
          </p:cNvSpPr>
          <p:nvPr/>
        </p:nvSpPr>
        <p:spPr>
          <a:xfrm flipH="1">
            <a:off x="11444567" y="-746065"/>
            <a:ext cx="1" cy="5852489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75" name="Maintenance…">
            <a:extLst>
              <a:ext uri="{FF2B5EF4-FFF2-40B4-BE49-F238E27FC236}">
                <a16:creationId xmlns:a16="http://schemas.microsoft.com/office/drawing/2014/main" id="{7591F621-3D29-40E9-9DB0-E18E7120A17E}"/>
              </a:ext>
            </a:extLst>
          </p:cNvPr>
          <p:cNvSpPr>
            <a:spLocks noGrp="1"/>
          </p:cNvSpPr>
          <p:nvPr/>
        </p:nvSpPr>
        <p:spPr>
          <a:xfrm>
            <a:off x="511170" y="678574"/>
            <a:ext cx="9281333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Manutenção</a:t>
            </a:r>
            <a:endParaRPr dirty="0"/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{sim, </a:t>
            </a:r>
            <a:r>
              <a:rPr dirty="0" err="1"/>
              <a:t>não</a:t>
            </a:r>
            <a:r>
              <a:rPr dirty="0"/>
              <a:t>}</a:t>
            </a:r>
          </a:p>
        </p:txBody>
      </p:sp>
      <p:sp>
        <p:nvSpPr>
          <p:cNvPr id="3176" name="Rain…">
            <a:extLst>
              <a:ext uri="{FF2B5EF4-FFF2-40B4-BE49-F238E27FC236}">
                <a16:creationId xmlns:a16="http://schemas.microsoft.com/office/drawing/2014/main" id="{9764E15E-C09A-464A-9C84-2BD5E51871BE}"/>
              </a:ext>
            </a:extLst>
          </p:cNvPr>
          <p:cNvSpPr>
            <a:spLocks noGrp="1"/>
          </p:cNvSpPr>
          <p:nvPr/>
        </p:nvSpPr>
        <p:spPr>
          <a:xfrm>
            <a:off x="2906307" y="-3909194"/>
            <a:ext cx="10783790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177" name="Line">
            <a:extLst>
              <a:ext uri="{FF2B5EF4-FFF2-40B4-BE49-F238E27FC236}">
                <a16:creationId xmlns:a16="http://schemas.microsoft.com/office/drawing/2014/main" id="{221800F0-B14A-4B6A-B1E2-0204C248E5F2}"/>
              </a:ext>
            </a:extLst>
          </p:cNvPr>
          <p:cNvSpPr>
            <a:spLocks noGrp="1"/>
          </p:cNvSpPr>
          <p:nvPr/>
        </p:nvSpPr>
        <p:spPr>
          <a:xfrm>
            <a:off x="5151835" y="-746066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608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1FDE8-FE0B-D2BA-8BF5-D74E5274B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0" name="Appointment…">
            <a:extLst>
              <a:ext uri="{FF2B5EF4-FFF2-40B4-BE49-F238E27FC236}">
                <a16:creationId xmlns:a16="http://schemas.microsoft.com/office/drawing/2014/main" id="{594D467C-B23F-4B3D-F773-970AEDE047CC}"/>
              </a:ext>
            </a:extLst>
          </p:cNvPr>
          <p:cNvSpPr>
            <a:spLocks noGrp="1"/>
          </p:cNvSpPr>
          <p:nvPr/>
        </p:nvSpPr>
        <p:spPr>
          <a:xfrm>
            <a:off x="4058146" y="9854114"/>
            <a:ext cx="8480113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171" name="Line">
            <a:extLst>
              <a:ext uri="{FF2B5EF4-FFF2-40B4-BE49-F238E27FC236}">
                <a16:creationId xmlns:a16="http://schemas.microsoft.com/office/drawing/2014/main" id="{EDF5E4A8-6DF2-DBDB-4F69-2CA3B78051D7}"/>
              </a:ext>
            </a:extLst>
          </p:cNvPr>
          <p:cNvSpPr>
            <a:spLocks noGrp="1"/>
          </p:cNvSpPr>
          <p:nvPr/>
        </p:nvSpPr>
        <p:spPr>
          <a:xfrm>
            <a:off x="8298202" y="8429474"/>
            <a:ext cx="1" cy="126472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72" name="Train…">
            <a:extLst>
              <a:ext uri="{FF2B5EF4-FFF2-40B4-BE49-F238E27FC236}">
                <a16:creationId xmlns:a16="http://schemas.microsoft.com/office/drawing/2014/main" id="{725C4157-96DF-A5F3-B89D-EACECDD3383F}"/>
              </a:ext>
            </a:extLst>
          </p:cNvPr>
          <p:cNvSpPr>
            <a:spLocks noGrp="1"/>
          </p:cNvSpPr>
          <p:nvPr/>
        </p:nvSpPr>
        <p:spPr>
          <a:xfrm>
            <a:off x="2970021" y="5266344"/>
            <a:ext cx="10656361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173" name="Line">
            <a:extLst>
              <a:ext uri="{FF2B5EF4-FFF2-40B4-BE49-F238E27FC236}">
                <a16:creationId xmlns:a16="http://schemas.microsoft.com/office/drawing/2014/main" id="{49EDF509-FA21-68C5-2E02-B40AD3DDB93A}"/>
              </a:ext>
            </a:extLst>
          </p:cNvPr>
          <p:cNvSpPr>
            <a:spLocks noGrp="1"/>
          </p:cNvSpPr>
          <p:nvPr/>
        </p:nvSpPr>
        <p:spPr>
          <a:xfrm>
            <a:off x="5151835" y="3841703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74" name="Line">
            <a:extLst>
              <a:ext uri="{FF2B5EF4-FFF2-40B4-BE49-F238E27FC236}">
                <a16:creationId xmlns:a16="http://schemas.microsoft.com/office/drawing/2014/main" id="{83D50067-E06F-3F7B-52AA-EB4744E11954}"/>
              </a:ext>
            </a:extLst>
          </p:cNvPr>
          <p:cNvSpPr>
            <a:spLocks noGrp="1"/>
          </p:cNvSpPr>
          <p:nvPr/>
        </p:nvSpPr>
        <p:spPr>
          <a:xfrm flipH="1">
            <a:off x="11444567" y="-746065"/>
            <a:ext cx="1" cy="5852489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75" name="Maintenance…">
            <a:extLst>
              <a:ext uri="{FF2B5EF4-FFF2-40B4-BE49-F238E27FC236}">
                <a16:creationId xmlns:a16="http://schemas.microsoft.com/office/drawing/2014/main" id="{CBA99CA0-89B9-849E-BE63-21D5A0569310}"/>
              </a:ext>
            </a:extLst>
          </p:cNvPr>
          <p:cNvSpPr>
            <a:spLocks noGrp="1"/>
          </p:cNvSpPr>
          <p:nvPr/>
        </p:nvSpPr>
        <p:spPr>
          <a:xfrm>
            <a:off x="511170" y="678574"/>
            <a:ext cx="9281333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Manutenção</a:t>
            </a:r>
            <a:endParaRPr dirty="0"/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{sim, </a:t>
            </a:r>
            <a:r>
              <a:rPr dirty="0" err="1"/>
              <a:t>não</a:t>
            </a:r>
            <a:r>
              <a:rPr dirty="0"/>
              <a:t>}</a:t>
            </a:r>
          </a:p>
        </p:txBody>
      </p:sp>
      <p:sp>
        <p:nvSpPr>
          <p:cNvPr id="3176" name="Rain…">
            <a:extLst>
              <a:ext uri="{FF2B5EF4-FFF2-40B4-BE49-F238E27FC236}">
                <a16:creationId xmlns:a16="http://schemas.microsoft.com/office/drawing/2014/main" id="{45B33BAE-3D2E-8F13-A3F2-32A8E85FCF3D}"/>
              </a:ext>
            </a:extLst>
          </p:cNvPr>
          <p:cNvSpPr>
            <a:spLocks noGrp="1"/>
          </p:cNvSpPr>
          <p:nvPr/>
        </p:nvSpPr>
        <p:spPr>
          <a:xfrm>
            <a:off x="2906307" y="-3909194"/>
            <a:ext cx="10783790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177" name="Line">
            <a:extLst>
              <a:ext uri="{FF2B5EF4-FFF2-40B4-BE49-F238E27FC236}">
                <a16:creationId xmlns:a16="http://schemas.microsoft.com/office/drawing/2014/main" id="{8E678594-A5FB-7C69-50AD-5FACEB976601}"/>
              </a:ext>
            </a:extLst>
          </p:cNvPr>
          <p:cNvSpPr>
            <a:spLocks noGrp="1"/>
          </p:cNvSpPr>
          <p:nvPr/>
        </p:nvSpPr>
        <p:spPr>
          <a:xfrm>
            <a:off x="5151835" y="-746066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graphicFrame>
        <p:nvGraphicFramePr>
          <p:cNvPr id="3187" name="Table 1">
            <a:extLst>
              <a:ext uri="{FF2B5EF4-FFF2-40B4-BE49-F238E27FC236}">
                <a16:creationId xmlns:a16="http://schemas.microsoft.com/office/drawing/2014/main" id="{B6AE2B92-1FA9-DA67-EE7B-C1FF16A772C8}"/>
              </a:ext>
            </a:extLst>
          </p:cNvPr>
          <p:cNvGraphicFramePr/>
          <p:nvPr/>
        </p:nvGraphicFramePr>
        <p:xfrm>
          <a:off x="13210911" y="9131585"/>
          <a:ext cx="10537189" cy="378117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3672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2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60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1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vai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falta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0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pontual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0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atraso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025720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1" name="Appointment…">
            <a:extLst>
              <a:ext uri="{FF2B5EF4-FFF2-40B4-BE49-F238E27FC236}">
                <a16:creationId xmlns:a16="http://schemas.microsoft.com/office/drawing/2014/main" id="{275A7B0C-82BC-47EE-831D-569177DEBD0A}"/>
              </a:ext>
            </a:extLst>
          </p:cNvPr>
          <p:cNvSpPr>
            <a:spLocks noGrp="1"/>
          </p:cNvSpPr>
          <p:nvPr/>
        </p:nvSpPr>
        <p:spPr>
          <a:xfrm>
            <a:off x="9642228" y="10755248"/>
            <a:ext cx="6834556" cy="2175495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0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182" name="Line">
            <a:extLst>
              <a:ext uri="{FF2B5EF4-FFF2-40B4-BE49-F238E27FC236}">
                <a16:creationId xmlns:a16="http://schemas.microsoft.com/office/drawing/2014/main" id="{5C6568C4-A951-4F3D-BD14-799D9A240C09}"/>
              </a:ext>
            </a:extLst>
          </p:cNvPr>
          <p:cNvSpPr>
            <a:spLocks noGrp="1"/>
          </p:cNvSpPr>
          <p:nvPr/>
        </p:nvSpPr>
        <p:spPr>
          <a:xfrm>
            <a:off x="13059505" y="9723254"/>
            <a:ext cx="1" cy="91615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83" name="Train…">
            <a:extLst>
              <a:ext uri="{FF2B5EF4-FFF2-40B4-BE49-F238E27FC236}">
                <a16:creationId xmlns:a16="http://schemas.microsoft.com/office/drawing/2014/main" id="{92ED9EAE-27B6-41E8-B647-334CBDBA4ECD}"/>
              </a:ext>
            </a:extLst>
          </p:cNvPr>
          <p:cNvSpPr>
            <a:spLocks noGrp="1"/>
          </p:cNvSpPr>
          <p:nvPr/>
        </p:nvSpPr>
        <p:spPr>
          <a:xfrm>
            <a:off x="9199829" y="7431917"/>
            <a:ext cx="7719352" cy="2175495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0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184" name="Line">
            <a:extLst>
              <a:ext uri="{FF2B5EF4-FFF2-40B4-BE49-F238E27FC236}">
                <a16:creationId xmlns:a16="http://schemas.microsoft.com/office/drawing/2014/main" id="{B1E9D105-E9B1-48A5-90BB-C7E5FD5696B3}"/>
              </a:ext>
            </a:extLst>
          </p:cNvPr>
          <p:cNvSpPr>
            <a:spLocks noGrp="1"/>
          </p:cNvSpPr>
          <p:nvPr/>
        </p:nvSpPr>
        <p:spPr>
          <a:xfrm>
            <a:off x="10780312" y="6399924"/>
            <a:ext cx="1" cy="91615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85" name="Line">
            <a:extLst>
              <a:ext uri="{FF2B5EF4-FFF2-40B4-BE49-F238E27FC236}">
                <a16:creationId xmlns:a16="http://schemas.microsoft.com/office/drawing/2014/main" id="{012BEE70-6531-4A60-83EE-1AE3DF82F1D0}"/>
              </a:ext>
            </a:extLst>
          </p:cNvPr>
          <p:cNvSpPr>
            <a:spLocks noGrp="1"/>
          </p:cNvSpPr>
          <p:nvPr/>
        </p:nvSpPr>
        <p:spPr>
          <a:xfrm flipH="1">
            <a:off x="15338698" y="3076593"/>
            <a:ext cx="1" cy="423948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86" name="Maintenance…">
            <a:extLst>
              <a:ext uri="{FF2B5EF4-FFF2-40B4-BE49-F238E27FC236}">
                <a16:creationId xmlns:a16="http://schemas.microsoft.com/office/drawing/2014/main" id="{B8264B44-6350-4D8F-9F22-9200A3BC231E}"/>
              </a:ext>
            </a:extLst>
          </p:cNvPr>
          <p:cNvSpPr>
            <a:spLocks noGrp="1"/>
          </p:cNvSpPr>
          <p:nvPr/>
        </p:nvSpPr>
        <p:spPr>
          <a:xfrm>
            <a:off x="7418664" y="4108587"/>
            <a:ext cx="6723297" cy="2175494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0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187" name="Rain…">
            <a:extLst>
              <a:ext uri="{FF2B5EF4-FFF2-40B4-BE49-F238E27FC236}">
                <a16:creationId xmlns:a16="http://schemas.microsoft.com/office/drawing/2014/main" id="{E5BB9FE4-0721-469D-98A9-D92B032102A7}"/>
              </a:ext>
            </a:extLst>
          </p:cNvPr>
          <p:cNvSpPr>
            <a:spLocks noGrp="1"/>
          </p:cNvSpPr>
          <p:nvPr/>
        </p:nvSpPr>
        <p:spPr>
          <a:xfrm>
            <a:off x="9153675" y="785257"/>
            <a:ext cx="7811661" cy="2175494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0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188" name="Line">
            <a:extLst>
              <a:ext uri="{FF2B5EF4-FFF2-40B4-BE49-F238E27FC236}">
                <a16:creationId xmlns:a16="http://schemas.microsoft.com/office/drawing/2014/main" id="{35690D61-0569-4B4A-B91B-984B5356A4D8}"/>
              </a:ext>
            </a:extLst>
          </p:cNvPr>
          <p:cNvSpPr>
            <a:spLocks noGrp="1"/>
          </p:cNvSpPr>
          <p:nvPr/>
        </p:nvSpPr>
        <p:spPr>
          <a:xfrm>
            <a:off x="10780312" y="3076593"/>
            <a:ext cx="1" cy="91615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681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Appointment…">
            <a:extLst>
              <a:ext uri="{FF2B5EF4-FFF2-40B4-BE49-F238E27FC236}">
                <a16:creationId xmlns:a16="http://schemas.microsoft.com/office/drawing/2014/main" id="{8DC80CA5-5022-4AB0-9FD4-34A5AD4D5DF4}"/>
              </a:ext>
            </a:extLst>
          </p:cNvPr>
          <p:cNvSpPr>
            <a:spLocks noGrp="1"/>
          </p:cNvSpPr>
          <p:nvPr/>
        </p:nvSpPr>
        <p:spPr>
          <a:xfrm>
            <a:off x="2952162" y="8513562"/>
            <a:ext cx="5084006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192" name="Line">
            <a:extLst>
              <a:ext uri="{FF2B5EF4-FFF2-40B4-BE49-F238E27FC236}">
                <a16:creationId xmlns:a16="http://schemas.microsoft.com/office/drawing/2014/main" id="{14C3B1F5-D6CF-428F-B5E5-DF052A89A8BF}"/>
              </a:ext>
            </a:extLst>
          </p:cNvPr>
          <p:cNvSpPr>
            <a:spLocks noGrp="1"/>
          </p:cNvSpPr>
          <p:nvPr/>
        </p:nvSpPr>
        <p:spPr>
          <a:xfrm>
            <a:off x="5494164" y="7699132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3" name="Train…">
            <a:extLst>
              <a:ext uri="{FF2B5EF4-FFF2-40B4-BE49-F238E27FC236}">
                <a16:creationId xmlns:a16="http://schemas.microsoft.com/office/drawing/2014/main" id="{5952F399-CEE0-4B9B-AE17-F8EC40572EC3}"/>
              </a:ext>
            </a:extLst>
          </p:cNvPr>
          <p:cNvSpPr>
            <a:spLocks noGrp="1"/>
          </p:cNvSpPr>
          <p:nvPr/>
        </p:nvSpPr>
        <p:spPr>
          <a:xfrm>
            <a:off x="2448179" y="5890852"/>
            <a:ext cx="6091970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194" name="Line">
            <a:extLst>
              <a:ext uri="{FF2B5EF4-FFF2-40B4-BE49-F238E27FC236}">
                <a16:creationId xmlns:a16="http://schemas.microsoft.com/office/drawing/2014/main" id="{72208BA0-6FFB-4778-9917-3EFE85B4DD26}"/>
              </a:ext>
            </a:extLst>
          </p:cNvPr>
          <p:cNvSpPr>
            <a:spLocks noGrp="1"/>
          </p:cNvSpPr>
          <p:nvPr/>
        </p:nvSpPr>
        <p:spPr>
          <a:xfrm>
            <a:off x="3695466" y="5076420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5" name="Line">
            <a:extLst>
              <a:ext uri="{FF2B5EF4-FFF2-40B4-BE49-F238E27FC236}">
                <a16:creationId xmlns:a16="http://schemas.microsoft.com/office/drawing/2014/main" id="{F63CE9F3-EDEA-4C4B-9F2C-6B3D6AB223BF}"/>
              </a:ext>
            </a:extLst>
          </p:cNvPr>
          <p:cNvSpPr>
            <a:spLocks noGrp="1"/>
          </p:cNvSpPr>
          <p:nvPr/>
        </p:nvSpPr>
        <p:spPr>
          <a:xfrm flipH="1">
            <a:off x="7292861" y="2453709"/>
            <a:ext cx="1" cy="334572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6" name="Maintenance…">
            <a:extLst>
              <a:ext uri="{FF2B5EF4-FFF2-40B4-BE49-F238E27FC236}">
                <a16:creationId xmlns:a16="http://schemas.microsoft.com/office/drawing/2014/main" id="{ADF28C5F-3478-4403-8687-E8B2B7DD2C3A}"/>
              </a:ext>
            </a:extLst>
          </p:cNvPr>
          <p:cNvSpPr>
            <a:spLocks noGrp="1"/>
          </p:cNvSpPr>
          <p:nvPr/>
        </p:nvSpPr>
        <p:spPr>
          <a:xfrm>
            <a:off x="1042516" y="3268139"/>
            <a:ext cx="5305902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197" name="Rain…">
            <a:extLst>
              <a:ext uri="{FF2B5EF4-FFF2-40B4-BE49-F238E27FC236}">
                <a16:creationId xmlns:a16="http://schemas.microsoft.com/office/drawing/2014/main" id="{64C78000-AD43-421E-90C7-11546A976C68}"/>
              </a:ext>
            </a:extLst>
          </p:cNvPr>
          <p:cNvSpPr>
            <a:spLocks noGrp="1"/>
          </p:cNvSpPr>
          <p:nvPr/>
        </p:nvSpPr>
        <p:spPr>
          <a:xfrm>
            <a:off x="2411755" y="645429"/>
            <a:ext cx="6164819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198" name="Line">
            <a:extLst>
              <a:ext uri="{FF2B5EF4-FFF2-40B4-BE49-F238E27FC236}">
                <a16:creationId xmlns:a16="http://schemas.microsoft.com/office/drawing/2014/main" id="{879F8FF6-633F-4B2A-9372-1737C476FCB2}"/>
              </a:ext>
            </a:extLst>
          </p:cNvPr>
          <p:cNvSpPr>
            <a:spLocks noGrp="1"/>
          </p:cNvSpPr>
          <p:nvPr/>
        </p:nvSpPr>
        <p:spPr>
          <a:xfrm>
            <a:off x="3695466" y="2453709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00" name="P(light)">
            <a:extLst>
              <a:ext uri="{FF2B5EF4-FFF2-40B4-BE49-F238E27FC236}">
                <a16:creationId xmlns:a16="http://schemas.microsoft.com/office/drawing/2014/main" id="{8F3D7190-9091-4256-9470-437FA483E82F}"/>
              </a:ext>
            </a:extLst>
          </p:cNvPr>
          <p:cNvSpPr>
            <a:spLocks noGrp="1"/>
          </p:cNvSpPr>
          <p:nvPr/>
        </p:nvSpPr>
        <p:spPr>
          <a:xfrm>
            <a:off x="19146587" y="9417118"/>
            <a:ext cx="3234917" cy="130556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79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P(fraca)</a:t>
            </a:r>
          </a:p>
        </p:txBody>
      </p:sp>
      <p:sp>
        <p:nvSpPr>
          <p:cNvPr id="3202" name="Computing Joint Probabilities">
            <a:extLst>
              <a:ext uri="{FF2B5EF4-FFF2-40B4-BE49-F238E27FC236}">
                <a16:creationId xmlns:a16="http://schemas.microsoft.com/office/drawing/2014/main" id="{52067F3D-A6EB-4BFA-9DCF-18AA2EA9CD57}"/>
              </a:ext>
            </a:extLst>
          </p:cNvPr>
          <p:cNvSpPr>
            <a:spLocks noGrp="1"/>
          </p:cNvSpPr>
          <p:nvPr/>
        </p:nvSpPr>
        <p:spPr>
          <a:xfrm>
            <a:off x="11885800" y="680687"/>
            <a:ext cx="11627893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Cálculo de probabilidades conjuntas</a:t>
            </a:r>
          </a:p>
        </p:txBody>
      </p:sp>
    </p:spTree>
    <p:extLst>
      <p:ext uri="{BB962C8B-B14F-4D97-AF65-F5344CB8AC3E}">
        <p14:creationId xmlns:p14="http://schemas.microsoft.com/office/powerpoint/2010/main" val="1750298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E31F6-8E16-0A35-D7A5-F779305D8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Appointment…">
            <a:extLst>
              <a:ext uri="{FF2B5EF4-FFF2-40B4-BE49-F238E27FC236}">
                <a16:creationId xmlns:a16="http://schemas.microsoft.com/office/drawing/2014/main" id="{0E462F1E-F963-8CF0-F167-388DC2C9D7AC}"/>
              </a:ext>
            </a:extLst>
          </p:cNvPr>
          <p:cNvSpPr>
            <a:spLocks noGrp="1"/>
          </p:cNvSpPr>
          <p:nvPr/>
        </p:nvSpPr>
        <p:spPr>
          <a:xfrm>
            <a:off x="2952162" y="8513562"/>
            <a:ext cx="5084006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192" name="Line">
            <a:extLst>
              <a:ext uri="{FF2B5EF4-FFF2-40B4-BE49-F238E27FC236}">
                <a16:creationId xmlns:a16="http://schemas.microsoft.com/office/drawing/2014/main" id="{1D9EC722-1768-6554-622F-E904BFD6B67B}"/>
              </a:ext>
            </a:extLst>
          </p:cNvPr>
          <p:cNvSpPr>
            <a:spLocks noGrp="1"/>
          </p:cNvSpPr>
          <p:nvPr/>
        </p:nvSpPr>
        <p:spPr>
          <a:xfrm>
            <a:off x="5494164" y="7699132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3" name="Train…">
            <a:extLst>
              <a:ext uri="{FF2B5EF4-FFF2-40B4-BE49-F238E27FC236}">
                <a16:creationId xmlns:a16="http://schemas.microsoft.com/office/drawing/2014/main" id="{C5F07794-4BB5-8BDA-FE8A-B16A9E1A9F80}"/>
              </a:ext>
            </a:extLst>
          </p:cNvPr>
          <p:cNvSpPr>
            <a:spLocks noGrp="1"/>
          </p:cNvSpPr>
          <p:nvPr/>
        </p:nvSpPr>
        <p:spPr>
          <a:xfrm>
            <a:off x="2448179" y="5890852"/>
            <a:ext cx="6091970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194" name="Line">
            <a:extLst>
              <a:ext uri="{FF2B5EF4-FFF2-40B4-BE49-F238E27FC236}">
                <a16:creationId xmlns:a16="http://schemas.microsoft.com/office/drawing/2014/main" id="{6791ADA5-4195-CDD5-3528-854487021F95}"/>
              </a:ext>
            </a:extLst>
          </p:cNvPr>
          <p:cNvSpPr>
            <a:spLocks noGrp="1"/>
          </p:cNvSpPr>
          <p:nvPr/>
        </p:nvSpPr>
        <p:spPr>
          <a:xfrm>
            <a:off x="3695466" y="5076420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5" name="Line">
            <a:extLst>
              <a:ext uri="{FF2B5EF4-FFF2-40B4-BE49-F238E27FC236}">
                <a16:creationId xmlns:a16="http://schemas.microsoft.com/office/drawing/2014/main" id="{B4334037-CB5F-36BD-8BE3-C03554066D10}"/>
              </a:ext>
            </a:extLst>
          </p:cNvPr>
          <p:cNvSpPr>
            <a:spLocks noGrp="1"/>
          </p:cNvSpPr>
          <p:nvPr/>
        </p:nvSpPr>
        <p:spPr>
          <a:xfrm flipH="1">
            <a:off x="7292861" y="2453709"/>
            <a:ext cx="1" cy="334572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6" name="Maintenance…">
            <a:extLst>
              <a:ext uri="{FF2B5EF4-FFF2-40B4-BE49-F238E27FC236}">
                <a16:creationId xmlns:a16="http://schemas.microsoft.com/office/drawing/2014/main" id="{976D4DB6-8A5A-CD35-9FCE-8C837E530414}"/>
              </a:ext>
            </a:extLst>
          </p:cNvPr>
          <p:cNvSpPr>
            <a:spLocks noGrp="1"/>
          </p:cNvSpPr>
          <p:nvPr/>
        </p:nvSpPr>
        <p:spPr>
          <a:xfrm>
            <a:off x="1042516" y="3268139"/>
            <a:ext cx="5305902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197" name="Rain…">
            <a:extLst>
              <a:ext uri="{FF2B5EF4-FFF2-40B4-BE49-F238E27FC236}">
                <a16:creationId xmlns:a16="http://schemas.microsoft.com/office/drawing/2014/main" id="{6573FF0E-08FD-06FC-50D1-0D6551EE81C0}"/>
              </a:ext>
            </a:extLst>
          </p:cNvPr>
          <p:cNvSpPr>
            <a:spLocks noGrp="1"/>
          </p:cNvSpPr>
          <p:nvPr/>
        </p:nvSpPr>
        <p:spPr>
          <a:xfrm>
            <a:off x="2411755" y="645429"/>
            <a:ext cx="6164819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198" name="Line">
            <a:extLst>
              <a:ext uri="{FF2B5EF4-FFF2-40B4-BE49-F238E27FC236}">
                <a16:creationId xmlns:a16="http://schemas.microsoft.com/office/drawing/2014/main" id="{C180D9BB-E6BE-4434-97AD-BE627F02CD8C}"/>
              </a:ext>
            </a:extLst>
          </p:cNvPr>
          <p:cNvSpPr>
            <a:spLocks noGrp="1"/>
          </p:cNvSpPr>
          <p:nvPr/>
        </p:nvSpPr>
        <p:spPr>
          <a:xfrm>
            <a:off x="3695466" y="2453709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00" name="P(light)">
            <a:extLst>
              <a:ext uri="{FF2B5EF4-FFF2-40B4-BE49-F238E27FC236}">
                <a16:creationId xmlns:a16="http://schemas.microsoft.com/office/drawing/2014/main" id="{9CB27AA1-00AD-9827-39B2-FD4FBD0AA137}"/>
              </a:ext>
            </a:extLst>
          </p:cNvPr>
          <p:cNvSpPr>
            <a:spLocks noGrp="1"/>
          </p:cNvSpPr>
          <p:nvPr/>
        </p:nvSpPr>
        <p:spPr>
          <a:xfrm>
            <a:off x="19146587" y="9417118"/>
            <a:ext cx="3234917" cy="130556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79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P(fraca)</a:t>
            </a:r>
          </a:p>
        </p:txBody>
      </p:sp>
      <p:sp>
        <p:nvSpPr>
          <p:cNvPr id="3201" name="P(light)">
            <a:extLst>
              <a:ext uri="{FF2B5EF4-FFF2-40B4-BE49-F238E27FC236}">
                <a16:creationId xmlns:a16="http://schemas.microsoft.com/office/drawing/2014/main" id="{8BA9A97D-C676-B00A-184A-B63EF5FD2EAD}"/>
              </a:ext>
            </a:extLst>
          </p:cNvPr>
          <p:cNvSpPr>
            <a:spLocks noGrp="1"/>
          </p:cNvSpPr>
          <p:nvPr/>
        </p:nvSpPr>
        <p:spPr>
          <a:xfrm>
            <a:off x="3792445" y="11636680"/>
            <a:ext cx="18700768" cy="103124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/>
          <a:p>
            <a:pPr algn="r">
              <a:buNone/>
              <a:defRPr sz="61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P(fraca)</a:t>
            </a:r>
          </a:p>
        </p:txBody>
      </p:sp>
      <p:sp>
        <p:nvSpPr>
          <p:cNvPr id="3202" name="Computing Joint Probabilities">
            <a:extLst>
              <a:ext uri="{FF2B5EF4-FFF2-40B4-BE49-F238E27FC236}">
                <a16:creationId xmlns:a16="http://schemas.microsoft.com/office/drawing/2014/main" id="{35EC23FD-BA50-7201-2D4C-B56C673F2773}"/>
              </a:ext>
            </a:extLst>
          </p:cNvPr>
          <p:cNvSpPr>
            <a:spLocks noGrp="1"/>
          </p:cNvSpPr>
          <p:nvPr/>
        </p:nvSpPr>
        <p:spPr>
          <a:xfrm>
            <a:off x="11885800" y="680687"/>
            <a:ext cx="11627893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Cálculo de probabilidades conjuntas</a:t>
            </a:r>
          </a:p>
        </p:txBody>
      </p:sp>
    </p:spTree>
    <p:extLst>
      <p:ext uri="{BB962C8B-B14F-4D97-AF65-F5344CB8AC3E}">
        <p14:creationId xmlns:p14="http://schemas.microsoft.com/office/powerpoint/2010/main" val="60341468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2033F-17F4-8389-ECF1-30A3FE75F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Appointment…">
            <a:extLst>
              <a:ext uri="{FF2B5EF4-FFF2-40B4-BE49-F238E27FC236}">
                <a16:creationId xmlns:a16="http://schemas.microsoft.com/office/drawing/2014/main" id="{06437F51-2FF8-A18F-50FC-F12C5FE59332}"/>
              </a:ext>
            </a:extLst>
          </p:cNvPr>
          <p:cNvSpPr>
            <a:spLocks noGrp="1"/>
          </p:cNvSpPr>
          <p:nvPr/>
        </p:nvSpPr>
        <p:spPr>
          <a:xfrm>
            <a:off x="2952162" y="8513562"/>
            <a:ext cx="5084006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192" name="Line">
            <a:extLst>
              <a:ext uri="{FF2B5EF4-FFF2-40B4-BE49-F238E27FC236}">
                <a16:creationId xmlns:a16="http://schemas.microsoft.com/office/drawing/2014/main" id="{9B63194D-2D3B-8A54-6D76-E5D6FD0847D7}"/>
              </a:ext>
            </a:extLst>
          </p:cNvPr>
          <p:cNvSpPr>
            <a:spLocks noGrp="1"/>
          </p:cNvSpPr>
          <p:nvPr/>
        </p:nvSpPr>
        <p:spPr>
          <a:xfrm>
            <a:off x="5494164" y="7699132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3" name="Train…">
            <a:extLst>
              <a:ext uri="{FF2B5EF4-FFF2-40B4-BE49-F238E27FC236}">
                <a16:creationId xmlns:a16="http://schemas.microsoft.com/office/drawing/2014/main" id="{314B806A-FCF2-D3AA-C91A-D396D5B2F8CB}"/>
              </a:ext>
            </a:extLst>
          </p:cNvPr>
          <p:cNvSpPr>
            <a:spLocks noGrp="1"/>
          </p:cNvSpPr>
          <p:nvPr/>
        </p:nvSpPr>
        <p:spPr>
          <a:xfrm>
            <a:off x="2448179" y="5890852"/>
            <a:ext cx="6091970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194" name="Line">
            <a:extLst>
              <a:ext uri="{FF2B5EF4-FFF2-40B4-BE49-F238E27FC236}">
                <a16:creationId xmlns:a16="http://schemas.microsoft.com/office/drawing/2014/main" id="{33CBDBEA-FA31-340E-FDF8-FB6F180A867E}"/>
              </a:ext>
            </a:extLst>
          </p:cNvPr>
          <p:cNvSpPr>
            <a:spLocks noGrp="1"/>
          </p:cNvSpPr>
          <p:nvPr/>
        </p:nvSpPr>
        <p:spPr>
          <a:xfrm>
            <a:off x="3695466" y="5076420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5" name="Line">
            <a:extLst>
              <a:ext uri="{FF2B5EF4-FFF2-40B4-BE49-F238E27FC236}">
                <a16:creationId xmlns:a16="http://schemas.microsoft.com/office/drawing/2014/main" id="{C0905E51-2F6A-FE0B-7BB7-E70386734CA6}"/>
              </a:ext>
            </a:extLst>
          </p:cNvPr>
          <p:cNvSpPr>
            <a:spLocks noGrp="1"/>
          </p:cNvSpPr>
          <p:nvPr/>
        </p:nvSpPr>
        <p:spPr>
          <a:xfrm flipH="1">
            <a:off x="7292861" y="2453709"/>
            <a:ext cx="1" cy="334572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6" name="Maintenance…">
            <a:extLst>
              <a:ext uri="{FF2B5EF4-FFF2-40B4-BE49-F238E27FC236}">
                <a16:creationId xmlns:a16="http://schemas.microsoft.com/office/drawing/2014/main" id="{AC4145AB-8A55-00E0-5739-EC394E815F3C}"/>
              </a:ext>
            </a:extLst>
          </p:cNvPr>
          <p:cNvSpPr>
            <a:spLocks noGrp="1"/>
          </p:cNvSpPr>
          <p:nvPr/>
        </p:nvSpPr>
        <p:spPr>
          <a:xfrm>
            <a:off x="1042516" y="3268139"/>
            <a:ext cx="5305902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197" name="Rain…">
            <a:extLst>
              <a:ext uri="{FF2B5EF4-FFF2-40B4-BE49-F238E27FC236}">
                <a16:creationId xmlns:a16="http://schemas.microsoft.com/office/drawing/2014/main" id="{7DA73532-7291-B1F3-C3FE-FD6FDB57FB17}"/>
              </a:ext>
            </a:extLst>
          </p:cNvPr>
          <p:cNvSpPr>
            <a:spLocks noGrp="1"/>
          </p:cNvSpPr>
          <p:nvPr/>
        </p:nvSpPr>
        <p:spPr>
          <a:xfrm>
            <a:off x="2411755" y="645429"/>
            <a:ext cx="6164819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198" name="Line">
            <a:extLst>
              <a:ext uri="{FF2B5EF4-FFF2-40B4-BE49-F238E27FC236}">
                <a16:creationId xmlns:a16="http://schemas.microsoft.com/office/drawing/2014/main" id="{327C4D1B-5F78-ACC9-C797-F0B235B4A2D0}"/>
              </a:ext>
            </a:extLst>
          </p:cNvPr>
          <p:cNvSpPr>
            <a:spLocks noGrp="1"/>
          </p:cNvSpPr>
          <p:nvPr/>
        </p:nvSpPr>
        <p:spPr>
          <a:xfrm>
            <a:off x="3695466" y="2453709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02" name="Computing Joint Probabilities">
            <a:extLst>
              <a:ext uri="{FF2B5EF4-FFF2-40B4-BE49-F238E27FC236}">
                <a16:creationId xmlns:a16="http://schemas.microsoft.com/office/drawing/2014/main" id="{9C3174A9-CFDB-9944-9E6E-42D4791A3E0D}"/>
              </a:ext>
            </a:extLst>
          </p:cNvPr>
          <p:cNvSpPr>
            <a:spLocks noGrp="1"/>
          </p:cNvSpPr>
          <p:nvPr/>
        </p:nvSpPr>
        <p:spPr>
          <a:xfrm>
            <a:off x="11885800" y="680687"/>
            <a:ext cx="11627893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Cálculo de probabilidades conjuntas</a:t>
            </a:r>
          </a:p>
        </p:txBody>
      </p:sp>
      <p:sp>
        <p:nvSpPr>
          <p:cNvPr id="2" name="P(light, no)">
            <a:extLst>
              <a:ext uri="{FF2B5EF4-FFF2-40B4-BE49-F238E27FC236}">
                <a16:creationId xmlns:a16="http://schemas.microsoft.com/office/drawing/2014/main" id="{ADBA7B65-3694-8118-2518-4707C8F971B0}"/>
              </a:ext>
            </a:extLst>
          </p:cNvPr>
          <p:cNvSpPr>
            <a:spLocks noGrp="1"/>
          </p:cNvSpPr>
          <p:nvPr/>
        </p:nvSpPr>
        <p:spPr>
          <a:xfrm>
            <a:off x="17641637" y="9417118"/>
            <a:ext cx="4739867" cy="130556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79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P(fraca, não)</a:t>
            </a:r>
          </a:p>
        </p:txBody>
      </p:sp>
    </p:spTree>
    <p:extLst>
      <p:ext uri="{BB962C8B-B14F-4D97-AF65-F5344CB8AC3E}">
        <p14:creationId xmlns:p14="http://schemas.microsoft.com/office/powerpoint/2010/main" val="269732991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B978C-E86C-79BE-2C16-CBB238790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Appointment…">
            <a:extLst>
              <a:ext uri="{FF2B5EF4-FFF2-40B4-BE49-F238E27FC236}">
                <a16:creationId xmlns:a16="http://schemas.microsoft.com/office/drawing/2014/main" id="{63B3C860-72F3-96DC-DFAD-463A137C34BD}"/>
              </a:ext>
            </a:extLst>
          </p:cNvPr>
          <p:cNvSpPr>
            <a:spLocks noGrp="1"/>
          </p:cNvSpPr>
          <p:nvPr/>
        </p:nvSpPr>
        <p:spPr>
          <a:xfrm>
            <a:off x="2952162" y="8513562"/>
            <a:ext cx="5084006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192" name="Line">
            <a:extLst>
              <a:ext uri="{FF2B5EF4-FFF2-40B4-BE49-F238E27FC236}">
                <a16:creationId xmlns:a16="http://schemas.microsoft.com/office/drawing/2014/main" id="{CC5675C4-69CE-DB34-BA1D-7BBA39655B9F}"/>
              </a:ext>
            </a:extLst>
          </p:cNvPr>
          <p:cNvSpPr>
            <a:spLocks noGrp="1"/>
          </p:cNvSpPr>
          <p:nvPr/>
        </p:nvSpPr>
        <p:spPr>
          <a:xfrm>
            <a:off x="5494164" y="7699132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3" name="Train…">
            <a:extLst>
              <a:ext uri="{FF2B5EF4-FFF2-40B4-BE49-F238E27FC236}">
                <a16:creationId xmlns:a16="http://schemas.microsoft.com/office/drawing/2014/main" id="{646AC673-8E46-A912-45EC-5F5C3898C32E}"/>
              </a:ext>
            </a:extLst>
          </p:cNvPr>
          <p:cNvSpPr>
            <a:spLocks noGrp="1"/>
          </p:cNvSpPr>
          <p:nvPr/>
        </p:nvSpPr>
        <p:spPr>
          <a:xfrm>
            <a:off x="2448179" y="5890852"/>
            <a:ext cx="6091970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194" name="Line">
            <a:extLst>
              <a:ext uri="{FF2B5EF4-FFF2-40B4-BE49-F238E27FC236}">
                <a16:creationId xmlns:a16="http://schemas.microsoft.com/office/drawing/2014/main" id="{0FA753A3-2FA0-11E5-3E2E-47AC3DDB7D86}"/>
              </a:ext>
            </a:extLst>
          </p:cNvPr>
          <p:cNvSpPr>
            <a:spLocks noGrp="1"/>
          </p:cNvSpPr>
          <p:nvPr/>
        </p:nvSpPr>
        <p:spPr>
          <a:xfrm>
            <a:off x="3695466" y="5076420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5" name="Line">
            <a:extLst>
              <a:ext uri="{FF2B5EF4-FFF2-40B4-BE49-F238E27FC236}">
                <a16:creationId xmlns:a16="http://schemas.microsoft.com/office/drawing/2014/main" id="{5D6D0D03-58C1-1A85-4926-FF4152552D0F}"/>
              </a:ext>
            </a:extLst>
          </p:cNvPr>
          <p:cNvSpPr>
            <a:spLocks noGrp="1"/>
          </p:cNvSpPr>
          <p:nvPr/>
        </p:nvSpPr>
        <p:spPr>
          <a:xfrm flipH="1">
            <a:off x="7292861" y="2453709"/>
            <a:ext cx="1" cy="334572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6" name="Maintenance…">
            <a:extLst>
              <a:ext uri="{FF2B5EF4-FFF2-40B4-BE49-F238E27FC236}">
                <a16:creationId xmlns:a16="http://schemas.microsoft.com/office/drawing/2014/main" id="{B133C198-6D9C-1E1A-7F94-B332A8DA084B}"/>
              </a:ext>
            </a:extLst>
          </p:cNvPr>
          <p:cNvSpPr>
            <a:spLocks noGrp="1"/>
          </p:cNvSpPr>
          <p:nvPr/>
        </p:nvSpPr>
        <p:spPr>
          <a:xfrm>
            <a:off x="1042516" y="3268139"/>
            <a:ext cx="5305902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197" name="Rain…">
            <a:extLst>
              <a:ext uri="{FF2B5EF4-FFF2-40B4-BE49-F238E27FC236}">
                <a16:creationId xmlns:a16="http://schemas.microsoft.com/office/drawing/2014/main" id="{00C31EFA-81DD-2866-2DF5-4AD875FAD7B5}"/>
              </a:ext>
            </a:extLst>
          </p:cNvPr>
          <p:cNvSpPr>
            <a:spLocks noGrp="1"/>
          </p:cNvSpPr>
          <p:nvPr/>
        </p:nvSpPr>
        <p:spPr>
          <a:xfrm>
            <a:off x="2411755" y="645429"/>
            <a:ext cx="6164819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198" name="Line">
            <a:extLst>
              <a:ext uri="{FF2B5EF4-FFF2-40B4-BE49-F238E27FC236}">
                <a16:creationId xmlns:a16="http://schemas.microsoft.com/office/drawing/2014/main" id="{B2C5734A-2B05-28EB-75C9-A5B16651ECFF}"/>
              </a:ext>
            </a:extLst>
          </p:cNvPr>
          <p:cNvSpPr>
            <a:spLocks noGrp="1"/>
          </p:cNvSpPr>
          <p:nvPr/>
        </p:nvSpPr>
        <p:spPr>
          <a:xfrm>
            <a:off x="3695466" y="2453709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02" name="Computing Joint Probabilities">
            <a:extLst>
              <a:ext uri="{FF2B5EF4-FFF2-40B4-BE49-F238E27FC236}">
                <a16:creationId xmlns:a16="http://schemas.microsoft.com/office/drawing/2014/main" id="{AA36554E-3D7F-2EAB-FAA4-D7F1D96B2523}"/>
              </a:ext>
            </a:extLst>
          </p:cNvPr>
          <p:cNvSpPr>
            <a:spLocks noGrp="1"/>
          </p:cNvSpPr>
          <p:nvPr/>
        </p:nvSpPr>
        <p:spPr>
          <a:xfrm>
            <a:off x="11885800" y="680687"/>
            <a:ext cx="11627893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Cálculo de probabilidades conjuntas</a:t>
            </a:r>
          </a:p>
        </p:txBody>
      </p:sp>
      <p:sp>
        <p:nvSpPr>
          <p:cNvPr id="2" name="P(light, no)">
            <a:extLst>
              <a:ext uri="{FF2B5EF4-FFF2-40B4-BE49-F238E27FC236}">
                <a16:creationId xmlns:a16="http://schemas.microsoft.com/office/drawing/2014/main" id="{69F12F63-EDB7-B60B-D9DE-48B6E549A224}"/>
              </a:ext>
            </a:extLst>
          </p:cNvPr>
          <p:cNvSpPr>
            <a:spLocks noGrp="1"/>
          </p:cNvSpPr>
          <p:nvPr/>
        </p:nvSpPr>
        <p:spPr>
          <a:xfrm>
            <a:off x="17641637" y="9417118"/>
            <a:ext cx="4739867" cy="130556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79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P(fraca, não)</a:t>
            </a:r>
          </a:p>
        </p:txBody>
      </p:sp>
      <p:sp>
        <p:nvSpPr>
          <p:cNvPr id="3" name="P(light) P(no | light)">
            <a:extLst>
              <a:ext uri="{FF2B5EF4-FFF2-40B4-BE49-F238E27FC236}">
                <a16:creationId xmlns:a16="http://schemas.microsoft.com/office/drawing/2014/main" id="{19601CD3-7C40-03F8-3C5A-77CD477A1D71}"/>
              </a:ext>
            </a:extLst>
          </p:cNvPr>
          <p:cNvSpPr>
            <a:spLocks noGrp="1"/>
          </p:cNvSpPr>
          <p:nvPr/>
        </p:nvSpPr>
        <p:spPr>
          <a:xfrm>
            <a:off x="3792445" y="11636680"/>
            <a:ext cx="18700768" cy="103124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/>
          <a:p>
            <a:pPr algn="r">
              <a:buNone/>
              <a:defRPr sz="61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P(fraca) P(não | fraca)</a:t>
            </a:r>
          </a:p>
        </p:txBody>
      </p:sp>
    </p:spTree>
    <p:extLst>
      <p:ext uri="{BB962C8B-B14F-4D97-AF65-F5344CB8AC3E}">
        <p14:creationId xmlns:p14="http://schemas.microsoft.com/office/powerpoint/2010/main" val="75260332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FC218-D7BC-EEA2-E3FC-1D764B344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Appointment…">
            <a:extLst>
              <a:ext uri="{FF2B5EF4-FFF2-40B4-BE49-F238E27FC236}">
                <a16:creationId xmlns:a16="http://schemas.microsoft.com/office/drawing/2014/main" id="{4FE5D6CA-62D0-554E-CF01-FB9D74D65CB6}"/>
              </a:ext>
            </a:extLst>
          </p:cNvPr>
          <p:cNvSpPr>
            <a:spLocks noGrp="1"/>
          </p:cNvSpPr>
          <p:nvPr/>
        </p:nvSpPr>
        <p:spPr>
          <a:xfrm>
            <a:off x="2952162" y="8513562"/>
            <a:ext cx="5084006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192" name="Line">
            <a:extLst>
              <a:ext uri="{FF2B5EF4-FFF2-40B4-BE49-F238E27FC236}">
                <a16:creationId xmlns:a16="http://schemas.microsoft.com/office/drawing/2014/main" id="{79B38AD3-B1F1-3AE9-E3F5-038A706AE95E}"/>
              </a:ext>
            </a:extLst>
          </p:cNvPr>
          <p:cNvSpPr>
            <a:spLocks noGrp="1"/>
          </p:cNvSpPr>
          <p:nvPr/>
        </p:nvSpPr>
        <p:spPr>
          <a:xfrm>
            <a:off x="5494164" y="7699132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3" name="Train…">
            <a:extLst>
              <a:ext uri="{FF2B5EF4-FFF2-40B4-BE49-F238E27FC236}">
                <a16:creationId xmlns:a16="http://schemas.microsoft.com/office/drawing/2014/main" id="{365CCB14-F6F4-87E0-AF2A-E41E76960682}"/>
              </a:ext>
            </a:extLst>
          </p:cNvPr>
          <p:cNvSpPr>
            <a:spLocks noGrp="1"/>
          </p:cNvSpPr>
          <p:nvPr/>
        </p:nvSpPr>
        <p:spPr>
          <a:xfrm>
            <a:off x="2448179" y="5890852"/>
            <a:ext cx="6091970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194" name="Line">
            <a:extLst>
              <a:ext uri="{FF2B5EF4-FFF2-40B4-BE49-F238E27FC236}">
                <a16:creationId xmlns:a16="http://schemas.microsoft.com/office/drawing/2014/main" id="{03B7CF18-0EA8-A34C-52D6-7B78A635057E}"/>
              </a:ext>
            </a:extLst>
          </p:cNvPr>
          <p:cNvSpPr>
            <a:spLocks noGrp="1"/>
          </p:cNvSpPr>
          <p:nvPr/>
        </p:nvSpPr>
        <p:spPr>
          <a:xfrm>
            <a:off x="3695466" y="5076420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5" name="Line">
            <a:extLst>
              <a:ext uri="{FF2B5EF4-FFF2-40B4-BE49-F238E27FC236}">
                <a16:creationId xmlns:a16="http://schemas.microsoft.com/office/drawing/2014/main" id="{36CF410C-E6AB-07D7-EBC7-43BA5D46944F}"/>
              </a:ext>
            </a:extLst>
          </p:cNvPr>
          <p:cNvSpPr>
            <a:spLocks noGrp="1"/>
          </p:cNvSpPr>
          <p:nvPr/>
        </p:nvSpPr>
        <p:spPr>
          <a:xfrm flipH="1">
            <a:off x="7292861" y="2453709"/>
            <a:ext cx="1" cy="334572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6" name="Maintenance…">
            <a:extLst>
              <a:ext uri="{FF2B5EF4-FFF2-40B4-BE49-F238E27FC236}">
                <a16:creationId xmlns:a16="http://schemas.microsoft.com/office/drawing/2014/main" id="{EEFA23CB-633C-E3B3-E7EB-BFEF1BE0B05B}"/>
              </a:ext>
            </a:extLst>
          </p:cNvPr>
          <p:cNvSpPr>
            <a:spLocks noGrp="1"/>
          </p:cNvSpPr>
          <p:nvPr/>
        </p:nvSpPr>
        <p:spPr>
          <a:xfrm>
            <a:off x="1042516" y="3268139"/>
            <a:ext cx="5305902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197" name="Rain…">
            <a:extLst>
              <a:ext uri="{FF2B5EF4-FFF2-40B4-BE49-F238E27FC236}">
                <a16:creationId xmlns:a16="http://schemas.microsoft.com/office/drawing/2014/main" id="{F5120CE3-DD68-43DE-1768-DF0E4421C4BD}"/>
              </a:ext>
            </a:extLst>
          </p:cNvPr>
          <p:cNvSpPr>
            <a:spLocks noGrp="1"/>
          </p:cNvSpPr>
          <p:nvPr/>
        </p:nvSpPr>
        <p:spPr>
          <a:xfrm>
            <a:off x="2411755" y="645429"/>
            <a:ext cx="6164819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198" name="Line">
            <a:extLst>
              <a:ext uri="{FF2B5EF4-FFF2-40B4-BE49-F238E27FC236}">
                <a16:creationId xmlns:a16="http://schemas.microsoft.com/office/drawing/2014/main" id="{CCD34B1E-1C96-E16E-CB19-AFF987CDF780}"/>
              </a:ext>
            </a:extLst>
          </p:cNvPr>
          <p:cNvSpPr>
            <a:spLocks noGrp="1"/>
          </p:cNvSpPr>
          <p:nvPr/>
        </p:nvSpPr>
        <p:spPr>
          <a:xfrm>
            <a:off x="3695466" y="2453709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02" name="Computing Joint Probabilities">
            <a:extLst>
              <a:ext uri="{FF2B5EF4-FFF2-40B4-BE49-F238E27FC236}">
                <a16:creationId xmlns:a16="http://schemas.microsoft.com/office/drawing/2014/main" id="{7516FCE9-BBA2-A7BD-0633-6BA544112AC4}"/>
              </a:ext>
            </a:extLst>
          </p:cNvPr>
          <p:cNvSpPr>
            <a:spLocks noGrp="1"/>
          </p:cNvSpPr>
          <p:nvPr/>
        </p:nvSpPr>
        <p:spPr>
          <a:xfrm>
            <a:off x="11885800" y="680687"/>
            <a:ext cx="11627893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Cálculo de probabilidades conjuntas</a:t>
            </a:r>
          </a:p>
        </p:txBody>
      </p:sp>
      <p:sp>
        <p:nvSpPr>
          <p:cNvPr id="3" name="P(light, no, delayed)">
            <a:extLst>
              <a:ext uri="{FF2B5EF4-FFF2-40B4-BE49-F238E27FC236}">
                <a16:creationId xmlns:a16="http://schemas.microsoft.com/office/drawing/2014/main" id="{B5CA4F25-B36C-9ACB-40D8-76825C41C843}"/>
              </a:ext>
            </a:extLst>
          </p:cNvPr>
          <p:cNvSpPr>
            <a:spLocks noGrp="1"/>
          </p:cNvSpPr>
          <p:nvPr/>
        </p:nvSpPr>
        <p:spPr>
          <a:xfrm>
            <a:off x="14020352" y="9417118"/>
            <a:ext cx="8361152" cy="130556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79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P(fraca, não, atrasado)</a:t>
            </a:r>
          </a:p>
        </p:txBody>
      </p:sp>
    </p:spTree>
    <p:extLst>
      <p:ext uri="{BB962C8B-B14F-4D97-AF65-F5344CB8AC3E}">
        <p14:creationId xmlns:p14="http://schemas.microsoft.com/office/powerpoint/2010/main" val="163734446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D24E4-AF36-23AE-0571-A959F1EB4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Appointment…">
            <a:extLst>
              <a:ext uri="{FF2B5EF4-FFF2-40B4-BE49-F238E27FC236}">
                <a16:creationId xmlns:a16="http://schemas.microsoft.com/office/drawing/2014/main" id="{4CE5EEA4-1054-6230-A8FA-265BEC180AC4}"/>
              </a:ext>
            </a:extLst>
          </p:cNvPr>
          <p:cNvSpPr>
            <a:spLocks noGrp="1"/>
          </p:cNvSpPr>
          <p:nvPr/>
        </p:nvSpPr>
        <p:spPr>
          <a:xfrm>
            <a:off x="2952162" y="8513562"/>
            <a:ext cx="5084006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192" name="Line">
            <a:extLst>
              <a:ext uri="{FF2B5EF4-FFF2-40B4-BE49-F238E27FC236}">
                <a16:creationId xmlns:a16="http://schemas.microsoft.com/office/drawing/2014/main" id="{9AE227AE-6288-61CA-9DE7-89C177018CC9}"/>
              </a:ext>
            </a:extLst>
          </p:cNvPr>
          <p:cNvSpPr>
            <a:spLocks noGrp="1"/>
          </p:cNvSpPr>
          <p:nvPr/>
        </p:nvSpPr>
        <p:spPr>
          <a:xfrm>
            <a:off x="5494164" y="7699132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3" name="Train…">
            <a:extLst>
              <a:ext uri="{FF2B5EF4-FFF2-40B4-BE49-F238E27FC236}">
                <a16:creationId xmlns:a16="http://schemas.microsoft.com/office/drawing/2014/main" id="{3E3A42D8-4652-F10A-5E0F-A375B7D1A732}"/>
              </a:ext>
            </a:extLst>
          </p:cNvPr>
          <p:cNvSpPr>
            <a:spLocks noGrp="1"/>
          </p:cNvSpPr>
          <p:nvPr/>
        </p:nvSpPr>
        <p:spPr>
          <a:xfrm>
            <a:off x="2448179" y="5890852"/>
            <a:ext cx="6091970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194" name="Line">
            <a:extLst>
              <a:ext uri="{FF2B5EF4-FFF2-40B4-BE49-F238E27FC236}">
                <a16:creationId xmlns:a16="http://schemas.microsoft.com/office/drawing/2014/main" id="{3F655789-AB0E-C997-7B74-4D790E2BB860}"/>
              </a:ext>
            </a:extLst>
          </p:cNvPr>
          <p:cNvSpPr>
            <a:spLocks noGrp="1"/>
          </p:cNvSpPr>
          <p:nvPr/>
        </p:nvSpPr>
        <p:spPr>
          <a:xfrm>
            <a:off x="3695466" y="5076420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5" name="Line">
            <a:extLst>
              <a:ext uri="{FF2B5EF4-FFF2-40B4-BE49-F238E27FC236}">
                <a16:creationId xmlns:a16="http://schemas.microsoft.com/office/drawing/2014/main" id="{0E63420D-B7F8-18CC-EDA6-E423827E1DE1}"/>
              </a:ext>
            </a:extLst>
          </p:cNvPr>
          <p:cNvSpPr>
            <a:spLocks noGrp="1"/>
          </p:cNvSpPr>
          <p:nvPr/>
        </p:nvSpPr>
        <p:spPr>
          <a:xfrm flipH="1">
            <a:off x="7292861" y="2453709"/>
            <a:ext cx="1" cy="334572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6" name="Maintenance…">
            <a:extLst>
              <a:ext uri="{FF2B5EF4-FFF2-40B4-BE49-F238E27FC236}">
                <a16:creationId xmlns:a16="http://schemas.microsoft.com/office/drawing/2014/main" id="{6486137E-A697-97E9-C3F8-34B9BB7556C2}"/>
              </a:ext>
            </a:extLst>
          </p:cNvPr>
          <p:cNvSpPr>
            <a:spLocks noGrp="1"/>
          </p:cNvSpPr>
          <p:nvPr/>
        </p:nvSpPr>
        <p:spPr>
          <a:xfrm>
            <a:off x="1042516" y="3268139"/>
            <a:ext cx="5305902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197" name="Rain…">
            <a:extLst>
              <a:ext uri="{FF2B5EF4-FFF2-40B4-BE49-F238E27FC236}">
                <a16:creationId xmlns:a16="http://schemas.microsoft.com/office/drawing/2014/main" id="{399D399D-A3ED-9F3C-A9A4-8E869D48998F}"/>
              </a:ext>
            </a:extLst>
          </p:cNvPr>
          <p:cNvSpPr>
            <a:spLocks noGrp="1"/>
          </p:cNvSpPr>
          <p:nvPr/>
        </p:nvSpPr>
        <p:spPr>
          <a:xfrm>
            <a:off x="2411755" y="645429"/>
            <a:ext cx="6164819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198" name="Line">
            <a:extLst>
              <a:ext uri="{FF2B5EF4-FFF2-40B4-BE49-F238E27FC236}">
                <a16:creationId xmlns:a16="http://schemas.microsoft.com/office/drawing/2014/main" id="{A623D4ED-A8DF-2A27-87DA-CBA4CCB52584}"/>
              </a:ext>
            </a:extLst>
          </p:cNvPr>
          <p:cNvSpPr>
            <a:spLocks noGrp="1"/>
          </p:cNvSpPr>
          <p:nvPr/>
        </p:nvSpPr>
        <p:spPr>
          <a:xfrm>
            <a:off x="3695466" y="2453709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02" name="Computing Joint Probabilities">
            <a:extLst>
              <a:ext uri="{FF2B5EF4-FFF2-40B4-BE49-F238E27FC236}">
                <a16:creationId xmlns:a16="http://schemas.microsoft.com/office/drawing/2014/main" id="{8B2B8D80-57E2-91C1-C1E7-F84FD8DACBA5}"/>
              </a:ext>
            </a:extLst>
          </p:cNvPr>
          <p:cNvSpPr>
            <a:spLocks noGrp="1"/>
          </p:cNvSpPr>
          <p:nvPr/>
        </p:nvSpPr>
        <p:spPr>
          <a:xfrm>
            <a:off x="11885800" y="680687"/>
            <a:ext cx="11627893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Cálculo de probabilidades conjuntas</a:t>
            </a:r>
          </a:p>
        </p:txBody>
      </p:sp>
      <p:sp>
        <p:nvSpPr>
          <p:cNvPr id="4" name="P(light, no, delayed)">
            <a:extLst>
              <a:ext uri="{FF2B5EF4-FFF2-40B4-BE49-F238E27FC236}">
                <a16:creationId xmlns:a16="http://schemas.microsoft.com/office/drawing/2014/main" id="{6B6DB7E1-198E-661F-17BA-2BC0EA7327BF}"/>
              </a:ext>
            </a:extLst>
          </p:cNvPr>
          <p:cNvSpPr>
            <a:spLocks noGrp="1"/>
          </p:cNvSpPr>
          <p:nvPr/>
        </p:nvSpPr>
        <p:spPr>
          <a:xfrm>
            <a:off x="14020352" y="9417118"/>
            <a:ext cx="8361152" cy="130556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79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P(</a:t>
            </a:r>
            <a:r>
              <a:rPr i="1" dirty="0" err="1"/>
              <a:t>fraca</a:t>
            </a:r>
            <a:r>
              <a:rPr i="1" dirty="0"/>
              <a:t>, </a:t>
            </a:r>
            <a:r>
              <a:rPr i="1" dirty="0" err="1"/>
              <a:t>não</a:t>
            </a:r>
            <a:r>
              <a:rPr i="1" dirty="0"/>
              <a:t>, </a:t>
            </a:r>
            <a:r>
              <a:rPr i="1" dirty="0" err="1"/>
              <a:t>atrasado</a:t>
            </a:r>
            <a:r>
              <a:rPr i="1" dirty="0"/>
              <a:t>)</a:t>
            </a:r>
          </a:p>
        </p:txBody>
      </p:sp>
      <p:sp>
        <p:nvSpPr>
          <p:cNvPr id="5" name="P(light) P(no | light) P(delayed | light, no)">
            <a:extLst>
              <a:ext uri="{FF2B5EF4-FFF2-40B4-BE49-F238E27FC236}">
                <a16:creationId xmlns:a16="http://schemas.microsoft.com/office/drawing/2014/main" id="{4E16B332-8B0B-1A41-D69C-EE421F85C158}"/>
              </a:ext>
            </a:extLst>
          </p:cNvPr>
          <p:cNvSpPr>
            <a:spLocks noGrp="1"/>
          </p:cNvSpPr>
          <p:nvPr/>
        </p:nvSpPr>
        <p:spPr>
          <a:xfrm>
            <a:off x="3792445" y="11636680"/>
            <a:ext cx="18700768" cy="103124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/>
          <a:p>
            <a:pPr algn="r">
              <a:buNone/>
              <a:defRPr sz="61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P(fraca) P(não | fraca) P(atrasado | fraca, não)</a:t>
            </a:r>
          </a:p>
        </p:txBody>
      </p:sp>
    </p:spTree>
    <p:extLst>
      <p:ext uri="{BB962C8B-B14F-4D97-AF65-F5344CB8AC3E}">
        <p14:creationId xmlns:p14="http://schemas.microsoft.com/office/powerpoint/2010/main" val="298763692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1D33D-8A13-ACC3-C541-0FAEFC774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Appointment…">
            <a:extLst>
              <a:ext uri="{FF2B5EF4-FFF2-40B4-BE49-F238E27FC236}">
                <a16:creationId xmlns:a16="http://schemas.microsoft.com/office/drawing/2014/main" id="{711ED37B-4C7D-D81E-4880-A013FA4CF1A0}"/>
              </a:ext>
            </a:extLst>
          </p:cNvPr>
          <p:cNvSpPr>
            <a:spLocks noGrp="1"/>
          </p:cNvSpPr>
          <p:nvPr/>
        </p:nvSpPr>
        <p:spPr>
          <a:xfrm>
            <a:off x="2952162" y="8513562"/>
            <a:ext cx="5084006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192" name="Line">
            <a:extLst>
              <a:ext uri="{FF2B5EF4-FFF2-40B4-BE49-F238E27FC236}">
                <a16:creationId xmlns:a16="http://schemas.microsoft.com/office/drawing/2014/main" id="{85703454-E5B5-82D9-EC9B-BF4A96B72342}"/>
              </a:ext>
            </a:extLst>
          </p:cNvPr>
          <p:cNvSpPr>
            <a:spLocks noGrp="1"/>
          </p:cNvSpPr>
          <p:nvPr/>
        </p:nvSpPr>
        <p:spPr>
          <a:xfrm>
            <a:off x="5494164" y="7699132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3" name="Train…">
            <a:extLst>
              <a:ext uri="{FF2B5EF4-FFF2-40B4-BE49-F238E27FC236}">
                <a16:creationId xmlns:a16="http://schemas.microsoft.com/office/drawing/2014/main" id="{BC167801-10B0-C61F-6CA7-892CC235C3CB}"/>
              </a:ext>
            </a:extLst>
          </p:cNvPr>
          <p:cNvSpPr>
            <a:spLocks noGrp="1"/>
          </p:cNvSpPr>
          <p:nvPr/>
        </p:nvSpPr>
        <p:spPr>
          <a:xfrm>
            <a:off x="2448179" y="5890852"/>
            <a:ext cx="6091970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194" name="Line">
            <a:extLst>
              <a:ext uri="{FF2B5EF4-FFF2-40B4-BE49-F238E27FC236}">
                <a16:creationId xmlns:a16="http://schemas.microsoft.com/office/drawing/2014/main" id="{A886849F-B709-E418-905D-D16F5C58503C}"/>
              </a:ext>
            </a:extLst>
          </p:cNvPr>
          <p:cNvSpPr>
            <a:spLocks noGrp="1"/>
          </p:cNvSpPr>
          <p:nvPr/>
        </p:nvSpPr>
        <p:spPr>
          <a:xfrm>
            <a:off x="3695466" y="5076420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5" name="Line">
            <a:extLst>
              <a:ext uri="{FF2B5EF4-FFF2-40B4-BE49-F238E27FC236}">
                <a16:creationId xmlns:a16="http://schemas.microsoft.com/office/drawing/2014/main" id="{0F27AC0B-CAB4-ED52-1DF3-716165EA287A}"/>
              </a:ext>
            </a:extLst>
          </p:cNvPr>
          <p:cNvSpPr>
            <a:spLocks noGrp="1"/>
          </p:cNvSpPr>
          <p:nvPr/>
        </p:nvSpPr>
        <p:spPr>
          <a:xfrm flipH="1">
            <a:off x="7292861" y="2453709"/>
            <a:ext cx="1" cy="334572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6" name="Maintenance…">
            <a:extLst>
              <a:ext uri="{FF2B5EF4-FFF2-40B4-BE49-F238E27FC236}">
                <a16:creationId xmlns:a16="http://schemas.microsoft.com/office/drawing/2014/main" id="{25B27F01-C52F-4001-F91F-2BEA955AD8EB}"/>
              </a:ext>
            </a:extLst>
          </p:cNvPr>
          <p:cNvSpPr>
            <a:spLocks noGrp="1"/>
          </p:cNvSpPr>
          <p:nvPr/>
        </p:nvSpPr>
        <p:spPr>
          <a:xfrm>
            <a:off x="1042516" y="3268139"/>
            <a:ext cx="5305902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197" name="Rain…">
            <a:extLst>
              <a:ext uri="{FF2B5EF4-FFF2-40B4-BE49-F238E27FC236}">
                <a16:creationId xmlns:a16="http://schemas.microsoft.com/office/drawing/2014/main" id="{B2D0E0C0-A035-D219-C900-41B5A94D683D}"/>
              </a:ext>
            </a:extLst>
          </p:cNvPr>
          <p:cNvSpPr>
            <a:spLocks noGrp="1"/>
          </p:cNvSpPr>
          <p:nvPr/>
        </p:nvSpPr>
        <p:spPr>
          <a:xfrm>
            <a:off x="2411755" y="645429"/>
            <a:ext cx="6164819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198" name="Line">
            <a:extLst>
              <a:ext uri="{FF2B5EF4-FFF2-40B4-BE49-F238E27FC236}">
                <a16:creationId xmlns:a16="http://schemas.microsoft.com/office/drawing/2014/main" id="{405919E2-96B1-5422-B36F-C3743CC1CE03}"/>
              </a:ext>
            </a:extLst>
          </p:cNvPr>
          <p:cNvSpPr>
            <a:spLocks noGrp="1"/>
          </p:cNvSpPr>
          <p:nvPr/>
        </p:nvSpPr>
        <p:spPr>
          <a:xfrm>
            <a:off x="3695466" y="2453709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02" name="Computing Joint Probabilities">
            <a:extLst>
              <a:ext uri="{FF2B5EF4-FFF2-40B4-BE49-F238E27FC236}">
                <a16:creationId xmlns:a16="http://schemas.microsoft.com/office/drawing/2014/main" id="{CF5EE47C-8CB7-3B13-3C95-137EB9EE4026}"/>
              </a:ext>
            </a:extLst>
          </p:cNvPr>
          <p:cNvSpPr>
            <a:spLocks noGrp="1"/>
          </p:cNvSpPr>
          <p:nvPr/>
        </p:nvSpPr>
        <p:spPr>
          <a:xfrm>
            <a:off x="11885800" y="680687"/>
            <a:ext cx="11627893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Cálculo de probabilidades conjuntas</a:t>
            </a:r>
          </a:p>
        </p:txBody>
      </p:sp>
      <p:sp>
        <p:nvSpPr>
          <p:cNvPr id="2" name="P(light, no, delayed, miss)">
            <a:extLst>
              <a:ext uri="{FF2B5EF4-FFF2-40B4-BE49-F238E27FC236}">
                <a16:creationId xmlns:a16="http://schemas.microsoft.com/office/drawing/2014/main" id="{285220C9-8482-26DB-84AB-ECB6E9094CB8}"/>
              </a:ext>
            </a:extLst>
          </p:cNvPr>
          <p:cNvSpPr>
            <a:spLocks noGrp="1"/>
          </p:cNvSpPr>
          <p:nvPr/>
        </p:nvSpPr>
        <p:spPr>
          <a:xfrm>
            <a:off x="11734513" y="9417118"/>
            <a:ext cx="10646991" cy="130556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79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P(fraca, não, atrasado, faltar)</a:t>
            </a:r>
          </a:p>
        </p:txBody>
      </p:sp>
    </p:spTree>
    <p:extLst>
      <p:ext uri="{BB962C8B-B14F-4D97-AF65-F5344CB8AC3E}">
        <p14:creationId xmlns:p14="http://schemas.microsoft.com/office/powerpoint/2010/main" val="186283131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16DC0-678B-478D-D516-0F555D97E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Appointment…">
            <a:extLst>
              <a:ext uri="{FF2B5EF4-FFF2-40B4-BE49-F238E27FC236}">
                <a16:creationId xmlns:a16="http://schemas.microsoft.com/office/drawing/2014/main" id="{85CB4E62-A030-47A5-FAC2-F5EEFCD60790}"/>
              </a:ext>
            </a:extLst>
          </p:cNvPr>
          <p:cNvSpPr>
            <a:spLocks noGrp="1"/>
          </p:cNvSpPr>
          <p:nvPr/>
        </p:nvSpPr>
        <p:spPr>
          <a:xfrm>
            <a:off x="2952162" y="8513562"/>
            <a:ext cx="5084006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192" name="Line">
            <a:extLst>
              <a:ext uri="{FF2B5EF4-FFF2-40B4-BE49-F238E27FC236}">
                <a16:creationId xmlns:a16="http://schemas.microsoft.com/office/drawing/2014/main" id="{9FAA5307-DA07-9BBA-12FE-5D5E73B59EF1}"/>
              </a:ext>
            </a:extLst>
          </p:cNvPr>
          <p:cNvSpPr>
            <a:spLocks noGrp="1"/>
          </p:cNvSpPr>
          <p:nvPr/>
        </p:nvSpPr>
        <p:spPr>
          <a:xfrm>
            <a:off x="5494164" y="7699132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3" name="Train…">
            <a:extLst>
              <a:ext uri="{FF2B5EF4-FFF2-40B4-BE49-F238E27FC236}">
                <a16:creationId xmlns:a16="http://schemas.microsoft.com/office/drawing/2014/main" id="{C526E67D-65C6-A4BA-A385-1F17FCABC1B7}"/>
              </a:ext>
            </a:extLst>
          </p:cNvPr>
          <p:cNvSpPr>
            <a:spLocks noGrp="1"/>
          </p:cNvSpPr>
          <p:nvPr/>
        </p:nvSpPr>
        <p:spPr>
          <a:xfrm>
            <a:off x="2448179" y="5890852"/>
            <a:ext cx="6091970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194" name="Line">
            <a:extLst>
              <a:ext uri="{FF2B5EF4-FFF2-40B4-BE49-F238E27FC236}">
                <a16:creationId xmlns:a16="http://schemas.microsoft.com/office/drawing/2014/main" id="{6C76924F-9B43-8A2D-DECE-5141D273D825}"/>
              </a:ext>
            </a:extLst>
          </p:cNvPr>
          <p:cNvSpPr>
            <a:spLocks noGrp="1"/>
          </p:cNvSpPr>
          <p:nvPr/>
        </p:nvSpPr>
        <p:spPr>
          <a:xfrm>
            <a:off x="3695466" y="5076420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5" name="Line">
            <a:extLst>
              <a:ext uri="{FF2B5EF4-FFF2-40B4-BE49-F238E27FC236}">
                <a16:creationId xmlns:a16="http://schemas.microsoft.com/office/drawing/2014/main" id="{5AC49427-89D7-D722-4653-86EABE3E4474}"/>
              </a:ext>
            </a:extLst>
          </p:cNvPr>
          <p:cNvSpPr>
            <a:spLocks noGrp="1"/>
          </p:cNvSpPr>
          <p:nvPr/>
        </p:nvSpPr>
        <p:spPr>
          <a:xfrm flipH="1">
            <a:off x="7292861" y="2453709"/>
            <a:ext cx="1" cy="334572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6" name="Maintenance…">
            <a:extLst>
              <a:ext uri="{FF2B5EF4-FFF2-40B4-BE49-F238E27FC236}">
                <a16:creationId xmlns:a16="http://schemas.microsoft.com/office/drawing/2014/main" id="{EA998E6F-6201-8F1B-30F4-B897347FF8BF}"/>
              </a:ext>
            </a:extLst>
          </p:cNvPr>
          <p:cNvSpPr>
            <a:spLocks noGrp="1"/>
          </p:cNvSpPr>
          <p:nvPr/>
        </p:nvSpPr>
        <p:spPr>
          <a:xfrm>
            <a:off x="1042516" y="3268139"/>
            <a:ext cx="5305902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197" name="Rain…">
            <a:extLst>
              <a:ext uri="{FF2B5EF4-FFF2-40B4-BE49-F238E27FC236}">
                <a16:creationId xmlns:a16="http://schemas.microsoft.com/office/drawing/2014/main" id="{0C24AAFC-B19E-227E-2791-842372BB71BB}"/>
              </a:ext>
            </a:extLst>
          </p:cNvPr>
          <p:cNvSpPr>
            <a:spLocks noGrp="1"/>
          </p:cNvSpPr>
          <p:nvPr/>
        </p:nvSpPr>
        <p:spPr>
          <a:xfrm>
            <a:off x="2411755" y="645429"/>
            <a:ext cx="6164819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198" name="Line">
            <a:extLst>
              <a:ext uri="{FF2B5EF4-FFF2-40B4-BE49-F238E27FC236}">
                <a16:creationId xmlns:a16="http://schemas.microsoft.com/office/drawing/2014/main" id="{919BDBA4-7948-1D63-B225-DD2EBAC4A9FD}"/>
              </a:ext>
            </a:extLst>
          </p:cNvPr>
          <p:cNvSpPr>
            <a:spLocks noGrp="1"/>
          </p:cNvSpPr>
          <p:nvPr/>
        </p:nvSpPr>
        <p:spPr>
          <a:xfrm>
            <a:off x="3695466" y="2453709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02" name="Computing Joint Probabilities">
            <a:extLst>
              <a:ext uri="{FF2B5EF4-FFF2-40B4-BE49-F238E27FC236}">
                <a16:creationId xmlns:a16="http://schemas.microsoft.com/office/drawing/2014/main" id="{812B1EDA-F224-CB99-0DB1-91FE78E5F8D5}"/>
              </a:ext>
            </a:extLst>
          </p:cNvPr>
          <p:cNvSpPr>
            <a:spLocks noGrp="1"/>
          </p:cNvSpPr>
          <p:nvPr/>
        </p:nvSpPr>
        <p:spPr>
          <a:xfrm>
            <a:off x="11885800" y="680687"/>
            <a:ext cx="11627893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7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Cálculo de probabilidades conjuntas</a:t>
            </a:r>
          </a:p>
        </p:txBody>
      </p:sp>
      <p:sp>
        <p:nvSpPr>
          <p:cNvPr id="3" name="P(light, no, delayed, miss)">
            <a:extLst>
              <a:ext uri="{FF2B5EF4-FFF2-40B4-BE49-F238E27FC236}">
                <a16:creationId xmlns:a16="http://schemas.microsoft.com/office/drawing/2014/main" id="{5CE08418-B2B8-E2C0-58CD-34254A610C45}"/>
              </a:ext>
            </a:extLst>
          </p:cNvPr>
          <p:cNvSpPr>
            <a:spLocks noGrp="1"/>
          </p:cNvSpPr>
          <p:nvPr/>
        </p:nvSpPr>
        <p:spPr>
          <a:xfrm>
            <a:off x="11734513" y="9417118"/>
            <a:ext cx="10646991" cy="130556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79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P(fraca, não, atrasado, faltar)</a:t>
            </a:r>
          </a:p>
        </p:txBody>
      </p:sp>
      <p:sp>
        <p:nvSpPr>
          <p:cNvPr id="6" name="P(light) P(no | light) P(delayed | light, no) P(miss | delayed)">
            <a:extLst>
              <a:ext uri="{FF2B5EF4-FFF2-40B4-BE49-F238E27FC236}">
                <a16:creationId xmlns:a16="http://schemas.microsoft.com/office/drawing/2014/main" id="{0247090F-3816-75E6-A450-DD440A02753E}"/>
              </a:ext>
            </a:extLst>
          </p:cNvPr>
          <p:cNvSpPr>
            <a:spLocks noGrp="1"/>
          </p:cNvSpPr>
          <p:nvPr/>
        </p:nvSpPr>
        <p:spPr>
          <a:xfrm>
            <a:off x="1389184" y="12096464"/>
            <a:ext cx="21593907" cy="1041311"/>
          </a:xfrm>
          <a:prstGeom prst="rect">
            <a:avLst/>
          </a:prstGeom>
          <a:ln w="12700"/>
        </p:spPr>
        <p:txBody>
          <a:bodyPr wrap="square" lIns="50800" tIns="50800" rIns="50800" bIns="50800" anchor="ctr">
            <a:spAutoFit/>
          </a:bodyPr>
          <a:lstStyle/>
          <a:p>
            <a:pPr algn="r">
              <a:buNone/>
              <a:defRPr sz="61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P(</a:t>
            </a:r>
            <a:r>
              <a:rPr i="1" dirty="0" err="1"/>
              <a:t>fraca</a:t>
            </a:r>
            <a:r>
              <a:rPr i="1" dirty="0"/>
              <a:t>) P(</a:t>
            </a:r>
            <a:r>
              <a:rPr i="1" dirty="0" err="1"/>
              <a:t>não</a:t>
            </a:r>
            <a:r>
              <a:rPr i="1" dirty="0"/>
              <a:t> | </a:t>
            </a:r>
            <a:r>
              <a:rPr i="1" dirty="0" err="1"/>
              <a:t>fraca</a:t>
            </a:r>
            <a:r>
              <a:rPr i="1" dirty="0"/>
              <a:t>) P(</a:t>
            </a:r>
            <a:r>
              <a:rPr i="1" dirty="0" err="1"/>
              <a:t>atrasado</a:t>
            </a:r>
            <a:r>
              <a:rPr i="1" dirty="0"/>
              <a:t> | </a:t>
            </a:r>
            <a:r>
              <a:rPr i="1" dirty="0" err="1"/>
              <a:t>fraca</a:t>
            </a:r>
            <a:r>
              <a:rPr i="1" dirty="0"/>
              <a:t>, </a:t>
            </a:r>
            <a:r>
              <a:rPr i="1" dirty="0" err="1"/>
              <a:t>não</a:t>
            </a:r>
            <a:r>
              <a:rPr i="1" dirty="0"/>
              <a:t>) P(</a:t>
            </a:r>
            <a:r>
              <a:rPr i="1" dirty="0" err="1"/>
              <a:t>faltar</a:t>
            </a:r>
            <a:r>
              <a:rPr i="1" dirty="0"/>
              <a:t> | </a:t>
            </a:r>
            <a:r>
              <a:rPr i="1" dirty="0" err="1"/>
              <a:t>atrasado</a:t>
            </a:r>
            <a:r>
              <a:rPr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1622876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3" name="Inference">
            <a:extLst>
              <a:ext uri="{FF2B5EF4-FFF2-40B4-BE49-F238E27FC236}">
                <a16:creationId xmlns:a16="http://schemas.microsoft.com/office/drawing/2014/main" id="{36E41676-EED9-4E73-869A-91E8B81F2DB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</a:t>
            </a:r>
          </a:p>
        </p:txBody>
      </p:sp>
    </p:spTree>
    <p:extLst>
      <p:ext uri="{BB962C8B-B14F-4D97-AF65-F5344CB8AC3E}">
        <p14:creationId xmlns:p14="http://schemas.microsoft.com/office/powerpoint/2010/main" val="74211903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Inference">
            <a:extLst>
              <a:ext uri="{FF2B5EF4-FFF2-40B4-BE49-F238E27FC236}">
                <a16:creationId xmlns:a16="http://schemas.microsoft.com/office/drawing/2014/main" id="{4F9C7306-B4B1-4171-9831-2A02E7D28A2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</a:t>
            </a:r>
          </a:p>
        </p:txBody>
      </p:sp>
    </p:spTree>
    <p:extLst>
      <p:ext uri="{BB962C8B-B14F-4D97-AF65-F5344CB8AC3E}">
        <p14:creationId xmlns:p14="http://schemas.microsoft.com/office/powerpoint/2010/main" val="192073599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9700F-5D2B-475E-42E1-D68A7BE6F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Inference">
            <a:extLst>
              <a:ext uri="{FF2B5EF4-FFF2-40B4-BE49-F238E27FC236}">
                <a16:creationId xmlns:a16="http://schemas.microsoft.com/office/drawing/2014/main" id="{901E16B2-07BA-5742-2F94-7CF0DA45A19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</a:t>
            </a:r>
          </a:p>
        </p:txBody>
      </p:sp>
      <p:sp>
        <p:nvSpPr>
          <p:cNvPr id="3246" name="Query X: variable for which to compute distribution…">
            <a:extLst>
              <a:ext uri="{FF2B5EF4-FFF2-40B4-BE49-F238E27FC236}">
                <a16:creationId xmlns:a16="http://schemas.microsoft.com/office/drawing/2014/main" id="{1AC4D59C-FA67-5603-25A2-46335C5D6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3325450"/>
            <a:ext cx="21495963" cy="9296400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Consulta X: </a:t>
            </a:r>
            <a:r>
              <a:rPr dirty="0" err="1"/>
              <a:t>variável</a:t>
            </a:r>
            <a:r>
              <a:rPr dirty="0"/>
              <a:t> </a:t>
            </a:r>
            <a:r>
              <a:rPr dirty="0" err="1"/>
              <a:t>cuja</a:t>
            </a:r>
            <a:r>
              <a:rPr dirty="0"/>
              <a:t> </a:t>
            </a:r>
            <a:r>
              <a:rPr dirty="0" err="1"/>
              <a:t>distribuição</a:t>
            </a:r>
            <a:r>
              <a:rPr dirty="0"/>
              <a:t> </a:t>
            </a:r>
            <a:r>
              <a:rPr dirty="0" err="1"/>
              <a:t>será</a:t>
            </a:r>
            <a:r>
              <a:rPr dirty="0"/>
              <a:t> </a:t>
            </a:r>
            <a:r>
              <a:rPr dirty="0" err="1"/>
              <a:t>calculada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035834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EB31D-1333-30FE-5E84-042822FB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Inference">
            <a:extLst>
              <a:ext uri="{FF2B5EF4-FFF2-40B4-BE49-F238E27FC236}">
                <a16:creationId xmlns:a16="http://schemas.microsoft.com/office/drawing/2014/main" id="{48F1695A-0B30-D01F-D78E-670115C7519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</a:t>
            </a:r>
          </a:p>
        </p:txBody>
      </p:sp>
      <p:sp>
        <p:nvSpPr>
          <p:cNvPr id="3246" name="Query X: variable for which to compute distribution…">
            <a:extLst>
              <a:ext uri="{FF2B5EF4-FFF2-40B4-BE49-F238E27FC236}">
                <a16:creationId xmlns:a16="http://schemas.microsoft.com/office/drawing/2014/main" id="{42E2F67A-A19C-71A2-965F-FB99B21A9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3325450"/>
            <a:ext cx="21495963" cy="9296400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Consulta X: </a:t>
            </a:r>
            <a:r>
              <a:rPr dirty="0" err="1"/>
              <a:t>variável</a:t>
            </a:r>
            <a:r>
              <a:rPr dirty="0"/>
              <a:t> </a:t>
            </a:r>
            <a:r>
              <a:rPr dirty="0" err="1"/>
              <a:t>cuja</a:t>
            </a:r>
            <a:r>
              <a:rPr dirty="0"/>
              <a:t> </a:t>
            </a:r>
            <a:r>
              <a:rPr dirty="0" err="1"/>
              <a:t>distribuição</a:t>
            </a:r>
            <a:r>
              <a:rPr dirty="0"/>
              <a:t> </a:t>
            </a:r>
            <a:r>
              <a:rPr dirty="0" err="1"/>
              <a:t>será</a:t>
            </a:r>
            <a:r>
              <a:rPr dirty="0"/>
              <a:t> </a:t>
            </a:r>
            <a:r>
              <a:rPr dirty="0" err="1"/>
              <a:t>calculada</a:t>
            </a:r>
            <a:endParaRPr dirty="0"/>
          </a:p>
          <a:p>
            <a:r>
              <a:rPr dirty="0" err="1"/>
              <a:t>Variáveis</a:t>
            </a:r>
            <a:r>
              <a:rPr dirty="0"/>
              <a:t> de </a:t>
            </a:r>
            <a:r>
              <a:rPr dirty="0" err="1"/>
              <a:t>evidência</a:t>
            </a:r>
            <a:r>
              <a:rPr dirty="0"/>
              <a:t> E: </a:t>
            </a:r>
            <a:r>
              <a:rPr dirty="0" err="1"/>
              <a:t>variáveis</a:t>
            </a:r>
            <a:r>
              <a:rPr dirty="0"/>
              <a:t> </a:t>
            </a:r>
            <a:r>
              <a:rPr dirty="0" err="1"/>
              <a:t>observadas</a:t>
            </a:r>
            <a:r>
              <a:rPr dirty="0"/>
              <a:t> para o </a:t>
            </a:r>
            <a:r>
              <a:rPr dirty="0" err="1"/>
              <a:t>evento</a:t>
            </a:r>
            <a:r>
              <a:rPr dirty="0"/>
              <a:t> e</a:t>
            </a:r>
          </a:p>
        </p:txBody>
      </p:sp>
    </p:spTree>
    <p:extLst>
      <p:ext uri="{BB962C8B-B14F-4D97-AF65-F5344CB8AC3E}">
        <p14:creationId xmlns:p14="http://schemas.microsoft.com/office/powerpoint/2010/main" val="359884288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70B58-F8EF-C01D-1648-B535FF9D0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Inference">
            <a:extLst>
              <a:ext uri="{FF2B5EF4-FFF2-40B4-BE49-F238E27FC236}">
                <a16:creationId xmlns:a16="http://schemas.microsoft.com/office/drawing/2014/main" id="{747D3FD5-66D4-49B7-CD53-4A133E0DF52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</a:t>
            </a:r>
          </a:p>
        </p:txBody>
      </p:sp>
      <p:sp>
        <p:nvSpPr>
          <p:cNvPr id="3246" name="Query X: variable for which to compute distribution…">
            <a:extLst>
              <a:ext uri="{FF2B5EF4-FFF2-40B4-BE49-F238E27FC236}">
                <a16:creationId xmlns:a16="http://schemas.microsoft.com/office/drawing/2014/main" id="{3C040F7B-ED4C-2CEC-3A80-33522A224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3325450"/>
            <a:ext cx="21495963" cy="9296400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Consulta X: </a:t>
            </a:r>
            <a:r>
              <a:rPr dirty="0" err="1"/>
              <a:t>variável</a:t>
            </a:r>
            <a:r>
              <a:rPr dirty="0"/>
              <a:t> </a:t>
            </a:r>
            <a:r>
              <a:rPr dirty="0" err="1"/>
              <a:t>cuja</a:t>
            </a:r>
            <a:r>
              <a:rPr dirty="0"/>
              <a:t> </a:t>
            </a:r>
            <a:r>
              <a:rPr dirty="0" err="1"/>
              <a:t>distribuição</a:t>
            </a:r>
            <a:r>
              <a:rPr dirty="0"/>
              <a:t> </a:t>
            </a:r>
            <a:r>
              <a:rPr dirty="0" err="1"/>
              <a:t>será</a:t>
            </a:r>
            <a:r>
              <a:rPr dirty="0"/>
              <a:t> </a:t>
            </a:r>
            <a:r>
              <a:rPr dirty="0" err="1"/>
              <a:t>calculada</a:t>
            </a:r>
            <a:endParaRPr dirty="0"/>
          </a:p>
          <a:p>
            <a:r>
              <a:rPr dirty="0" err="1"/>
              <a:t>Variáveis</a:t>
            </a:r>
            <a:r>
              <a:rPr dirty="0"/>
              <a:t> de </a:t>
            </a:r>
            <a:r>
              <a:rPr dirty="0" err="1"/>
              <a:t>evidência</a:t>
            </a:r>
            <a:r>
              <a:rPr dirty="0"/>
              <a:t> E: </a:t>
            </a:r>
            <a:r>
              <a:rPr dirty="0" err="1"/>
              <a:t>variáveis</a:t>
            </a:r>
            <a:r>
              <a:rPr dirty="0"/>
              <a:t> </a:t>
            </a:r>
            <a:r>
              <a:rPr dirty="0" err="1"/>
              <a:t>observadas</a:t>
            </a:r>
            <a:r>
              <a:rPr dirty="0"/>
              <a:t> para o </a:t>
            </a:r>
            <a:r>
              <a:rPr dirty="0" err="1"/>
              <a:t>evento</a:t>
            </a:r>
            <a:r>
              <a:rPr dirty="0"/>
              <a:t> e</a:t>
            </a:r>
          </a:p>
          <a:p>
            <a:r>
              <a:rPr dirty="0" err="1"/>
              <a:t>Variáveis</a:t>
            </a:r>
            <a:r>
              <a:rPr dirty="0"/>
              <a:t> </a:t>
            </a:r>
            <a:r>
              <a:rPr dirty="0" err="1"/>
              <a:t>ocultas</a:t>
            </a:r>
            <a:r>
              <a:rPr dirty="0"/>
              <a:t> Y: </a:t>
            </a:r>
            <a:r>
              <a:rPr dirty="0" err="1"/>
              <a:t>variáveis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de </a:t>
            </a:r>
            <a:r>
              <a:rPr dirty="0" err="1"/>
              <a:t>evidência</a:t>
            </a:r>
            <a:r>
              <a:rPr dirty="0"/>
              <a:t> nem de consulta.</a:t>
            </a:r>
          </a:p>
          <a:p>
            <a:pPr>
              <a:buNone/>
            </a:pPr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194571544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ED831-586C-D494-5DF0-BE499A0B5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Inference">
            <a:extLst>
              <a:ext uri="{FF2B5EF4-FFF2-40B4-BE49-F238E27FC236}">
                <a16:creationId xmlns:a16="http://schemas.microsoft.com/office/drawing/2014/main" id="{34EF56CC-044D-5DAE-5F4C-45C4117DD1C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</a:t>
            </a:r>
          </a:p>
        </p:txBody>
      </p:sp>
      <p:sp>
        <p:nvSpPr>
          <p:cNvPr id="3246" name="Query X: variable for which to compute distribution…">
            <a:extLst>
              <a:ext uri="{FF2B5EF4-FFF2-40B4-BE49-F238E27FC236}">
                <a16:creationId xmlns:a16="http://schemas.microsoft.com/office/drawing/2014/main" id="{D54B8BF6-B853-E2BD-3E35-5E0D8D3D8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3325450"/>
            <a:ext cx="21495963" cy="9296400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Consulta X: </a:t>
            </a:r>
            <a:r>
              <a:rPr dirty="0" err="1"/>
              <a:t>variável</a:t>
            </a:r>
            <a:r>
              <a:rPr dirty="0"/>
              <a:t> </a:t>
            </a:r>
            <a:r>
              <a:rPr dirty="0" err="1"/>
              <a:t>cuja</a:t>
            </a:r>
            <a:r>
              <a:rPr dirty="0"/>
              <a:t> </a:t>
            </a:r>
            <a:r>
              <a:rPr dirty="0" err="1"/>
              <a:t>distribuição</a:t>
            </a:r>
            <a:r>
              <a:rPr dirty="0"/>
              <a:t> </a:t>
            </a:r>
            <a:r>
              <a:rPr dirty="0" err="1"/>
              <a:t>será</a:t>
            </a:r>
            <a:r>
              <a:rPr dirty="0"/>
              <a:t> </a:t>
            </a:r>
            <a:r>
              <a:rPr dirty="0" err="1"/>
              <a:t>calculada</a:t>
            </a:r>
            <a:endParaRPr dirty="0"/>
          </a:p>
          <a:p>
            <a:r>
              <a:rPr dirty="0" err="1"/>
              <a:t>Variáveis</a:t>
            </a:r>
            <a:r>
              <a:rPr dirty="0"/>
              <a:t> de </a:t>
            </a:r>
            <a:r>
              <a:rPr dirty="0" err="1"/>
              <a:t>evidência</a:t>
            </a:r>
            <a:r>
              <a:rPr dirty="0"/>
              <a:t> E: </a:t>
            </a:r>
            <a:r>
              <a:rPr dirty="0" err="1"/>
              <a:t>variáveis</a:t>
            </a:r>
            <a:r>
              <a:rPr dirty="0"/>
              <a:t> </a:t>
            </a:r>
            <a:r>
              <a:rPr dirty="0" err="1"/>
              <a:t>observadas</a:t>
            </a:r>
            <a:r>
              <a:rPr dirty="0"/>
              <a:t> para o </a:t>
            </a:r>
            <a:r>
              <a:rPr dirty="0" err="1"/>
              <a:t>evento</a:t>
            </a:r>
            <a:r>
              <a:rPr dirty="0"/>
              <a:t> e</a:t>
            </a:r>
          </a:p>
          <a:p>
            <a:r>
              <a:rPr dirty="0" err="1"/>
              <a:t>Variáveis</a:t>
            </a:r>
            <a:r>
              <a:rPr dirty="0"/>
              <a:t> </a:t>
            </a:r>
            <a:r>
              <a:rPr dirty="0" err="1"/>
              <a:t>ocultas</a:t>
            </a:r>
            <a:r>
              <a:rPr dirty="0"/>
              <a:t> Y: </a:t>
            </a:r>
            <a:r>
              <a:rPr dirty="0" err="1"/>
              <a:t>variáveis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de </a:t>
            </a:r>
            <a:r>
              <a:rPr dirty="0" err="1"/>
              <a:t>evidência</a:t>
            </a:r>
            <a:r>
              <a:rPr dirty="0"/>
              <a:t> nem de consulta.</a:t>
            </a:r>
          </a:p>
          <a:p>
            <a:pPr>
              <a:buNone/>
            </a:pPr>
            <a:endParaRPr lang="en-BR" dirty="0"/>
          </a:p>
          <a:p>
            <a:pPr>
              <a:buNone/>
            </a:pPr>
            <a:r>
              <a:rPr lang="en-US" dirty="0" err="1"/>
              <a:t>Objetivo</a:t>
            </a:r>
            <a:r>
              <a:rPr lang="en-US" dirty="0"/>
              <a:t>: </a:t>
            </a:r>
            <a:r>
              <a:rPr lang="en-US" dirty="0" err="1"/>
              <a:t>calcular</a:t>
            </a:r>
            <a:r>
              <a:rPr lang="en-US" dirty="0"/>
              <a:t> P(X | e)</a:t>
            </a:r>
          </a:p>
        </p:txBody>
      </p:sp>
    </p:spTree>
    <p:extLst>
      <p:ext uri="{BB962C8B-B14F-4D97-AF65-F5344CB8AC3E}">
        <p14:creationId xmlns:p14="http://schemas.microsoft.com/office/powerpoint/2010/main" val="105655534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8" name="Appointment…">
            <a:extLst>
              <a:ext uri="{FF2B5EF4-FFF2-40B4-BE49-F238E27FC236}">
                <a16:creationId xmlns:a16="http://schemas.microsoft.com/office/drawing/2014/main" id="{4E94E7B5-93F8-4CEB-A62E-EC93313D05C7}"/>
              </a:ext>
            </a:extLst>
          </p:cNvPr>
          <p:cNvSpPr>
            <a:spLocks noGrp="1"/>
          </p:cNvSpPr>
          <p:nvPr/>
        </p:nvSpPr>
        <p:spPr>
          <a:xfrm>
            <a:off x="18268632" y="9410179"/>
            <a:ext cx="5101322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249" name="Line">
            <a:extLst>
              <a:ext uri="{FF2B5EF4-FFF2-40B4-BE49-F238E27FC236}">
                <a16:creationId xmlns:a16="http://schemas.microsoft.com/office/drawing/2014/main" id="{18458BD8-1DA1-46DF-B764-56B0FB09B8EE}"/>
              </a:ext>
            </a:extLst>
          </p:cNvPr>
          <p:cNvSpPr>
            <a:spLocks noGrp="1"/>
          </p:cNvSpPr>
          <p:nvPr/>
        </p:nvSpPr>
        <p:spPr>
          <a:xfrm>
            <a:off x="20819292" y="8595749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50" name="Train…">
            <a:extLst>
              <a:ext uri="{FF2B5EF4-FFF2-40B4-BE49-F238E27FC236}">
                <a16:creationId xmlns:a16="http://schemas.microsoft.com/office/drawing/2014/main" id="{33C71F87-BC83-4763-B135-6B120CD6EC2C}"/>
              </a:ext>
            </a:extLst>
          </p:cNvPr>
          <p:cNvSpPr>
            <a:spLocks noGrp="1"/>
          </p:cNvSpPr>
          <p:nvPr/>
        </p:nvSpPr>
        <p:spPr>
          <a:xfrm>
            <a:off x="17773307" y="6787469"/>
            <a:ext cx="6091970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251" name="Line">
            <a:extLst>
              <a:ext uri="{FF2B5EF4-FFF2-40B4-BE49-F238E27FC236}">
                <a16:creationId xmlns:a16="http://schemas.microsoft.com/office/drawing/2014/main" id="{3AED81FA-EAFB-42B5-B08E-FD0A10179CFE}"/>
              </a:ext>
            </a:extLst>
          </p:cNvPr>
          <p:cNvSpPr>
            <a:spLocks noGrp="1"/>
          </p:cNvSpPr>
          <p:nvPr/>
        </p:nvSpPr>
        <p:spPr>
          <a:xfrm>
            <a:off x="19020594" y="5973037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52" name="Line">
            <a:extLst>
              <a:ext uri="{FF2B5EF4-FFF2-40B4-BE49-F238E27FC236}">
                <a16:creationId xmlns:a16="http://schemas.microsoft.com/office/drawing/2014/main" id="{13548B58-BEBC-4DB6-8E74-5E51063C4DF5}"/>
              </a:ext>
            </a:extLst>
          </p:cNvPr>
          <p:cNvSpPr>
            <a:spLocks noGrp="1"/>
          </p:cNvSpPr>
          <p:nvPr/>
        </p:nvSpPr>
        <p:spPr>
          <a:xfrm flipH="1">
            <a:off x="22617989" y="3350326"/>
            <a:ext cx="1" cy="334572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53" name="Maintenance…">
            <a:extLst>
              <a:ext uri="{FF2B5EF4-FFF2-40B4-BE49-F238E27FC236}">
                <a16:creationId xmlns:a16="http://schemas.microsoft.com/office/drawing/2014/main" id="{874D7F15-D72A-4C4E-8B2E-1B3044BC43E0}"/>
              </a:ext>
            </a:extLst>
          </p:cNvPr>
          <p:cNvSpPr>
            <a:spLocks noGrp="1"/>
          </p:cNvSpPr>
          <p:nvPr/>
        </p:nvSpPr>
        <p:spPr>
          <a:xfrm>
            <a:off x="16367644" y="4164756"/>
            <a:ext cx="5305902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254" name="Rain…">
            <a:extLst>
              <a:ext uri="{FF2B5EF4-FFF2-40B4-BE49-F238E27FC236}">
                <a16:creationId xmlns:a16="http://schemas.microsoft.com/office/drawing/2014/main" id="{495AE6FD-1759-440D-9E59-1EC1904EA45E}"/>
              </a:ext>
            </a:extLst>
          </p:cNvPr>
          <p:cNvSpPr>
            <a:spLocks noGrp="1"/>
          </p:cNvSpPr>
          <p:nvPr/>
        </p:nvSpPr>
        <p:spPr>
          <a:xfrm>
            <a:off x="17736883" y="1542046"/>
            <a:ext cx="6164819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Chuva</a:t>
            </a:r>
            <a:endParaRPr dirty="0"/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dirty="0" err="1"/>
              <a:t>nenhuma</a:t>
            </a:r>
            <a:r>
              <a:rPr dirty="0"/>
              <a:t>, </a:t>
            </a:r>
            <a:r>
              <a:rPr dirty="0" err="1"/>
              <a:t>fraca</a:t>
            </a:r>
            <a:r>
              <a:rPr dirty="0"/>
              <a:t>, forte}</a:t>
            </a:r>
          </a:p>
        </p:txBody>
      </p:sp>
      <p:sp>
        <p:nvSpPr>
          <p:cNvPr id="3255" name="Line">
            <a:extLst>
              <a:ext uri="{FF2B5EF4-FFF2-40B4-BE49-F238E27FC236}">
                <a16:creationId xmlns:a16="http://schemas.microsoft.com/office/drawing/2014/main" id="{F6FEF370-51A9-4E19-A8D4-75CE55B74E0F}"/>
              </a:ext>
            </a:extLst>
          </p:cNvPr>
          <p:cNvSpPr>
            <a:spLocks noGrp="1"/>
          </p:cNvSpPr>
          <p:nvPr/>
        </p:nvSpPr>
        <p:spPr>
          <a:xfrm>
            <a:off x="19020594" y="3350326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83842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B0F25-5583-38A8-BDE9-DAFD1B9C9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8" name="Appointment…">
            <a:extLst>
              <a:ext uri="{FF2B5EF4-FFF2-40B4-BE49-F238E27FC236}">
                <a16:creationId xmlns:a16="http://schemas.microsoft.com/office/drawing/2014/main" id="{2978D4CB-CEAD-E002-3166-4E96EED4A084}"/>
              </a:ext>
            </a:extLst>
          </p:cNvPr>
          <p:cNvSpPr>
            <a:spLocks noGrp="1"/>
          </p:cNvSpPr>
          <p:nvPr/>
        </p:nvSpPr>
        <p:spPr>
          <a:xfrm>
            <a:off x="18268631" y="9410179"/>
            <a:ext cx="5101324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Compromisso</a:t>
            </a:r>
            <a:endParaRPr dirty="0"/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dirty="0" err="1"/>
              <a:t>comparecer</a:t>
            </a:r>
            <a:r>
              <a:rPr dirty="0"/>
              <a:t>, </a:t>
            </a:r>
            <a:r>
              <a:rPr dirty="0" err="1"/>
              <a:t>faltar</a:t>
            </a:r>
            <a:r>
              <a:rPr dirty="0"/>
              <a:t>}</a:t>
            </a:r>
          </a:p>
        </p:txBody>
      </p:sp>
      <p:sp>
        <p:nvSpPr>
          <p:cNvPr id="3249" name="Line">
            <a:extLst>
              <a:ext uri="{FF2B5EF4-FFF2-40B4-BE49-F238E27FC236}">
                <a16:creationId xmlns:a16="http://schemas.microsoft.com/office/drawing/2014/main" id="{CEA306E8-06C4-76A2-93C6-658C73E26529}"/>
              </a:ext>
            </a:extLst>
          </p:cNvPr>
          <p:cNvSpPr>
            <a:spLocks noGrp="1"/>
          </p:cNvSpPr>
          <p:nvPr/>
        </p:nvSpPr>
        <p:spPr>
          <a:xfrm>
            <a:off x="20819292" y="8595749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50" name="Train…">
            <a:extLst>
              <a:ext uri="{FF2B5EF4-FFF2-40B4-BE49-F238E27FC236}">
                <a16:creationId xmlns:a16="http://schemas.microsoft.com/office/drawing/2014/main" id="{35068974-47E3-D002-9EB5-60731AFB36F1}"/>
              </a:ext>
            </a:extLst>
          </p:cNvPr>
          <p:cNvSpPr>
            <a:spLocks noGrp="1"/>
          </p:cNvSpPr>
          <p:nvPr/>
        </p:nvSpPr>
        <p:spPr>
          <a:xfrm>
            <a:off x="17773307" y="6787469"/>
            <a:ext cx="6091970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251" name="Line">
            <a:extLst>
              <a:ext uri="{FF2B5EF4-FFF2-40B4-BE49-F238E27FC236}">
                <a16:creationId xmlns:a16="http://schemas.microsoft.com/office/drawing/2014/main" id="{1DAAE010-4397-F52B-9761-D12AD17517BE}"/>
              </a:ext>
            </a:extLst>
          </p:cNvPr>
          <p:cNvSpPr>
            <a:spLocks noGrp="1"/>
          </p:cNvSpPr>
          <p:nvPr/>
        </p:nvSpPr>
        <p:spPr>
          <a:xfrm>
            <a:off x="19020594" y="5973037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52" name="Line">
            <a:extLst>
              <a:ext uri="{FF2B5EF4-FFF2-40B4-BE49-F238E27FC236}">
                <a16:creationId xmlns:a16="http://schemas.microsoft.com/office/drawing/2014/main" id="{EA466AF0-F3F1-170E-7908-3822F1FEBA9E}"/>
              </a:ext>
            </a:extLst>
          </p:cNvPr>
          <p:cNvSpPr>
            <a:spLocks noGrp="1"/>
          </p:cNvSpPr>
          <p:nvPr/>
        </p:nvSpPr>
        <p:spPr>
          <a:xfrm flipH="1">
            <a:off x="22617989" y="3350326"/>
            <a:ext cx="1" cy="334572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53" name="Maintenance…">
            <a:extLst>
              <a:ext uri="{FF2B5EF4-FFF2-40B4-BE49-F238E27FC236}">
                <a16:creationId xmlns:a16="http://schemas.microsoft.com/office/drawing/2014/main" id="{52F5DB8B-E4B9-87A9-80E1-EBE823CD04F7}"/>
              </a:ext>
            </a:extLst>
          </p:cNvPr>
          <p:cNvSpPr>
            <a:spLocks noGrp="1"/>
          </p:cNvSpPr>
          <p:nvPr/>
        </p:nvSpPr>
        <p:spPr>
          <a:xfrm>
            <a:off x="16367644" y="4164756"/>
            <a:ext cx="5305902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254" name="Rain…">
            <a:extLst>
              <a:ext uri="{FF2B5EF4-FFF2-40B4-BE49-F238E27FC236}">
                <a16:creationId xmlns:a16="http://schemas.microsoft.com/office/drawing/2014/main" id="{A0D68B55-A632-B0D1-7C4F-82F00CA6B3DA}"/>
              </a:ext>
            </a:extLst>
          </p:cNvPr>
          <p:cNvSpPr>
            <a:spLocks noGrp="1"/>
          </p:cNvSpPr>
          <p:nvPr/>
        </p:nvSpPr>
        <p:spPr>
          <a:xfrm>
            <a:off x="17736883" y="1542046"/>
            <a:ext cx="6164819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255" name="Line">
            <a:extLst>
              <a:ext uri="{FF2B5EF4-FFF2-40B4-BE49-F238E27FC236}">
                <a16:creationId xmlns:a16="http://schemas.microsoft.com/office/drawing/2014/main" id="{DEABBFDF-313B-165E-6868-A93A6DC83E24}"/>
              </a:ext>
            </a:extLst>
          </p:cNvPr>
          <p:cNvSpPr>
            <a:spLocks noGrp="1"/>
          </p:cNvSpPr>
          <p:nvPr/>
        </p:nvSpPr>
        <p:spPr>
          <a:xfrm>
            <a:off x="19020594" y="3350326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57" name="P(Appointment | light, no)">
            <a:extLst>
              <a:ext uri="{FF2B5EF4-FFF2-40B4-BE49-F238E27FC236}">
                <a16:creationId xmlns:a16="http://schemas.microsoft.com/office/drawing/2014/main" id="{DAC0822B-95BC-D5AE-6C11-F66FF985163F}"/>
              </a:ext>
            </a:extLst>
          </p:cNvPr>
          <p:cNvSpPr>
            <a:spLocks noGrp="1"/>
          </p:cNvSpPr>
          <p:nvPr/>
        </p:nvSpPr>
        <p:spPr>
          <a:xfrm>
            <a:off x="549081" y="3324952"/>
            <a:ext cx="11139268" cy="125675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7900" b="0">
                <a:latin typeface="Times New Roman"/>
                <a:ea typeface="Times New Roman"/>
                <a:cs typeface="Times New Roman"/>
              </a:defRPr>
            </a:pPr>
            <a:r>
              <a:rPr sz="7500" dirty="0"/>
              <a:t>P(</a:t>
            </a:r>
            <a:r>
              <a:rPr sz="7500" dirty="0" err="1"/>
              <a:t>Compromisso</a:t>
            </a:r>
            <a:r>
              <a:rPr sz="7500" dirty="0"/>
              <a:t> | </a:t>
            </a:r>
            <a:r>
              <a:rPr sz="7500" dirty="0" err="1"/>
              <a:t>fraca</a:t>
            </a:r>
            <a:r>
              <a:rPr sz="7500" dirty="0"/>
              <a:t>, </a:t>
            </a:r>
            <a:r>
              <a:rPr sz="7500" dirty="0" err="1"/>
              <a:t>não</a:t>
            </a:r>
            <a:r>
              <a:rPr sz="75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245909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F07F8-1194-5F05-9A72-A8E718573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8" name="Appointment…">
            <a:extLst>
              <a:ext uri="{FF2B5EF4-FFF2-40B4-BE49-F238E27FC236}">
                <a16:creationId xmlns:a16="http://schemas.microsoft.com/office/drawing/2014/main" id="{7793FFC1-14E9-01BE-1C90-60BF4DC8E5E2}"/>
              </a:ext>
            </a:extLst>
          </p:cNvPr>
          <p:cNvSpPr>
            <a:spLocks noGrp="1"/>
          </p:cNvSpPr>
          <p:nvPr/>
        </p:nvSpPr>
        <p:spPr>
          <a:xfrm>
            <a:off x="18268631" y="9410179"/>
            <a:ext cx="5101324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Compromisso</a:t>
            </a:r>
            <a:endParaRPr dirty="0"/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dirty="0" err="1"/>
              <a:t>comparecer</a:t>
            </a:r>
            <a:r>
              <a:rPr dirty="0"/>
              <a:t>, </a:t>
            </a:r>
            <a:r>
              <a:rPr dirty="0" err="1"/>
              <a:t>faltar</a:t>
            </a:r>
            <a:r>
              <a:rPr dirty="0"/>
              <a:t>}</a:t>
            </a:r>
          </a:p>
        </p:txBody>
      </p:sp>
      <p:sp>
        <p:nvSpPr>
          <p:cNvPr id="3249" name="Line">
            <a:extLst>
              <a:ext uri="{FF2B5EF4-FFF2-40B4-BE49-F238E27FC236}">
                <a16:creationId xmlns:a16="http://schemas.microsoft.com/office/drawing/2014/main" id="{0FA2D218-46EA-BB90-0FCB-C7FDA6249147}"/>
              </a:ext>
            </a:extLst>
          </p:cNvPr>
          <p:cNvSpPr>
            <a:spLocks noGrp="1"/>
          </p:cNvSpPr>
          <p:nvPr/>
        </p:nvSpPr>
        <p:spPr>
          <a:xfrm>
            <a:off x="20819292" y="8595749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50" name="Train…">
            <a:extLst>
              <a:ext uri="{FF2B5EF4-FFF2-40B4-BE49-F238E27FC236}">
                <a16:creationId xmlns:a16="http://schemas.microsoft.com/office/drawing/2014/main" id="{3D20E3A5-648D-8BD5-AB44-4BC647C84312}"/>
              </a:ext>
            </a:extLst>
          </p:cNvPr>
          <p:cNvSpPr>
            <a:spLocks noGrp="1"/>
          </p:cNvSpPr>
          <p:nvPr/>
        </p:nvSpPr>
        <p:spPr>
          <a:xfrm>
            <a:off x="17773307" y="6787469"/>
            <a:ext cx="6091970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251" name="Line">
            <a:extLst>
              <a:ext uri="{FF2B5EF4-FFF2-40B4-BE49-F238E27FC236}">
                <a16:creationId xmlns:a16="http://schemas.microsoft.com/office/drawing/2014/main" id="{74F5D9B5-B3ED-CAAA-5A9C-77E63A50334A}"/>
              </a:ext>
            </a:extLst>
          </p:cNvPr>
          <p:cNvSpPr>
            <a:spLocks noGrp="1"/>
          </p:cNvSpPr>
          <p:nvPr/>
        </p:nvSpPr>
        <p:spPr>
          <a:xfrm>
            <a:off x="19020594" y="5973037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52" name="Line">
            <a:extLst>
              <a:ext uri="{FF2B5EF4-FFF2-40B4-BE49-F238E27FC236}">
                <a16:creationId xmlns:a16="http://schemas.microsoft.com/office/drawing/2014/main" id="{8B65B896-15FE-F39D-1211-A7490C0E6EEC}"/>
              </a:ext>
            </a:extLst>
          </p:cNvPr>
          <p:cNvSpPr>
            <a:spLocks noGrp="1"/>
          </p:cNvSpPr>
          <p:nvPr/>
        </p:nvSpPr>
        <p:spPr>
          <a:xfrm flipH="1">
            <a:off x="22617989" y="3350326"/>
            <a:ext cx="1" cy="334572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53" name="Maintenance…">
            <a:extLst>
              <a:ext uri="{FF2B5EF4-FFF2-40B4-BE49-F238E27FC236}">
                <a16:creationId xmlns:a16="http://schemas.microsoft.com/office/drawing/2014/main" id="{6395E503-7FC1-9626-DC02-3F78440527BB}"/>
              </a:ext>
            </a:extLst>
          </p:cNvPr>
          <p:cNvSpPr>
            <a:spLocks noGrp="1"/>
          </p:cNvSpPr>
          <p:nvPr/>
        </p:nvSpPr>
        <p:spPr>
          <a:xfrm>
            <a:off x="16367644" y="4164756"/>
            <a:ext cx="5305902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254" name="Rain…">
            <a:extLst>
              <a:ext uri="{FF2B5EF4-FFF2-40B4-BE49-F238E27FC236}">
                <a16:creationId xmlns:a16="http://schemas.microsoft.com/office/drawing/2014/main" id="{EB3B335E-0628-EF90-544F-92E6CD46BAEF}"/>
              </a:ext>
            </a:extLst>
          </p:cNvPr>
          <p:cNvSpPr>
            <a:spLocks noGrp="1"/>
          </p:cNvSpPr>
          <p:nvPr/>
        </p:nvSpPr>
        <p:spPr>
          <a:xfrm>
            <a:off x="17736883" y="1542046"/>
            <a:ext cx="6164819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255" name="Line">
            <a:extLst>
              <a:ext uri="{FF2B5EF4-FFF2-40B4-BE49-F238E27FC236}">
                <a16:creationId xmlns:a16="http://schemas.microsoft.com/office/drawing/2014/main" id="{26806FEF-5329-6BA4-B6C3-2800CE3CFDF4}"/>
              </a:ext>
            </a:extLst>
          </p:cNvPr>
          <p:cNvSpPr>
            <a:spLocks noGrp="1"/>
          </p:cNvSpPr>
          <p:nvPr/>
        </p:nvSpPr>
        <p:spPr>
          <a:xfrm>
            <a:off x="19020594" y="3350326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57" name="P(Appointment | light, no)">
            <a:extLst>
              <a:ext uri="{FF2B5EF4-FFF2-40B4-BE49-F238E27FC236}">
                <a16:creationId xmlns:a16="http://schemas.microsoft.com/office/drawing/2014/main" id="{73352E50-464B-66C3-54FE-B5CEB5CFF03C}"/>
              </a:ext>
            </a:extLst>
          </p:cNvPr>
          <p:cNvSpPr>
            <a:spLocks noGrp="1"/>
          </p:cNvSpPr>
          <p:nvPr/>
        </p:nvSpPr>
        <p:spPr>
          <a:xfrm>
            <a:off x="549081" y="3324952"/>
            <a:ext cx="11139268" cy="125675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7900" b="0">
                <a:latin typeface="Times New Roman"/>
                <a:ea typeface="Times New Roman"/>
                <a:cs typeface="Times New Roman"/>
              </a:defRPr>
            </a:pPr>
            <a:r>
              <a:rPr sz="7500" dirty="0"/>
              <a:t>P(</a:t>
            </a:r>
            <a:r>
              <a:rPr sz="7500" dirty="0" err="1"/>
              <a:t>Compromisso</a:t>
            </a:r>
            <a:r>
              <a:rPr sz="7500" dirty="0"/>
              <a:t> | </a:t>
            </a:r>
            <a:r>
              <a:rPr sz="7500" dirty="0" err="1"/>
              <a:t>fraca</a:t>
            </a:r>
            <a:r>
              <a:rPr sz="7500" dirty="0"/>
              <a:t>, </a:t>
            </a:r>
            <a:r>
              <a:rPr sz="7500" dirty="0" err="1"/>
              <a:t>não</a:t>
            </a:r>
            <a:r>
              <a:rPr sz="7500" dirty="0"/>
              <a:t>)</a:t>
            </a:r>
          </a:p>
        </p:txBody>
      </p:sp>
      <p:sp>
        <p:nvSpPr>
          <p:cNvPr id="3258" name="= α P(Appointment, light, no)">
            <a:extLst>
              <a:ext uri="{FF2B5EF4-FFF2-40B4-BE49-F238E27FC236}">
                <a16:creationId xmlns:a16="http://schemas.microsoft.com/office/drawing/2014/main" id="{DAC9208C-9F08-8057-70CB-1557A7B34ED7}"/>
              </a:ext>
            </a:extLst>
          </p:cNvPr>
          <p:cNvSpPr>
            <a:spLocks noGrp="1"/>
          </p:cNvSpPr>
          <p:nvPr/>
        </p:nvSpPr>
        <p:spPr>
          <a:xfrm>
            <a:off x="110893" y="5757956"/>
            <a:ext cx="12713417" cy="125675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7900" b="0">
                <a:latin typeface="Times New Roman"/>
                <a:ea typeface="Times New Roman"/>
                <a:cs typeface="Times New Roman"/>
              </a:defRPr>
            </a:pPr>
            <a:r>
              <a:rPr sz="7500" dirty="0"/>
              <a:t> = α P(</a:t>
            </a:r>
            <a:r>
              <a:rPr sz="7500" dirty="0" err="1"/>
              <a:t>Compromisso</a:t>
            </a:r>
            <a:r>
              <a:rPr sz="7500" dirty="0"/>
              <a:t>, </a:t>
            </a:r>
            <a:r>
              <a:rPr sz="7500" dirty="0" err="1"/>
              <a:t>fraca</a:t>
            </a:r>
            <a:r>
              <a:rPr sz="7500" dirty="0"/>
              <a:t>, </a:t>
            </a:r>
            <a:r>
              <a:rPr sz="7500" dirty="0" err="1"/>
              <a:t>não</a:t>
            </a:r>
            <a:r>
              <a:rPr sz="75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645659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2E416-F272-B678-5BC6-8CF84AB39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8" name="Appointment…">
            <a:extLst>
              <a:ext uri="{FF2B5EF4-FFF2-40B4-BE49-F238E27FC236}">
                <a16:creationId xmlns:a16="http://schemas.microsoft.com/office/drawing/2014/main" id="{56C81E93-FFEA-D666-4A0B-F4B0EC21513D}"/>
              </a:ext>
            </a:extLst>
          </p:cNvPr>
          <p:cNvSpPr>
            <a:spLocks noGrp="1"/>
          </p:cNvSpPr>
          <p:nvPr/>
        </p:nvSpPr>
        <p:spPr>
          <a:xfrm>
            <a:off x="18268631" y="9410179"/>
            <a:ext cx="5101324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Compromisso</a:t>
            </a:r>
            <a:endParaRPr dirty="0"/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dirty="0" err="1"/>
              <a:t>comparecer</a:t>
            </a:r>
            <a:r>
              <a:rPr dirty="0"/>
              <a:t>, </a:t>
            </a:r>
            <a:r>
              <a:rPr dirty="0" err="1"/>
              <a:t>faltar</a:t>
            </a:r>
            <a:r>
              <a:rPr dirty="0"/>
              <a:t>}</a:t>
            </a:r>
          </a:p>
        </p:txBody>
      </p:sp>
      <p:sp>
        <p:nvSpPr>
          <p:cNvPr id="3249" name="Line">
            <a:extLst>
              <a:ext uri="{FF2B5EF4-FFF2-40B4-BE49-F238E27FC236}">
                <a16:creationId xmlns:a16="http://schemas.microsoft.com/office/drawing/2014/main" id="{7BB7B440-5217-0A20-B1BA-6398BF7FBC54}"/>
              </a:ext>
            </a:extLst>
          </p:cNvPr>
          <p:cNvSpPr>
            <a:spLocks noGrp="1"/>
          </p:cNvSpPr>
          <p:nvPr/>
        </p:nvSpPr>
        <p:spPr>
          <a:xfrm>
            <a:off x="20819292" y="8595749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50" name="Train…">
            <a:extLst>
              <a:ext uri="{FF2B5EF4-FFF2-40B4-BE49-F238E27FC236}">
                <a16:creationId xmlns:a16="http://schemas.microsoft.com/office/drawing/2014/main" id="{D570D5E7-525B-E5EA-66CF-41FF4714E095}"/>
              </a:ext>
            </a:extLst>
          </p:cNvPr>
          <p:cNvSpPr>
            <a:spLocks noGrp="1"/>
          </p:cNvSpPr>
          <p:nvPr/>
        </p:nvSpPr>
        <p:spPr>
          <a:xfrm>
            <a:off x="17773307" y="6787469"/>
            <a:ext cx="6091970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251" name="Line">
            <a:extLst>
              <a:ext uri="{FF2B5EF4-FFF2-40B4-BE49-F238E27FC236}">
                <a16:creationId xmlns:a16="http://schemas.microsoft.com/office/drawing/2014/main" id="{F9605230-AC34-7031-48D8-1F5C7B043164}"/>
              </a:ext>
            </a:extLst>
          </p:cNvPr>
          <p:cNvSpPr>
            <a:spLocks noGrp="1"/>
          </p:cNvSpPr>
          <p:nvPr/>
        </p:nvSpPr>
        <p:spPr>
          <a:xfrm>
            <a:off x="19020594" y="5973037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52" name="Line">
            <a:extLst>
              <a:ext uri="{FF2B5EF4-FFF2-40B4-BE49-F238E27FC236}">
                <a16:creationId xmlns:a16="http://schemas.microsoft.com/office/drawing/2014/main" id="{7183A9E0-BFB3-BFF6-171E-2227B7BFBAEF}"/>
              </a:ext>
            </a:extLst>
          </p:cNvPr>
          <p:cNvSpPr>
            <a:spLocks noGrp="1"/>
          </p:cNvSpPr>
          <p:nvPr/>
        </p:nvSpPr>
        <p:spPr>
          <a:xfrm flipH="1">
            <a:off x="22617989" y="3350326"/>
            <a:ext cx="1" cy="334572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53" name="Maintenance…">
            <a:extLst>
              <a:ext uri="{FF2B5EF4-FFF2-40B4-BE49-F238E27FC236}">
                <a16:creationId xmlns:a16="http://schemas.microsoft.com/office/drawing/2014/main" id="{45634CEA-496A-C070-73FE-6BE32690B12E}"/>
              </a:ext>
            </a:extLst>
          </p:cNvPr>
          <p:cNvSpPr>
            <a:spLocks noGrp="1"/>
          </p:cNvSpPr>
          <p:nvPr/>
        </p:nvSpPr>
        <p:spPr>
          <a:xfrm>
            <a:off x="16367644" y="4164756"/>
            <a:ext cx="5305902" cy="171686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254" name="Rain…">
            <a:extLst>
              <a:ext uri="{FF2B5EF4-FFF2-40B4-BE49-F238E27FC236}">
                <a16:creationId xmlns:a16="http://schemas.microsoft.com/office/drawing/2014/main" id="{8DAC0CC0-96CF-60A0-A526-B43C0BD60D02}"/>
              </a:ext>
            </a:extLst>
          </p:cNvPr>
          <p:cNvSpPr>
            <a:spLocks noGrp="1"/>
          </p:cNvSpPr>
          <p:nvPr/>
        </p:nvSpPr>
        <p:spPr>
          <a:xfrm>
            <a:off x="17736883" y="1542046"/>
            <a:ext cx="6164819" cy="1716860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4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255" name="Line">
            <a:extLst>
              <a:ext uri="{FF2B5EF4-FFF2-40B4-BE49-F238E27FC236}">
                <a16:creationId xmlns:a16="http://schemas.microsoft.com/office/drawing/2014/main" id="{2A145B33-9A2E-B596-C583-D0C1B1321868}"/>
              </a:ext>
            </a:extLst>
          </p:cNvPr>
          <p:cNvSpPr>
            <a:spLocks noGrp="1"/>
          </p:cNvSpPr>
          <p:nvPr/>
        </p:nvSpPr>
        <p:spPr>
          <a:xfrm>
            <a:off x="19020594" y="3350326"/>
            <a:ext cx="1" cy="72301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57" name="P(Appointment | light, no)">
            <a:extLst>
              <a:ext uri="{FF2B5EF4-FFF2-40B4-BE49-F238E27FC236}">
                <a16:creationId xmlns:a16="http://schemas.microsoft.com/office/drawing/2014/main" id="{678C3608-AAFA-F081-02DD-E2FD407F1DDD}"/>
              </a:ext>
            </a:extLst>
          </p:cNvPr>
          <p:cNvSpPr>
            <a:spLocks noGrp="1"/>
          </p:cNvSpPr>
          <p:nvPr/>
        </p:nvSpPr>
        <p:spPr>
          <a:xfrm>
            <a:off x="549081" y="3324952"/>
            <a:ext cx="11139268" cy="125675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7900" b="0">
                <a:latin typeface="Times New Roman"/>
                <a:ea typeface="Times New Roman"/>
                <a:cs typeface="Times New Roman"/>
              </a:defRPr>
            </a:pPr>
            <a:r>
              <a:rPr sz="7500" dirty="0"/>
              <a:t>P(</a:t>
            </a:r>
            <a:r>
              <a:rPr sz="7500" dirty="0" err="1"/>
              <a:t>Compromisso</a:t>
            </a:r>
            <a:r>
              <a:rPr sz="7500" dirty="0"/>
              <a:t> | </a:t>
            </a:r>
            <a:r>
              <a:rPr sz="7500" dirty="0" err="1"/>
              <a:t>fraca</a:t>
            </a:r>
            <a:r>
              <a:rPr sz="7500" dirty="0"/>
              <a:t>, </a:t>
            </a:r>
            <a:r>
              <a:rPr sz="7500" dirty="0" err="1"/>
              <a:t>não</a:t>
            </a:r>
            <a:r>
              <a:rPr sz="7500" dirty="0"/>
              <a:t>)</a:t>
            </a:r>
          </a:p>
        </p:txBody>
      </p:sp>
      <p:sp>
        <p:nvSpPr>
          <p:cNvPr id="3258" name="= α P(Appointment, light, no)">
            <a:extLst>
              <a:ext uri="{FF2B5EF4-FFF2-40B4-BE49-F238E27FC236}">
                <a16:creationId xmlns:a16="http://schemas.microsoft.com/office/drawing/2014/main" id="{93EC5B29-2FBA-5F8F-BD34-FC59E468DF84}"/>
              </a:ext>
            </a:extLst>
          </p:cNvPr>
          <p:cNvSpPr>
            <a:spLocks noGrp="1"/>
          </p:cNvSpPr>
          <p:nvPr/>
        </p:nvSpPr>
        <p:spPr>
          <a:xfrm>
            <a:off x="110893" y="5757956"/>
            <a:ext cx="12713417" cy="125675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7900" b="0">
                <a:latin typeface="Times New Roman"/>
                <a:ea typeface="Times New Roman"/>
                <a:cs typeface="Times New Roman"/>
              </a:defRPr>
            </a:pPr>
            <a:r>
              <a:rPr sz="7500" dirty="0"/>
              <a:t> = α P(</a:t>
            </a:r>
            <a:r>
              <a:rPr sz="7500" dirty="0" err="1"/>
              <a:t>Compromisso</a:t>
            </a:r>
            <a:r>
              <a:rPr sz="7500" dirty="0"/>
              <a:t>, </a:t>
            </a:r>
            <a:r>
              <a:rPr sz="7500" dirty="0" err="1"/>
              <a:t>fraca</a:t>
            </a:r>
            <a:r>
              <a:rPr sz="7500" dirty="0"/>
              <a:t>, </a:t>
            </a:r>
            <a:r>
              <a:rPr sz="7500" dirty="0" err="1"/>
              <a:t>não</a:t>
            </a:r>
            <a:r>
              <a:rPr sz="7500" dirty="0"/>
              <a:t>)</a:t>
            </a:r>
          </a:p>
        </p:txBody>
      </p:sp>
      <p:sp>
        <p:nvSpPr>
          <p:cNvPr id="3259" name="= α [P(Appointment, light, no, on time)…">
            <a:extLst>
              <a:ext uri="{FF2B5EF4-FFF2-40B4-BE49-F238E27FC236}">
                <a16:creationId xmlns:a16="http://schemas.microsoft.com/office/drawing/2014/main" id="{3DA26C2B-21AB-E396-1F6B-16000A75435F}"/>
              </a:ext>
            </a:extLst>
          </p:cNvPr>
          <p:cNvSpPr>
            <a:spLocks noGrp="1"/>
          </p:cNvSpPr>
          <p:nvPr/>
        </p:nvSpPr>
        <p:spPr>
          <a:xfrm>
            <a:off x="110893" y="8119773"/>
            <a:ext cx="17495174" cy="241091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7900" b="0">
                <a:latin typeface="Times New Roman"/>
                <a:ea typeface="Times New Roman"/>
                <a:cs typeface="Times New Roman"/>
              </a:defRPr>
            </a:pPr>
            <a:r>
              <a:rPr sz="7500"/>
              <a:t> = α [P(Compromisso, fraca, não, no horário)</a:t>
            </a:r>
          </a:p>
          <a:p>
            <a:pPr algn="l">
              <a:buNone/>
              <a:defRPr sz="7900" b="0">
                <a:latin typeface="Times New Roman"/>
                <a:ea typeface="Times New Roman"/>
                <a:cs typeface="Times New Roman"/>
              </a:defRPr>
            </a:pPr>
            <a:r>
              <a:rPr sz="7500"/>
              <a:t>    + P(Compromisso, fraca, não, atrasado)]</a:t>
            </a:r>
          </a:p>
        </p:txBody>
      </p:sp>
    </p:spTree>
    <p:extLst>
      <p:ext uri="{BB962C8B-B14F-4D97-AF65-F5344CB8AC3E}">
        <p14:creationId xmlns:p14="http://schemas.microsoft.com/office/powerpoint/2010/main" val="201059408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61" name="Equation">
                <a:extLst>
                  <a:ext uri="{FF2B5EF4-FFF2-40B4-BE49-F238E27FC236}">
                    <a16:creationId xmlns:a16="http://schemas.microsoft.com/office/drawing/2014/main" id="{FB652CC5-AE44-44A0-A153-BAA4AC39A3B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86511" y="4846282"/>
                <a:ext cx="1455916" cy="1898054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03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∑</m:t>
                      </m:r>
                    </m:oMath>
                  </m:oMathPara>
                </a14:m>
                <a:endParaRPr sz="103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261" name="Equation">
                <a:extLst>
                  <a:ext uri="{FF2B5EF4-FFF2-40B4-BE49-F238E27FC236}">
                    <a16:creationId xmlns:a16="http://schemas.microsoft.com/office/drawing/2014/main" id="{FB652CC5-AE44-44A0-A153-BAA4AC39A3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6511" y="4846282"/>
                <a:ext cx="1455916" cy="1898054"/>
              </a:xfrm>
              <a:prstGeom prst="rect">
                <a:avLst/>
              </a:prstGeom>
              <a:blipFill>
                <a:blip r:embed="rId3"/>
                <a:stretch>
                  <a:fillRect l="-23478" r="-23478" b="-14000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62" name="Inference by Enumeration">
            <a:extLst>
              <a:ext uri="{FF2B5EF4-FFF2-40B4-BE49-F238E27FC236}">
                <a16:creationId xmlns:a16="http://schemas.microsoft.com/office/drawing/2014/main" id="{BB13DF6A-A5EB-45AE-8A94-B9B3946AA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Inferência por enumeração</a:t>
            </a:r>
          </a:p>
        </p:txBody>
      </p:sp>
      <p:sp>
        <p:nvSpPr>
          <p:cNvPr id="3263" name="P(X | e) = α P(X, e) = α">
            <a:extLst>
              <a:ext uri="{FF2B5EF4-FFF2-40B4-BE49-F238E27FC236}">
                <a16:creationId xmlns:a16="http://schemas.microsoft.com/office/drawing/2014/main" id="{49434109-38D4-4C82-AA0B-3799ECCBE5EF}"/>
              </a:ext>
            </a:extLst>
          </p:cNvPr>
          <p:cNvSpPr>
            <a:spLocks noGrp="1"/>
          </p:cNvSpPr>
          <p:nvPr/>
        </p:nvSpPr>
        <p:spPr>
          <a:xfrm>
            <a:off x="1893330" y="5016912"/>
            <a:ext cx="13337779" cy="155679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400">
                <a:latin typeface="Times New Roman"/>
                <a:ea typeface="Times New Roman"/>
                <a:cs typeface="Times New Roman"/>
              </a:defRPr>
            </a:pPr>
            <a:r>
              <a:t>P</a:t>
            </a:r>
            <a:r>
              <a:rPr b="0"/>
              <a:t>(X | </a:t>
            </a:r>
            <a:r>
              <a:t>e</a:t>
            </a:r>
            <a:r>
              <a:rPr b="0"/>
              <a:t>) = α </a:t>
            </a:r>
            <a:r>
              <a:t>P</a:t>
            </a:r>
            <a:r>
              <a:rPr b="0"/>
              <a:t>(X, </a:t>
            </a:r>
            <a:r>
              <a:t>e</a:t>
            </a:r>
            <a:r>
              <a:rPr b="0"/>
              <a:t>) = α  </a:t>
            </a:r>
          </a:p>
        </p:txBody>
      </p:sp>
      <p:sp>
        <p:nvSpPr>
          <p:cNvPr id="3264" name="y">
            <a:extLst>
              <a:ext uri="{FF2B5EF4-FFF2-40B4-BE49-F238E27FC236}">
                <a16:creationId xmlns:a16="http://schemas.microsoft.com/office/drawing/2014/main" id="{2AFB4ED2-E368-48E7-B903-9B14A01948D6}"/>
              </a:ext>
            </a:extLst>
          </p:cNvPr>
          <p:cNvSpPr>
            <a:spLocks noGrp="1"/>
          </p:cNvSpPr>
          <p:nvPr/>
        </p:nvSpPr>
        <p:spPr>
          <a:xfrm>
            <a:off x="15535070" y="6277184"/>
            <a:ext cx="558801" cy="107983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rPr dirty="0"/>
              <a:t>y</a:t>
            </a:r>
          </a:p>
        </p:txBody>
      </p:sp>
      <p:sp>
        <p:nvSpPr>
          <p:cNvPr id="3265" name="P(X, e, y)">
            <a:extLst>
              <a:ext uri="{FF2B5EF4-FFF2-40B4-BE49-F238E27FC236}">
                <a16:creationId xmlns:a16="http://schemas.microsoft.com/office/drawing/2014/main" id="{3B99E486-062C-4817-B8B0-EF57C9369E36}"/>
              </a:ext>
            </a:extLst>
          </p:cNvPr>
          <p:cNvSpPr>
            <a:spLocks noGrp="1"/>
          </p:cNvSpPr>
          <p:nvPr/>
        </p:nvSpPr>
        <p:spPr>
          <a:xfrm>
            <a:off x="16838424" y="5016912"/>
            <a:ext cx="5652246" cy="155679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400">
                <a:latin typeface="Times New Roman"/>
                <a:ea typeface="Times New Roman"/>
                <a:cs typeface="Times New Roman"/>
              </a:defRPr>
            </a:pPr>
            <a:r>
              <a:rPr b="0"/>
              <a:t> </a:t>
            </a:r>
            <a:r>
              <a:t>P</a:t>
            </a:r>
            <a:r>
              <a:rPr b="0"/>
              <a:t>(X, </a:t>
            </a:r>
            <a:r>
              <a:t>e</a:t>
            </a:r>
            <a:r>
              <a:rPr b="0"/>
              <a:t>, </a:t>
            </a:r>
            <a:r>
              <a:t>y</a:t>
            </a:r>
            <a:r>
              <a:rPr b="0"/>
              <a:t>)</a:t>
            </a:r>
          </a:p>
        </p:txBody>
      </p:sp>
      <p:sp>
        <p:nvSpPr>
          <p:cNvPr id="3266" name="X is the query variable.…">
            <a:extLst>
              <a:ext uri="{FF2B5EF4-FFF2-40B4-BE49-F238E27FC236}">
                <a16:creationId xmlns:a16="http://schemas.microsoft.com/office/drawing/2014/main" id="{DA9F83BF-2161-42C6-93A2-83C77547EDB2}"/>
              </a:ext>
            </a:extLst>
          </p:cNvPr>
          <p:cNvSpPr>
            <a:spLocks noGrp="1"/>
          </p:cNvSpPr>
          <p:nvPr/>
        </p:nvSpPr>
        <p:spPr>
          <a:xfrm>
            <a:off x="2191874" y="9226950"/>
            <a:ext cx="13022164" cy="359583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5600" b="0">
                <a:latin typeface="Times New Roman"/>
                <a:ea typeface="Times New Roman"/>
                <a:cs typeface="Times New Roman"/>
              </a:defRPr>
            </a:pPr>
            <a:r>
              <a:t>X é a variável de consulta.</a:t>
            </a:r>
            <a:endParaRPr>
              <a:latin typeface="Helvetica"/>
              <a:ea typeface="Helvetica"/>
              <a:cs typeface="Helvetica"/>
            </a:endParaRPr>
          </a:p>
          <a:p>
            <a:pPr algn="l">
              <a:buNone/>
              <a:defRPr sz="5600" b="0">
                <a:latin typeface="Times New Roman"/>
                <a:ea typeface="Times New Roman"/>
                <a:cs typeface="Times New Roman"/>
              </a:defRPr>
            </a:pPr>
            <a:r>
              <a:rPr b="1"/>
              <a:t>e é a evidência.</a:t>
            </a:r>
            <a:endParaRPr>
              <a:latin typeface="Helvetica"/>
              <a:ea typeface="Helvetica"/>
              <a:cs typeface="Helvetica"/>
            </a:endParaRPr>
          </a:p>
          <a:p>
            <a:pPr algn="l">
              <a:buNone/>
              <a:defRPr sz="5600" b="0">
                <a:latin typeface="Times New Roman"/>
                <a:ea typeface="Times New Roman"/>
                <a:cs typeface="Times New Roman"/>
              </a:defRPr>
            </a:pPr>
            <a:r>
              <a:rPr b="1"/>
              <a:t>y percorre os valores das variáveis ocultas.</a:t>
            </a:r>
            <a:endParaRPr>
              <a:latin typeface="Helvetica"/>
              <a:ea typeface="Helvetica"/>
              <a:cs typeface="Helvetica"/>
            </a:endParaRPr>
          </a:p>
          <a:p>
            <a:pPr algn="l">
              <a:buNone/>
              <a:defRPr sz="5600" b="0">
                <a:latin typeface="Times New Roman"/>
                <a:ea typeface="Times New Roman"/>
                <a:cs typeface="Times New Roman"/>
              </a:defRPr>
            </a:pPr>
            <a:r>
              <a:t>α normaliza o resultado.</a:t>
            </a:r>
          </a:p>
        </p:txBody>
      </p:sp>
    </p:spTree>
    <p:extLst>
      <p:ext uri="{BB962C8B-B14F-4D97-AF65-F5344CB8AC3E}">
        <p14:creationId xmlns:p14="http://schemas.microsoft.com/office/powerpoint/2010/main" val="107297297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8" name="Approximate Inference">
            <a:extLst>
              <a:ext uri="{FF2B5EF4-FFF2-40B4-BE49-F238E27FC236}">
                <a16:creationId xmlns:a16="http://schemas.microsoft.com/office/drawing/2014/main" id="{F1CF535B-BDCB-4258-B116-31547B5E303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 aproximada</a:t>
            </a:r>
          </a:p>
        </p:txBody>
      </p:sp>
    </p:spTree>
    <p:extLst>
      <p:ext uri="{BB962C8B-B14F-4D97-AF65-F5344CB8AC3E}">
        <p14:creationId xmlns:p14="http://schemas.microsoft.com/office/powerpoint/2010/main" val="88656797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0" name="Sampling">
            <a:extLst>
              <a:ext uri="{FF2B5EF4-FFF2-40B4-BE49-F238E27FC236}">
                <a16:creationId xmlns:a16="http://schemas.microsoft.com/office/drawing/2014/main" id="{475420E8-C68C-47B9-B82B-71A3FC4D772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Amostragem</a:t>
            </a:r>
          </a:p>
        </p:txBody>
      </p:sp>
    </p:spTree>
    <p:extLst>
      <p:ext uri="{BB962C8B-B14F-4D97-AF65-F5344CB8AC3E}">
        <p14:creationId xmlns:p14="http://schemas.microsoft.com/office/powerpoint/2010/main" val="202250851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2" name="Appointment…">
            <a:extLst>
              <a:ext uri="{FF2B5EF4-FFF2-40B4-BE49-F238E27FC236}">
                <a16:creationId xmlns:a16="http://schemas.microsoft.com/office/drawing/2014/main" id="{4D767A8F-2D8E-4A40-A3DC-682723D32416}"/>
              </a:ext>
            </a:extLst>
          </p:cNvPr>
          <p:cNvSpPr>
            <a:spLocks noGrp="1"/>
          </p:cNvSpPr>
          <p:nvPr/>
        </p:nvSpPr>
        <p:spPr>
          <a:xfrm>
            <a:off x="9589474" y="10755248"/>
            <a:ext cx="6940064" cy="2175495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0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Compromisso</a:t>
            </a:r>
            <a:endParaRPr dirty="0"/>
          </a:p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dirty="0" err="1"/>
              <a:t>comparecer</a:t>
            </a:r>
            <a:r>
              <a:rPr dirty="0"/>
              <a:t>, </a:t>
            </a:r>
            <a:r>
              <a:rPr dirty="0" err="1"/>
              <a:t>faltar</a:t>
            </a:r>
            <a:r>
              <a:rPr dirty="0"/>
              <a:t>}</a:t>
            </a:r>
          </a:p>
        </p:txBody>
      </p:sp>
      <p:sp>
        <p:nvSpPr>
          <p:cNvPr id="3273" name="Line">
            <a:extLst>
              <a:ext uri="{FF2B5EF4-FFF2-40B4-BE49-F238E27FC236}">
                <a16:creationId xmlns:a16="http://schemas.microsoft.com/office/drawing/2014/main" id="{7CD0B459-686F-4831-9FD2-9672889E7F73}"/>
              </a:ext>
            </a:extLst>
          </p:cNvPr>
          <p:cNvSpPr>
            <a:spLocks noGrp="1"/>
          </p:cNvSpPr>
          <p:nvPr/>
        </p:nvSpPr>
        <p:spPr>
          <a:xfrm>
            <a:off x="13059505" y="9723254"/>
            <a:ext cx="1" cy="91615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74" name="Train…">
            <a:extLst>
              <a:ext uri="{FF2B5EF4-FFF2-40B4-BE49-F238E27FC236}">
                <a16:creationId xmlns:a16="http://schemas.microsoft.com/office/drawing/2014/main" id="{C8DFCAE1-29A0-4A0F-9F79-61BAC0ED5A21}"/>
              </a:ext>
            </a:extLst>
          </p:cNvPr>
          <p:cNvSpPr>
            <a:spLocks noGrp="1"/>
          </p:cNvSpPr>
          <p:nvPr/>
        </p:nvSpPr>
        <p:spPr>
          <a:xfrm>
            <a:off x="9199829" y="7431917"/>
            <a:ext cx="7719352" cy="2175495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0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275" name="Line">
            <a:extLst>
              <a:ext uri="{FF2B5EF4-FFF2-40B4-BE49-F238E27FC236}">
                <a16:creationId xmlns:a16="http://schemas.microsoft.com/office/drawing/2014/main" id="{FD3133C0-653D-44AE-9771-F01FCB82B657}"/>
              </a:ext>
            </a:extLst>
          </p:cNvPr>
          <p:cNvSpPr>
            <a:spLocks noGrp="1"/>
          </p:cNvSpPr>
          <p:nvPr/>
        </p:nvSpPr>
        <p:spPr>
          <a:xfrm>
            <a:off x="10780312" y="6399924"/>
            <a:ext cx="1" cy="91615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76" name="Line">
            <a:extLst>
              <a:ext uri="{FF2B5EF4-FFF2-40B4-BE49-F238E27FC236}">
                <a16:creationId xmlns:a16="http://schemas.microsoft.com/office/drawing/2014/main" id="{375575BA-41A1-45C4-BEF4-42E746BD94B6}"/>
              </a:ext>
            </a:extLst>
          </p:cNvPr>
          <p:cNvSpPr>
            <a:spLocks noGrp="1"/>
          </p:cNvSpPr>
          <p:nvPr/>
        </p:nvSpPr>
        <p:spPr>
          <a:xfrm flipH="1">
            <a:off x="15338698" y="3076593"/>
            <a:ext cx="1" cy="423948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77" name="Maintenance…">
            <a:extLst>
              <a:ext uri="{FF2B5EF4-FFF2-40B4-BE49-F238E27FC236}">
                <a16:creationId xmlns:a16="http://schemas.microsoft.com/office/drawing/2014/main" id="{3DB7732F-2B2D-4E7B-A781-FAB251B09201}"/>
              </a:ext>
            </a:extLst>
          </p:cNvPr>
          <p:cNvSpPr>
            <a:spLocks noGrp="1"/>
          </p:cNvSpPr>
          <p:nvPr/>
        </p:nvSpPr>
        <p:spPr>
          <a:xfrm>
            <a:off x="7418664" y="4108587"/>
            <a:ext cx="6723297" cy="2175494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0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278" name="Rain…">
            <a:extLst>
              <a:ext uri="{FF2B5EF4-FFF2-40B4-BE49-F238E27FC236}">
                <a16:creationId xmlns:a16="http://schemas.microsoft.com/office/drawing/2014/main" id="{0DD0866D-F8A6-4698-B55C-BFA93A52C456}"/>
              </a:ext>
            </a:extLst>
          </p:cNvPr>
          <p:cNvSpPr>
            <a:spLocks noGrp="1"/>
          </p:cNvSpPr>
          <p:nvPr/>
        </p:nvSpPr>
        <p:spPr>
          <a:xfrm>
            <a:off x="9153675" y="785257"/>
            <a:ext cx="7811661" cy="2175494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0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279" name="Line">
            <a:extLst>
              <a:ext uri="{FF2B5EF4-FFF2-40B4-BE49-F238E27FC236}">
                <a16:creationId xmlns:a16="http://schemas.microsoft.com/office/drawing/2014/main" id="{79EB806D-167A-4791-B752-D8F36BFE6219}"/>
              </a:ext>
            </a:extLst>
          </p:cNvPr>
          <p:cNvSpPr>
            <a:spLocks noGrp="1"/>
          </p:cNvSpPr>
          <p:nvPr/>
        </p:nvSpPr>
        <p:spPr>
          <a:xfrm>
            <a:off x="10780312" y="3076593"/>
            <a:ext cx="1" cy="91615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05306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2" name="Appointment…">
            <a:extLst>
              <a:ext uri="{FF2B5EF4-FFF2-40B4-BE49-F238E27FC236}">
                <a16:creationId xmlns:a16="http://schemas.microsoft.com/office/drawing/2014/main" id="{57324DED-3BD1-45B0-979C-DEED9BA892FB}"/>
              </a:ext>
            </a:extLst>
          </p:cNvPr>
          <p:cNvSpPr>
            <a:spLocks noGrp="1"/>
          </p:cNvSpPr>
          <p:nvPr/>
        </p:nvSpPr>
        <p:spPr>
          <a:xfrm>
            <a:off x="4058146" y="23585205"/>
            <a:ext cx="8480113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283" name="Line">
            <a:extLst>
              <a:ext uri="{FF2B5EF4-FFF2-40B4-BE49-F238E27FC236}">
                <a16:creationId xmlns:a16="http://schemas.microsoft.com/office/drawing/2014/main" id="{66BE9AFC-9E65-4906-8B42-289DE3815A74}"/>
              </a:ext>
            </a:extLst>
          </p:cNvPr>
          <p:cNvSpPr>
            <a:spLocks noGrp="1"/>
          </p:cNvSpPr>
          <p:nvPr/>
        </p:nvSpPr>
        <p:spPr>
          <a:xfrm>
            <a:off x="8298202" y="22160565"/>
            <a:ext cx="1" cy="126472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84" name="Train…">
            <a:extLst>
              <a:ext uri="{FF2B5EF4-FFF2-40B4-BE49-F238E27FC236}">
                <a16:creationId xmlns:a16="http://schemas.microsoft.com/office/drawing/2014/main" id="{E60BD5E5-A67E-41EA-A6F3-EE80A6540A6A}"/>
              </a:ext>
            </a:extLst>
          </p:cNvPr>
          <p:cNvSpPr>
            <a:spLocks noGrp="1"/>
          </p:cNvSpPr>
          <p:nvPr/>
        </p:nvSpPr>
        <p:spPr>
          <a:xfrm>
            <a:off x="2970021" y="18997435"/>
            <a:ext cx="10656361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285" name="Line">
            <a:extLst>
              <a:ext uri="{FF2B5EF4-FFF2-40B4-BE49-F238E27FC236}">
                <a16:creationId xmlns:a16="http://schemas.microsoft.com/office/drawing/2014/main" id="{C725081C-0C2E-42F1-BEF5-222BA6A592AD}"/>
              </a:ext>
            </a:extLst>
          </p:cNvPr>
          <p:cNvSpPr>
            <a:spLocks noGrp="1"/>
          </p:cNvSpPr>
          <p:nvPr/>
        </p:nvSpPr>
        <p:spPr>
          <a:xfrm>
            <a:off x="5151835" y="17572794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86" name="Line">
            <a:extLst>
              <a:ext uri="{FF2B5EF4-FFF2-40B4-BE49-F238E27FC236}">
                <a16:creationId xmlns:a16="http://schemas.microsoft.com/office/drawing/2014/main" id="{39071592-46EB-4548-944D-97DC027911CF}"/>
              </a:ext>
            </a:extLst>
          </p:cNvPr>
          <p:cNvSpPr>
            <a:spLocks noGrp="1"/>
          </p:cNvSpPr>
          <p:nvPr/>
        </p:nvSpPr>
        <p:spPr>
          <a:xfrm flipH="1">
            <a:off x="11444567" y="12985026"/>
            <a:ext cx="1" cy="5852489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87" name="Maintenance…">
            <a:extLst>
              <a:ext uri="{FF2B5EF4-FFF2-40B4-BE49-F238E27FC236}">
                <a16:creationId xmlns:a16="http://schemas.microsoft.com/office/drawing/2014/main" id="{85624732-1EFC-4133-BED3-6D836B8DC01E}"/>
              </a:ext>
            </a:extLst>
          </p:cNvPr>
          <p:cNvSpPr>
            <a:spLocks noGrp="1"/>
          </p:cNvSpPr>
          <p:nvPr/>
        </p:nvSpPr>
        <p:spPr>
          <a:xfrm>
            <a:off x="511170" y="14409665"/>
            <a:ext cx="9281333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288" name="Rain…">
            <a:extLst>
              <a:ext uri="{FF2B5EF4-FFF2-40B4-BE49-F238E27FC236}">
                <a16:creationId xmlns:a16="http://schemas.microsoft.com/office/drawing/2014/main" id="{C8560621-1FED-4E0F-96CC-CE17D462CDFD}"/>
              </a:ext>
            </a:extLst>
          </p:cNvPr>
          <p:cNvSpPr>
            <a:spLocks noGrp="1"/>
          </p:cNvSpPr>
          <p:nvPr/>
        </p:nvSpPr>
        <p:spPr>
          <a:xfrm>
            <a:off x="2906307" y="9821897"/>
            <a:ext cx="10783790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Chuva</a:t>
            </a:r>
            <a:endParaRPr dirty="0"/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dirty="0" err="1"/>
              <a:t>nenhuma</a:t>
            </a:r>
            <a:r>
              <a:rPr dirty="0"/>
              <a:t>, </a:t>
            </a:r>
            <a:r>
              <a:rPr dirty="0" err="1"/>
              <a:t>fraca</a:t>
            </a:r>
            <a:r>
              <a:rPr dirty="0"/>
              <a:t>, forte}</a:t>
            </a:r>
          </a:p>
        </p:txBody>
      </p:sp>
      <p:sp>
        <p:nvSpPr>
          <p:cNvPr id="3289" name="Line">
            <a:extLst>
              <a:ext uri="{FF2B5EF4-FFF2-40B4-BE49-F238E27FC236}">
                <a16:creationId xmlns:a16="http://schemas.microsoft.com/office/drawing/2014/main" id="{5FD80F58-524A-4A4B-8F22-9809029B43C6}"/>
              </a:ext>
            </a:extLst>
          </p:cNvPr>
          <p:cNvSpPr>
            <a:spLocks noGrp="1"/>
          </p:cNvSpPr>
          <p:nvPr/>
        </p:nvSpPr>
        <p:spPr>
          <a:xfrm>
            <a:off x="5151835" y="12985025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1880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9D53B-58F6-DC21-846E-A0A86F4CC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2" name="Appointment…">
            <a:extLst>
              <a:ext uri="{FF2B5EF4-FFF2-40B4-BE49-F238E27FC236}">
                <a16:creationId xmlns:a16="http://schemas.microsoft.com/office/drawing/2014/main" id="{61979136-0A46-88BE-4B93-56EEB7A539BF}"/>
              </a:ext>
            </a:extLst>
          </p:cNvPr>
          <p:cNvSpPr>
            <a:spLocks noGrp="1"/>
          </p:cNvSpPr>
          <p:nvPr/>
        </p:nvSpPr>
        <p:spPr>
          <a:xfrm>
            <a:off x="4058146" y="23585205"/>
            <a:ext cx="8480113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283" name="Line">
            <a:extLst>
              <a:ext uri="{FF2B5EF4-FFF2-40B4-BE49-F238E27FC236}">
                <a16:creationId xmlns:a16="http://schemas.microsoft.com/office/drawing/2014/main" id="{37174A6D-1F0E-F072-6CB7-D1339FF02448}"/>
              </a:ext>
            </a:extLst>
          </p:cNvPr>
          <p:cNvSpPr>
            <a:spLocks noGrp="1"/>
          </p:cNvSpPr>
          <p:nvPr/>
        </p:nvSpPr>
        <p:spPr>
          <a:xfrm>
            <a:off x="8298202" y="22160565"/>
            <a:ext cx="1" cy="126472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84" name="Train…">
            <a:extLst>
              <a:ext uri="{FF2B5EF4-FFF2-40B4-BE49-F238E27FC236}">
                <a16:creationId xmlns:a16="http://schemas.microsoft.com/office/drawing/2014/main" id="{2E5A337D-F741-313C-382D-B882D5AFB5BD}"/>
              </a:ext>
            </a:extLst>
          </p:cNvPr>
          <p:cNvSpPr>
            <a:spLocks noGrp="1"/>
          </p:cNvSpPr>
          <p:nvPr/>
        </p:nvSpPr>
        <p:spPr>
          <a:xfrm>
            <a:off x="2970021" y="18997435"/>
            <a:ext cx="10656361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285" name="Line">
            <a:extLst>
              <a:ext uri="{FF2B5EF4-FFF2-40B4-BE49-F238E27FC236}">
                <a16:creationId xmlns:a16="http://schemas.microsoft.com/office/drawing/2014/main" id="{E1F316DF-562F-366F-95B7-6F973E70B380}"/>
              </a:ext>
            </a:extLst>
          </p:cNvPr>
          <p:cNvSpPr>
            <a:spLocks noGrp="1"/>
          </p:cNvSpPr>
          <p:nvPr/>
        </p:nvSpPr>
        <p:spPr>
          <a:xfrm>
            <a:off x="5151835" y="17572794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86" name="Line">
            <a:extLst>
              <a:ext uri="{FF2B5EF4-FFF2-40B4-BE49-F238E27FC236}">
                <a16:creationId xmlns:a16="http://schemas.microsoft.com/office/drawing/2014/main" id="{321E9015-0CA6-0706-233F-4725D350E88C}"/>
              </a:ext>
            </a:extLst>
          </p:cNvPr>
          <p:cNvSpPr>
            <a:spLocks noGrp="1"/>
          </p:cNvSpPr>
          <p:nvPr/>
        </p:nvSpPr>
        <p:spPr>
          <a:xfrm flipH="1">
            <a:off x="11444567" y="12985026"/>
            <a:ext cx="1" cy="5852489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87" name="Maintenance…">
            <a:extLst>
              <a:ext uri="{FF2B5EF4-FFF2-40B4-BE49-F238E27FC236}">
                <a16:creationId xmlns:a16="http://schemas.microsoft.com/office/drawing/2014/main" id="{DF8C0CD2-822A-37D0-B034-71EE5BAB77CD}"/>
              </a:ext>
            </a:extLst>
          </p:cNvPr>
          <p:cNvSpPr>
            <a:spLocks noGrp="1"/>
          </p:cNvSpPr>
          <p:nvPr/>
        </p:nvSpPr>
        <p:spPr>
          <a:xfrm>
            <a:off x="511170" y="14409665"/>
            <a:ext cx="9281333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288" name="Rain…">
            <a:extLst>
              <a:ext uri="{FF2B5EF4-FFF2-40B4-BE49-F238E27FC236}">
                <a16:creationId xmlns:a16="http://schemas.microsoft.com/office/drawing/2014/main" id="{0759D5E2-7F96-1949-98FC-E0E947275C24}"/>
              </a:ext>
            </a:extLst>
          </p:cNvPr>
          <p:cNvSpPr>
            <a:spLocks noGrp="1"/>
          </p:cNvSpPr>
          <p:nvPr/>
        </p:nvSpPr>
        <p:spPr>
          <a:xfrm>
            <a:off x="2906307" y="9821897"/>
            <a:ext cx="10783790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Chuva</a:t>
            </a:r>
            <a:endParaRPr dirty="0"/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dirty="0" err="1"/>
              <a:t>nenhuma</a:t>
            </a:r>
            <a:r>
              <a:rPr dirty="0"/>
              <a:t>, </a:t>
            </a:r>
            <a:r>
              <a:rPr dirty="0" err="1"/>
              <a:t>fraca</a:t>
            </a:r>
            <a:r>
              <a:rPr dirty="0"/>
              <a:t>, forte}</a:t>
            </a:r>
          </a:p>
        </p:txBody>
      </p:sp>
      <p:sp>
        <p:nvSpPr>
          <p:cNvPr id="3289" name="Line">
            <a:extLst>
              <a:ext uri="{FF2B5EF4-FFF2-40B4-BE49-F238E27FC236}">
                <a16:creationId xmlns:a16="http://schemas.microsoft.com/office/drawing/2014/main" id="{C04B357E-AAEA-086E-5C6B-831206A84195}"/>
              </a:ext>
            </a:extLst>
          </p:cNvPr>
          <p:cNvSpPr>
            <a:spLocks noGrp="1"/>
          </p:cNvSpPr>
          <p:nvPr/>
        </p:nvSpPr>
        <p:spPr>
          <a:xfrm>
            <a:off x="5151835" y="12985025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graphicFrame>
        <p:nvGraphicFramePr>
          <p:cNvPr id="3300" name="Table 1-1">
            <a:extLst>
              <a:ext uri="{FF2B5EF4-FFF2-40B4-BE49-F238E27FC236}">
                <a16:creationId xmlns:a16="http://schemas.microsoft.com/office/drawing/2014/main" id="{F5263DF1-9ECF-5A69-DB85-DF0438068D02}"/>
              </a:ext>
            </a:extLst>
          </p:cNvPr>
          <p:cNvGraphicFramePr/>
          <p:nvPr/>
        </p:nvGraphicFramePr>
        <p:xfrm>
          <a:off x="14329534" y="9802576"/>
          <a:ext cx="9204782" cy="2947962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915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4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4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3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fraca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forte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3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0,7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5636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781D1-09B3-FAC1-BCEC-61D7F8A75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2" name="Appointment…">
            <a:extLst>
              <a:ext uri="{FF2B5EF4-FFF2-40B4-BE49-F238E27FC236}">
                <a16:creationId xmlns:a16="http://schemas.microsoft.com/office/drawing/2014/main" id="{A4B14D35-7417-F28F-6DDF-7F50056ACDBE}"/>
              </a:ext>
            </a:extLst>
          </p:cNvPr>
          <p:cNvSpPr>
            <a:spLocks noGrp="1"/>
          </p:cNvSpPr>
          <p:nvPr/>
        </p:nvSpPr>
        <p:spPr>
          <a:xfrm>
            <a:off x="4058146" y="23585205"/>
            <a:ext cx="8480113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283" name="Line">
            <a:extLst>
              <a:ext uri="{FF2B5EF4-FFF2-40B4-BE49-F238E27FC236}">
                <a16:creationId xmlns:a16="http://schemas.microsoft.com/office/drawing/2014/main" id="{ED597386-80AE-BF0D-0AC9-EFA9946F4F3C}"/>
              </a:ext>
            </a:extLst>
          </p:cNvPr>
          <p:cNvSpPr>
            <a:spLocks noGrp="1"/>
          </p:cNvSpPr>
          <p:nvPr/>
        </p:nvSpPr>
        <p:spPr>
          <a:xfrm>
            <a:off x="8298202" y="22160565"/>
            <a:ext cx="1" cy="126472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84" name="Train…">
            <a:extLst>
              <a:ext uri="{FF2B5EF4-FFF2-40B4-BE49-F238E27FC236}">
                <a16:creationId xmlns:a16="http://schemas.microsoft.com/office/drawing/2014/main" id="{13700005-0EA8-4CBA-5F06-CEEA8ABF38BA}"/>
              </a:ext>
            </a:extLst>
          </p:cNvPr>
          <p:cNvSpPr>
            <a:spLocks noGrp="1"/>
          </p:cNvSpPr>
          <p:nvPr/>
        </p:nvSpPr>
        <p:spPr>
          <a:xfrm>
            <a:off x="2970021" y="18997435"/>
            <a:ext cx="10656361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285" name="Line">
            <a:extLst>
              <a:ext uri="{FF2B5EF4-FFF2-40B4-BE49-F238E27FC236}">
                <a16:creationId xmlns:a16="http://schemas.microsoft.com/office/drawing/2014/main" id="{D4FCC56B-546E-BA1B-7577-CBAF205D5AE2}"/>
              </a:ext>
            </a:extLst>
          </p:cNvPr>
          <p:cNvSpPr>
            <a:spLocks noGrp="1"/>
          </p:cNvSpPr>
          <p:nvPr/>
        </p:nvSpPr>
        <p:spPr>
          <a:xfrm>
            <a:off x="5151835" y="17572794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86" name="Line">
            <a:extLst>
              <a:ext uri="{FF2B5EF4-FFF2-40B4-BE49-F238E27FC236}">
                <a16:creationId xmlns:a16="http://schemas.microsoft.com/office/drawing/2014/main" id="{928482CD-6066-CEFF-BD75-CFDC48F96D0A}"/>
              </a:ext>
            </a:extLst>
          </p:cNvPr>
          <p:cNvSpPr>
            <a:spLocks noGrp="1"/>
          </p:cNvSpPr>
          <p:nvPr/>
        </p:nvSpPr>
        <p:spPr>
          <a:xfrm flipH="1">
            <a:off x="11444567" y="12985026"/>
            <a:ext cx="1" cy="5852489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87" name="Maintenance…">
            <a:extLst>
              <a:ext uri="{FF2B5EF4-FFF2-40B4-BE49-F238E27FC236}">
                <a16:creationId xmlns:a16="http://schemas.microsoft.com/office/drawing/2014/main" id="{ADBA8FA5-A082-E13A-21F2-89B8F67DD7B6}"/>
              </a:ext>
            </a:extLst>
          </p:cNvPr>
          <p:cNvSpPr>
            <a:spLocks noGrp="1"/>
          </p:cNvSpPr>
          <p:nvPr/>
        </p:nvSpPr>
        <p:spPr>
          <a:xfrm>
            <a:off x="511170" y="14409665"/>
            <a:ext cx="9281333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288" name="Rain…">
            <a:extLst>
              <a:ext uri="{FF2B5EF4-FFF2-40B4-BE49-F238E27FC236}">
                <a16:creationId xmlns:a16="http://schemas.microsoft.com/office/drawing/2014/main" id="{606FBFD4-327F-148A-A004-5DE699CFF204}"/>
              </a:ext>
            </a:extLst>
          </p:cNvPr>
          <p:cNvSpPr>
            <a:spLocks noGrp="1"/>
          </p:cNvSpPr>
          <p:nvPr/>
        </p:nvSpPr>
        <p:spPr>
          <a:xfrm>
            <a:off x="2906307" y="9821897"/>
            <a:ext cx="10783790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Chuva</a:t>
            </a:r>
            <a:endParaRPr dirty="0"/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dirty="0" err="1"/>
              <a:t>nenhuma</a:t>
            </a:r>
            <a:r>
              <a:rPr dirty="0"/>
              <a:t>, </a:t>
            </a:r>
            <a:r>
              <a:rPr dirty="0" err="1"/>
              <a:t>fraca</a:t>
            </a:r>
            <a:r>
              <a:rPr dirty="0"/>
              <a:t>, forte}</a:t>
            </a:r>
          </a:p>
        </p:txBody>
      </p:sp>
      <p:sp>
        <p:nvSpPr>
          <p:cNvPr id="3289" name="Line">
            <a:extLst>
              <a:ext uri="{FF2B5EF4-FFF2-40B4-BE49-F238E27FC236}">
                <a16:creationId xmlns:a16="http://schemas.microsoft.com/office/drawing/2014/main" id="{6E270E8A-4876-248D-9605-337FEF34EE27}"/>
              </a:ext>
            </a:extLst>
          </p:cNvPr>
          <p:cNvSpPr>
            <a:spLocks noGrp="1"/>
          </p:cNvSpPr>
          <p:nvPr/>
        </p:nvSpPr>
        <p:spPr>
          <a:xfrm>
            <a:off x="5151835" y="12985025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graphicFrame>
        <p:nvGraphicFramePr>
          <p:cNvPr id="3300" name="Table 1-1">
            <a:extLst>
              <a:ext uri="{FF2B5EF4-FFF2-40B4-BE49-F238E27FC236}">
                <a16:creationId xmlns:a16="http://schemas.microsoft.com/office/drawing/2014/main" id="{0DF979AD-E340-9857-62C7-80BADB3292AA}"/>
              </a:ext>
            </a:extLst>
          </p:cNvPr>
          <p:cNvGraphicFramePr/>
          <p:nvPr/>
        </p:nvGraphicFramePr>
        <p:xfrm>
          <a:off x="14329534" y="9802576"/>
          <a:ext cx="9204782" cy="2947962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915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4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4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3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fraca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forte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3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0,7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01" name="Table 2">
            <a:extLst>
              <a:ext uri="{FF2B5EF4-FFF2-40B4-BE49-F238E27FC236}">
                <a16:creationId xmlns:a16="http://schemas.microsoft.com/office/drawing/2014/main" id="{9EA09C80-5DEC-917C-EBCA-AFE0D50491B2}"/>
              </a:ext>
            </a:extLst>
          </p:cNvPr>
          <p:cNvGraphicFramePr/>
          <p:nvPr/>
        </p:nvGraphicFramePr>
        <p:xfrm>
          <a:off x="18664195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405116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4" name="Appointment…">
            <a:extLst>
              <a:ext uri="{FF2B5EF4-FFF2-40B4-BE49-F238E27FC236}">
                <a16:creationId xmlns:a16="http://schemas.microsoft.com/office/drawing/2014/main" id="{1B6C06CF-1D6C-4F4B-9DD4-8F5A5C275ADF}"/>
              </a:ext>
            </a:extLst>
          </p:cNvPr>
          <p:cNvSpPr>
            <a:spLocks noGrp="1"/>
          </p:cNvSpPr>
          <p:nvPr/>
        </p:nvSpPr>
        <p:spPr>
          <a:xfrm>
            <a:off x="4058146" y="18747162"/>
            <a:ext cx="8480113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295" name="Line">
            <a:extLst>
              <a:ext uri="{FF2B5EF4-FFF2-40B4-BE49-F238E27FC236}">
                <a16:creationId xmlns:a16="http://schemas.microsoft.com/office/drawing/2014/main" id="{A8B5CC8D-47BA-4470-BDAB-85504469F602}"/>
              </a:ext>
            </a:extLst>
          </p:cNvPr>
          <p:cNvSpPr>
            <a:spLocks noGrp="1"/>
          </p:cNvSpPr>
          <p:nvPr/>
        </p:nvSpPr>
        <p:spPr>
          <a:xfrm>
            <a:off x="8298202" y="17322522"/>
            <a:ext cx="1" cy="126472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96" name="Train…">
            <a:extLst>
              <a:ext uri="{FF2B5EF4-FFF2-40B4-BE49-F238E27FC236}">
                <a16:creationId xmlns:a16="http://schemas.microsoft.com/office/drawing/2014/main" id="{EE90E267-C0D0-4726-9683-6D3CC32936BA}"/>
              </a:ext>
            </a:extLst>
          </p:cNvPr>
          <p:cNvSpPr>
            <a:spLocks noGrp="1"/>
          </p:cNvSpPr>
          <p:nvPr/>
        </p:nvSpPr>
        <p:spPr>
          <a:xfrm>
            <a:off x="2970021" y="14159392"/>
            <a:ext cx="10656361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297" name="Line">
            <a:extLst>
              <a:ext uri="{FF2B5EF4-FFF2-40B4-BE49-F238E27FC236}">
                <a16:creationId xmlns:a16="http://schemas.microsoft.com/office/drawing/2014/main" id="{FFE41F54-2A43-4EF1-941A-698EE691498C}"/>
              </a:ext>
            </a:extLst>
          </p:cNvPr>
          <p:cNvSpPr>
            <a:spLocks noGrp="1"/>
          </p:cNvSpPr>
          <p:nvPr/>
        </p:nvSpPr>
        <p:spPr>
          <a:xfrm>
            <a:off x="5151835" y="12734752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98" name="Line">
            <a:extLst>
              <a:ext uri="{FF2B5EF4-FFF2-40B4-BE49-F238E27FC236}">
                <a16:creationId xmlns:a16="http://schemas.microsoft.com/office/drawing/2014/main" id="{97F4F0B4-422A-4A81-BFC3-6F40667D354B}"/>
              </a:ext>
            </a:extLst>
          </p:cNvPr>
          <p:cNvSpPr>
            <a:spLocks noGrp="1"/>
          </p:cNvSpPr>
          <p:nvPr/>
        </p:nvSpPr>
        <p:spPr>
          <a:xfrm flipH="1">
            <a:off x="11444567" y="8146984"/>
            <a:ext cx="1" cy="5852489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99" name="Maintenance…">
            <a:extLst>
              <a:ext uri="{FF2B5EF4-FFF2-40B4-BE49-F238E27FC236}">
                <a16:creationId xmlns:a16="http://schemas.microsoft.com/office/drawing/2014/main" id="{4012B62B-9433-43B6-8BA1-E154D56FC331}"/>
              </a:ext>
            </a:extLst>
          </p:cNvPr>
          <p:cNvSpPr>
            <a:spLocks noGrp="1"/>
          </p:cNvSpPr>
          <p:nvPr/>
        </p:nvSpPr>
        <p:spPr>
          <a:xfrm>
            <a:off x="511170" y="9571623"/>
            <a:ext cx="9281333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300" name="Rain…">
            <a:extLst>
              <a:ext uri="{FF2B5EF4-FFF2-40B4-BE49-F238E27FC236}">
                <a16:creationId xmlns:a16="http://schemas.microsoft.com/office/drawing/2014/main" id="{0352E0FC-680C-401E-B0C4-27A0F6EF1209}"/>
              </a:ext>
            </a:extLst>
          </p:cNvPr>
          <p:cNvSpPr>
            <a:spLocks noGrp="1"/>
          </p:cNvSpPr>
          <p:nvPr/>
        </p:nvSpPr>
        <p:spPr>
          <a:xfrm>
            <a:off x="2906307" y="4983855"/>
            <a:ext cx="10783790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Chuva</a:t>
            </a:r>
            <a:endParaRPr dirty="0"/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dirty="0" err="1"/>
              <a:t>nenhuma</a:t>
            </a:r>
            <a:r>
              <a:rPr dirty="0"/>
              <a:t>, </a:t>
            </a:r>
            <a:r>
              <a:rPr dirty="0" err="1"/>
              <a:t>fraca</a:t>
            </a:r>
            <a:r>
              <a:rPr dirty="0"/>
              <a:t>, forte}</a:t>
            </a:r>
          </a:p>
        </p:txBody>
      </p:sp>
      <p:sp>
        <p:nvSpPr>
          <p:cNvPr id="3301" name="Line">
            <a:extLst>
              <a:ext uri="{FF2B5EF4-FFF2-40B4-BE49-F238E27FC236}">
                <a16:creationId xmlns:a16="http://schemas.microsoft.com/office/drawing/2014/main" id="{9616E659-D410-45F8-8B0F-79B8D20D8A5F}"/>
              </a:ext>
            </a:extLst>
          </p:cNvPr>
          <p:cNvSpPr>
            <a:spLocks noGrp="1"/>
          </p:cNvSpPr>
          <p:nvPr/>
        </p:nvSpPr>
        <p:spPr>
          <a:xfrm>
            <a:off x="5151835" y="8146983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CBB570F-7F29-BB52-9B63-AB34C060520C}"/>
              </a:ext>
            </a:extLst>
          </p:cNvPr>
          <p:cNvGraphicFramePr/>
          <p:nvPr/>
        </p:nvGraphicFramePr>
        <p:xfrm>
          <a:off x="18664195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483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62611-7199-3E12-1AFE-097C7301C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4" name="Appointment…">
            <a:extLst>
              <a:ext uri="{FF2B5EF4-FFF2-40B4-BE49-F238E27FC236}">
                <a16:creationId xmlns:a16="http://schemas.microsoft.com/office/drawing/2014/main" id="{18B578CB-AFA4-24F9-C3B6-9B45927E7251}"/>
              </a:ext>
            </a:extLst>
          </p:cNvPr>
          <p:cNvSpPr>
            <a:spLocks noGrp="1"/>
          </p:cNvSpPr>
          <p:nvPr/>
        </p:nvSpPr>
        <p:spPr>
          <a:xfrm>
            <a:off x="4058146" y="18747162"/>
            <a:ext cx="8480113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295" name="Line">
            <a:extLst>
              <a:ext uri="{FF2B5EF4-FFF2-40B4-BE49-F238E27FC236}">
                <a16:creationId xmlns:a16="http://schemas.microsoft.com/office/drawing/2014/main" id="{18F8CCC3-A0D5-E15A-5AD5-C962802EB159}"/>
              </a:ext>
            </a:extLst>
          </p:cNvPr>
          <p:cNvSpPr>
            <a:spLocks noGrp="1"/>
          </p:cNvSpPr>
          <p:nvPr/>
        </p:nvSpPr>
        <p:spPr>
          <a:xfrm>
            <a:off x="8298202" y="17322522"/>
            <a:ext cx="1" cy="126472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96" name="Train…">
            <a:extLst>
              <a:ext uri="{FF2B5EF4-FFF2-40B4-BE49-F238E27FC236}">
                <a16:creationId xmlns:a16="http://schemas.microsoft.com/office/drawing/2014/main" id="{F266D719-AB62-5F34-F829-27AFF7AA2949}"/>
              </a:ext>
            </a:extLst>
          </p:cNvPr>
          <p:cNvSpPr>
            <a:spLocks noGrp="1"/>
          </p:cNvSpPr>
          <p:nvPr/>
        </p:nvSpPr>
        <p:spPr>
          <a:xfrm>
            <a:off x="2970021" y="14159392"/>
            <a:ext cx="10656361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297" name="Line">
            <a:extLst>
              <a:ext uri="{FF2B5EF4-FFF2-40B4-BE49-F238E27FC236}">
                <a16:creationId xmlns:a16="http://schemas.microsoft.com/office/drawing/2014/main" id="{D2CF90B7-A75C-DDDF-DD12-FCA0C698A08E}"/>
              </a:ext>
            </a:extLst>
          </p:cNvPr>
          <p:cNvSpPr>
            <a:spLocks noGrp="1"/>
          </p:cNvSpPr>
          <p:nvPr/>
        </p:nvSpPr>
        <p:spPr>
          <a:xfrm>
            <a:off x="5151835" y="12734752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98" name="Line">
            <a:extLst>
              <a:ext uri="{FF2B5EF4-FFF2-40B4-BE49-F238E27FC236}">
                <a16:creationId xmlns:a16="http://schemas.microsoft.com/office/drawing/2014/main" id="{ACB46872-DA0B-7901-9562-F662A10A77AB}"/>
              </a:ext>
            </a:extLst>
          </p:cNvPr>
          <p:cNvSpPr>
            <a:spLocks noGrp="1"/>
          </p:cNvSpPr>
          <p:nvPr/>
        </p:nvSpPr>
        <p:spPr>
          <a:xfrm flipH="1">
            <a:off x="11444567" y="8146984"/>
            <a:ext cx="1" cy="5852489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99" name="Maintenance…">
            <a:extLst>
              <a:ext uri="{FF2B5EF4-FFF2-40B4-BE49-F238E27FC236}">
                <a16:creationId xmlns:a16="http://schemas.microsoft.com/office/drawing/2014/main" id="{20BAC007-3F74-4754-7B26-F824D36545CD}"/>
              </a:ext>
            </a:extLst>
          </p:cNvPr>
          <p:cNvSpPr>
            <a:spLocks noGrp="1"/>
          </p:cNvSpPr>
          <p:nvPr/>
        </p:nvSpPr>
        <p:spPr>
          <a:xfrm>
            <a:off x="511170" y="9571623"/>
            <a:ext cx="9281333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300" name="Rain…">
            <a:extLst>
              <a:ext uri="{FF2B5EF4-FFF2-40B4-BE49-F238E27FC236}">
                <a16:creationId xmlns:a16="http://schemas.microsoft.com/office/drawing/2014/main" id="{1B1F0924-060A-6550-9D88-4E75B060B3F2}"/>
              </a:ext>
            </a:extLst>
          </p:cNvPr>
          <p:cNvSpPr>
            <a:spLocks noGrp="1"/>
          </p:cNvSpPr>
          <p:nvPr/>
        </p:nvSpPr>
        <p:spPr>
          <a:xfrm>
            <a:off x="2906307" y="4983855"/>
            <a:ext cx="10783790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Chuva</a:t>
            </a:r>
            <a:endParaRPr dirty="0"/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dirty="0" err="1"/>
              <a:t>nenhuma</a:t>
            </a:r>
            <a:r>
              <a:rPr dirty="0"/>
              <a:t>, </a:t>
            </a:r>
            <a:r>
              <a:rPr dirty="0" err="1"/>
              <a:t>fraca</a:t>
            </a:r>
            <a:r>
              <a:rPr dirty="0"/>
              <a:t>, forte}</a:t>
            </a:r>
          </a:p>
        </p:txBody>
      </p:sp>
      <p:sp>
        <p:nvSpPr>
          <p:cNvPr id="3301" name="Line">
            <a:extLst>
              <a:ext uri="{FF2B5EF4-FFF2-40B4-BE49-F238E27FC236}">
                <a16:creationId xmlns:a16="http://schemas.microsoft.com/office/drawing/2014/main" id="{D981D799-54DD-8460-35FD-86E470C51614}"/>
              </a:ext>
            </a:extLst>
          </p:cNvPr>
          <p:cNvSpPr>
            <a:spLocks noGrp="1"/>
          </p:cNvSpPr>
          <p:nvPr/>
        </p:nvSpPr>
        <p:spPr>
          <a:xfrm>
            <a:off x="5151835" y="8146983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graphicFrame>
        <p:nvGraphicFramePr>
          <p:cNvPr id="3312" name="Table 1">
            <a:extLst>
              <a:ext uri="{FF2B5EF4-FFF2-40B4-BE49-F238E27FC236}">
                <a16:creationId xmlns:a16="http://schemas.microsoft.com/office/drawing/2014/main" id="{E28CBCC9-A4D4-A533-78D7-99A731AC6C88}"/>
              </a:ext>
            </a:extLst>
          </p:cNvPr>
          <p:cNvGraphicFramePr/>
          <p:nvPr/>
        </p:nvGraphicFramePr>
        <p:xfrm>
          <a:off x="13210911" y="8432446"/>
          <a:ext cx="10537189" cy="4906348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3672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2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26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1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não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6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6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fraca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6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forte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0,9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52494C0-48A7-CC0C-E158-84EA9715F1F0}"/>
              </a:ext>
            </a:extLst>
          </p:cNvPr>
          <p:cNvGraphicFramePr/>
          <p:nvPr/>
        </p:nvGraphicFramePr>
        <p:xfrm>
          <a:off x="18664195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721111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D1D39-B419-071E-BB14-472704A17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4" name="Appointment…">
            <a:extLst>
              <a:ext uri="{FF2B5EF4-FFF2-40B4-BE49-F238E27FC236}">
                <a16:creationId xmlns:a16="http://schemas.microsoft.com/office/drawing/2014/main" id="{8C6FAAE8-2242-FF0B-9CA9-CF3BC0530DB2}"/>
              </a:ext>
            </a:extLst>
          </p:cNvPr>
          <p:cNvSpPr>
            <a:spLocks noGrp="1"/>
          </p:cNvSpPr>
          <p:nvPr/>
        </p:nvSpPr>
        <p:spPr>
          <a:xfrm>
            <a:off x="4058146" y="18747162"/>
            <a:ext cx="8480113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295" name="Line">
            <a:extLst>
              <a:ext uri="{FF2B5EF4-FFF2-40B4-BE49-F238E27FC236}">
                <a16:creationId xmlns:a16="http://schemas.microsoft.com/office/drawing/2014/main" id="{6EE8371E-3FA1-4C36-AF45-D972A7C4BB40}"/>
              </a:ext>
            </a:extLst>
          </p:cNvPr>
          <p:cNvSpPr>
            <a:spLocks noGrp="1"/>
          </p:cNvSpPr>
          <p:nvPr/>
        </p:nvSpPr>
        <p:spPr>
          <a:xfrm>
            <a:off x="8298202" y="17322522"/>
            <a:ext cx="1" cy="126472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96" name="Train…">
            <a:extLst>
              <a:ext uri="{FF2B5EF4-FFF2-40B4-BE49-F238E27FC236}">
                <a16:creationId xmlns:a16="http://schemas.microsoft.com/office/drawing/2014/main" id="{7C08F37C-56C4-ADA3-1391-D0A55B9BB1D8}"/>
              </a:ext>
            </a:extLst>
          </p:cNvPr>
          <p:cNvSpPr>
            <a:spLocks noGrp="1"/>
          </p:cNvSpPr>
          <p:nvPr/>
        </p:nvSpPr>
        <p:spPr>
          <a:xfrm>
            <a:off x="2970021" y="14159392"/>
            <a:ext cx="10656361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297" name="Line">
            <a:extLst>
              <a:ext uri="{FF2B5EF4-FFF2-40B4-BE49-F238E27FC236}">
                <a16:creationId xmlns:a16="http://schemas.microsoft.com/office/drawing/2014/main" id="{EDC2C55A-5C81-FC9D-5ACC-2F9B652EFC45}"/>
              </a:ext>
            </a:extLst>
          </p:cNvPr>
          <p:cNvSpPr>
            <a:spLocks noGrp="1"/>
          </p:cNvSpPr>
          <p:nvPr/>
        </p:nvSpPr>
        <p:spPr>
          <a:xfrm>
            <a:off x="5151835" y="12734752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98" name="Line">
            <a:extLst>
              <a:ext uri="{FF2B5EF4-FFF2-40B4-BE49-F238E27FC236}">
                <a16:creationId xmlns:a16="http://schemas.microsoft.com/office/drawing/2014/main" id="{C79959B9-11CE-83DA-FAD7-A713262D03BA}"/>
              </a:ext>
            </a:extLst>
          </p:cNvPr>
          <p:cNvSpPr>
            <a:spLocks noGrp="1"/>
          </p:cNvSpPr>
          <p:nvPr/>
        </p:nvSpPr>
        <p:spPr>
          <a:xfrm flipH="1">
            <a:off x="11444567" y="8146984"/>
            <a:ext cx="1" cy="5852489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99" name="Maintenance…">
            <a:extLst>
              <a:ext uri="{FF2B5EF4-FFF2-40B4-BE49-F238E27FC236}">
                <a16:creationId xmlns:a16="http://schemas.microsoft.com/office/drawing/2014/main" id="{4BC9801A-A52E-690B-681F-5DAD1013C8BF}"/>
              </a:ext>
            </a:extLst>
          </p:cNvPr>
          <p:cNvSpPr>
            <a:spLocks noGrp="1"/>
          </p:cNvSpPr>
          <p:nvPr/>
        </p:nvSpPr>
        <p:spPr>
          <a:xfrm>
            <a:off x="511170" y="9571623"/>
            <a:ext cx="9281333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300" name="Rain…">
            <a:extLst>
              <a:ext uri="{FF2B5EF4-FFF2-40B4-BE49-F238E27FC236}">
                <a16:creationId xmlns:a16="http://schemas.microsoft.com/office/drawing/2014/main" id="{5106D260-D449-3C8A-12D0-AD02C321D884}"/>
              </a:ext>
            </a:extLst>
          </p:cNvPr>
          <p:cNvSpPr>
            <a:spLocks noGrp="1"/>
          </p:cNvSpPr>
          <p:nvPr/>
        </p:nvSpPr>
        <p:spPr>
          <a:xfrm>
            <a:off x="2906307" y="4983855"/>
            <a:ext cx="10783790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Chuva</a:t>
            </a:r>
            <a:endParaRPr dirty="0"/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dirty="0" err="1"/>
              <a:t>nenhuma</a:t>
            </a:r>
            <a:r>
              <a:rPr dirty="0"/>
              <a:t>, </a:t>
            </a:r>
            <a:r>
              <a:rPr dirty="0" err="1"/>
              <a:t>fraca</a:t>
            </a:r>
            <a:r>
              <a:rPr dirty="0"/>
              <a:t>, forte}</a:t>
            </a:r>
          </a:p>
        </p:txBody>
      </p:sp>
      <p:sp>
        <p:nvSpPr>
          <p:cNvPr id="3301" name="Line">
            <a:extLst>
              <a:ext uri="{FF2B5EF4-FFF2-40B4-BE49-F238E27FC236}">
                <a16:creationId xmlns:a16="http://schemas.microsoft.com/office/drawing/2014/main" id="{82553911-66DF-124B-0980-2C37AD855E63}"/>
              </a:ext>
            </a:extLst>
          </p:cNvPr>
          <p:cNvSpPr>
            <a:spLocks noGrp="1"/>
          </p:cNvSpPr>
          <p:nvPr/>
        </p:nvSpPr>
        <p:spPr>
          <a:xfrm>
            <a:off x="5151835" y="8146983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graphicFrame>
        <p:nvGraphicFramePr>
          <p:cNvPr id="3312" name="Table 1">
            <a:extLst>
              <a:ext uri="{FF2B5EF4-FFF2-40B4-BE49-F238E27FC236}">
                <a16:creationId xmlns:a16="http://schemas.microsoft.com/office/drawing/2014/main" id="{41C96CAF-C521-4934-8933-2B0FC355F0AB}"/>
              </a:ext>
            </a:extLst>
          </p:cNvPr>
          <p:cNvGraphicFramePr/>
          <p:nvPr/>
        </p:nvGraphicFramePr>
        <p:xfrm>
          <a:off x="13210911" y="8432446"/>
          <a:ext cx="10537189" cy="4906348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3672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2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26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1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não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6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6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fraca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6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forte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0,9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313" name="Table 2">
            <a:extLst>
              <a:ext uri="{FF2B5EF4-FFF2-40B4-BE49-F238E27FC236}">
                <a16:creationId xmlns:a16="http://schemas.microsoft.com/office/drawing/2014/main" id="{C914E50E-09E6-0A0D-B416-F3AD32743BD5}"/>
              </a:ext>
            </a:extLst>
          </p:cNvPr>
          <p:cNvGraphicFramePr/>
          <p:nvPr/>
        </p:nvGraphicFramePr>
        <p:xfrm>
          <a:off x="18664195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567131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6" name="Appointment…">
            <a:extLst>
              <a:ext uri="{FF2B5EF4-FFF2-40B4-BE49-F238E27FC236}">
                <a16:creationId xmlns:a16="http://schemas.microsoft.com/office/drawing/2014/main" id="{B6716167-4208-4322-8FD4-40A8E6A70CF9}"/>
              </a:ext>
            </a:extLst>
          </p:cNvPr>
          <p:cNvSpPr>
            <a:spLocks noGrp="1"/>
          </p:cNvSpPr>
          <p:nvPr/>
        </p:nvSpPr>
        <p:spPr>
          <a:xfrm>
            <a:off x="4058146" y="14831984"/>
            <a:ext cx="8480113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307" name="Line">
            <a:extLst>
              <a:ext uri="{FF2B5EF4-FFF2-40B4-BE49-F238E27FC236}">
                <a16:creationId xmlns:a16="http://schemas.microsoft.com/office/drawing/2014/main" id="{39615F4C-9F26-415D-B067-927329492BA0}"/>
              </a:ext>
            </a:extLst>
          </p:cNvPr>
          <p:cNvSpPr>
            <a:spLocks noGrp="1"/>
          </p:cNvSpPr>
          <p:nvPr/>
        </p:nvSpPr>
        <p:spPr>
          <a:xfrm>
            <a:off x="8298202" y="13407344"/>
            <a:ext cx="1" cy="126472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08" name="Train…">
            <a:extLst>
              <a:ext uri="{FF2B5EF4-FFF2-40B4-BE49-F238E27FC236}">
                <a16:creationId xmlns:a16="http://schemas.microsoft.com/office/drawing/2014/main" id="{33E11A4B-68A3-4112-87BE-08D30404FBF6}"/>
              </a:ext>
            </a:extLst>
          </p:cNvPr>
          <p:cNvSpPr>
            <a:spLocks noGrp="1"/>
          </p:cNvSpPr>
          <p:nvPr/>
        </p:nvSpPr>
        <p:spPr>
          <a:xfrm>
            <a:off x="2970021" y="10244214"/>
            <a:ext cx="10656361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309" name="Line">
            <a:extLst>
              <a:ext uri="{FF2B5EF4-FFF2-40B4-BE49-F238E27FC236}">
                <a16:creationId xmlns:a16="http://schemas.microsoft.com/office/drawing/2014/main" id="{F3359E28-29C7-4317-ADEF-22E5190A9CA2}"/>
              </a:ext>
            </a:extLst>
          </p:cNvPr>
          <p:cNvSpPr>
            <a:spLocks noGrp="1"/>
          </p:cNvSpPr>
          <p:nvPr/>
        </p:nvSpPr>
        <p:spPr>
          <a:xfrm>
            <a:off x="5151835" y="8819573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10" name="Line">
            <a:extLst>
              <a:ext uri="{FF2B5EF4-FFF2-40B4-BE49-F238E27FC236}">
                <a16:creationId xmlns:a16="http://schemas.microsoft.com/office/drawing/2014/main" id="{CF42AC79-053D-4F2C-A969-A586EAB8A7F4}"/>
              </a:ext>
            </a:extLst>
          </p:cNvPr>
          <p:cNvSpPr>
            <a:spLocks noGrp="1"/>
          </p:cNvSpPr>
          <p:nvPr/>
        </p:nvSpPr>
        <p:spPr>
          <a:xfrm flipH="1">
            <a:off x="11444567" y="4231805"/>
            <a:ext cx="1" cy="5852489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11" name="Maintenance…">
            <a:extLst>
              <a:ext uri="{FF2B5EF4-FFF2-40B4-BE49-F238E27FC236}">
                <a16:creationId xmlns:a16="http://schemas.microsoft.com/office/drawing/2014/main" id="{87FF71D9-29ED-4FAA-80ED-662FCECB5CA0}"/>
              </a:ext>
            </a:extLst>
          </p:cNvPr>
          <p:cNvSpPr>
            <a:spLocks noGrp="1"/>
          </p:cNvSpPr>
          <p:nvPr/>
        </p:nvSpPr>
        <p:spPr>
          <a:xfrm>
            <a:off x="511170" y="5656444"/>
            <a:ext cx="9281333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312" name="Rain…">
            <a:extLst>
              <a:ext uri="{FF2B5EF4-FFF2-40B4-BE49-F238E27FC236}">
                <a16:creationId xmlns:a16="http://schemas.microsoft.com/office/drawing/2014/main" id="{6E600FD9-7923-4576-9C93-22FD09BFEC79}"/>
              </a:ext>
            </a:extLst>
          </p:cNvPr>
          <p:cNvSpPr>
            <a:spLocks noGrp="1"/>
          </p:cNvSpPr>
          <p:nvPr/>
        </p:nvSpPr>
        <p:spPr>
          <a:xfrm>
            <a:off x="2906307" y="1068676"/>
            <a:ext cx="10783790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313" name="Line">
            <a:extLst>
              <a:ext uri="{FF2B5EF4-FFF2-40B4-BE49-F238E27FC236}">
                <a16:creationId xmlns:a16="http://schemas.microsoft.com/office/drawing/2014/main" id="{6E69E2C0-6D70-40E3-BA64-913C7EC0646B}"/>
              </a:ext>
            </a:extLst>
          </p:cNvPr>
          <p:cNvSpPr>
            <a:spLocks noGrp="1"/>
          </p:cNvSpPr>
          <p:nvPr/>
        </p:nvSpPr>
        <p:spPr>
          <a:xfrm>
            <a:off x="5151835" y="4231804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7A6F752-8D01-CA8D-8F75-C1275A0A4CB3}"/>
              </a:ext>
            </a:extLst>
          </p:cNvPr>
          <p:cNvGraphicFramePr/>
          <p:nvPr/>
        </p:nvGraphicFramePr>
        <p:xfrm>
          <a:off x="18664195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114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4D770-8AC2-AC22-8D8F-E3C15C015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6" name="Appointment…">
            <a:extLst>
              <a:ext uri="{FF2B5EF4-FFF2-40B4-BE49-F238E27FC236}">
                <a16:creationId xmlns:a16="http://schemas.microsoft.com/office/drawing/2014/main" id="{4875DB2C-0F61-7777-C02A-7AB066CC5A6F}"/>
              </a:ext>
            </a:extLst>
          </p:cNvPr>
          <p:cNvSpPr>
            <a:spLocks noGrp="1"/>
          </p:cNvSpPr>
          <p:nvPr/>
        </p:nvSpPr>
        <p:spPr>
          <a:xfrm>
            <a:off x="4058146" y="14831984"/>
            <a:ext cx="8480113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307" name="Line">
            <a:extLst>
              <a:ext uri="{FF2B5EF4-FFF2-40B4-BE49-F238E27FC236}">
                <a16:creationId xmlns:a16="http://schemas.microsoft.com/office/drawing/2014/main" id="{8160AC62-913B-A323-6C87-27AC9B763B8B}"/>
              </a:ext>
            </a:extLst>
          </p:cNvPr>
          <p:cNvSpPr>
            <a:spLocks noGrp="1"/>
          </p:cNvSpPr>
          <p:nvPr/>
        </p:nvSpPr>
        <p:spPr>
          <a:xfrm>
            <a:off x="8298202" y="13407344"/>
            <a:ext cx="1" cy="126472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08" name="Train…">
            <a:extLst>
              <a:ext uri="{FF2B5EF4-FFF2-40B4-BE49-F238E27FC236}">
                <a16:creationId xmlns:a16="http://schemas.microsoft.com/office/drawing/2014/main" id="{7B0529CB-8E15-278B-16C5-133CCF0C0910}"/>
              </a:ext>
            </a:extLst>
          </p:cNvPr>
          <p:cNvSpPr>
            <a:spLocks noGrp="1"/>
          </p:cNvSpPr>
          <p:nvPr/>
        </p:nvSpPr>
        <p:spPr>
          <a:xfrm>
            <a:off x="2970021" y="10244214"/>
            <a:ext cx="10656361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309" name="Line">
            <a:extLst>
              <a:ext uri="{FF2B5EF4-FFF2-40B4-BE49-F238E27FC236}">
                <a16:creationId xmlns:a16="http://schemas.microsoft.com/office/drawing/2014/main" id="{1D8817DA-AC87-8D7B-246E-A5BBEACE57F1}"/>
              </a:ext>
            </a:extLst>
          </p:cNvPr>
          <p:cNvSpPr>
            <a:spLocks noGrp="1"/>
          </p:cNvSpPr>
          <p:nvPr/>
        </p:nvSpPr>
        <p:spPr>
          <a:xfrm>
            <a:off x="5151835" y="8819573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10" name="Line">
            <a:extLst>
              <a:ext uri="{FF2B5EF4-FFF2-40B4-BE49-F238E27FC236}">
                <a16:creationId xmlns:a16="http://schemas.microsoft.com/office/drawing/2014/main" id="{C9C5EE94-C3C6-CC68-7936-C8482F821EFC}"/>
              </a:ext>
            </a:extLst>
          </p:cNvPr>
          <p:cNvSpPr>
            <a:spLocks noGrp="1"/>
          </p:cNvSpPr>
          <p:nvPr/>
        </p:nvSpPr>
        <p:spPr>
          <a:xfrm flipH="1">
            <a:off x="11444567" y="4231805"/>
            <a:ext cx="1" cy="5852489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11" name="Maintenance…">
            <a:extLst>
              <a:ext uri="{FF2B5EF4-FFF2-40B4-BE49-F238E27FC236}">
                <a16:creationId xmlns:a16="http://schemas.microsoft.com/office/drawing/2014/main" id="{5EE28F07-4F87-D3ED-7EF0-CBB3D9360B91}"/>
              </a:ext>
            </a:extLst>
          </p:cNvPr>
          <p:cNvSpPr>
            <a:spLocks noGrp="1"/>
          </p:cNvSpPr>
          <p:nvPr/>
        </p:nvSpPr>
        <p:spPr>
          <a:xfrm>
            <a:off x="511170" y="5656444"/>
            <a:ext cx="9281333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312" name="Rain…">
            <a:extLst>
              <a:ext uri="{FF2B5EF4-FFF2-40B4-BE49-F238E27FC236}">
                <a16:creationId xmlns:a16="http://schemas.microsoft.com/office/drawing/2014/main" id="{BBF43CAB-6FC1-0C3F-D0C1-CB12C6F374A3}"/>
              </a:ext>
            </a:extLst>
          </p:cNvPr>
          <p:cNvSpPr>
            <a:spLocks noGrp="1"/>
          </p:cNvSpPr>
          <p:nvPr/>
        </p:nvSpPr>
        <p:spPr>
          <a:xfrm>
            <a:off x="2906307" y="1068676"/>
            <a:ext cx="10783790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313" name="Line">
            <a:extLst>
              <a:ext uri="{FF2B5EF4-FFF2-40B4-BE49-F238E27FC236}">
                <a16:creationId xmlns:a16="http://schemas.microsoft.com/office/drawing/2014/main" id="{2667A43F-C8F1-C21F-97DC-2A1617D023B8}"/>
              </a:ext>
            </a:extLst>
          </p:cNvPr>
          <p:cNvSpPr>
            <a:spLocks noGrp="1"/>
          </p:cNvSpPr>
          <p:nvPr/>
        </p:nvSpPr>
        <p:spPr>
          <a:xfrm>
            <a:off x="5151835" y="4231804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graphicFrame>
        <p:nvGraphicFramePr>
          <p:cNvPr id="3324" name="Table 1">
            <a:extLst>
              <a:ext uri="{FF2B5EF4-FFF2-40B4-BE49-F238E27FC236}">
                <a16:creationId xmlns:a16="http://schemas.microsoft.com/office/drawing/2014/main" id="{6B04ECFC-6C7C-1897-1AEC-B4CFF40106C1}"/>
              </a:ext>
            </a:extLst>
          </p:cNvPr>
          <p:cNvGraphicFramePr/>
          <p:nvPr/>
        </p:nvGraphicFramePr>
        <p:xfrm>
          <a:off x="14049878" y="7585857"/>
          <a:ext cx="9806915" cy="61518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263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3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6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b="1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b="1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pontual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atraso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sim</a:t>
                      </a:r>
                    </a:p>
                  </a:txBody>
                  <a:tcPr marL="50800" marR="50800" marT="50800" marB="50800" anchor="ctr" horzOverflow="overflow">
                    <a:lnR w="25400">
                      <a:solidFill>
                        <a:srgbClr val="D6D7D6"/>
                      </a:solidFill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não</a:t>
                      </a:r>
                    </a:p>
                  </a:txBody>
                  <a:tcPr marL="50800" marR="50800" marT="50800" marB="50800" anchor="ctr" horzOverflow="overflow">
                    <a:lnR w="25400">
                      <a:solidFill>
                        <a:srgbClr val="D6D7D6"/>
                      </a:solidFill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0,9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sim</a:t>
                      </a:r>
                    </a:p>
                  </a:txBody>
                  <a:tcPr marL="50800" marR="50800" marT="50800" marB="50800" anchor="ctr" horzOverflow="overflow">
                    <a:lnR w="25400">
                      <a:solidFill>
                        <a:srgbClr val="D6D7D6"/>
                      </a:solidFill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0,6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6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não</a:t>
                      </a:r>
                    </a:p>
                  </a:txBody>
                  <a:tcPr marL="50800" marR="50800" marT="50800" marB="50800" anchor="ctr" horzOverflow="overflow">
                    <a:lnR w="25400">
                      <a:solidFill>
                        <a:srgbClr val="D6D7D6"/>
                      </a:solidFill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0,7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6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forte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sim</a:t>
                      </a:r>
                    </a:p>
                  </a:txBody>
                  <a:tcPr marL="50800" marR="50800" marT="50800" marB="50800" anchor="ctr" horzOverflow="overflow">
                    <a:lnR w="25400">
                      <a:solidFill>
                        <a:srgbClr val="D6D7D6"/>
                      </a:solidFill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0,4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6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forte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não</a:t>
                      </a:r>
                    </a:p>
                  </a:txBody>
                  <a:tcPr marL="50800" marR="50800" marT="50800" marB="50800" anchor="ctr" horzOverflow="overflow">
                    <a:lnR w="25400">
                      <a:solidFill>
                        <a:srgbClr val="D6D7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D6D7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7D237A2-4AC1-9515-ADAA-4E6417EE79B4}"/>
              </a:ext>
            </a:extLst>
          </p:cNvPr>
          <p:cNvGraphicFramePr/>
          <p:nvPr/>
        </p:nvGraphicFramePr>
        <p:xfrm>
          <a:off x="18664195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69640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8EF75-B90D-88FF-797F-ED3B8F706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6" name="Appointment…">
            <a:extLst>
              <a:ext uri="{FF2B5EF4-FFF2-40B4-BE49-F238E27FC236}">
                <a16:creationId xmlns:a16="http://schemas.microsoft.com/office/drawing/2014/main" id="{B69454C7-3DBA-1DF8-E62B-CB583C0437E7}"/>
              </a:ext>
            </a:extLst>
          </p:cNvPr>
          <p:cNvSpPr>
            <a:spLocks noGrp="1"/>
          </p:cNvSpPr>
          <p:nvPr/>
        </p:nvSpPr>
        <p:spPr>
          <a:xfrm>
            <a:off x="4058146" y="14831984"/>
            <a:ext cx="8480113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307" name="Line">
            <a:extLst>
              <a:ext uri="{FF2B5EF4-FFF2-40B4-BE49-F238E27FC236}">
                <a16:creationId xmlns:a16="http://schemas.microsoft.com/office/drawing/2014/main" id="{AF01F45A-7089-7110-A00B-C850F75A854C}"/>
              </a:ext>
            </a:extLst>
          </p:cNvPr>
          <p:cNvSpPr>
            <a:spLocks noGrp="1"/>
          </p:cNvSpPr>
          <p:nvPr/>
        </p:nvSpPr>
        <p:spPr>
          <a:xfrm>
            <a:off x="8298202" y="13407344"/>
            <a:ext cx="1" cy="126472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08" name="Train…">
            <a:extLst>
              <a:ext uri="{FF2B5EF4-FFF2-40B4-BE49-F238E27FC236}">
                <a16:creationId xmlns:a16="http://schemas.microsoft.com/office/drawing/2014/main" id="{E70259FB-1CD4-3528-9511-21D30A1AF539}"/>
              </a:ext>
            </a:extLst>
          </p:cNvPr>
          <p:cNvSpPr>
            <a:spLocks noGrp="1"/>
          </p:cNvSpPr>
          <p:nvPr/>
        </p:nvSpPr>
        <p:spPr>
          <a:xfrm>
            <a:off x="2970021" y="10244214"/>
            <a:ext cx="10656361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309" name="Line">
            <a:extLst>
              <a:ext uri="{FF2B5EF4-FFF2-40B4-BE49-F238E27FC236}">
                <a16:creationId xmlns:a16="http://schemas.microsoft.com/office/drawing/2014/main" id="{8313833D-700E-4C25-C05F-A848D92CFBBE}"/>
              </a:ext>
            </a:extLst>
          </p:cNvPr>
          <p:cNvSpPr>
            <a:spLocks noGrp="1"/>
          </p:cNvSpPr>
          <p:nvPr/>
        </p:nvSpPr>
        <p:spPr>
          <a:xfrm>
            <a:off x="5151835" y="8819573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10" name="Line">
            <a:extLst>
              <a:ext uri="{FF2B5EF4-FFF2-40B4-BE49-F238E27FC236}">
                <a16:creationId xmlns:a16="http://schemas.microsoft.com/office/drawing/2014/main" id="{6321117E-DE08-00EE-3F23-717C6A638CF0}"/>
              </a:ext>
            </a:extLst>
          </p:cNvPr>
          <p:cNvSpPr>
            <a:spLocks noGrp="1"/>
          </p:cNvSpPr>
          <p:nvPr/>
        </p:nvSpPr>
        <p:spPr>
          <a:xfrm flipH="1">
            <a:off x="11444567" y="4231805"/>
            <a:ext cx="1" cy="5852489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11" name="Maintenance…">
            <a:extLst>
              <a:ext uri="{FF2B5EF4-FFF2-40B4-BE49-F238E27FC236}">
                <a16:creationId xmlns:a16="http://schemas.microsoft.com/office/drawing/2014/main" id="{6B92769C-79C8-E418-00AA-E7CE2843AA92}"/>
              </a:ext>
            </a:extLst>
          </p:cNvPr>
          <p:cNvSpPr>
            <a:spLocks noGrp="1"/>
          </p:cNvSpPr>
          <p:nvPr/>
        </p:nvSpPr>
        <p:spPr>
          <a:xfrm>
            <a:off x="511170" y="5656444"/>
            <a:ext cx="9281333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312" name="Rain…">
            <a:extLst>
              <a:ext uri="{FF2B5EF4-FFF2-40B4-BE49-F238E27FC236}">
                <a16:creationId xmlns:a16="http://schemas.microsoft.com/office/drawing/2014/main" id="{38F38698-CBCE-FAA7-362A-16AF9E53D6A4}"/>
              </a:ext>
            </a:extLst>
          </p:cNvPr>
          <p:cNvSpPr>
            <a:spLocks noGrp="1"/>
          </p:cNvSpPr>
          <p:nvPr/>
        </p:nvSpPr>
        <p:spPr>
          <a:xfrm>
            <a:off x="2906307" y="1068676"/>
            <a:ext cx="10783790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313" name="Line">
            <a:extLst>
              <a:ext uri="{FF2B5EF4-FFF2-40B4-BE49-F238E27FC236}">
                <a16:creationId xmlns:a16="http://schemas.microsoft.com/office/drawing/2014/main" id="{54D84EC7-810F-44B1-A3EB-B4C431FA33D7}"/>
              </a:ext>
            </a:extLst>
          </p:cNvPr>
          <p:cNvSpPr>
            <a:spLocks noGrp="1"/>
          </p:cNvSpPr>
          <p:nvPr/>
        </p:nvSpPr>
        <p:spPr>
          <a:xfrm>
            <a:off x="5151835" y="4231804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graphicFrame>
        <p:nvGraphicFramePr>
          <p:cNvPr id="3324" name="Table 1">
            <a:extLst>
              <a:ext uri="{FF2B5EF4-FFF2-40B4-BE49-F238E27FC236}">
                <a16:creationId xmlns:a16="http://schemas.microsoft.com/office/drawing/2014/main" id="{F4D34E5F-6E50-BE1F-A8A9-7A23AFF671AF}"/>
              </a:ext>
            </a:extLst>
          </p:cNvPr>
          <p:cNvGraphicFramePr/>
          <p:nvPr/>
        </p:nvGraphicFramePr>
        <p:xfrm>
          <a:off x="14049878" y="7585857"/>
          <a:ext cx="9806915" cy="61518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263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3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6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b="1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b="1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pontual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atraso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sim</a:t>
                      </a:r>
                    </a:p>
                  </a:txBody>
                  <a:tcPr marL="50800" marR="50800" marT="50800" marB="50800" anchor="ctr" horzOverflow="overflow">
                    <a:lnR w="25400">
                      <a:solidFill>
                        <a:srgbClr val="D6D7D6"/>
                      </a:solidFill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não</a:t>
                      </a:r>
                    </a:p>
                  </a:txBody>
                  <a:tcPr marL="50800" marR="50800" marT="50800" marB="50800" anchor="ctr" horzOverflow="overflow">
                    <a:lnR w="25400">
                      <a:solidFill>
                        <a:srgbClr val="D6D7D6"/>
                      </a:solidFill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0,9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sim</a:t>
                      </a:r>
                    </a:p>
                  </a:txBody>
                  <a:tcPr marL="50800" marR="50800" marT="50800" marB="50800" anchor="ctr" horzOverflow="overflow">
                    <a:lnR w="25400">
                      <a:solidFill>
                        <a:srgbClr val="D6D7D6"/>
                      </a:solidFill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0,6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6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não</a:t>
                      </a:r>
                    </a:p>
                  </a:txBody>
                  <a:tcPr marL="50800" marR="50800" marT="50800" marB="50800" anchor="ctr" horzOverflow="overflow">
                    <a:lnR w="25400">
                      <a:solidFill>
                        <a:srgbClr val="D6D7D6"/>
                      </a:solidFill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0,7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6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forte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sim</a:t>
                      </a:r>
                    </a:p>
                  </a:txBody>
                  <a:tcPr marL="50800" marR="50800" marT="50800" marB="50800" anchor="ctr" horzOverflow="overflow">
                    <a:lnR w="25400">
                      <a:solidFill>
                        <a:srgbClr val="D6D7D6"/>
                      </a:solidFill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0,4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6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forte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não</a:t>
                      </a:r>
                    </a:p>
                  </a:txBody>
                  <a:tcPr marL="50800" marR="50800" marT="50800" marB="50800" anchor="ctr" horzOverflow="overflow">
                    <a:lnR w="25400">
                      <a:solidFill>
                        <a:srgbClr val="D6D7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D6D7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325" name="Table 2">
            <a:extLst>
              <a:ext uri="{FF2B5EF4-FFF2-40B4-BE49-F238E27FC236}">
                <a16:creationId xmlns:a16="http://schemas.microsoft.com/office/drawing/2014/main" id="{20C27185-87C5-9733-0E46-342A652B3312}"/>
              </a:ext>
            </a:extLst>
          </p:cNvPr>
          <p:cNvGraphicFramePr/>
          <p:nvPr/>
        </p:nvGraphicFramePr>
        <p:xfrm>
          <a:off x="18664195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071847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8" name="Appointment…">
            <a:extLst>
              <a:ext uri="{FF2B5EF4-FFF2-40B4-BE49-F238E27FC236}">
                <a16:creationId xmlns:a16="http://schemas.microsoft.com/office/drawing/2014/main" id="{41338BA4-1BEA-4AE1-904C-2A184245FFCD}"/>
              </a:ext>
            </a:extLst>
          </p:cNvPr>
          <p:cNvSpPr>
            <a:spLocks noGrp="1"/>
          </p:cNvSpPr>
          <p:nvPr/>
        </p:nvSpPr>
        <p:spPr>
          <a:xfrm>
            <a:off x="4058146" y="9854114"/>
            <a:ext cx="8480113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319" name="Line">
            <a:extLst>
              <a:ext uri="{FF2B5EF4-FFF2-40B4-BE49-F238E27FC236}">
                <a16:creationId xmlns:a16="http://schemas.microsoft.com/office/drawing/2014/main" id="{FB5EB325-E6F9-4A5E-9BCC-54893F69A489}"/>
              </a:ext>
            </a:extLst>
          </p:cNvPr>
          <p:cNvSpPr>
            <a:spLocks noGrp="1"/>
          </p:cNvSpPr>
          <p:nvPr/>
        </p:nvSpPr>
        <p:spPr>
          <a:xfrm>
            <a:off x="8298202" y="8429474"/>
            <a:ext cx="1" cy="126472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20" name="Train…">
            <a:extLst>
              <a:ext uri="{FF2B5EF4-FFF2-40B4-BE49-F238E27FC236}">
                <a16:creationId xmlns:a16="http://schemas.microsoft.com/office/drawing/2014/main" id="{240C0AB9-297E-43E0-A9E9-B345711F15BF}"/>
              </a:ext>
            </a:extLst>
          </p:cNvPr>
          <p:cNvSpPr>
            <a:spLocks noGrp="1"/>
          </p:cNvSpPr>
          <p:nvPr/>
        </p:nvSpPr>
        <p:spPr>
          <a:xfrm>
            <a:off x="2970021" y="5266344"/>
            <a:ext cx="10656361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321" name="Line">
            <a:extLst>
              <a:ext uri="{FF2B5EF4-FFF2-40B4-BE49-F238E27FC236}">
                <a16:creationId xmlns:a16="http://schemas.microsoft.com/office/drawing/2014/main" id="{292220BF-0F86-48A0-9F18-9925EC83FAFD}"/>
              </a:ext>
            </a:extLst>
          </p:cNvPr>
          <p:cNvSpPr>
            <a:spLocks noGrp="1"/>
          </p:cNvSpPr>
          <p:nvPr/>
        </p:nvSpPr>
        <p:spPr>
          <a:xfrm>
            <a:off x="5151835" y="3841703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22" name="Line">
            <a:extLst>
              <a:ext uri="{FF2B5EF4-FFF2-40B4-BE49-F238E27FC236}">
                <a16:creationId xmlns:a16="http://schemas.microsoft.com/office/drawing/2014/main" id="{BA43EE6D-28DD-4DD5-9896-59BD11D0E9DD}"/>
              </a:ext>
            </a:extLst>
          </p:cNvPr>
          <p:cNvSpPr>
            <a:spLocks noGrp="1"/>
          </p:cNvSpPr>
          <p:nvPr/>
        </p:nvSpPr>
        <p:spPr>
          <a:xfrm flipH="1">
            <a:off x="11444567" y="-746065"/>
            <a:ext cx="1" cy="5852489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23" name="Maintenance…">
            <a:extLst>
              <a:ext uri="{FF2B5EF4-FFF2-40B4-BE49-F238E27FC236}">
                <a16:creationId xmlns:a16="http://schemas.microsoft.com/office/drawing/2014/main" id="{A5EFD0DE-3549-49C0-B97A-6BA1DF0941DC}"/>
              </a:ext>
            </a:extLst>
          </p:cNvPr>
          <p:cNvSpPr>
            <a:spLocks noGrp="1"/>
          </p:cNvSpPr>
          <p:nvPr/>
        </p:nvSpPr>
        <p:spPr>
          <a:xfrm>
            <a:off x="511170" y="678574"/>
            <a:ext cx="9281333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324" name="Rain…">
            <a:extLst>
              <a:ext uri="{FF2B5EF4-FFF2-40B4-BE49-F238E27FC236}">
                <a16:creationId xmlns:a16="http://schemas.microsoft.com/office/drawing/2014/main" id="{93C23519-D1F7-4275-9E6B-91C31BA9AA93}"/>
              </a:ext>
            </a:extLst>
          </p:cNvPr>
          <p:cNvSpPr>
            <a:spLocks noGrp="1"/>
          </p:cNvSpPr>
          <p:nvPr/>
        </p:nvSpPr>
        <p:spPr>
          <a:xfrm>
            <a:off x="2906307" y="-3909194"/>
            <a:ext cx="10783790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325" name="Line">
            <a:extLst>
              <a:ext uri="{FF2B5EF4-FFF2-40B4-BE49-F238E27FC236}">
                <a16:creationId xmlns:a16="http://schemas.microsoft.com/office/drawing/2014/main" id="{52811EDE-7114-4722-BB17-D2E9DCBE6013}"/>
              </a:ext>
            </a:extLst>
          </p:cNvPr>
          <p:cNvSpPr>
            <a:spLocks noGrp="1"/>
          </p:cNvSpPr>
          <p:nvPr/>
        </p:nvSpPr>
        <p:spPr>
          <a:xfrm>
            <a:off x="5151835" y="-746066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7C2920C-7428-469A-CECF-802743C80FCF}"/>
              </a:ext>
            </a:extLst>
          </p:cNvPr>
          <p:cNvGraphicFramePr/>
          <p:nvPr/>
        </p:nvGraphicFramePr>
        <p:xfrm>
          <a:off x="18664195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98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A9900-B5A1-3550-DD38-13C7137B2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8" name="Appointment…">
            <a:extLst>
              <a:ext uri="{FF2B5EF4-FFF2-40B4-BE49-F238E27FC236}">
                <a16:creationId xmlns:a16="http://schemas.microsoft.com/office/drawing/2014/main" id="{10202C7E-D494-E0BE-6A2F-46B364F87A17}"/>
              </a:ext>
            </a:extLst>
          </p:cNvPr>
          <p:cNvSpPr>
            <a:spLocks noGrp="1"/>
          </p:cNvSpPr>
          <p:nvPr/>
        </p:nvSpPr>
        <p:spPr>
          <a:xfrm>
            <a:off x="4058146" y="9854114"/>
            <a:ext cx="8480113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319" name="Line">
            <a:extLst>
              <a:ext uri="{FF2B5EF4-FFF2-40B4-BE49-F238E27FC236}">
                <a16:creationId xmlns:a16="http://schemas.microsoft.com/office/drawing/2014/main" id="{12D19A90-B6B8-2467-B4C5-B2B410ED421F}"/>
              </a:ext>
            </a:extLst>
          </p:cNvPr>
          <p:cNvSpPr>
            <a:spLocks noGrp="1"/>
          </p:cNvSpPr>
          <p:nvPr/>
        </p:nvSpPr>
        <p:spPr>
          <a:xfrm>
            <a:off x="8298202" y="8429474"/>
            <a:ext cx="1" cy="126472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20" name="Train…">
            <a:extLst>
              <a:ext uri="{FF2B5EF4-FFF2-40B4-BE49-F238E27FC236}">
                <a16:creationId xmlns:a16="http://schemas.microsoft.com/office/drawing/2014/main" id="{E7FA0EA9-82C4-6FC2-BD0E-49C582A57216}"/>
              </a:ext>
            </a:extLst>
          </p:cNvPr>
          <p:cNvSpPr>
            <a:spLocks noGrp="1"/>
          </p:cNvSpPr>
          <p:nvPr/>
        </p:nvSpPr>
        <p:spPr>
          <a:xfrm>
            <a:off x="2970021" y="5266344"/>
            <a:ext cx="10656361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321" name="Line">
            <a:extLst>
              <a:ext uri="{FF2B5EF4-FFF2-40B4-BE49-F238E27FC236}">
                <a16:creationId xmlns:a16="http://schemas.microsoft.com/office/drawing/2014/main" id="{4501E723-EA98-C224-55AF-36172B169F66}"/>
              </a:ext>
            </a:extLst>
          </p:cNvPr>
          <p:cNvSpPr>
            <a:spLocks noGrp="1"/>
          </p:cNvSpPr>
          <p:nvPr/>
        </p:nvSpPr>
        <p:spPr>
          <a:xfrm>
            <a:off x="5151835" y="3841703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22" name="Line">
            <a:extLst>
              <a:ext uri="{FF2B5EF4-FFF2-40B4-BE49-F238E27FC236}">
                <a16:creationId xmlns:a16="http://schemas.microsoft.com/office/drawing/2014/main" id="{40C4CC65-997E-86A2-0781-D86AB831508D}"/>
              </a:ext>
            </a:extLst>
          </p:cNvPr>
          <p:cNvSpPr>
            <a:spLocks noGrp="1"/>
          </p:cNvSpPr>
          <p:nvPr/>
        </p:nvSpPr>
        <p:spPr>
          <a:xfrm flipH="1">
            <a:off x="11444567" y="-746065"/>
            <a:ext cx="1" cy="5852489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23" name="Maintenance…">
            <a:extLst>
              <a:ext uri="{FF2B5EF4-FFF2-40B4-BE49-F238E27FC236}">
                <a16:creationId xmlns:a16="http://schemas.microsoft.com/office/drawing/2014/main" id="{54494486-589C-206D-1484-81FCD8759E5B}"/>
              </a:ext>
            </a:extLst>
          </p:cNvPr>
          <p:cNvSpPr>
            <a:spLocks noGrp="1"/>
          </p:cNvSpPr>
          <p:nvPr/>
        </p:nvSpPr>
        <p:spPr>
          <a:xfrm>
            <a:off x="511170" y="678574"/>
            <a:ext cx="9281333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324" name="Rain…">
            <a:extLst>
              <a:ext uri="{FF2B5EF4-FFF2-40B4-BE49-F238E27FC236}">
                <a16:creationId xmlns:a16="http://schemas.microsoft.com/office/drawing/2014/main" id="{D4230E38-A74D-CF16-22F2-3F3AA16F8871}"/>
              </a:ext>
            </a:extLst>
          </p:cNvPr>
          <p:cNvSpPr>
            <a:spLocks noGrp="1"/>
          </p:cNvSpPr>
          <p:nvPr/>
        </p:nvSpPr>
        <p:spPr>
          <a:xfrm>
            <a:off x="2906307" y="-3909194"/>
            <a:ext cx="10783790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325" name="Line">
            <a:extLst>
              <a:ext uri="{FF2B5EF4-FFF2-40B4-BE49-F238E27FC236}">
                <a16:creationId xmlns:a16="http://schemas.microsoft.com/office/drawing/2014/main" id="{B545ED04-6A0B-8BDC-DAFD-F6A8D380D11B}"/>
              </a:ext>
            </a:extLst>
          </p:cNvPr>
          <p:cNvSpPr>
            <a:spLocks noGrp="1"/>
          </p:cNvSpPr>
          <p:nvPr/>
        </p:nvSpPr>
        <p:spPr>
          <a:xfrm>
            <a:off x="5151835" y="-746066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graphicFrame>
        <p:nvGraphicFramePr>
          <p:cNvPr id="3336" name="Table 1">
            <a:extLst>
              <a:ext uri="{FF2B5EF4-FFF2-40B4-BE49-F238E27FC236}">
                <a16:creationId xmlns:a16="http://schemas.microsoft.com/office/drawing/2014/main" id="{C209967D-40B9-0C8B-DE3C-B798CBDE58BB}"/>
              </a:ext>
            </a:extLst>
          </p:cNvPr>
          <p:cNvGraphicFramePr/>
          <p:nvPr/>
        </p:nvGraphicFramePr>
        <p:xfrm>
          <a:off x="13210911" y="9131585"/>
          <a:ext cx="10537189" cy="378117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3672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2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60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1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vai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falta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0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pontual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0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atraso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4AA7A80-1A04-E683-413F-7BC2A3F67574}"/>
              </a:ext>
            </a:extLst>
          </p:cNvPr>
          <p:cNvGraphicFramePr/>
          <p:nvPr/>
        </p:nvGraphicFramePr>
        <p:xfrm>
          <a:off x="18664195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045306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C957F-DAD8-B880-4305-4010A29DF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8" name="Appointment…">
            <a:extLst>
              <a:ext uri="{FF2B5EF4-FFF2-40B4-BE49-F238E27FC236}">
                <a16:creationId xmlns:a16="http://schemas.microsoft.com/office/drawing/2014/main" id="{444DF301-ED39-435E-FE72-AA74B4FCFBA6}"/>
              </a:ext>
            </a:extLst>
          </p:cNvPr>
          <p:cNvSpPr>
            <a:spLocks noGrp="1"/>
          </p:cNvSpPr>
          <p:nvPr/>
        </p:nvSpPr>
        <p:spPr>
          <a:xfrm>
            <a:off x="4058146" y="9854114"/>
            <a:ext cx="8480113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Compromisso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{comparecer, faltar}</a:t>
            </a:r>
          </a:p>
        </p:txBody>
      </p:sp>
      <p:sp>
        <p:nvSpPr>
          <p:cNvPr id="3319" name="Line">
            <a:extLst>
              <a:ext uri="{FF2B5EF4-FFF2-40B4-BE49-F238E27FC236}">
                <a16:creationId xmlns:a16="http://schemas.microsoft.com/office/drawing/2014/main" id="{6988976E-D146-E259-BC3C-647B57C80DEF}"/>
              </a:ext>
            </a:extLst>
          </p:cNvPr>
          <p:cNvSpPr>
            <a:spLocks noGrp="1"/>
          </p:cNvSpPr>
          <p:nvPr/>
        </p:nvSpPr>
        <p:spPr>
          <a:xfrm>
            <a:off x="8298202" y="8429474"/>
            <a:ext cx="1" cy="1264721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20" name="Train…">
            <a:extLst>
              <a:ext uri="{FF2B5EF4-FFF2-40B4-BE49-F238E27FC236}">
                <a16:creationId xmlns:a16="http://schemas.microsoft.com/office/drawing/2014/main" id="{3AD80FF2-033D-25EC-A613-0617797890D3}"/>
              </a:ext>
            </a:extLst>
          </p:cNvPr>
          <p:cNvSpPr>
            <a:spLocks noGrp="1"/>
          </p:cNvSpPr>
          <p:nvPr/>
        </p:nvSpPr>
        <p:spPr>
          <a:xfrm>
            <a:off x="2970021" y="5266344"/>
            <a:ext cx="10656361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Trem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{no horário, atrasado}</a:t>
            </a:r>
          </a:p>
        </p:txBody>
      </p:sp>
      <p:sp>
        <p:nvSpPr>
          <p:cNvPr id="3321" name="Line">
            <a:extLst>
              <a:ext uri="{FF2B5EF4-FFF2-40B4-BE49-F238E27FC236}">
                <a16:creationId xmlns:a16="http://schemas.microsoft.com/office/drawing/2014/main" id="{C7A70CD3-7CE8-512B-B7BB-B2189A215123}"/>
              </a:ext>
            </a:extLst>
          </p:cNvPr>
          <p:cNvSpPr>
            <a:spLocks noGrp="1"/>
          </p:cNvSpPr>
          <p:nvPr/>
        </p:nvSpPr>
        <p:spPr>
          <a:xfrm>
            <a:off x="5151835" y="3841703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22" name="Line">
            <a:extLst>
              <a:ext uri="{FF2B5EF4-FFF2-40B4-BE49-F238E27FC236}">
                <a16:creationId xmlns:a16="http://schemas.microsoft.com/office/drawing/2014/main" id="{4E6178DE-0CEE-28CF-6B63-934E188C7CDE}"/>
              </a:ext>
            </a:extLst>
          </p:cNvPr>
          <p:cNvSpPr>
            <a:spLocks noGrp="1"/>
          </p:cNvSpPr>
          <p:nvPr/>
        </p:nvSpPr>
        <p:spPr>
          <a:xfrm flipH="1">
            <a:off x="11444567" y="-746065"/>
            <a:ext cx="1" cy="5852489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23" name="Maintenance…">
            <a:extLst>
              <a:ext uri="{FF2B5EF4-FFF2-40B4-BE49-F238E27FC236}">
                <a16:creationId xmlns:a16="http://schemas.microsoft.com/office/drawing/2014/main" id="{DDABF83A-A396-8792-CFA2-82B03D70B3A0}"/>
              </a:ext>
            </a:extLst>
          </p:cNvPr>
          <p:cNvSpPr>
            <a:spLocks noGrp="1"/>
          </p:cNvSpPr>
          <p:nvPr/>
        </p:nvSpPr>
        <p:spPr>
          <a:xfrm>
            <a:off x="511170" y="678574"/>
            <a:ext cx="9281333" cy="3003212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Manutenção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{sim, não}</a:t>
            </a:r>
          </a:p>
        </p:txBody>
      </p:sp>
      <p:sp>
        <p:nvSpPr>
          <p:cNvPr id="3324" name="Rain…">
            <a:extLst>
              <a:ext uri="{FF2B5EF4-FFF2-40B4-BE49-F238E27FC236}">
                <a16:creationId xmlns:a16="http://schemas.microsoft.com/office/drawing/2014/main" id="{5A254E75-54D3-7C3F-21CE-3FA3018E1B8F}"/>
              </a:ext>
            </a:extLst>
          </p:cNvPr>
          <p:cNvSpPr>
            <a:spLocks noGrp="1"/>
          </p:cNvSpPr>
          <p:nvPr/>
        </p:nvSpPr>
        <p:spPr>
          <a:xfrm>
            <a:off x="2906307" y="-3909194"/>
            <a:ext cx="10783790" cy="3003211"/>
          </a:xfrm>
          <a:prstGeom prst="roundRect">
            <a:avLst>
              <a:gd name="adj" fmla="val 27826"/>
            </a:avLst>
          </a:prstGeom>
          <a:solidFill>
            <a:srgbClr val="000000"/>
          </a:solidFill>
          <a:ln w="762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7500" b="0" i="1">
                <a:latin typeface="Times New Roman"/>
                <a:ea typeface="Times New Roman"/>
                <a:cs typeface="Times New Roman"/>
              </a:defRPr>
            </a:pPr>
            <a:r>
              <a:t>Chuva</a:t>
            </a:r>
          </a:p>
          <a:p>
            <a:pPr algn="ctr">
              <a:buNone/>
              <a:defRPr sz="7500" b="0">
                <a:latin typeface="Times New Roman"/>
                <a:ea typeface="Times New Roman"/>
                <a:cs typeface="Times New Roman"/>
              </a:defRPr>
            </a:pPr>
            <a:r>
              <a:t>{nenhuma, fraca, forte}</a:t>
            </a:r>
          </a:p>
        </p:txBody>
      </p:sp>
      <p:sp>
        <p:nvSpPr>
          <p:cNvPr id="3325" name="Line">
            <a:extLst>
              <a:ext uri="{FF2B5EF4-FFF2-40B4-BE49-F238E27FC236}">
                <a16:creationId xmlns:a16="http://schemas.microsoft.com/office/drawing/2014/main" id="{6113D730-FF8C-E692-6244-9D8E097C0B52}"/>
              </a:ext>
            </a:extLst>
          </p:cNvPr>
          <p:cNvSpPr>
            <a:spLocks noGrp="1"/>
          </p:cNvSpPr>
          <p:nvPr/>
        </p:nvSpPr>
        <p:spPr>
          <a:xfrm>
            <a:off x="5151835" y="-746066"/>
            <a:ext cx="1" cy="1264722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graphicFrame>
        <p:nvGraphicFramePr>
          <p:cNvPr id="3336" name="Table 1">
            <a:extLst>
              <a:ext uri="{FF2B5EF4-FFF2-40B4-BE49-F238E27FC236}">
                <a16:creationId xmlns:a16="http://schemas.microsoft.com/office/drawing/2014/main" id="{2FA67812-AF6C-4F36-E9BA-5FE15E10D57B}"/>
              </a:ext>
            </a:extLst>
          </p:cNvPr>
          <p:cNvGraphicFramePr/>
          <p:nvPr/>
        </p:nvGraphicFramePr>
        <p:xfrm>
          <a:off x="13210911" y="9131585"/>
          <a:ext cx="10537189" cy="378117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3672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2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60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1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vai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falta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0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pontual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0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 b="0" i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atraso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337" name="Table 2">
            <a:extLst>
              <a:ext uri="{FF2B5EF4-FFF2-40B4-BE49-F238E27FC236}">
                <a16:creationId xmlns:a16="http://schemas.microsoft.com/office/drawing/2014/main" id="{EBA6DBC9-9F42-4773-93F0-BE82722A63D8}"/>
              </a:ext>
            </a:extLst>
          </p:cNvPr>
          <p:cNvGraphicFramePr/>
          <p:nvPr/>
        </p:nvGraphicFramePr>
        <p:xfrm>
          <a:off x="18664195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550973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/>
          <p:nvPr/>
        </p:nvGraphicFramePr>
        <p:xfrm>
          <a:off x="18664195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9527045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2"/>
          <p:cNvGraphicFramePr/>
          <p:nvPr/>
        </p:nvGraphicFramePr>
        <p:xfrm>
          <a:off x="18664195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2-1"/>
          <p:cNvGraphicFramePr/>
          <p:nvPr/>
        </p:nvGraphicFramePr>
        <p:xfrm>
          <a:off x="12819393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2-1-1"/>
          <p:cNvGraphicFramePr/>
          <p:nvPr/>
        </p:nvGraphicFramePr>
        <p:xfrm>
          <a:off x="6980941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atraso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2-1-1-1"/>
          <p:cNvGraphicFramePr/>
          <p:nvPr/>
        </p:nvGraphicFramePr>
        <p:xfrm>
          <a:off x="1148839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falta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2-1-1-1-1"/>
          <p:cNvGraphicFramePr/>
          <p:nvPr/>
        </p:nvGraphicFramePr>
        <p:xfrm>
          <a:off x="1148839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2-1-1-1-1-1"/>
          <p:cNvGraphicFramePr/>
          <p:nvPr/>
        </p:nvGraphicFramePr>
        <p:xfrm>
          <a:off x="6980941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2-1-1-1-1-1-1"/>
          <p:cNvGraphicFramePr/>
          <p:nvPr/>
        </p:nvGraphicFramePr>
        <p:xfrm>
          <a:off x="12813043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forte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atraso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falta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Table 2-1-1-1-1-1-1-1"/>
          <p:cNvGraphicFramePr/>
          <p:nvPr/>
        </p:nvGraphicFramePr>
        <p:xfrm>
          <a:off x="18664195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77985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1" name="P(Train = on time) ?">
            <a:extLst>
              <a:ext uri="{FF2B5EF4-FFF2-40B4-BE49-F238E27FC236}">
                <a16:creationId xmlns:a16="http://schemas.microsoft.com/office/drawing/2014/main" id="{CA0BA1EA-10F1-4E4B-BC56-40C5AF3B4E4F}"/>
              </a:ext>
            </a:extLst>
          </p:cNvPr>
          <p:cNvSpPr>
            <a:spLocks noGrp="1"/>
          </p:cNvSpPr>
          <p:nvPr/>
        </p:nvSpPr>
        <p:spPr>
          <a:xfrm>
            <a:off x="6978885" y="6103925"/>
            <a:ext cx="10426230" cy="16256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000" b="0">
                <a:latin typeface="Times New Roman"/>
                <a:ea typeface="Times New Roman"/>
                <a:cs typeface="Times New Roman"/>
              </a:defRPr>
            </a:pPr>
            <a:r>
              <a:t>P(Trem = no horário) ?</a:t>
            </a:r>
          </a:p>
        </p:txBody>
      </p:sp>
    </p:spTree>
    <p:extLst>
      <p:ext uri="{BB962C8B-B14F-4D97-AF65-F5344CB8AC3E}">
        <p14:creationId xmlns:p14="http://schemas.microsoft.com/office/powerpoint/2010/main" val="76495456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2"/>
          <p:cNvGraphicFramePr/>
          <p:nvPr/>
        </p:nvGraphicFramePr>
        <p:xfrm>
          <a:off x="18664195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2-1"/>
          <p:cNvGraphicFramePr/>
          <p:nvPr/>
        </p:nvGraphicFramePr>
        <p:xfrm>
          <a:off x="12819393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2-1-1"/>
          <p:cNvGraphicFramePr/>
          <p:nvPr/>
        </p:nvGraphicFramePr>
        <p:xfrm>
          <a:off x="6980941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atraso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2-1-1-1"/>
          <p:cNvGraphicFramePr/>
          <p:nvPr/>
        </p:nvGraphicFramePr>
        <p:xfrm>
          <a:off x="1148839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falta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2-1-1-1-1"/>
          <p:cNvGraphicFramePr/>
          <p:nvPr/>
        </p:nvGraphicFramePr>
        <p:xfrm>
          <a:off x="1148839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2-1-1-1-1-1"/>
          <p:cNvGraphicFramePr/>
          <p:nvPr/>
        </p:nvGraphicFramePr>
        <p:xfrm>
          <a:off x="6980941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2-1-1-1-1-1-1"/>
          <p:cNvGraphicFramePr/>
          <p:nvPr/>
        </p:nvGraphicFramePr>
        <p:xfrm>
          <a:off x="12813043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forte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atraso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falta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Table 2-1-1-1-1-1-1-1"/>
          <p:cNvGraphicFramePr/>
          <p:nvPr/>
        </p:nvGraphicFramePr>
        <p:xfrm>
          <a:off x="18664195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1953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2"/>
          <p:cNvGraphicFramePr/>
          <p:nvPr/>
        </p:nvGraphicFramePr>
        <p:xfrm>
          <a:off x="18664195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2-1"/>
          <p:cNvGraphicFramePr/>
          <p:nvPr/>
        </p:nvGraphicFramePr>
        <p:xfrm>
          <a:off x="12819393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2-1-1"/>
          <p:cNvGraphicFramePr/>
          <p:nvPr/>
        </p:nvGraphicFramePr>
        <p:xfrm>
          <a:off x="6980941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atraso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2-1-1-1"/>
          <p:cNvGraphicFramePr/>
          <p:nvPr/>
        </p:nvGraphicFramePr>
        <p:xfrm>
          <a:off x="1148839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falta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2-1-1-1-1"/>
          <p:cNvGraphicFramePr/>
          <p:nvPr/>
        </p:nvGraphicFramePr>
        <p:xfrm>
          <a:off x="1148839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2-1-1-1-1-1"/>
          <p:cNvGraphicFramePr/>
          <p:nvPr/>
        </p:nvGraphicFramePr>
        <p:xfrm>
          <a:off x="6980941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2-1-1-1-1-1-1"/>
          <p:cNvGraphicFramePr/>
          <p:nvPr/>
        </p:nvGraphicFramePr>
        <p:xfrm>
          <a:off x="12813043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forte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atraso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falta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Table 2-1-1-1-1-1-1-1"/>
          <p:cNvGraphicFramePr/>
          <p:nvPr/>
        </p:nvGraphicFramePr>
        <p:xfrm>
          <a:off x="18664195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539277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1" name="P(Rain = light | Train = on time) ?">
            <a:extLst>
              <a:ext uri="{FF2B5EF4-FFF2-40B4-BE49-F238E27FC236}">
                <a16:creationId xmlns:a16="http://schemas.microsoft.com/office/drawing/2014/main" id="{2867EDBB-56B5-4603-AEE1-980A0E604465}"/>
              </a:ext>
            </a:extLst>
          </p:cNvPr>
          <p:cNvSpPr>
            <a:spLocks noGrp="1"/>
          </p:cNvSpPr>
          <p:nvPr/>
        </p:nvSpPr>
        <p:spPr>
          <a:xfrm>
            <a:off x="2739106" y="6103925"/>
            <a:ext cx="17323173" cy="16256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0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P(</a:t>
            </a:r>
            <a:r>
              <a:rPr dirty="0" err="1"/>
              <a:t>Chuva</a:t>
            </a:r>
            <a:r>
              <a:rPr dirty="0"/>
              <a:t> = </a:t>
            </a:r>
            <a:r>
              <a:rPr dirty="0" err="1"/>
              <a:t>fraca</a:t>
            </a:r>
            <a:r>
              <a:rPr dirty="0"/>
              <a:t> | Trem = no </a:t>
            </a:r>
            <a:r>
              <a:rPr dirty="0" err="1"/>
              <a:t>horário</a:t>
            </a:r>
            <a:r>
              <a:rPr dirty="0"/>
              <a:t>) ?</a:t>
            </a:r>
          </a:p>
        </p:txBody>
      </p:sp>
    </p:spTree>
    <p:extLst>
      <p:ext uri="{BB962C8B-B14F-4D97-AF65-F5344CB8AC3E}">
        <p14:creationId xmlns:p14="http://schemas.microsoft.com/office/powerpoint/2010/main" val="47467159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2"/>
          <p:cNvGraphicFramePr/>
          <p:nvPr/>
        </p:nvGraphicFramePr>
        <p:xfrm>
          <a:off x="18664195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2-1"/>
          <p:cNvGraphicFramePr/>
          <p:nvPr/>
        </p:nvGraphicFramePr>
        <p:xfrm>
          <a:off x="12819393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2-1-1"/>
          <p:cNvGraphicFramePr/>
          <p:nvPr/>
        </p:nvGraphicFramePr>
        <p:xfrm>
          <a:off x="6980941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atraso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2-1-1-1"/>
          <p:cNvGraphicFramePr/>
          <p:nvPr/>
        </p:nvGraphicFramePr>
        <p:xfrm>
          <a:off x="1148839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falta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2-1-1-1-1"/>
          <p:cNvGraphicFramePr/>
          <p:nvPr/>
        </p:nvGraphicFramePr>
        <p:xfrm>
          <a:off x="1148839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2-1-1-1-1-1"/>
          <p:cNvGraphicFramePr/>
          <p:nvPr/>
        </p:nvGraphicFramePr>
        <p:xfrm>
          <a:off x="6980941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2-1-1-1-1-1-1"/>
          <p:cNvGraphicFramePr/>
          <p:nvPr/>
        </p:nvGraphicFramePr>
        <p:xfrm>
          <a:off x="12813043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forte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atraso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falta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Table 2-1-1-1-1-1-1-1"/>
          <p:cNvGraphicFramePr/>
          <p:nvPr/>
        </p:nvGraphicFramePr>
        <p:xfrm>
          <a:off x="18664195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747062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2"/>
          <p:cNvGraphicFramePr/>
          <p:nvPr/>
        </p:nvGraphicFramePr>
        <p:xfrm>
          <a:off x="18664195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2-1"/>
          <p:cNvGraphicFramePr/>
          <p:nvPr/>
        </p:nvGraphicFramePr>
        <p:xfrm>
          <a:off x="12819393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2-1-1"/>
          <p:cNvGraphicFramePr/>
          <p:nvPr/>
        </p:nvGraphicFramePr>
        <p:xfrm>
          <a:off x="6980941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solidFill>
                            <a:srgbClr val="6C6C6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 = 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solidFill>
                            <a:srgbClr val="6C6C6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solidFill>
                            <a:srgbClr val="6C6C6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 = atraso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solidFill>
                            <a:srgbClr val="6C6C6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2-1-1-1"/>
          <p:cNvGraphicFramePr/>
          <p:nvPr/>
        </p:nvGraphicFramePr>
        <p:xfrm>
          <a:off x="1148839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falta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2-1-1-1-1"/>
          <p:cNvGraphicFramePr/>
          <p:nvPr/>
        </p:nvGraphicFramePr>
        <p:xfrm>
          <a:off x="1148839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2-1-1-1-1-1"/>
          <p:cNvGraphicFramePr/>
          <p:nvPr/>
        </p:nvGraphicFramePr>
        <p:xfrm>
          <a:off x="6980941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2-1-1-1-1-1-1"/>
          <p:cNvGraphicFramePr/>
          <p:nvPr/>
        </p:nvGraphicFramePr>
        <p:xfrm>
          <a:off x="12813043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solidFill>
                            <a:srgbClr val="6C6C6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 = forte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solidFill>
                            <a:srgbClr val="6C6C6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solidFill>
                            <a:srgbClr val="6C6C6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 = atraso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solidFill>
                            <a:srgbClr val="6C6C6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 = falta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Table 2-1-1-1-1-1-1-1"/>
          <p:cNvGraphicFramePr/>
          <p:nvPr/>
        </p:nvGraphicFramePr>
        <p:xfrm>
          <a:off x="18664195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3001138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2"/>
          <p:cNvGraphicFramePr/>
          <p:nvPr/>
        </p:nvGraphicFramePr>
        <p:xfrm>
          <a:off x="18664195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2-1"/>
          <p:cNvGraphicFramePr/>
          <p:nvPr/>
        </p:nvGraphicFramePr>
        <p:xfrm>
          <a:off x="12819393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2-1-1"/>
          <p:cNvGraphicFramePr/>
          <p:nvPr/>
        </p:nvGraphicFramePr>
        <p:xfrm>
          <a:off x="6980941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solidFill>
                            <a:srgbClr val="6C6C6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 = 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solidFill>
                            <a:srgbClr val="6C6C6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solidFill>
                            <a:srgbClr val="6C6C6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 = atraso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solidFill>
                            <a:srgbClr val="6C6C6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2-1-1-1"/>
          <p:cNvGraphicFramePr/>
          <p:nvPr/>
        </p:nvGraphicFramePr>
        <p:xfrm>
          <a:off x="1148839" y="1302585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falta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2-1-1-1-1"/>
          <p:cNvGraphicFramePr/>
          <p:nvPr/>
        </p:nvGraphicFramePr>
        <p:xfrm>
          <a:off x="1148839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2-1-1-1-1-1"/>
          <p:cNvGraphicFramePr/>
          <p:nvPr/>
        </p:nvGraphicFramePr>
        <p:xfrm>
          <a:off x="6980941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sem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sim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2-1-1-1-1-1-1"/>
          <p:cNvGraphicFramePr/>
          <p:nvPr/>
        </p:nvGraphicFramePr>
        <p:xfrm>
          <a:off x="12813043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solidFill>
                            <a:srgbClr val="6C6C6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 = forte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solidFill>
                            <a:srgbClr val="6C6C6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solidFill>
                            <a:srgbClr val="6C6C6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 = atraso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solidFill>
                            <a:srgbClr val="6C6C6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 = falta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Table 2-1-1-1-1-1-1-1"/>
          <p:cNvGraphicFramePr/>
          <p:nvPr/>
        </p:nvGraphicFramePr>
        <p:xfrm>
          <a:off x="18664195" y="7343147"/>
          <a:ext cx="5071451" cy="54049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7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 i="0">
                          <a:latin typeface="Times New Roman"/>
                          <a:ea typeface="Times New Roman"/>
                          <a:cs typeface="Times New Roman"/>
                        </a:rPr>
                        <a:t>R = fraca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M = não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T = pontual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0">
                          <a:latin typeface="Times New Roman"/>
                          <a:ea typeface="Times New Roman"/>
                          <a:cs typeface="Times New Roman"/>
                        </a:rPr>
                        <a:t>A = vai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6612728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0" name="Rejection Sampling">
            <a:extLst>
              <a:ext uri="{FF2B5EF4-FFF2-40B4-BE49-F238E27FC236}">
                <a16:creationId xmlns:a16="http://schemas.microsoft.com/office/drawing/2014/main" id="{F55B411C-2D2A-44F7-B0EA-AB6AA41305D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Amostragem por rejeição</a:t>
            </a:r>
          </a:p>
        </p:txBody>
      </p:sp>
    </p:spTree>
    <p:extLst>
      <p:ext uri="{BB962C8B-B14F-4D97-AF65-F5344CB8AC3E}">
        <p14:creationId xmlns:p14="http://schemas.microsoft.com/office/powerpoint/2010/main" val="249938218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5" name="Uncertainty over Time">
            <a:extLst>
              <a:ext uri="{FF2B5EF4-FFF2-40B4-BE49-F238E27FC236}">
                <a16:creationId xmlns:a16="http://schemas.microsoft.com/office/drawing/2014/main" id="{4FAD4925-F1B3-4038-949E-F570931A33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Incerteza ao longo do tempo</a:t>
            </a:r>
          </a:p>
        </p:txBody>
      </p:sp>
    </p:spTree>
    <p:extLst>
      <p:ext uri="{BB962C8B-B14F-4D97-AF65-F5344CB8AC3E}">
        <p14:creationId xmlns:p14="http://schemas.microsoft.com/office/powerpoint/2010/main" val="2097048639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7" name="Sun">
            <a:extLst>
              <a:ext uri="{FF2B5EF4-FFF2-40B4-BE49-F238E27FC236}">
                <a16:creationId xmlns:a16="http://schemas.microsoft.com/office/drawing/2014/main" id="{D8F28DD3-59A3-4456-BB74-FA4F0AED47C7}"/>
              </a:ext>
            </a:extLst>
          </p:cNvPr>
          <p:cNvSpPr>
            <a:spLocks noGrp="1"/>
          </p:cNvSpPr>
          <p:nvPr/>
        </p:nvSpPr>
        <p:spPr>
          <a:xfrm>
            <a:off x="5218188" y="2352625"/>
            <a:ext cx="4312536" cy="431253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8912" y="3909"/>
                </a:lnTo>
                <a:cubicBezTo>
                  <a:pt x="9458" y="3767"/>
                  <a:pt x="10107" y="3684"/>
                  <a:pt x="10795" y="3684"/>
                </a:cubicBezTo>
                <a:cubicBezTo>
                  <a:pt x="11488" y="3684"/>
                  <a:pt x="12138" y="3766"/>
                  <a:pt x="12695" y="3914"/>
                </a:cubicBezTo>
                <a:lnTo>
                  <a:pt x="10800" y="0"/>
                </a:lnTo>
                <a:close/>
                <a:moveTo>
                  <a:pt x="18430" y="3160"/>
                </a:moveTo>
                <a:lnTo>
                  <a:pt x="14332" y="4591"/>
                </a:lnTo>
                <a:cubicBezTo>
                  <a:pt x="14828" y="4880"/>
                  <a:pt x="15340" y="5278"/>
                  <a:pt x="15826" y="5764"/>
                </a:cubicBezTo>
                <a:cubicBezTo>
                  <a:pt x="16317" y="6255"/>
                  <a:pt x="16717" y="6774"/>
                  <a:pt x="17006" y="7265"/>
                </a:cubicBezTo>
                <a:lnTo>
                  <a:pt x="18430" y="3160"/>
                </a:lnTo>
                <a:close/>
                <a:moveTo>
                  <a:pt x="3160" y="3172"/>
                </a:moveTo>
                <a:lnTo>
                  <a:pt x="4591" y="7270"/>
                </a:lnTo>
                <a:cubicBezTo>
                  <a:pt x="4880" y="6773"/>
                  <a:pt x="5278" y="6260"/>
                  <a:pt x="5764" y="5774"/>
                </a:cubicBezTo>
                <a:cubicBezTo>
                  <a:pt x="6255" y="5283"/>
                  <a:pt x="6774" y="4885"/>
                  <a:pt x="7265" y="4596"/>
                </a:cubicBezTo>
                <a:lnTo>
                  <a:pt x="3160" y="3172"/>
                </a:lnTo>
                <a:close/>
                <a:moveTo>
                  <a:pt x="10800" y="4661"/>
                </a:moveTo>
                <a:cubicBezTo>
                  <a:pt x="7400" y="4661"/>
                  <a:pt x="4633" y="7427"/>
                  <a:pt x="4633" y="10827"/>
                </a:cubicBezTo>
                <a:cubicBezTo>
                  <a:pt x="4633" y="14227"/>
                  <a:pt x="7400" y="16994"/>
                  <a:pt x="10800" y="16994"/>
                </a:cubicBezTo>
                <a:cubicBezTo>
                  <a:pt x="14200" y="16994"/>
                  <a:pt x="16967" y="14227"/>
                  <a:pt x="16967" y="10827"/>
                </a:cubicBezTo>
                <a:cubicBezTo>
                  <a:pt x="16967" y="7427"/>
                  <a:pt x="14200" y="4661"/>
                  <a:pt x="10800" y="4661"/>
                </a:cubicBezTo>
                <a:close/>
                <a:moveTo>
                  <a:pt x="3914" y="8907"/>
                </a:moveTo>
                <a:lnTo>
                  <a:pt x="0" y="10800"/>
                </a:lnTo>
                <a:lnTo>
                  <a:pt x="3909" y="12688"/>
                </a:lnTo>
                <a:cubicBezTo>
                  <a:pt x="3767" y="12137"/>
                  <a:pt x="3684" y="11493"/>
                  <a:pt x="3684" y="10805"/>
                </a:cubicBezTo>
                <a:cubicBezTo>
                  <a:pt x="3684" y="10112"/>
                  <a:pt x="3766" y="9464"/>
                  <a:pt x="3914" y="8907"/>
                </a:cubicBezTo>
                <a:close/>
                <a:moveTo>
                  <a:pt x="17693" y="8907"/>
                </a:moveTo>
                <a:cubicBezTo>
                  <a:pt x="17835" y="9458"/>
                  <a:pt x="17916" y="10102"/>
                  <a:pt x="17916" y="10790"/>
                </a:cubicBezTo>
                <a:cubicBezTo>
                  <a:pt x="17916" y="11483"/>
                  <a:pt x="17835" y="12131"/>
                  <a:pt x="17688" y="12688"/>
                </a:cubicBezTo>
                <a:lnTo>
                  <a:pt x="21600" y="10795"/>
                </a:lnTo>
                <a:lnTo>
                  <a:pt x="17693" y="8907"/>
                </a:lnTo>
                <a:close/>
                <a:moveTo>
                  <a:pt x="17011" y="14332"/>
                </a:moveTo>
                <a:cubicBezTo>
                  <a:pt x="16722" y="14828"/>
                  <a:pt x="16323" y="15340"/>
                  <a:pt x="15838" y="15826"/>
                </a:cubicBezTo>
                <a:cubicBezTo>
                  <a:pt x="15346" y="16317"/>
                  <a:pt x="14828" y="16717"/>
                  <a:pt x="14337" y="17006"/>
                </a:cubicBezTo>
                <a:lnTo>
                  <a:pt x="18440" y="18430"/>
                </a:lnTo>
                <a:lnTo>
                  <a:pt x="17011" y="14332"/>
                </a:lnTo>
                <a:close/>
                <a:moveTo>
                  <a:pt x="4596" y="14337"/>
                </a:moveTo>
                <a:lnTo>
                  <a:pt x="3172" y="18440"/>
                </a:lnTo>
                <a:lnTo>
                  <a:pt x="7270" y="17011"/>
                </a:lnTo>
                <a:cubicBezTo>
                  <a:pt x="6773" y="16722"/>
                  <a:pt x="6260" y="16323"/>
                  <a:pt x="5774" y="15838"/>
                </a:cubicBezTo>
                <a:cubicBezTo>
                  <a:pt x="5283" y="15346"/>
                  <a:pt x="4885" y="14828"/>
                  <a:pt x="4596" y="14337"/>
                </a:cubicBezTo>
                <a:close/>
                <a:moveTo>
                  <a:pt x="8907" y="17688"/>
                </a:moveTo>
                <a:lnTo>
                  <a:pt x="10800" y="21600"/>
                </a:lnTo>
                <a:lnTo>
                  <a:pt x="12688" y="17693"/>
                </a:lnTo>
                <a:cubicBezTo>
                  <a:pt x="12142" y="17835"/>
                  <a:pt x="11493" y="17916"/>
                  <a:pt x="10805" y="17916"/>
                </a:cubicBezTo>
                <a:cubicBezTo>
                  <a:pt x="10112" y="17916"/>
                  <a:pt x="9464" y="17835"/>
                  <a:pt x="8907" y="17688"/>
                </a:cubicBezTo>
                <a:close/>
              </a:path>
            </a:pathLst>
          </a:custGeom>
          <a:solidFill>
            <a:schemeClr val="accent4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498" name="Water Drop">
            <a:extLst>
              <a:ext uri="{FF2B5EF4-FFF2-40B4-BE49-F238E27FC236}">
                <a16:creationId xmlns:a16="http://schemas.microsoft.com/office/drawing/2014/main" id="{E10C178F-F6E1-4D17-B1BC-AF75A8E0FACF}"/>
              </a:ext>
            </a:extLst>
          </p:cNvPr>
          <p:cNvSpPr>
            <a:spLocks noGrp="1"/>
          </p:cNvSpPr>
          <p:nvPr/>
        </p:nvSpPr>
        <p:spPr>
          <a:xfrm>
            <a:off x="15576594" y="4898944"/>
            <a:ext cx="597637" cy="982150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499" name="Cloud">
            <a:extLst>
              <a:ext uri="{FF2B5EF4-FFF2-40B4-BE49-F238E27FC236}">
                <a16:creationId xmlns:a16="http://schemas.microsoft.com/office/drawing/2014/main" id="{59B7FAC3-1EBF-4AA5-B94F-932E6ABE0D83}"/>
              </a:ext>
            </a:extLst>
          </p:cNvPr>
          <p:cNvSpPr>
            <a:spLocks noGrp="1"/>
          </p:cNvSpPr>
          <p:nvPr/>
        </p:nvSpPr>
        <p:spPr>
          <a:xfrm>
            <a:off x="15540887" y="2352625"/>
            <a:ext cx="3624926" cy="218458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00" name="Water Drop">
            <a:extLst>
              <a:ext uri="{FF2B5EF4-FFF2-40B4-BE49-F238E27FC236}">
                <a16:creationId xmlns:a16="http://schemas.microsoft.com/office/drawing/2014/main" id="{10500AFF-D5A9-4767-8CC4-AF66650B539E}"/>
              </a:ext>
            </a:extLst>
          </p:cNvPr>
          <p:cNvSpPr>
            <a:spLocks noGrp="1"/>
          </p:cNvSpPr>
          <p:nvPr/>
        </p:nvSpPr>
        <p:spPr>
          <a:xfrm>
            <a:off x="16561885" y="5683010"/>
            <a:ext cx="597637" cy="982150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01" name="Water Drop">
            <a:extLst>
              <a:ext uri="{FF2B5EF4-FFF2-40B4-BE49-F238E27FC236}">
                <a16:creationId xmlns:a16="http://schemas.microsoft.com/office/drawing/2014/main" id="{82395C4F-C8AD-479E-BF75-423B019ADA82}"/>
              </a:ext>
            </a:extLst>
          </p:cNvPr>
          <p:cNvSpPr>
            <a:spLocks noGrp="1"/>
          </p:cNvSpPr>
          <p:nvPr/>
        </p:nvSpPr>
        <p:spPr>
          <a:xfrm>
            <a:off x="17547176" y="4898944"/>
            <a:ext cx="597637" cy="982150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02" name="Water Drop">
            <a:extLst>
              <a:ext uri="{FF2B5EF4-FFF2-40B4-BE49-F238E27FC236}">
                <a16:creationId xmlns:a16="http://schemas.microsoft.com/office/drawing/2014/main" id="{A58AC63B-B883-4E3A-A274-9C363637740A}"/>
              </a:ext>
            </a:extLst>
          </p:cNvPr>
          <p:cNvSpPr>
            <a:spLocks noGrp="1"/>
          </p:cNvSpPr>
          <p:nvPr/>
        </p:nvSpPr>
        <p:spPr>
          <a:xfrm>
            <a:off x="18532467" y="5287784"/>
            <a:ext cx="597637" cy="982150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04" name="Xt: Weather at time t">
            <a:extLst>
              <a:ext uri="{FF2B5EF4-FFF2-40B4-BE49-F238E27FC236}">
                <a16:creationId xmlns:a16="http://schemas.microsoft.com/office/drawing/2014/main" id="{3965F8BB-23C6-4682-9504-A8B7593F29E2}"/>
              </a:ext>
            </a:extLst>
          </p:cNvPr>
          <p:cNvSpPr>
            <a:spLocks noGrp="1"/>
          </p:cNvSpPr>
          <p:nvPr/>
        </p:nvSpPr>
        <p:spPr>
          <a:xfrm>
            <a:off x="2475534" y="10260303"/>
            <a:ext cx="10469018" cy="1473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9000" b="0">
                <a:latin typeface="Times New Roman"/>
                <a:ea typeface="Times New Roman"/>
                <a:cs typeface="Times New Roman"/>
              </a:defRPr>
            </a:pPr>
            <a:r>
              <a:t>Xt: clima no instante t</a:t>
            </a:r>
          </a:p>
        </p:txBody>
      </p:sp>
    </p:spTree>
    <p:extLst>
      <p:ext uri="{BB962C8B-B14F-4D97-AF65-F5344CB8AC3E}">
        <p14:creationId xmlns:p14="http://schemas.microsoft.com/office/powerpoint/2010/main" val="933276223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6" name="Markov assumption">
            <a:extLst>
              <a:ext uri="{FF2B5EF4-FFF2-40B4-BE49-F238E27FC236}">
                <a16:creationId xmlns:a16="http://schemas.microsoft.com/office/drawing/2014/main" id="{52DCB895-D934-44D1-A31F-8C423A46D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hipótese de Markov</a:t>
            </a:r>
          </a:p>
        </p:txBody>
      </p:sp>
      <p:sp>
        <p:nvSpPr>
          <p:cNvPr id="3507" name="the assumption that the current state depends on only a finite fixed number of previous states">
            <a:extLst>
              <a:ext uri="{FF2B5EF4-FFF2-40B4-BE49-F238E27FC236}">
                <a16:creationId xmlns:a16="http://schemas.microsoft.com/office/drawing/2014/main" id="{3CC5120B-EE09-4766-ABFD-A9715FE23768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 hipótese de que o estado atual depende apenas de um número finito e fixo de estados anteriores</a:t>
            </a:r>
          </a:p>
        </p:txBody>
      </p:sp>
    </p:spTree>
    <p:extLst>
      <p:ext uri="{BB962C8B-B14F-4D97-AF65-F5344CB8AC3E}">
        <p14:creationId xmlns:p14="http://schemas.microsoft.com/office/powerpoint/2010/main" val="184604288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9" name="Markov Chain">
            <a:extLst>
              <a:ext uri="{FF2B5EF4-FFF2-40B4-BE49-F238E27FC236}">
                <a16:creationId xmlns:a16="http://schemas.microsoft.com/office/drawing/2014/main" id="{407E4607-1B49-4CF8-A7F2-90CFC5FAF9A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Cadeia de Markov</a:t>
            </a:r>
          </a:p>
        </p:txBody>
      </p:sp>
    </p:spTree>
    <p:extLst>
      <p:ext uri="{BB962C8B-B14F-4D97-AF65-F5344CB8AC3E}">
        <p14:creationId xmlns:p14="http://schemas.microsoft.com/office/powerpoint/2010/main" val="574939453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1" name="Markov chain">
            <a:extLst>
              <a:ext uri="{FF2B5EF4-FFF2-40B4-BE49-F238E27FC236}">
                <a16:creationId xmlns:a16="http://schemas.microsoft.com/office/drawing/2014/main" id="{5F888DCD-364A-4F2E-9DB2-DE713642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cadeia de Markov</a:t>
            </a:r>
          </a:p>
        </p:txBody>
      </p:sp>
      <p:sp>
        <p:nvSpPr>
          <p:cNvPr id="3512" name="a sequence of random variables where the distribution of each variable follows the Markov assumption">
            <a:extLst>
              <a:ext uri="{FF2B5EF4-FFF2-40B4-BE49-F238E27FC236}">
                <a16:creationId xmlns:a16="http://schemas.microsoft.com/office/drawing/2014/main" id="{E55DBAD9-F546-4292-8934-3BBC04918AF7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uma sequência de variáveis aleatórias em que a distribuição de cada variável segue a hipótese de Markov</a:t>
            </a:r>
          </a:p>
        </p:txBody>
      </p:sp>
    </p:spTree>
    <p:extLst>
      <p:ext uri="{BB962C8B-B14F-4D97-AF65-F5344CB8AC3E}">
        <p14:creationId xmlns:p14="http://schemas.microsoft.com/office/powerpoint/2010/main" val="15666694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33" name="Table 1"/>
          <p:cNvGraphicFramePr/>
          <p:nvPr/>
        </p:nvGraphicFramePr>
        <p:xfrm>
          <a:off x="8826668" y="4081593"/>
          <a:ext cx="14073179" cy="8680872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664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4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4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362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362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362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0,3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0,7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15" name="Sun">
            <a:extLst>
              <a:ext uri="{FF2B5EF4-FFF2-40B4-BE49-F238E27FC236}">
                <a16:creationId xmlns:a16="http://schemas.microsoft.com/office/drawing/2014/main" id="{D7045425-D2F2-4BD5-BBFC-0C6B9B256916}"/>
              </a:ext>
            </a:extLst>
          </p:cNvPr>
          <p:cNvSpPr>
            <a:spLocks noGrp="1"/>
          </p:cNvSpPr>
          <p:nvPr/>
        </p:nvSpPr>
        <p:spPr>
          <a:xfrm>
            <a:off x="9972334" y="7216630"/>
            <a:ext cx="2410800" cy="241080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8912" y="3909"/>
                </a:lnTo>
                <a:cubicBezTo>
                  <a:pt x="9458" y="3767"/>
                  <a:pt x="10107" y="3684"/>
                  <a:pt x="10795" y="3684"/>
                </a:cubicBezTo>
                <a:cubicBezTo>
                  <a:pt x="11488" y="3684"/>
                  <a:pt x="12138" y="3766"/>
                  <a:pt x="12695" y="3914"/>
                </a:cubicBezTo>
                <a:lnTo>
                  <a:pt x="10800" y="0"/>
                </a:lnTo>
                <a:close/>
                <a:moveTo>
                  <a:pt x="18430" y="3160"/>
                </a:moveTo>
                <a:lnTo>
                  <a:pt x="14332" y="4591"/>
                </a:lnTo>
                <a:cubicBezTo>
                  <a:pt x="14828" y="4880"/>
                  <a:pt x="15340" y="5278"/>
                  <a:pt x="15826" y="5764"/>
                </a:cubicBezTo>
                <a:cubicBezTo>
                  <a:pt x="16317" y="6255"/>
                  <a:pt x="16717" y="6774"/>
                  <a:pt x="17006" y="7265"/>
                </a:cubicBezTo>
                <a:lnTo>
                  <a:pt x="18430" y="3160"/>
                </a:lnTo>
                <a:close/>
                <a:moveTo>
                  <a:pt x="3160" y="3172"/>
                </a:moveTo>
                <a:lnTo>
                  <a:pt x="4591" y="7270"/>
                </a:lnTo>
                <a:cubicBezTo>
                  <a:pt x="4880" y="6773"/>
                  <a:pt x="5278" y="6260"/>
                  <a:pt x="5764" y="5774"/>
                </a:cubicBezTo>
                <a:cubicBezTo>
                  <a:pt x="6255" y="5283"/>
                  <a:pt x="6774" y="4885"/>
                  <a:pt x="7265" y="4596"/>
                </a:cubicBezTo>
                <a:lnTo>
                  <a:pt x="3160" y="3172"/>
                </a:lnTo>
                <a:close/>
                <a:moveTo>
                  <a:pt x="10800" y="4661"/>
                </a:moveTo>
                <a:cubicBezTo>
                  <a:pt x="7400" y="4661"/>
                  <a:pt x="4633" y="7427"/>
                  <a:pt x="4633" y="10827"/>
                </a:cubicBezTo>
                <a:cubicBezTo>
                  <a:pt x="4633" y="14227"/>
                  <a:pt x="7400" y="16994"/>
                  <a:pt x="10800" y="16994"/>
                </a:cubicBezTo>
                <a:cubicBezTo>
                  <a:pt x="14200" y="16994"/>
                  <a:pt x="16967" y="14227"/>
                  <a:pt x="16967" y="10827"/>
                </a:cubicBezTo>
                <a:cubicBezTo>
                  <a:pt x="16967" y="7427"/>
                  <a:pt x="14200" y="4661"/>
                  <a:pt x="10800" y="4661"/>
                </a:cubicBezTo>
                <a:close/>
                <a:moveTo>
                  <a:pt x="3914" y="8907"/>
                </a:moveTo>
                <a:lnTo>
                  <a:pt x="0" y="10800"/>
                </a:lnTo>
                <a:lnTo>
                  <a:pt x="3909" y="12688"/>
                </a:lnTo>
                <a:cubicBezTo>
                  <a:pt x="3767" y="12137"/>
                  <a:pt x="3684" y="11493"/>
                  <a:pt x="3684" y="10805"/>
                </a:cubicBezTo>
                <a:cubicBezTo>
                  <a:pt x="3684" y="10112"/>
                  <a:pt x="3766" y="9464"/>
                  <a:pt x="3914" y="8907"/>
                </a:cubicBezTo>
                <a:close/>
                <a:moveTo>
                  <a:pt x="17693" y="8907"/>
                </a:moveTo>
                <a:cubicBezTo>
                  <a:pt x="17835" y="9458"/>
                  <a:pt x="17916" y="10102"/>
                  <a:pt x="17916" y="10790"/>
                </a:cubicBezTo>
                <a:cubicBezTo>
                  <a:pt x="17916" y="11483"/>
                  <a:pt x="17835" y="12131"/>
                  <a:pt x="17688" y="12688"/>
                </a:cubicBezTo>
                <a:lnTo>
                  <a:pt x="21600" y="10795"/>
                </a:lnTo>
                <a:lnTo>
                  <a:pt x="17693" y="8907"/>
                </a:lnTo>
                <a:close/>
                <a:moveTo>
                  <a:pt x="17011" y="14332"/>
                </a:moveTo>
                <a:cubicBezTo>
                  <a:pt x="16722" y="14828"/>
                  <a:pt x="16323" y="15340"/>
                  <a:pt x="15838" y="15826"/>
                </a:cubicBezTo>
                <a:cubicBezTo>
                  <a:pt x="15346" y="16317"/>
                  <a:pt x="14828" y="16717"/>
                  <a:pt x="14337" y="17006"/>
                </a:cubicBezTo>
                <a:lnTo>
                  <a:pt x="18440" y="18430"/>
                </a:lnTo>
                <a:lnTo>
                  <a:pt x="17011" y="14332"/>
                </a:lnTo>
                <a:close/>
                <a:moveTo>
                  <a:pt x="4596" y="14337"/>
                </a:moveTo>
                <a:lnTo>
                  <a:pt x="3172" y="18440"/>
                </a:lnTo>
                <a:lnTo>
                  <a:pt x="7270" y="17011"/>
                </a:lnTo>
                <a:cubicBezTo>
                  <a:pt x="6773" y="16722"/>
                  <a:pt x="6260" y="16323"/>
                  <a:pt x="5774" y="15838"/>
                </a:cubicBezTo>
                <a:cubicBezTo>
                  <a:pt x="5283" y="15346"/>
                  <a:pt x="4885" y="14828"/>
                  <a:pt x="4596" y="14337"/>
                </a:cubicBezTo>
                <a:close/>
                <a:moveTo>
                  <a:pt x="8907" y="17688"/>
                </a:moveTo>
                <a:lnTo>
                  <a:pt x="10800" y="21600"/>
                </a:lnTo>
                <a:lnTo>
                  <a:pt x="12688" y="17693"/>
                </a:lnTo>
                <a:cubicBezTo>
                  <a:pt x="12142" y="17835"/>
                  <a:pt x="11493" y="17916"/>
                  <a:pt x="10805" y="17916"/>
                </a:cubicBezTo>
                <a:cubicBezTo>
                  <a:pt x="10112" y="17916"/>
                  <a:pt x="9464" y="17835"/>
                  <a:pt x="8907" y="17688"/>
                </a:cubicBezTo>
                <a:close/>
              </a:path>
            </a:pathLst>
          </a:custGeom>
          <a:solidFill>
            <a:schemeClr val="accent4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16" name="Water Drop">
            <a:extLst>
              <a:ext uri="{FF2B5EF4-FFF2-40B4-BE49-F238E27FC236}">
                <a16:creationId xmlns:a16="http://schemas.microsoft.com/office/drawing/2014/main" id="{605394EF-A66C-442E-89EE-0CE2906CCB42}"/>
              </a:ext>
            </a:extLst>
          </p:cNvPr>
          <p:cNvSpPr>
            <a:spLocks noGrp="1"/>
          </p:cNvSpPr>
          <p:nvPr/>
        </p:nvSpPr>
        <p:spPr>
          <a:xfrm>
            <a:off x="10184489" y="11498635"/>
            <a:ext cx="334092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17" name="Cloud">
            <a:extLst>
              <a:ext uri="{FF2B5EF4-FFF2-40B4-BE49-F238E27FC236}">
                <a16:creationId xmlns:a16="http://schemas.microsoft.com/office/drawing/2014/main" id="{36D992F0-1684-466B-A86F-041CF072697E}"/>
              </a:ext>
            </a:extLst>
          </p:cNvPr>
          <p:cNvSpPr>
            <a:spLocks noGrp="1"/>
          </p:cNvSpPr>
          <p:nvPr/>
        </p:nvSpPr>
        <p:spPr>
          <a:xfrm>
            <a:off x="10164528" y="10075188"/>
            <a:ext cx="2026412" cy="122122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18" name="Water Drop">
            <a:extLst>
              <a:ext uri="{FF2B5EF4-FFF2-40B4-BE49-F238E27FC236}">
                <a16:creationId xmlns:a16="http://schemas.microsoft.com/office/drawing/2014/main" id="{86062FC7-47BF-4675-AA17-47A1D261A40D}"/>
              </a:ext>
            </a:extLst>
          </p:cNvPr>
          <p:cNvSpPr>
            <a:spLocks noGrp="1"/>
          </p:cNvSpPr>
          <p:nvPr/>
        </p:nvSpPr>
        <p:spPr>
          <a:xfrm>
            <a:off x="10735287" y="11936944"/>
            <a:ext cx="334093" cy="549044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19" name="Water Drop">
            <a:extLst>
              <a:ext uri="{FF2B5EF4-FFF2-40B4-BE49-F238E27FC236}">
                <a16:creationId xmlns:a16="http://schemas.microsoft.com/office/drawing/2014/main" id="{0C4F02AF-E42A-43DF-9737-D3FB4F7F0BA9}"/>
              </a:ext>
            </a:extLst>
          </p:cNvPr>
          <p:cNvSpPr>
            <a:spLocks noGrp="1"/>
          </p:cNvSpPr>
          <p:nvPr/>
        </p:nvSpPr>
        <p:spPr>
          <a:xfrm>
            <a:off x="11286086" y="11498635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20" name="Water Drop">
            <a:extLst>
              <a:ext uri="{FF2B5EF4-FFF2-40B4-BE49-F238E27FC236}">
                <a16:creationId xmlns:a16="http://schemas.microsoft.com/office/drawing/2014/main" id="{F90B49C7-7091-4D3B-B6B8-1E4C02435310}"/>
              </a:ext>
            </a:extLst>
          </p:cNvPr>
          <p:cNvSpPr>
            <a:spLocks noGrp="1"/>
          </p:cNvSpPr>
          <p:nvPr/>
        </p:nvSpPr>
        <p:spPr>
          <a:xfrm>
            <a:off x="11836885" y="11716005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22" name="Sun">
            <a:extLst>
              <a:ext uri="{FF2B5EF4-FFF2-40B4-BE49-F238E27FC236}">
                <a16:creationId xmlns:a16="http://schemas.microsoft.com/office/drawing/2014/main" id="{63DDE4D0-8BF5-4669-A12A-FC6660F488D9}"/>
              </a:ext>
            </a:extLst>
          </p:cNvPr>
          <p:cNvSpPr>
            <a:spLocks noGrp="1"/>
          </p:cNvSpPr>
          <p:nvPr/>
        </p:nvSpPr>
        <p:spPr>
          <a:xfrm>
            <a:off x="14657858" y="4280246"/>
            <a:ext cx="2410800" cy="241080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8912" y="3909"/>
                </a:lnTo>
                <a:cubicBezTo>
                  <a:pt x="9458" y="3767"/>
                  <a:pt x="10107" y="3684"/>
                  <a:pt x="10795" y="3684"/>
                </a:cubicBezTo>
                <a:cubicBezTo>
                  <a:pt x="11488" y="3684"/>
                  <a:pt x="12138" y="3766"/>
                  <a:pt x="12695" y="3914"/>
                </a:cubicBezTo>
                <a:lnTo>
                  <a:pt x="10800" y="0"/>
                </a:lnTo>
                <a:close/>
                <a:moveTo>
                  <a:pt x="18430" y="3160"/>
                </a:moveTo>
                <a:lnTo>
                  <a:pt x="14332" y="4591"/>
                </a:lnTo>
                <a:cubicBezTo>
                  <a:pt x="14828" y="4880"/>
                  <a:pt x="15340" y="5278"/>
                  <a:pt x="15826" y="5764"/>
                </a:cubicBezTo>
                <a:cubicBezTo>
                  <a:pt x="16317" y="6255"/>
                  <a:pt x="16717" y="6774"/>
                  <a:pt x="17006" y="7265"/>
                </a:cubicBezTo>
                <a:lnTo>
                  <a:pt x="18430" y="3160"/>
                </a:lnTo>
                <a:close/>
                <a:moveTo>
                  <a:pt x="3160" y="3172"/>
                </a:moveTo>
                <a:lnTo>
                  <a:pt x="4591" y="7270"/>
                </a:lnTo>
                <a:cubicBezTo>
                  <a:pt x="4880" y="6773"/>
                  <a:pt x="5278" y="6260"/>
                  <a:pt x="5764" y="5774"/>
                </a:cubicBezTo>
                <a:cubicBezTo>
                  <a:pt x="6255" y="5283"/>
                  <a:pt x="6774" y="4885"/>
                  <a:pt x="7265" y="4596"/>
                </a:cubicBezTo>
                <a:lnTo>
                  <a:pt x="3160" y="3172"/>
                </a:lnTo>
                <a:close/>
                <a:moveTo>
                  <a:pt x="10800" y="4661"/>
                </a:moveTo>
                <a:cubicBezTo>
                  <a:pt x="7400" y="4661"/>
                  <a:pt x="4633" y="7427"/>
                  <a:pt x="4633" y="10827"/>
                </a:cubicBezTo>
                <a:cubicBezTo>
                  <a:pt x="4633" y="14227"/>
                  <a:pt x="7400" y="16994"/>
                  <a:pt x="10800" y="16994"/>
                </a:cubicBezTo>
                <a:cubicBezTo>
                  <a:pt x="14200" y="16994"/>
                  <a:pt x="16967" y="14227"/>
                  <a:pt x="16967" y="10827"/>
                </a:cubicBezTo>
                <a:cubicBezTo>
                  <a:pt x="16967" y="7427"/>
                  <a:pt x="14200" y="4661"/>
                  <a:pt x="10800" y="4661"/>
                </a:cubicBezTo>
                <a:close/>
                <a:moveTo>
                  <a:pt x="3914" y="8907"/>
                </a:moveTo>
                <a:lnTo>
                  <a:pt x="0" y="10800"/>
                </a:lnTo>
                <a:lnTo>
                  <a:pt x="3909" y="12688"/>
                </a:lnTo>
                <a:cubicBezTo>
                  <a:pt x="3767" y="12137"/>
                  <a:pt x="3684" y="11493"/>
                  <a:pt x="3684" y="10805"/>
                </a:cubicBezTo>
                <a:cubicBezTo>
                  <a:pt x="3684" y="10112"/>
                  <a:pt x="3766" y="9464"/>
                  <a:pt x="3914" y="8907"/>
                </a:cubicBezTo>
                <a:close/>
                <a:moveTo>
                  <a:pt x="17693" y="8907"/>
                </a:moveTo>
                <a:cubicBezTo>
                  <a:pt x="17835" y="9458"/>
                  <a:pt x="17916" y="10102"/>
                  <a:pt x="17916" y="10790"/>
                </a:cubicBezTo>
                <a:cubicBezTo>
                  <a:pt x="17916" y="11483"/>
                  <a:pt x="17835" y="12131"/>
                  <a:pt x="17688" y="12688"/>
                </a:cubicBezTo>
                <a:lnTo>
                  <a:pt x="21600" y="10795"/>
                </a:lnTo>
                <a:lnTo>
                  <a:pt x="17693" y="8907"/>
                </a:lnTo>
                <a:close/>
                <a:moveTo>
                  <a:pt x="17011" y="14332"/>
                </a:moveTo>
                <a:cubicBezTo>
                  <a:pt x="16722" y="14828"/>
                  <a:pt x="16323" y="15340"/>
                  <a:pt x="15838" y="15826"/>
                </a:cubicBezTo>
                <a:cubicBezTo>
                  <a:pt x="15346" y="16317"/>
                  <a:pt x="14828" y="16717"/>
                  <a:pt x="14337" y="17006"/>
                </a:cubicBezTo>
                <a:lnTo>
                  <a:pt x="18440" y="18430"/>
                </a:lnTo>
                <a:lnTo>
                  <a:pt x="17011" y="14332"/>
                </a:lnTo>
                <a:close/>
                <a:moveTo>
                  <a:pt x="4596" y="14337"/>
                </a:moveTo>
                <a:lnTo>
                  <a:pt x="3172" y="18440"/>
                </a:lnTo>
                <a:lnTo>
                  <a:pt x="7270" y="17011"/>
                </a:lnTo>
                <a:cubicBezTo>
                  <a:pt x="6773" y="16722"/>
                  <a:pt x="6260" y="16323"/>
                  <a:pt x="5774" y="15838"/>
                </a:cubicBezTo>
                <a:cubicBezTo>
                  <a:pt x="5283" y="15346"/>
                  <a:pt x="4885" y="14828"/>
                  <a:pt x="4596" y="14337"/>
                </a:cubicBezTo>
                <a:close/>
                <a:moveTo>
                  <a:pt x="8907" y="17688"/>
                </a:moveTo>
                <a:lnTo>
                  <a:pt x="10800" y="21600"/>
                </a:lnTo>
                <a:lnTo>
                  <a:pt x="12688" y="17693"/>
                </a:lnTo>
                <a:cubicBezTo>
                  <a:pt x="12142" y="17835"/>
                  <a:pt x="11493" y="17916"/>
                  <a:pt x="10805" y="17916"/>
                </a:cubicBezTo>
                <a:cubicBezTo>
                  <a:pt x="10112" y="17916"/>
                  <a:pt x="9464" y="17835"/>
                  <a:pt x="8907" y="17688"/>
                </a:cubicBezTo>
                <a:close/>
              </a:path>
            </a:pathLst>
          </a:custGeom>
          <a:solidFill>
            <a:schemeClr val="accent4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23" name="Water Drop">
            <a:extLst>
              <a:ext uri="{FF2B5EF4-FFF2-40B4-BE49-F238E27FC236}">
                <a16:creationId xmlns:a16="http://schemas.microsoft.com/office/drawing/2014/main" id="{BA147654-09AA-40FF-9694-E4B1311AF4CC}"/>
              </a:ext>
            </a:extLst>
          </p:cNvPr>
          <p:cNvSpPr>
            <a:spLocks noGrp="1"/>
          </p:cNvSpPr>
          <p:nvPr/>
        </p:nvSpPr>
        <p:spPr>
          <a:xfrm>
            <a:off x="19664814" y="5703694"/>
            <a:ext cx="334092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24" name="Cloud">
            <a:extLst>
              <a:ext uri="{FF2B5EF4-FFF2-40B4-BE49-F238E27FC236}">
                <a16:creationId xmlns:a16="http://schemas.microsoft.com/office/drawing/2014/main" id="{4CF02ECB-1BB2-45DB-A12A-4D5BDC9B1FCC}"/>
              </a:ext>
            </a:extLst>
          </p:cNvPr>
          <p:cNvSpPr>
            <a:spLocks noGrp="1"/>
          </p:cNvSpPr>
          <p:nvPr/>
        </p:nvSpPr>
        <p:spPr>
          <a:xfrm>
            <a:off x="19644853" y="4280246"/>
            <a:ext cx="2026412" cy="122123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25" name="Water Drop">
            <a:extLst>
              <a:ext uri="{FF2B5EF4-FFF2-40B4-BE49-F238E27FC236}">
                <a16:creationId xmlns:a16="http://schemas.microsoft.com/office/drawing/2014/main" id="{3E8C7D39-387C-4C26-9966-5263FF5A0D97}"/>
              </a:ext>
            </a:extLst>
          </p:cNvPr>
          <p:cNvSpPr>
            <a:spLocks noGrp="1"/>
          </p:cNvSpPr>
          <p:nvPr/>
        </p:nvSpPr>
        <p:spPr>
          <a:xfrm>
            <a:off x="20215612" y="6142003"/>
            <a:ext cx="334093" cy="549044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26" name="Water Drop">
            <a:extLst>
              <a:ext uri="{FF2B5EF4-FFF2-40B4-BE49-F238E27FC236}">
                <a16:creationId xmlns:a16="http://schemas.microsoft.com/office/drawing/2014/main" id="{CD273517-4BCB-4B99-AF0F-B5AC918CEDC0}"/>
              </a:ext>
            </a:extLst>
          </p:cNvPr>
          <p:cNvSpPr>
            <a:spLocks noGrp="1"/>
          </p:cNvSpPr>
          <p:nvPr/>
        </p:nvSpPr>
        <p:spPr>
          <a:xfrm>
            <a:off x="20766411" y="5703694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27" name="Water Drop">
            <a:extLst>
              <a:ext uri="{FF2B5EF4-FFF2-40B4-BE49-F238E27FC236}">
                <a16:creationId xmlns:a16="http://schemas.microsoft.com/office/drawing/2014/main" id="{343239E8-5F28-4614-8614-D70D818A2B65}"/>
              </a:ext>
            </a:extLst>
          </p:cNvPr>
          <p:cNvSpPr>
            <a:spLocks noGrp="1"/>
          </p:cNvSpPr>
          <p:nvPr/>
        </p:nvSpPr>
        <p:spPr>
          <a:xfrm>
            <a:off x="21317210" y="5921064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29" name="Today (Xt)">
            <a:extLst>
              <a:ext uri="{FF2B5EF4-FFF2-40B4-BE49-F238E27FC236}">
                <a16:creationId xmlns:a16="http://schemas.microsoft.com/office/drawing/2014/main" id="{35416DED-B1D5-44E8-9911-AAE734964B1A}"/>
              </a:ext>
            </a:extLst>
          </p:cNvPr>
          <p:cNvSpPr>
            <a:spLocks noGrp="1"/>
          </p:cNvSpPr>
          <p:nvPr/>
        </p:nvSpPr>
        <p:spPr>
          <a:xfrm>
            <a:off x="3490662" y="9166017"/>
            <a:ext cx="4706310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t>Hoje (Xt)</a:t>
            </a:r>
          </a:p>
        </p:txBody>
      </p:sp>
      <p:sp>
        <p:nvSpPr>
          <p:cNvPr id="3530" name="Tomorrow (Xt+1)">
            <a:extLst>
              <a:ext uri="{FF2B5EF4-FFF2-40B4-BE49-F238E27FC236}">
                <a16:creationId xmlns:a16="http://schemas.microsoft.com/office/drawing/2014/main" id="{39F0A7B3-C0CE-4B41-9037-C1415BCC7FD0}"/>
              </a:ext>
            </a:extLst>
          </p:cNvPr>
          <p:cNvSpPr>
            <a:spLocks noGrp="1"/>
          </p:cNvSpPr>
          <p:nvPr/>
        </p:nvSpPr>
        <p:spPr>
          <a:xfrm>
            <a:off x="14672677" y="2698021"/>
            <a:ext cx="7175700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t>Amanhã (Xt+1)</a:t>
            </a:r>
          </a:p>
        </p:txBody>
      </p:sp>
    </p:spTree>
    <p:extLst>
      <p:ext uri="{BB962C8B-B14F-4D97-AF65-F5344CB8AC3E}">
        <p14:creationId xmlns:p14="http://schemas.microsoft.com/office/powerpoint/2010/main" val="954898471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9680A-977D-E09B-A315-020E5894A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33" name="Table 1">
            <a:extLst>
              <a:ext uri="{FF2B5EF4-FFF2-40B4-BE49-F238E27FC236}">
                <a16:creationId xmlns:a16="http://schemas.microsoft.com/office/drawing/2014/main" id="{4F64C261-A7A9-5A1A-FEEE-11AD1C8C8E72}"/>
              </a:ext>
            </a:extLst>
          </p:cNvPr>
          <p:cNvGraphicFramePr/>
          <p:nvPr/>
        </p:nvGraphicFramePr>
        <p:xfrm>
          <a:off x="8826668" y="4081593"/>
          <a:ext cx="14073179" cy="8680872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664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4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4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362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362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362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0,3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0,7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15" name="Sun">
            <a:extLst>
              <a:ext uri="{FF2B5EF4-FFF2-40B4-BE49-F238E27FC236}">
                <a16:creationId xmlns:a16="http://schemas.microsoft.com/office/drawing/2014/main" id="{E2440EFF-B1F9-31CB-CC8A-A9CF6D6FDA00}"/>
              </a:ext>
            </a:extLst>
          </p:cNvPr>
          <p:cNvSpPr>
            <a:spLocks noGrp="1"/>
          </p:cNvSpPr>
          <p:nvPr/>
        </p:nvSpPr>
        <p:spPr>
          <a:xfrm>
            <a:off x="9972334" y="7216630"/>
            <a:ext cx="2410800" cy="241080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8912" y="3909"/>
                </a:lnTo>
                <a:cubicBezTo>
                  <a:pt x="9458" y="3767"/>
                  <a:pt x="10107" y="3684"/>
                  <a:pt x="10795" y="3684"/>
                </a:cubicBezTo>
                <a:cubicBezTo>
                  <a:pt x="11488" y="3684"/>
                  <a:pt x="12138" y="3766"/>
                  <a:pt x="12695" y="3914"/>
                </a:cubicBezTo>
                <a:lnTo>
                  <a:pt x="10800" y="0"/>
                </a:lnTo>
                <a:close/>
                <a:moveTo>
                  <a:pt x="18430" y="3160"/>
                </a:moveTo>
                <a:lnTo>
                  <a:pt x="14332" y="4591"/>
                </a:lnTo>
                <a:cubicBezTo>
                  <a:pt x="14828" y="4880"/>
                  <a:pt x="15340" y="5278"/>
                  <a:pt x="15826" y="5764"/>
                </a:cubicBezTo>
                <a:cubicBezTo>
                  <a:pt x="16317" y="6255"/>
                  <a:pt x="16717" y="6774"/>
                  <a:pt x="17006" y="7265"/>
                </a:cubicBezTo>
                <a:lnTo>
                  <a:pt x="18430" y="3160"/>
                </a:lnTo>
                <a:close/>
                <a:moveTo>
                  <a:pt x="3160" y="3172"/>
                </a:moveTo>
                <a:lnTo>
                  <a:pt x="4591" y="7270"/>
                </a:lnTo>
                <a:cubicBezTo>
                  <a:pt x="4880" y="6773"/>
                  <a:pt x="5278" y="6260"/>
                  <a:pt x="5764" y="5774"/>
                </a:cubicBezTo>
                <a:cubicBezTo>
                  <a:pt x="6255" y="5283"/>
                  <a:pt x="6774" y="4885"/>
                  <a:pt x="7265" y="4596"/>
                </a:cubicBezTo>
                <a:lnTo>
                  <a:pt x="3160" y="3172"/>
                </a:lnTo>
                <a:close/>
                <a:moveTo>
                  <a:pt x="10800" y="4661"/>
                </a:moveTo>
                <a:cubicBezTo>
                  <a:pt x="7400" y="4661"/>
                  <a:pt x="4633" y="7427"/>
                  <a:pt x="4633" y="10827"/>
                </a:cubicBezTo>
                <a:cubicBezTo>
                  <a:pt x="4633" y="14227"/>
                  <a:pt x="7400" y="16994"/>
                  <a:pt x="10800" y="16994"/>
                </a:cubicBezTo>
                <a:cubicBezTo>
                  <a:pt x="14200" y="16994"/>
                  <a:pt x="16967" y="14227"/>
                  <a:pt x="16967" y="10827"/>
                </a:cubicBezTo>
                <a:cubicBezTo>
                  <a:pt x="16967" y="7427"/>
                  <a:pt x="14200" y="4661"/>
                  <a:pt x="10800" y="4661"/>
                </a:cubicBezTo>
                <a:close/>
                <a:moveTo>
                  <a:pt x="3914" y="8907"/>
                </a:moveTo>
                <a:lnTo>
                  <a:pt x="0" y="10800"/>
                </a:lnTo>
                <a:lnTo>
                  <a:pt x="3909" y="12688"/>
                </a:lnTo>
                <a:cubicBezTo>
                  <a:pt x="3767" y="12137"/>
                  <a:pt x="3684" y="11493"/>
                  <a:pt x="3684" y="10805"/>
                </a:cubicBezTo>
                <a:cubicBezTo>
                  <a:pt x="3684" y="10112"/>
                  <a:pt x="3766" y="9464"/>
                  <a:pt x="3914" y="8907"/>
                </a:cubicBezTo>
                <a:close/>
                <a:moveTo>
                  <a:pt x="17693" y="8907"/>
                </a:moveTo>
                <a:cubicBezTo>
                  <a:pt x="17835" y="9458"/>
                  <a:pt x="17916" y="10102"/>
                  <a:pt x="17916" y="10790"/>
                </a:cubicBezTo>
                <a:cubicBezTo>
                  <a:pt x="17916" y="11483"/>
                  <a:pt x="17835" y="12131"/>
                  <a:pt x="17688" y="12688"/>
                </a:cubicBezTo>
                <a:lnTo>
                  <a:pt x="21600" y="10795"/>
                </a:lnTo>
                <a:lnTo>
                  <a:pt x="17693" y="8907"/>
                </a:lnTo>
                <a:close/>
                <a:moveTo>
                  <a:pt x="17011" y="14332"/>
                </a:moveTo>
                <a:cubicBezTo>
                  <a:pt x="16722" y="14828"/>
                  <a:pt x="16323" y="15340"/>
                  <a:pt x="15838" y="15826"/>
                </a:cubicBezTo>
                <a:cubicBezTo>
                  <a:pt x="15346" y="16317"/>
                  <a:pt x="14828" y="16717"/>
                  <a:pt x="14337" y="17006"/>
                </a:cubicBezTo>
                <a:lnTo>
                  <a:pt x="18440" y="18430"/>
                </a:lnTo>
                <a:lnTo>
                  <a:pt x="17011" y="14332"/>
                </a:lnTo>
                <a:close/>
                <a:moveTo>
                  <a:pt x="4596" y="14337"/>
                </a:moveTo>
                <a:lnTo>
                  <a:pt x="3172" y="18440"/>
                </a:lnTo>
                <a:lnTo>
                  <a:pt x="7270" y="17011"/>
                </a:lnTo>
                <a:cubicBezTo>
                  <a:pt x="6773" y="16722"/>
                  <a:pt x="6260" y="16323"/>
                  <a:pt x="5774" y="15838"/>
                </a:cubicBezTo>
                <a:cubicBezTo>
                  <a:pt x="5283" y="15346"/>
                  <a:pt x="4885" y="14828"/>
                  <a:pt x="4596" y="14337"/>
                </a:cubicBezTo>
                <a:close/>
                <a:moveTo>
                  <a:pt x="8907" y="17688"/>
                </a:moveTo>
                <a:lnTo>
                  <a:pt x="10800" y="21600"/>
                </a:lnTo>
                <a:lnTo>
                  <a:pt x="12688" y="17693"/>
                </a:lnTo>
                <a:cubicBezTo>
                  <a:pt x="12142" y="17835"/>
                  <a:pt x="11493" y="17916"/>
                  <a:pt x="10805" y="17916"/>
                </a:cubicBezTo>
                <a:cubicBezTo>
                  <a:pt x="10112" y="17916"/>
                  <a:pt x="9464" y="17835"/>
                  <a:pt x="8907" y="17688"/>
                </a:cubicBezTo>
                <a:close/>
              </a:path>
            </a:pathLst>
          </a:custGeom>
          <a:solidFill>
            <a:schemeClr val="accent4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16" name="Water Drop">
            <a:extLst>
              <a:ext uri="{FF2B5EF4-FFF2-40B4-BE49-F238E27FC236}">
                <a16:creationId xmlns:a16="http://schemas.microsoft.com/office/drawing/2014/main" id="{9CF2788B-9DC6-D0E7-F4BA-C5E578B43353}"/>
              </a:ext>
            </a:extLst>
          </p:cNvPr>
          <p:cNvSpPr>
            <a:spLocks noGrp="1"/>
          </p:cNvSpPr>
          <p:nvPr/>
        </p:nvSpPr>
        <p:spPr>
          <a:xfrm>
            <a:off x="10184489" y="11498635"/>
            <a:ext cx="334092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17" name="Cloud">
            <a:extLst>
              <a:ext uri="{FF2B5EF4-FFF2-40B4-BE49-F238E27FC236}">
                <a16:creationId xmlns:a16="http://schemas.microsoft.com/office/drawing/2014/main" id="{3F8AA9B2-15E8-63AA-B6B6-14347257CC51}"/>
              </a:ext>
            </a:extLst>
          </p:cNvPr>
          <p:cNvSpPr>
            <a:spLocks noGrp="1"/>
          </p:cNvSpPr>
          <p:nvPr/>
        </p:nvSpPr>
        <p:spPr>
          <a:xfrm>
            <a:off x="10164528" y="10075188"/>
            <a:ext cx="2026412" cy="122122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18" name="Water Drop">
            <a:extLst>
              <a:ext uri="{FF2B5EF4-FFF2-40B4-BE49-F238E27FC236}">
                <a16:creationId xmlns:a16="http://schemas.microsoft.com/office/drawing/2014/main" id="{C9C7855F-1A9D-3A48-7CFC-A4F0422E838C}"/>
              </a:ext>
            </a:extLst>
          </p:cNvPr>
          <p:cNvSpPr>
            <a:spLocks noGrp="1"/>
          </p:cNvSpPr>
          <p:nvPr/>
        </p:nvSpPr>
        <p:spPr>
          <a:xfrm>
            <a:off x="10735287" y="11936944"/>
            <a:ext cx="334093" cy="549044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19" name="Water Drop">
            <a:extLst>
              <a:ext uri="{FF2B5EF4-FFF2-40B4-BE49-F238E27FC236}">
                <a16:creationId xmlns:a16="http://schemas.microsoft.com/office/drawing/2014/main" id="{135D67BD-746E-77AC-607F-BEECC22C7ED7}"/>
              </a:ext>
            </a:extLst>
          </p:cNvPr>
          <p:cNvSpPr>
            <a:spLocks noGrp="1"/>
          </p:cNvSpPr>
          <p:nvPr/>
        </p:nvSpPr>
        <p:spPr>
          <a:xfrm>
            <a:off x="11286086" y="11498635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20" name="Water Drop">
            <a:extLst>
              <a:ext uri="{FF2B5EF4-FFF2-40B4-BE49-F238E27FC236}">
                <a16:creationId xmlns:a16="http://schemas.microsoft.com/office/drawing/2014/main" id="{946B1B39-7A62-B33B-67F7-A537EFC7BADC}"/>
              </a:ext>
            </a:extLst>
          </p:cNvPr>
          <p:cNvSpPr>
            <a:spLocks noGrp="1"/>
          </p:cNvSpPr>
          <p:nvPr/>
        </p:nvSpPr>
        <p:spPr>
          <a:xfrm>
            <a:off x="11836885" y="11716005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22" name="Sun">
            <a:extLst>
              <a:ext uri="{FF2B5EF4-FFF2-40B4-BE49-F238E27FC236}">
                <a16:creationId xmlns:a16="http://schemas.microsoft.com/office/drawing/2014/main" id="{EC5EED19-B21D-FD64-05F1-3F8BB65F9BE1}"/>
              </a:ext>
            </a:extLst>
          </p:cNvPr>
          <p:cNvSpPr>
            <a:spLocks noGrp="1"/>
          </p:cNvSpPr>
          <p:nvPr/>
        </p:nvSpPr>
        <p:spPr>
          <a:xfrm>
            <a:off x="14657858" y="4280246"/>
            <a:ext cx="2410800" cy="241080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8912" y="3909"/>
                </a:lnTo>
                <a:cubicBezTo>
                  <a:pt x="9458" y="3767"/>
                  <a:pt x="10107" y="3684"/>
                  <a:pt x="10795" y="3684"/>
                </a:cubicBezTo>
                <a:cubicBezTo>
                  <a:pt x="11488" y="3684"/>
                  <a:pt x="12138" y="3766"/>
                  <a:pt x="12695" y="3914"/>
                </a:cubicBezTo>
                <a:lnTo>
                  <a:pt x="10800" y="0"/>
                </a:lnTo>
                <a:close/>
                <a:moveTo>
                  <a:pt x="18430" y="3160"/>
                </a:moveTo>
                <a:lnTo>
                  <a:pt x="14332" y="4591"/>
                </a:lnTo>
                <a:cubicBezTo>
                  <a:pt x="14828" y="4880"/>
                  <a:pt x="15340" y="5278"/>
                  <a:pt x="15826" y="5764"/>
                </a:cubicBezTo>
                <a:cubicBezTo>
                  <a:pt x="16317" y="6255"/>
                  <a:pt x="16717" y="6774"/>
                  <a:pt x="17006" y="7265"/>
                </a:cubicBezTo>
                <a:lnTo>
                  <a:pt x="18430" y="3160"/>
                </a:lnTo>
                <a:close/>
                <a:moveTo>
                  <a:pt x="3160" y="3172"/>
                </a:moveTo>
                <a:lnTo>
                  <a:pt x="4591" y="7270"/>
                </a:lnTo>
                <a:cubicBezTo>
                  <a:pt x="4880" y="6773"/>
                  <a:pt x="5278" y="6260"/>
                  <a:pt x="5764" y="5774"/>
                </a:cubicBezTo>
                <a:cubicBezTo>
                  <a:pt x="6255" y="5283"/>
                  <a:pt x="6774" y="4885"/>
                  <a:pt x="7265" y="4596"/>
                </a:cubicBezTo>
                <a:lnTo>
                  <a:pt x="3160" y="3172"/>
                </a:lnTo>
                <a:close/>
                <a:moveTo>
                  <a:pt x="10800" y="4661"/>
                </a:moveTo>
                <a:cubicBezTo>
                  <a:pt x="7400" y="4661"/>
                  <a:pt x="4633" y="7427"/>
                  <a:pt x="4633" y="10827"/>
                </a:cubicBezTo>
                <a:cubicBezTo>
                  <a:pt x="4633" y="14227"/>
                  <a:pt x="7400" y="16994"/>
                  <a:pt x="10800" y="16994"/>
                </a:cubicBezTo>
                <a:cubicBezTo>
                  <a:pt x="14200" y="16994"/>
                  <a:pt x="16967" y="14227"/>
                  <a:pt x="16967" y="10827"/>
                </a:cubicBezTo>
                <a:cubicBezTo>
                  <a:pt x="16967" y="7427"/>
                  <a:pt x="14200" y="4661"/>
                  <a:pt x="10800" y="4661"/>
                </a:cubicBezTo>
                <a:close/>
                <a:moveTo>
                  <a:pt x="3914" y="8907"/>
                </a:moveTo>
                <a:lnTo>
                  <a:pt x="0" y="10800"/>
                </a:lnTo>
                <a:lnTo>
                  <a:pt x="3909" y="12688"/>
                </a:lnTo>
                <a:cubicBezTo>
                  <a:pt x="3767" y="12137"/>
                  <a:pt x="3684" y="11493"/>
                  <a:pt x="3684" y="10805"/>
                </a:cubicBezTo>
                <a:cubicBezTo>
                  <a:pt x="3684" y="10112"/>
                  <a:pt x="3766" y="9464"/>
                  <a:pt x="3914" y="8907"/>
                </a:cubicBezTo>
                <a:close/>
                <a:moveTo>
                  <a:pt x="17693" y="8907"/>
                </a:moveTo>
                <a:cubicBezTo>
                  <a:pt x="17835" y="9458"/>
                  <a:pt x="17916" y="10102"/>
                  <a:pt x="17916" y="10790"/>
                </a:cubicBezTo>
                <a:cubicBezTo>
                  <a:pt x="17916" y="11483"/>
                  <a:pt x="17835" y="12131"/>
                  <a:pt x="17688" y="12688"/>
                </a:cubicBezTo>
                <a:lnTo>
                  <a:pt x="21600" y="10795"/>
                </a:lnTo>
                <a:lnTo>
                  <a:pt x="17693" y="8907"/>
                </a:lnTo>
                <a:close/>
                <a:moveTo>
                  <a:pt x="17011" y="14332"/>
                </a:moveTo>
                <a:cubicBezTo>
                  <a:pt x="16722" y="14828"/>
                  <a:pt x="16323" y="15340"/>
                  <a:pt x="15838" y="15826"/>
                </a:cubicBezTo>
                <a:cubicBezTo>
                  <a:pt x="15346" y="16317"/>
                  <a:pt x="14828" y="16717"/>
                  <a:pt x="14337" y="17006"/>
                </a:cubicBezTo>
                <a:lnTo>
                  <a:pt x="18440" y="18430"/>
                </a:lnTo>
                <a:lnTo>
                  <a:pt x="17011" y="14332"/>
                </a:lnTo>
                <a:close/>
                <a:moveTo>
                  <a:pt x="4596" y="14337"/>
                </a:moveTo>
                <a:lnTo>
                  <a:pt x="3172" y="18440"/>
                </a:lnTo>
                <a:lnTo>
                  <a:pt x="7270" y="17011"/>
                </a:lnTo>
                <a:cubicBezTo>
                  <a:pt x="6773" y="16722"/>
                  <a:pt x="6260" y="16323"/>
                  <a:pt x="5774" y="15838"/>
                </a:cubicBezTo>
                <a:cubicBezTo>
                  <a:pt x="5283" y="15346"/>
                  <a:pt x="4885" y="14828"/>
                  <a:pt x="4596" y="14337"/>
                </a:cubicBezTo>
                <a:close/>
                <a:moveTo>
                  <a:pt x="8907" y="17688"/>
                </a:moveTo>
                <a:lnTo>
                  <a:pt x="10800" y="21600"/>
                </a:lnTo>
                <a:lnTo>
                  <a:pt x="12688" y="17693"/>
                </a:lnTo>
                <a:cubicBezTo>
                  <a:pt x="12142" y="17835"/>
                  <a:pt x="11493" y="17916"/>
                  <a:pt x="10805" y="17916"/>
                </a:cubicBezTo>
                <a:cubicBezTo>
                  <a:pt x="10112" y="17916"/>
                  <a:pt x="9464" y="17835"/>
                  <a:pt x="8907" y="17688"/>
                </a:cubicBezTo>
                <a:close/>
              </a:path>
            </a:pathLst>
          </a:custGeom>
          <a:solidFill>
            <a:schemeClr val="accent4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23" name="Water Drop">
            <a:extLst>
              <a:ext uri="{FF2B5EF4-FFF2-40B4-BE49-F238E27FC236}">
                <a16:creationId xmlns:a16="http://schemas.microsoft.com/office/drawing/2014/main" id="{366F061C-CC39-ED79-B7BB-E282D3225377}"/>
              </a:ext>
            </a:extLst>
          </p:cNvPr>
          <p:cNvSpPr>
            <a:spLocks noGrp="1"/>
          </p:cNvSpPr>
          <p:nvPr/>
        </p:nvSpPr>
        <p:spPr>
          <a:xfrm>
            <a:off x="19664814" y="5703694"/>
            <a:ext cx="334092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24" name="Cloud">
            <a:extLst>
              <a:ext uri="{FF2B5EF4-FFF2-40B4-BE49-F238E27FC236}">
                <a16:creationId xmlns:a16="http://schemas.microsoft.com/office/drawing/2014/main" id="{17819260-0FDA-B4F6-E929-94145E39CD7E}"/>
              </a:ext>
            </a:extLst>
          </p:cNvPr>
          <p:cNvSpPr>
            <a:spLocks noGrp="1"/>
          </p:cNvSpPr>
          <p:nvPr/>
        </p:nvSpPr>
        <p:spPr>
          <a:xfrm>
            <a:off x="19644853" y="4280246"/>
            <a:ext cx="2026412" cy="122123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25" name="Water Drop">
            <a:extLst>
              <a:ext uri="{FF2B5EF4-FFF2-40B4-BE49-F238E27FC236}">
                <a16:creationId xmlns:a16="http://schemas.microsoft.com/office/drawing/2014/main" id="{471C6DC9-52C0-7B43-8D37-6E9CF4A51126}"/>
              </a:ext>
            </a:extLst>
          </p:cNvPr>
          <p:cNvSpPr>
            <a:spLocks noGrp="1"/>
          </p:cNvSpPr>
          <p:nvPr/>
        </p:nvSpPr>
        <p:spPr>
          <a:xfrm>
            <a:off x="20215612" y="6142003"/>
            <a:ext cx="334093" cy="549044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26" name="Water Drop">
            <a:extLst>
              <a:ext uri="{FF2B5EF4-FFF2-40B4-BE49-F238E27FC236}">
                <a16:creationId xmlns:a16="http://schemas.microsoft.com/office/drawing/2014/main" id="{27D7842C-4A5E-499F-18CE-840E496F7D0F}"/>
              </a:ext>
            </a:extLst>
          </p:cNvPr>
          <p:cNvSpPr>
            <a:spLocks noGrp="1"/>
          </p:cNvSpPr>
          <p:nvPr/>
        </p:nvSpPr>
        <p:spPr>
          <a:xfrm>
            <a:off x="20766411" y="5703694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27" name="Water Drop">
            <a:extLst>
              <a:ext uri="{FF2B5EF4-FFF2-40B4-BE49-F238E27FC236}">
                <a16:creationId xmlns:a16="http://schemas.microsoft.com/office/drawing/2014/main" id="{2385F02E-381B-CAEE-1776-0FD6C094B967}"/>
              </a:ext>
            </a:extLst>
          </p:cNvPr>
          <p:cNvSpPr>
            <a:spLocks noGrp="1"/>
          </p:cNvSpPr>
          <p:nvPr/>
        </p:nvSpPr>
        <p:spPr>
          <a:xfrm>
            <a:off x="21317210" y="5921064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29" name="Today (Xt)">
            <a:extLst>
              <a:ext uri="{FF2B5EF4-FFF2-40B4-BE49-F238E27FC236}">
                <a16:creationId xmlns:a16="http://schemas.microsoft.com/office/drawing/2014/main" id="{9B44FC64-5DBF-F690-D288-763B6CF61271}"/>
              </a:ext>
            </a:extLst>
          </p:cNvPr>
          <p:cNvSpPr>
            <a:spLocks noGrp="1"/>
          </p:cNvSpPr>
          <p:nvPr/>
        </p:nvSpPr>
        <p:spPr>
          <a:xfrm>
            <a:off x="3490662" y="9166017"/>
            <a:ext cx="4706310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t>Hoje (Xt)</a:t>
            </a:r>
          </a:p>
        </p:txBody>
      </p:sp>
      <p:sp>
        <p:nvSpPr>
          <p:cNvPr id="3530" name="Tomorrow (Xt+1)">
            <a:extLst>
              <a:ext uri="{FF2B5EF4-FFF2-40B4-BE49-F238E27FC236}">
                <a16:creationId xmlns:a16="http://schemas.microsoft.com/office/drawing/2014/main" id="{C6CEB599-DF3F-62A8-4906-02815F993C78}"/>
              </a:ext>
            </a:extLst>
          </p:cNvPr>
          <p:cNvSpPr>
            <a:spLocks noGrp="1"/>
          </p:cNvSpPr>
          <p:nvPr/>
        </p:nvSpPr>
        <p:spPr>
          <a:xfrm>
            <a:off x="14672677" y="2698021"/>
            <a:ext cx="7175700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t>Amanhã (Xt+1)</a:t>
            </a:r>
          </a:p>
        </p:txBody>
      </p:sp>
      <p:sp>
        <p:nvSpPr>
          <p:cNvPr id="3531" name="Transition Model">
            <a:extLst>
              <a:ext uri="{FF2B5EF4-FFF2-40B4-BE49-F238E27FC236}">
                <a16:creationId xmlns:a16="http://schemas.microsoft.com/office/drawing/2014/main" id="{96DE35FF-D864-2804-D1FF-7A7C791A9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Modelo de transição</a:t>
            </a:r>
          </a:p>
        </p:txBody>
      </p:sp>
    </p:spTree>
    <p:extLst>
      <p:ext uri="{BB962C8B-B14F-4D97-AF65-F5344CB8AC3E}">
        <p14:creationId xmlns:p14="http://schemas.microsoft.com/office/powerpoint/2010/main" val="2020538042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3" name="Sun">
            <a:extLst>
              <a:ext uri="{FF2B5EF4-FFF2-40B4-BE49-F238E27FC236}">
                <a16:creationId xmlns:a16="http://schemas.microsoft.com/office/drawing/2014/main" id="{A6BDB661-FCB3-4387-8001-195C8C5F8D51}"/>
              </a:ext>
            </a:extLst>
          </p:cNvPr>
          <p:cNvSpPr>
            <a:spLocks noGrp="1"/>
          </p:cNvSpPr>
          <p:nvPr/>
        </p:nvSpPr>
        <p:spPr>
          <a:xfrm>
            <a:off x="1010664" y="5755368"/>
            <a:ext cx="2205264" cy="220526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8912" y="3909"/>
                </a:lnTo>
                <a:cubicBezTo>
                  <a:pt x="9458" y="3767"/>
                  <a:pt x="10107" y="3684"/>
                  <a:pt x="10795" y="3684"/>
                </a:cubicBezTo>
                <a:cubicBezTo>
                  <a:pt x="11488" y="3684"/>
                  <a:pt x="12138" y="3766"/>
                  <a:pt x="12695" y="3914"/>
                </a:cubicBezTo>
                <a:lnTo>
                  <a:pt x="10800" y="0"/>
                </a:lnTo>
                <a:close/>
                <a:moveTo>
                  <a:pt x="18430" y="3160"/>
                </a:moveTo>
                <a:lnTo>
                  <a:pt x="14332" y="4591"/>
                </a:lnTo>
                <a:cubicBezTo>
                  <a:pt x="14828" y="4880"/>
                  <a:pt x="15340" y="5278"/>
                  <a:pt x="15826" y="5764"/>
                </a:cubicBezTo>
                <a:cubicBezTo>
                  <a:pt x="16317" y="6255"/>
                  <a:pt x="16717" y="6774"/>
                  <a:pt x="17006" y="7265"/>
                </a:cubicBezTo>
                <a:lnTo>
                  <a:pt x="18430" y="3160"/>
                </a:lnTo>
                <a:close/>
                <a:moveTo>
                  <a:pt x="3160" y="3172"/>
                </a:moveTo>
                <a:lnTo>
                  <a:pt x="4591" y="7270"/>
                </a:lnTo>
                <a:cubicBezTo>
                  <a:pt x="4880" y="6773"/>
                  <a:pt x="5278" y="6260"/>
                  <a:pt x="5764" y="5774"/>
                </a:cubicBezTo>
                <a:cubicBezTo>
                  <a:pt x="6255" y="5283"/>
                  <a:pt x="6774" y="4885"/>
                  <a:pt x="7265" y="4596"/>
                </a:cubicBezTo>
                <a:lnTo>
                  <a:pt x="3160" y="3172"/>
                </a:lnTo>
                <a:close/>
                <a:moveTo>
                  <a:pt x="10800" y="4661"/>
                </a:moveTo>
                <a:cubicBezTo>
                  <a:pt x="7400" y="4661"/>
                  <a:pt x="4633" y="7427"/>
                  <a:pt x="4633" y="10827"/>
                </a:cubicBezTo>
                <a:cubicBezTo>
                  <a:pt x="4633" y="14227"/>
                  <a:pt x="7400" y="16994"/>
                  <a:pt x="10800" y="16994"/>
                </a:cubicBezTo>
                <a:cubicBezTo>
                  <a:pt x="14200" y="16994"/>
                  <a:pt x="16967" y="14227"/>
                  <a:pt x="16967" y="10827"/>
                </a:cubicBezTo>
                <a:cubicBezTo>
                  <a:pt x="16967" y="7427"/>
                  <a:pt x="14200" y="4661"/>
                  <a:pt x="10800" y="4661"/>
                </a:cubicBezTo>
                <a:close/>
                <a:moveTo>
                  <a:pt x="3914" y="8907"/>
                </a:moveTo>
                <a:lnTo>
                  <a:pt x="0" y="10800"/>
                </a:lnTo>
                <a:lnTo>
                  <a:pt x="3909" y="12688"/>
                </a:lnTo>
                <a:cubicBezTo>
                  <a:pt x="3767" y="12137"/>
                  <a:pt x="3684" y="11493"/>
                  <a:pt x="3684" y="10805"/>
                </a:cubicBezTo>
                <a:cubicBezTo>
                  <a:pt x="3684" y="10112"/>
                  <a:pt x="3766" y="9464"/>
                  <a:pt x="3914" y="8907"/>
                </a:cubicBezTo>
                <a:close/>
                <a:moveTo>
                  <a:pt x="17693" y="8907"/>
                </a:moveTo>
                <a:cubicBezTo>
                  <a:pt x="17835" y="9458"/>
                  <a:pt x="17916" y="10102"/>
                  <a:pt x="17916" y="10790"/>
                </a:cubicBezTo>
                <a:cubicBezTo>
                  <a:pt x="17916" y="11483"/>
                  <a:pt x="17835" y="12131"/>
                  <a:pt x="17688" y="12688"/>
                </a:cubicBezTo>
                <a:lnTo>
                  <a:pt x="21600" y="10795"/>
                </a:lnTo>
                <a:lnTo>
                  <a:pt x="17693" y="8907"/>
                </a:lnTo>
                <a:close/>
                <a:moveTo>
                  <a:pt x="17011" y="14332"/>
                </a:moveTo>
                <a:cubicBezTo>
                  <a:pt x="16722" y="14828"/>
                  <a:pt x="16323" y="15340"/>
                  <a:pt x="15838" y="15826"/>
                </a:cubicBezTo>
                <a:cubicBezTo>
                  <a:pt x="15346" y="16317"/>
                  <a:pt x="14828" y="16717"/>
                  <a:pt x="14337" y="17006"/>
                </a:cubicBezTo>
                <a:lnTo>
                  <a:pt x="18440" y="18430"/>
                </a:lnTo>
                <a:lnTo>
                  <a:pt x="17011" y="14332"/>
                </a:lnTo>
                <a:close/>
                <a:moveTo>
                  <a:pt x="4596" y="14337"/>
                </a:moveTo>
                <a:lnTo>
                  <a:pt x="3172" y="18440"/>
                </a:lnTo>
                <a:lnTo>
                  <a:pt x="7270" y="17011"/>
                </a:lnTo>
                <a:cubicBezTo>
                  <a:pt x="6773" y="16722"/>
                  <a:pt x="6260" y="16323"/>
                  <a:pt x="5774" y="15838"/>
                </a:cubicBezTo>
                <a:cubicBezTo>
                  <a:pt x="5283" y="15346"/>
                  <a:pt x="4885" y="14828"/>
                  <a:pt x="4596" y="14337"/>
                </a:cubicBezTo>
                <a:close/>
                <a:moveTo>
                  <a:pt x="8907" y="17688"/>
                </a:moveTo>
                <a:lnTo>
                  <a:pt x="10800" y="21600"/>
                </a:lnTo>
                <a:lnTo>
                  <a:pt x="12688" y="17693"/>
                </a:lnTo>
                <a:cubicBezTo>
                  <a:pt x="12142" y="17835"/>
                  <a:pt x="11493" y="17916"/>
                  <a:pt x="10805" y="17916"/>
                </a:cubicBezTo>
                <a:cubicBezTo>
                  <a:pt x="10112" y="17916"/>
                  <a:pt x="9464" y="17835"/>
                  <a:pt x="8907" y="17688"/>
                </a:cubicBezTo>
                <a:close/>
              </a:path>
            </a:pathLst>
          </a:custGeom>
          <a:solidFill>
            <a:schemeClr val="accent4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34" name="X0">
            <a:extLst>
              <a:ext uri="{FF2B5EF4-FFF2-40B4-BE49-F238E27FC236}">
                <a16:creationId xmlns:a16="http://schemas.microsoft.com/office/drawing/2014/main" id="{55B64367-79C1-470F-954B-F4DEBF988765}"/>
              </a:ext>
            </a:extLst>
          </p:cNvPr>
          <p:cNvSpPr>
            <a:spLocks noGrp="1"/>
          </p:cNvSpPr>
          <p:nvPr/>
        </p:nvSpPr>
        <p:spPr>
          <a:xfrm>
            <a:off x="1519951" y="8212587"/>
            <a:ext cx="1186690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X0</a:t>
            </a:r>
          </a:p>
        </p:txBody>
      </p:sp>
      <p:sp>
        <p:nvSpPr>
          <p:cNvPr id="3535" name="Line">
            <a:extLst>
              <a:ext uri="{FF2B5EF4-FFF2-40B4-BE49-F238E27FC236}">
                <a16:creationId xmlns:a16="http://schemas.microsoft.com/office/drawing/2014/main" id="{A1CD2BFC-FF8E-4141-8903-8AB5CE2B13F2}"/>
              </a:ext>
            </a:extLst>
          </p:cNvPr>
          <p:cNvSpPr>
            <a:spLocks noGrp="1"/>
          </p:cNvSpPr>
          <p:nvPr/>
        </p:nvSpPr>
        <p:spPr>
          <a:xfrm>
            <a:off x="3642745" y="6858000"/>
            <a:ext cx="1886160" cy="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36" name="Sun">
            <a:extLst>
              <a:ext uri="{FF2B5EF4-FFF2-40B4-BE49-F238E27FC236}">
                <a16:creationId xmlns:a16="http://schemas.microsoft.com/office/drawing/2014/main" id="{5CFADEEC-F327-4F7A-A6A6-E056D48E6B5D}"/>
              </a:ext>
            </a:extLst>
          </p:cNvPr>
          <p:cNvSpPr>
            <a:spLocks noGrp="1"/>
          </p:cNvSpPr>
          <p:nvPr/>
        </p:nvSpPr>
        <p:spPr>
          <a:xfrm>
            <a:off x="5955722" y="5755368"/>
            <a:ext cx="2205265" cy="220526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8912" y="3909"/>
                </a:lnTo>
                <a:cubicBezTo>
                  <a:pt x="9458" y="3767"/>
                  <a:pt x="10107" y="3684"/>
                  <a:pt x="10795" y="3684"/>
                </a:cubicBezTo>
                <a:cubicBezTo>
                  <a:pt x="11488" y="3684"/>
                  <a:pt x="12138" y="3766"/>
                  <a:pt x="12695" y="3914"/>
                </a:cubicBezTo>
                <a:lnTo>
                  <a:pt x="10800" y="0"/>
                </a:lnTo>
                <a:close/>
                <a:moveTo>
                  <a:pt x="18430" y="3160"/>
                </a:moveTo>
                <a:lnTo>
                  <a:pt x="14332" y="4591"/>
                </a:lnTo>
                <a:cubicBezTo>
                  <a:pt x="14828" y="4880"/>
                  <a:pt x="15340" y="5278"/>
                  <a:pt x="15826" y="5764"/>
                </a:cubicBezTo>
                <a:cubicBezTo>
                  <a:pt x="16317" y="6255"/>
                  <a:pt x="16717" y="6774"/>
                  <a:pt x="17006" y="7265"/>
                </a:cubicBezTo>
                <a:lnTo>
                  <a:pt x="18430" y="3160"/>
                </a:lnTo>
                <a:close/>
                <a:moveTo>
                  <a:pt x="3160" y="3172"/>
                </a:moveTo>
                <a:lnTo>
                  <a:pt x="4591" y="7270"/>
                </a:lnTo>
                <a:cubicBezTo>
                  <a:pt x="4880" y="6773"/>
                  <a:pt x="5278" y="6260"/>
                  <a:pt x="5764" y="5774"/>
                </a:cubicBezTo>
                <a:cubicBezTo>
                  <a:pt x="6255" y="5283"/>
                  <a:pt x="6774" y="4885"/>
                  <a:pt x="7265" y="4596"/>
                </a:cubicBezTo>
                <a:lnTo>
                  <a:pt x="3160" y="3172"/>
                </a:lnTo>
                <a:close/>
                <a:moveTo>
                  <a:pt x="10800" y="4661"/>
                </a:moveTo>
                <a:cubicBezTo>
                  <a:pt x="7400" y="4661"/>
                  <a:pt x="4633" y="7427"/>
                  <a:pt x="4633" y="10827"/>
                </a:cubicBezTo>
                <a:cubicBezTo>
                  <a:pt x="4633" y="14227"/>
                  <a:pt x="7400" y="16994"/>
                  <a:pt x="10800" y="16994"/>
                </a:cubicBezTo>
                <a:cubicBezTo>
                  <a:pt x="14200" y="16994"/>
                  <a:pt x="16967" y="14227"/>
                  <a:pt x="16967" y="10827"/>
                </a:cubicBezTo>
                <a:cubicBezTo>
                  <a:pt x="16967" y="7427"/>
                  <a:pt x="14200" y="4661"/>
                  <a:pt x="10800" y="4661"/>
                </a:cubicBezTo>
                <a:close/>
                <a:moveTo>
                  <a:pt x="3914" y="8907"/>
                </a:moveTo>
                <a:lnTo>
                  <a:pt x="0" y="10800"/>
                </a:lnTo>
                <a:lnTo>
                  <a:pt x="3909" y="12688"/>
                </a:lnTo>
                <a:cubicBezTo>
                  <a:pt x="3767" y="12137"/>
                  <a:pt x="3684" y="11493"/>
                  <a:pt x="3684" y="10805"/>
                </a:cubicBezTo>
                <a:cubicBezTo>
                  <a:pt x="3684" y="10112"/>
                  <a:pt x="3766" y="9464"/>
                  <a:pt x="3914" y="8907"/>
                </a:cubicBezTo>
                <a:close/>
                <a:moveTo>
                  <a:pt x="17693" y="8907"/>
                </a:moveTo>
                <a:cubicBezTo>
                  <a:pt x="17835" y="9458"/>
                  <a:pt x="17916" y="10102"/>
                  <a:pt x="17916" y="10790"/>
                </a:cubicBezTo>
                <a:cubicBezTo>
                  <a:pt x="17916" y="11483"/>
                  <a:pt x="17835" y="12131"/>
                  <a:pt x="17688" y="12688"/>
                </a:cubicBezTo>
                <a:lnTo>
                  <a:pt x="21600" y="10795"/>
                </a:lnTo>
                <a:lnTo>
                  <a:pt x="17693" y="8907"/>
                </a:lnTo>
                <a:close/>
                <a:moveTo>
                  <a:pt x="17011" y="14332"/>
                </a:moveTo>
                <a:cubicBezTo>
                  <a:pt x="16722" y="14828"/>
                  <a:pt x="16323" y="15340"/>
                  <a:pt x="15838" y="15826"/>
                </a:cubicBezTo>
                <a:cubicBezTo>
                  <a:pt x="15346" y="16317"/>
                  <a:pt x="14828" y="16717"/>
                  <a:pt x="14337" y="17006"/>
                </a:cubicBezTo>
                <a:lnTo>
                  <a:pt x="18440" y="18430"/>
                </a:lnTo>
                <a:lnTo>
                  <a:pt x="17011" y="14332"/>
                </a:lnTo>
                <a:close/>
                <a:moveTo>
                  <a:pt x="4596" y="14337"/>
                </a:moveTo>
                <a:lnTo>
                  <a:pt x="3172" y="18440"/>
                </a:lnTo>
                <a:lnTo>
                  <a:pt x="7270" y="17011"/>
                </a:lnTo>
                <a:cubicBezTo>
                  <a:pt x="6773" y="16722"/>
                  <a:pt x="6260" y="16323"/>
                  <a:pt x="5774" y="15838"/>
                </a:cubicBezTo>
                <a:cubicBezTo>
                  <a:pt x="5283" y="15346"/>
                  <a:pt x="4885" y="14828"/>
                  <a:pt x="4596" y="14337"/>
                </a:cubicBezTo>
                <a:close/>
                <a:moveTo>
                  <a:pt x="8907" y="17688"/>
                </a:moveTo>
                <a:lnTo>
                  <a:pt x="10800" y="21600"/>
                </a:lnTo>
                <a:lnTo>
                  <a:pt x="12688" y="17693"/>
                </a:lnTo>
                <a:cubicBezTo>
                  <a:pt x="12142" y="17835"/>
                  <a:pt x="11493" y="17916"/>
                  <a:pt x="10805" y="17916"/>
                </a:cubicBezTo>
                <a:cubicBezTo>
                  <a:pt x="10112" y="17916"/>
                  <a:pt x="9464" y="17835"/>
                  <a:pt x="8907" y="17688"/>
                </a:cubicBezTo>
                <a:close/>
              </a:path>
            </a:pathLst>
          </a:custGeom>
          <a:solidFill>
            <a:schemeClr val="accent4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37" name="X1">
            <a:extLst>
              <a:ext uri="{FF2B5EF4-FFF2-40B4-BE49-F238E27FC236}">
                <a16:creationId xmlns:a16="http://schemas.microsoft.com/office/drawing/2014/main" id="{84B29FA9-64BC-46AE-A474-004E2E961F5A}"/>
              </a:ext>
            </a:extLst>
          </p:cNvPr>
          <p:cNvSpPr>
            <a:spLocks noGrp="1"/>
          </p:cNvSpPr>
          <p:nvPr/>
        </p:nvSpPr>
        <p:spPr>
          <a:xfrm>
            <a:off x="6465009" y="8212587"/>
            <a:ext cx="1186691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X1</a:t>
            </a:r>
          </a:p>
        </p:txBody>
      </p:sp>
      <p:sp>
        <p:nvSpPr>
          <p:cNvPr id="3538" name="Line">
            <a:extLst>
              <a:ext uri="{FF2B5EF4-FFF2-40B4-BE49-F238E27FC236}">
                <a16:creationId xmlns:a16="http://schemas.microsoft.com/office/drawing/2014/main" id="{BE90001E-DCD9-409B-880C-1762F3CCA6B2}"/>
              </a:ext>
            </a:extLst>
          </p:cNvPr>
          <p:cNvSpPr>
            <a:spLocks noGrp="1"/>
          </p:cNvSpPr>
          <p:nvPr/>
        </p:nvSpPr>
        <p:spPr>
          <a:xfrm>
            <a:off x="8587804" y="6858000"/>
            <a:ext cx="1886160" cy="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39" name="X2">
            <a:extLst>
              <a:ext uri="{FF2B5EF4-FFF2-40B4-BE49-F238E27FC236}">
                <a16:creationId xmlns:a16="http://schemas.microsoft.com/office/drawing/2014/main" id="{37FF91CE-2831-4E72-92DF-FB145CB808BD}"/>
              </a:ext>
            </a:extLst>
          </p:cNvPr>
          <p:cNvSpPr>
            <a:spLocks noGrp="1"/>
          </p:cNvSpPr>
          <p:nvPr/>
        </p:nvSpPr>
        <p:spPr>
          <a:xfrm>
            <a:off x="11410068" y="8128690"/>
            <a:ext cx="1186690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X2</a:t>
            </a:r>
          </a:p>
        </p:txBody>
      </p:sp>
      <p:sp>
        <p:nvSpPr>
          <p:cNvPr id="3540" name="Line">
            <a:extLst>
              <a:ext uri="{FF2B5EF4-FFF2-40B4-BE49-F238E27FC236}">
                <a16:creationId xmlns:a16="http://schemas.microsoft.com/office/drawing/2014/main" id="{99D39111-3A5D-43F1-A203-1AFC4C3C0D01}"/>
              </a:ext>
            </a:extLst>
          </p:cNvPr>
          <p:cNvSpPr>
            <a:spLocks noGrp="1"/>
          </p:cNvSpPr>
          <p:nvPr/>
        </p:nvSpPr>
        <p:spPr>
          <a:xfrm>
            <a:off x="13532862" y="6774103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41" name="X3">
            <a:extLst>
              <a:ext uri="{FF2B5EF4-FFF2-40B4-BE49-F238E27FC236}">
                <a16:creationId xmlns:a16="http://schemas.microsoft.com/office/drawing/2014/main" id="{86ED406F-3BA6-4052-AC8B-1AE9CEC09269}"/>
              </a:ext>
            </a:extLst>
          </p:cNvPr>
          <p:cNvSpPr>
            <a:spLocks noGrp="1"/>
          </p:cNvSpPr>
          <p:nvPr/>
        </p:nvSpPr>
        <p:spPr>
          <a:xfrm>
            <a:off x="16355127" y="8100724"/>
            <a:ext cx="1186691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X3</a:t>
            </a:r>
          </a:p>
        </p:txBody>
      </p:sp>
      <p:sp>
        <p:nvSpPr>
          <p:cNvPr id="3542" name="Line">
            <a:extLst>
              <a:ext uri="{FF2B5EF4-FFF2-40B4-BE49-F238E27FC236}">
                <a16:creationId xmlns:a16="http://schemas.microsoft.com/office/drawing/2014/main" id="{9AABD9E9-A14F-40A0-B5E2-752F332B90BC}"/>
              </a:ext>
            </a:extLst>
          </p:cNvPr>
          <p:cNvSpPr>
            <a:spLocks noGrp="1"/>
          </p:cNvSpPr>
          <p:nvPr/>
        </p:nvSpPr>
        <p:spPr>
          <a:xfrm>
            <a:off x="18477921" y="6746137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43" name="X4">
            <a:extLst>
              <a:ext uri="{FF2B5EF4-FFF2-40B4-BE49-F238E27FC236}">
                <a16:creationId xmlns:a16="http://schemas.microsoft.com/office/drawing/2014/main" id="{A1DD7A25-ED67-420A-9967-2A3B46E81146}"/>
              </a:ext>
            </a:extLst>
          </p:cNvPr>
          <p:cNvSpPr>
            <a:spLocks noGrp="1"/>
          </p:cNvSpPr>
          <p:nvPr/>
        </p:nvSpPr>
        <p:spPr>
          <a:xfrm>
            <a:off x="21300185" y="8044793"/>
            <a:ext cx="1186690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X4</a:t>
            </a:r>
          </a:p>
        </p:txBody>
      </p:sp>
      <p:sp>
        <p:nvSpPr>
          <p:cNvPr id="3544" name="Line">
            <a:extLst>
              <a:ext uri="{FF2B5EF4-FFF2-40B4-BE49-F238E27FC236}">
                <a16:creationId xmlns:a16="http://schemas.microsoft.com/office/drawing/2014/main" id="{BD5F78B5-13E7-4CDE-81F2-452533F86F97}"/>
              </a:ext>
            </a:extLst>
          </p:cNvPr>
          <p:cNvSpPr>
            <a:spLocks noGrp="1"/>
          </p:cNvSpPr>
          <p:nvPr/>
        </p:nvSpPr>
        <p:spPr>
          <a:xfrm>
            <a:off x="23422979" y="6690206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45" name="Water Drop">
            <a:extLst>
              <a:ext uri="{FF2B5EF4-FFF2-40B4-BE49-F238E27FC236}">
                <a16:creationId xmlns:a16="http://schemas.microsoft.com/office/drawing/2014/main" id="{378EBE68-6923-42E0-8030-244664481C35}"/>
              </a:ext>
            </a:extLst>
          </p:cNvPr>
          <p:cNvSpPr>
            <a:spLocks noGrp="1"/>
          </p:cNvSpPr>
          <p:nvPr/>
        </p:nvSpPr>
        <p:spPr>
          <a:xfrm>
            <a:off x="10920742" y="7076047"/>
            <a:ext cx="334092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46" name="Cloud">
            <a:extLst>
              <a:ext uri="{FF2B5EF4-FFF2-40B4-BE49-F238E27FC236}">
                <a16:creationId xmlns:a16="http://schemas.microsoft.com/office/drawing/2014/main" id="{A7565222-6774-47BC-B4EB-5AD6D08C4C84}"/>
              </a:ext>
            </a:extLst>
          </p:cNvPr>
          <p:cNvSpPr>
            <a:spLocks noGrp="1"/>
          </p:cNvSpPr>
          <p:nvPr/>
        </p:nvSpPr>
        <p:spPr>
          <a:xfrm>
            <a:off x="10900781" y="5652600"/>
            <a:ext cx="2026412" cy="122122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47" name="Water Drop">
            <a:extLst>
              <a:ext uri="{FF2B5EF4-FFF2-40B4-BE49-F238E27FC236}">
                <a16:creationId xmlns:a16="http://schemas.microsoft.com/office/drawing/2014/main" id="{15A24429-1C7E-47F0-A8A2-565B7A38D41D}"/>
              </a:ext>
            </a:extLst>
          </p:cNvPr>
          <p:cNvSpPr>
            <a:spLocks noGrp="1"/>
          </p:cNvSpPr>
          <p:nvPr/>
        </p:nvSpPr>
        <p:spPr>
          <a:xfrm>
            <a:off x="11471540" y="7514356"/>
            <a:ext cx="334093" cy="549044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48" name="Water Drop">
            <a:extLst>
              <a:ext uri="{FF2B5EF4-FFF2-40B4-BE49-F238E27FC236}">
                <a16:creationId xmlns:a16="http://schemas.microsoft.com/office/drawing/2014/main" id="{515371C2-6A1A-46F3-9D75-D7C8943FDC2F}"/>
              </a:ext>
            </a:extLst>
          </p:cNvPr>
          <p:cNvSpPr>
            <a:spLocks noGrp="1"/>
          </p:cNvSpPr>
          <p:nvPr/>
        </p:nvSpPr>
        <p:spPr>
          <a:xfrm>
            <a:off x="12022339" y="7076047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49" name="Water Drop">
            <a:extLst>
              <a:ext uri="{FF2B5EF4-FFF2-40B4-BE49-F238E27FC236}">
                <a16:creationId xmlns:a16="http://schemas.microsoft.com/office/drawing/2014/main" id="{F7FAA439-0BF4-4549-8EB4-B43B7C174B4B}"/>
              </a:ext>
            </a:extLst>
          </p:cNvPr>
          <p:cNvSpPr>
            <a:spLocks noGrp="1"/>
          </p:cNvSpPr>
          <p:nvPr/>
        </p:nvSpPr>
        <p:spPr>
          <a:xfrm>
            <a:off x="12573138" y="7293417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51" name="Water Drop">
            <a:extLst>
              <a:ext uri="{FF2B5EF4-FFF2-40B4-BE49-F238E27FC236}">
                <a16:creationId xmlns:a16="http://schemas.microsoft.com/office/drawing/2014/main" id="{7DD05E0F-3F0C-4633-A797-D36534C19134}"/>
              </a:ext>
            </a:extLst>
          </p:cNvPr>
          <p:cNvSpPr>
            <a:spLocks noGrp="1"/>
          </p:cNvSpPr>
          <p:nvPr/>
        </p:nvSpPr>
        <p:spPr>
          <a:xfrm>
            <a:off x="16044654" y="6964185"/>
            <a:ext cx="334092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52" name="Cloud">
            <a:extLst>
              <a:ext uri="{FF2B5EF4-FFF2-40B4-BE49-F238E27FC236}">
                <a16:creationId xmlns:a16="http://schemas.microsoft.com/office/drawing/2014/main" id="{796C6971-48F2-4F9A-8703-D91167095A39}"/>
              </a:ext>
            </a:extLst>
          </p:cNvPr>
          <p:cNvSpPr>
            <a:spLocks noGrp="1"/>
          </p:cNvSpPr>
          <p:nvPr/>
        </p:nvSpPr>
        <p:spPr>
          <a:xfrm>
            <a:off x="16024693" y="5540738"/>
            <a:ext cx="2026412" cy="122122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53" name="Water Drop">
            <a:extLst>
              <a:ext uri="{FF2B5EF4-FFF2-40B4-BE49-F238E27FC236}">
                <a16:creationId xmlns:a16="http://schemas.microsoft.com/office/drawing/2014/main" id="{946D5355-53A2-4C9D-B723-F8D7A0B0B1AE}"/>
              </a:ext>
            </a:extLst>
          </p:cNvPr>
          <p:cNvSpPr>
            <a:spLocks noGrp="1"/>
          </p:cNvSpPr>
          <p:nvPr/>
        </p:nvSpPr>
        <p:spPr>
          <a:xfrm>
            <a:off x="16595452" y="7402494"/>
            <a:ext cx="334093" cy="549044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54" name="Water Drop">
            <a:extLst>
              <a:ext uri="{FF2B5EF4-FFF2-40B4-BE49-F238E27FC236}">
                <a16:creationId xmlns:a16="http://schemas.microsoft.com/office/drawing/2014/main" id="{B7D6DA2B-12C7-416F-9220-BAE0D82AC8D3}"/>
              </a:ext>
            </a:extLst>
          </p:cNvPr>
          <p:cNvSpPr>
            <a:spLocks noGrp="1"/>
          </p:cNvSpPr>
          <p:nvPr/>
        </p:nvSpPr>
        <p:spPr>
          <a:xfrm>
            <a:off x="17146251" y="6964185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55" name="Water Drop">
            <a:extLst>
              <a:ext uri="{FF2B5EF4-FFF2-40B4-BE49-F238E27FC236}">
                <a16:creationId xmlns:a16="http://schemas.microsoft.com/office/drawing/2014/main" id="{9B5521AB-ADBB-4478-A6B4-E4E3B145CCD0}"/>
              </a:ext>
            </a:extLst>
          </p:cNvPr>
          <p:cNvSpPr>
            <a:spLocks noGrp="1"/>
          </p:cNvSpPr>
          <p:nvPr/>
        </p:nvSpPr>
        <p:spPr>
          <a:xfrm>
            <a:off x="17697050" y="7181555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57" name="Water Drop">
            <a:extLst>
              <a:ext uri="{FF2B5EF4-FFF2-40B4-BE49-F238E27FC236}">
                <a16:creationId xmlns:a16="http://schemas.microsoft.com/office/drawing/2014/main" id="{A876BEBC-80D6-4927-8C45-8C6625921277}"/>
              </a:ext>
            </a:extLst>
          </p:cNvPr>
          <p:cNvSpPr>
            <a:spLocks noGrp="1"/>
          </p:cNvSpPr>
          <p:nvPr/>
        </p:nvSpPr>
        <p:spPr>
          <a:xfrm>
            <a:off x="20810859" y="6908254"/>
            <a:ext cx="334092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58" name="Cloud">
            <a:extLst>
              <a:ext uri="{FF2B5EF4-FFF2-40B4-BE49-F238E27FC236}">
                <a16:creationId xmlns:a16="http://schemas.microsoft.com/office/drawing/2014/main" id="{6A43E8B9-7438-425B-A6C2-31247F9F3C7B}"/>
              </a:ext>
            </a:extLst>
          </p:cNvPr>
          <p:cNvSpPr>
            <a:spLocks noGrp="1"/>
          </p:cNvSpPr>
          <p:nvPr/>
        </p:nvSpPr>
        <p:spPr>
          <a:xfrm>
            <a:off x="20790898" y="5484807"/>
            <a:ext cx="2026412" cy="122122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59" name="Water Drop">
            <a:extLst>
              <a:ext uri="{FF2B5EF4-FFF2-40B4-BE49-F238E27FC236}">
                <a16:creationId xmlns:a16="http://schemas.microsoft.com/office/drawing/2014/main" id="{020947B9-36E6-4143-9A15-81413E7209FF}"/>
              </a:ext>
            </a:extLst>
          </p:cNvPr>
          <p:cNvSpPr>
            <a:spLocks noGrp="1"/>
          </p:cNvSpPr>
          <p:nvPr/>
        </p:nvSpPr>
        <p:spPr>
          <a:xfrm>
            <a:off x="21361657" y="7346563"/>
            <a:ext cx="334093" cy="549044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60" name="Water Drop">
            <a:extLst>
              <a:ext uri="{FF2B5EF4-FFF2-40B4-BE49-F238E27FC236}">
                <a16:creationId xmlns:a16="http://schemas.microsoft.com/office/drawing/2014/main" id="{7168D253-CAEF-4FE0-AB5D-6B9E4288622C}"/>
              </a:ext>
            </a:extLst>
          </p:cNvPr>
          <p:cNvSpPr>
            <a:spLocks noGrp="1"/>
          </p:cNvSpPr>
          <p:nvPr/>
        </p:nvSpPr>
        <p:spPr>
          <a:xfrm>
            <a:off x="21912456" y="6908254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61" name="Water Drop">
            <a:extLst>
              <a:ext uri="{FF2B5EF4-FFF2-40B4-BE49-F238E27FC236}">
                <a16:creationId xmlns:a16="http://schemas.microsoft.com/office/drawing/2014/main" id="{EFA87969-2DC9-48B8-BAD3-1F67E69AC3F4}"/>
              </a:ext>
            </a:extLst>
          </p:cNvPr>
          <p:cNvSpPr>
            <a:spLocks noGrp="1"/>
          </p:cNvSpPr>
          <p:nvPr/>
        </p:nvSpPr>
        <p:spPr>
          <a:xfrm>
            <a:off x="22463255" y="7125624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9729486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4" name="Sensor Models">
            <a:extLst>
              <a:ext uri="{FF2B5EF4-FFF2-40B4-BE49-F238E27FC236}">
                <a16:creationId xmlns:a16="http://schemas.microsoft.com/office/drawing/2014/main" id="{77206227-EBD5-4B5E-B675-FE23DA9A7CE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Modelos de sensores</a:t>
            </a:r>
          </a:p>
        </p:txBody>
      </p:sp>
    </p:spTree>
    <p:extLst>
      <p:ext uri="{BB962C8B-B14F-4D97-AF65-F5344CB8AC3E}">
        <p14:creationId xmlns:p14="http://schemas.microsoft.com/office/powerpoint/2010/main" val="1005662122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/>
        </p:nvGraphicFramePr>
        <p:xfrm>
          <a:off x="1689100" y="1778000"/>
          <a:ext cx="20993100" cy="101473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049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9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29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Estado oculto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Observação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9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posição do robô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dados dos sensores do robô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9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palavras faladas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formas de onda de áudio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9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engajamento do usuário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análise do site ou aplicativo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9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clima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guarda-chuva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39003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8" name="Hidden Markov Models">
            <a:extLst>
              <a:ext uri="{FF2B5EF4-FFF2-40B4-BE49-F238E27FC236}">
                <a16:creationId xmlns:a16="http://schemas.microsoft.com/office/drawing/2014/main" id="{0A89279A-688E-4F3E-8694-7354D6AB0C2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Modelos ocultos de Markov</a:t>
            </a:r>
          </a:p>
        </p:txBody>
      </p:sp>
    </p:spTree>
    <p:extLst>
      <p:ext uri="{BB962C8B-B14F-4D97-AF65-F5344CB8AC3E}">
        <p14:creationId xmlns:p14="http://schemas.microsoft.com/office/powerpoint/2010/main" val="388045650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0" name="Hidden Markov Model">
            <a:extLst>
              <a:ext uri="{FF2B5EF4-FFF2-40B4-BE49-F238E27FC236}">
                <a16:creationId xmlns:a16="http://schemas.microsoft.com/office/drawing/2014/main" id="{F566FF71-F380-4365-B528-4332747FC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Modelo oculto de Markov</a:t>
            </a:r>
          </a:p>
        </p:txBody>
      </p:sp>
      <p:sp>
        <p:nvSpPr>
          <p:cNvPr id="3571" name="a Markov model for a system with hidden states that generate some observed event">
            <a:extLst>
              <a:ext uri="{FF2B5EF4-FFF2-40B4-BE49-F238E27FC236}">
                <a16:creationId xmlns:a16="http://schemas.microsoft.com/office/drawing/2014/main" id="{D14F9EEB-7AEA-4E8C-98DF-A011772154F0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 modelo de Markov para um sistema com estados ocultos que geram algum evento observado</a:t>
            </a:r>
          </a:p>
        </p:txBody>
      </p:sp>
    </p:spTree>
    <p:extLst>
      <p:ext uri="{BB962C8B-B14F-4D97-AF65-F5344CB8AC3E}">
        <p14:creationId xmlns:p14="http://schemas.microsoft.com/office/powerpoint/2010/main" val="353070351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7" name="Table 1"/>
          <p:cNvGraphicFramePr/>
          <p:nvPr/>
        </p:nvGraphicFramePr>
        <p:xfrm>
          <a:off x="8826668" y="4081593"/>
          <a:ext cx="14073179" cy="8680872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664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4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4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362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362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362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74" name="Sun">
            <a:extLst>
              <a:ext uri="{FF2B5EF4-FFF2-40B4-BE49-F238E27FC236}">
                <a16:creationId xmlns:a16="http://schemas.microsoft.com/office/drawing/2014/main" id="{C65A68D7-457E-48D1-9F27-55D031B4707D}"/>
              </a:ext>
            </a:extLst>
          </p:cNvPr>
          <p:cNvSpPr>
            <a:spLocks noGrp="1"/>
          </p:cNvSpPr>
          <p:nvPr/>
        </p:nvSpPr>
        <p:spPr>
          <a:xfrm>
            <a:off x="9972334" y="7216630"/>
            <a:ext cx="2410800" cy="241080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8912" y="3909"/>
                </a:lnTo>
                <a:cubicBezTo>
                  <a:pt x="9458" y="3767"/>
                  <a:pt x="10107" y="3684"/>
                  <a:pt x="10795" y="3684"/>
                </a:cubicBezTo>
                <a:cubicBezTo>
                  <a:pt x="11488" y="3684"/>
                  <a:pt x="12138" y="3766"/>
                  <a:pt x="12695" y="3914"/>
                </a:cubicBezTo>
                <a:lnTo>
                  <a:pt x="10800" y="0"/>
                </a:lnTo>
                <a:close/>
                <a:moveTo>
                  <a:pt x="18430" y="3160"/>
                </a:moveTo>
                <a:lnTo>
                  <a:pt x="14332" y="4591"/>
                </a:lnTo>
                <a:cubicBezTo>
                  <a:pt x="14828" y="4880"/>
                  <a:pt x="15340" y="5278"/>
                  <a:pt x="15826" y="5764"/>
                </a:cubicBezTo>
                <a:cubicBezTo>
                  <a:pt x="16317" y="6255"/>
                  <a:pt x="16717" y="6774"/>
                  <a:pt x="17006" y="7265"/>
                </a:cubicBezTo>
                <a:lnTo>
                  <a:pt x="18430" y="3160"/>
                </a:lnTo>
                <a:close/>
                <a:moveTo>
                  <a:pt x="3160" y="3172"/>
                </a:moveTo>
                <a:lnTo>
                  <a:pt x="4591" y="7270"/>
                </a:lnTo>
                <a:cubicBezTo>
                  <a:pt x="4880" y="6773"/>
                  <a:pt x="5278" y="6260"/>
                  <a:pt x="5764" y="5774"/>
                </a:cubicBezTo>
                <a:cubicBezTo>
                  <a:pt x="6255" y="5283"/>
                  <a:pt x="6774" y="4885"/>
                  <a:pt x="7265" y="4596"/>
                </a:cubicBezTo>
                <a:lnTo>
                  <a:pt x="3160" y="3172"/>
                </a:lnTo>
                <a:close/>
                <a:moveTo>
                  <a:pt x="10800" y="4661"/>
                </a:moveTo>
                <a:cubicBezTo>
                  <a:pt x="7400" y="4661"/>
                  <a:pt x="4633" y="7427"/>
                  <a:pt x="4633" y="10827"/>
                </a:cubicBezTo>
                <a:cubicBezTo>
                  <a:pt x="4633" y="14227"/>
                  <a:pt x="7400" y="16994"/>
                  <a:pt x="10800" y="16994"/>
                </a:cubicBezTo>
                <a:cubicBezTo>
                  <a:pt x="14200" y="16994"/>
                  <a:pt x="16967" y="14227"/>
                  <a:pt x="16967" y="10827"/>
                </a:cubicBezTo>
                <a:cubicBezTo>
                  <a:pt x="16967" y="7427"/>
                  <a:pt x="14200" y="4661"/>
                  <a:pt x="10800" y="4661"/>
                </a:cubicBezTo>
                <a:close/>
                <a:moveTo>
                  <a:pt x="3914" y="8907"/>
                </a:moveTo>
                <a:lnTo>
                  <a:pt x="0" y="10800"/>
                </a:lnTo>
                <a:lnTo>
                  <a:pt x="3909" y="12688"/>
                </a:lnTo>
                <a:cubicBezTo>
                  <a:pt x="3767" y="12137"/>
                  <a:pt x="3684" y="11493"/>
                  <a:pt x="3684" y="10805"/>
                </a:cubicBezTo>
                <a:cubicBezTo>
                  <a:pt x="3684" y="10112"/>
                  <a:pt x="3766" y="9464"/>
                  <a:pt x="3914" y="8907"/>
                </a:cubicBezTo>
                <a:close/>
                <a:moveTo>
                  <a:pt x="17693" y="8907"/>
                </a:moveTo>
                <a:cubicBezTo>
                  <a:pt x="17835" y="9458"/>
                  <a:pt x="17916" y="10102"/>
                  <a:pt x="17916" y="10790"/>
                </a:cubicBezTo>
                <a:cubicBezTo>
                  <a:pt x="17916" y="11483"/>
                  <a:pt x="17835" y="12131"/>
                  <a:pt x="17688" y="12688"/>
                </a:cubicBezTo>
                <a:lnTo>
                  <a:pt x="21600" y="10795"/>
                </a:lnTo>
                <a:lnTo>
                  <a:pt x="17693" y="8907"/>
                </a:lnTo>
                <a:close/>
                <a:moveTo>
                  <a:pt x="17011" y="14332"/>
                </a:moveTo>
                <a:cubicBezTo>
                  <a:pt x="16722" y="14828"/>
                  <a:pt x="16323" y="15340"/>
                  <a:pt x="15838" y="15826"/>
                </a:cubicBezTo>
                <a:cubicBezTo>
                  <a:pt x="15346" y="16317"/>
                  <a:pt x="14828" y="16717"/>
                  <a:pt x="14337" y="17006"/>
                </a:cubicBezTo>
                <a:lnTo>
                  <a:pt x="18440" y="18430"/>
                </a:lnTo>
                <a:lnTo>
                  <a:pt x="17011" y="14332"/>
                </a:lnTo>
                <a:close/>
                <a:moveTo>
                  <a:pt x="4596" y="14337"/>
                </a:moveTo>
                <a:lnTo>
                  <a:pt x="3172" y="18440"/>
                </a:lnTo>
                <a:lnTo>
                  <a:pt x="7270" y="17011"/>
                </a:lnTo>
                <a:cubicBezTo>
                  <a:pt x="6773" y="16722"/>
                  <a:pt x="6260" y="16323"/>
                  <a:pt x="5774" y="15838"/>
                </a:cubicBezTo>
                <a:cubicBezTo>
                  <a:pt x="5283" y="15346"/>
                  <a:pt x="4885" y="14828"/>
                  <a:pt x="4596" y="14337"/>
                </a:cubicBezTo>
                <a:close/>
                <a:moveTo>
                  <a:pt x="8907" y="17688"/>
                </a:moveTo>
                <a:lnTo>
                  <a:pt x="10800" y="21600"/>
                </a:lnTo>
                <a:lnTo>
                  <a:pt x="12688" y="17693"/>
                </a:lnTo>
                <a:cubicBezTo>
                  <a:pt x="12142" y="17835"/>
                  <a:pt x="11493" y="17916"/>
                  <a:pt x="10805" y="17916"/>
                </a:cubicBezTo>
                <a:cubicBezTo>
                  <a:pt x="10112" y="17916"/>
                  <a:pt x="9464" y="17835"/>
                  <a:pt x="8907" y="17688"/>
                </a:cubicBezTo>
                <a:close/>
              </a:path>
            </a:pathLst>
          </a:custGeom>
          <a:solidFill>
            <a:schemeClr val="accent4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75" name="Water Drop">
            <a:extLst>
              <a:ext uri="{FF2B5EF4-FFF2-40B4-BE49-F238E27FC236}">
                <a16:creationId xmlns:a16="http://schemas.microsoft.com/office/drawing/2014/main" id="{78D5FE31-A1EE-4EB9-BBC3-95C6087520FE}"/>
              </a:ext>
            </a:extLst>
          </p:cNvPr>
          <p:cNvSpPr>
            <a:spLocks noGrp="1"/>
          </p:cNvSpPr>
          <p:nvPr/>
        </p:nvSpPr>
        <p:spPr>
          <a:xfrm>
            <a:off x="10184489" y="11498635"/>
            <a:ext cx="334092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76" name="Cloud">
            <a:extLst>
              <a:ext uri="{FF2B5EF4-FFF2-40B4-BE49-F238E27FC236}">
                <a16:creationId xmlns:a16="http://schemas.microsoft.com/office/drawing/2014/main" id="{8252DF84-EDAF-4A35-96DD-E6F5B3C2AC5D}"/>
              </a:ext>
            </a:extLst>
          </p:cNvPr>
          <p:cNvSpPr>
            <a:spLocks noGrp="1"/>
          </p:cNvSpPr>
          <p:nvPr/>
        </p:nvSpPr>
        <p:spPr>
          <a:xfrm>
            <a:off x="10164528" y="10075188"/>
            <a:ext cx="2026412" cy="122122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77" name="Water Drop">
            <a:extLst>
              <a:ext uri="{FF2B5EF4-FFF2-40B4-BE49-F238E27FC236}">
                <a16:creationId xmlns:a16="http://schemas.microsoft.com/office/drawing/2014/main" id="{C22C6D04-2E27-423F-BBAD-7E56B1E19445}"/>
              </a:ext>
            </a:extLst>
          </p:cNvPr>
          <p:cNvSpPr>
            <a:spLocks noGrp="1"/>
          </p:cNvSpPr>
          <p:nvPr/>
        </p:nvSpPr>
        <p:spPr>
          <a:xfrm>
            <a:off x="10735287" y="11936944"/>
            <a:ext cx="334093" cy="549044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78" name="Water Drop">
            <a:extLst>
              <a:ext uri="{FF2B5EF4-FFF2-40B4-BE49-F238E27FC236}">
                <a16:creationId xmlns:a16="http://schemas.microsoft.com/office/drawing/2014/main" id="{7B7ED188-6A0D-43D2-9A4D-728813AF308D}"/>
              </a:ext>
            </a:extLst>
          </p:cNvPr>
          <p:cNvSpPr>
            <a:spLocks noGrp="1"/>
          </p:cNvSpPr>
          <p:nvPr/>
        </p:nvSpPr>
        <p:spPr>
          <a:xfrm>
            <a:off x="11286086" y="11498635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79" name="Water Drop">
            <a:extLst>
              <a:ext uri="{FF2B5EF4-FFF2-40B4-BE49-F238E27FC236}">
                <a16:creationId xmlns:a16="http://schemas.microsoft.com/office/drawing/2014/main" id="{9E2C9D09-F1A7-464F-A4F2-D0654BC16DE7}"/>
              </a:ext>
            </a:extLst>
          </p:cNvPr>
          <p:cNvSpPr>
            <a:spLocks noGrp="1"/>
          </p:cNvSpPr>
          <p:nvPr/>
        </p:nvSpPr>
        <p:spPr>
          <a:xfrm>
            <a:off x="11836885" y="11716005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81" name="State (Xt)">
            <a:extLst>
              <a:ext uri="{FF2B5EF4-FFF2-40B4-BE49-F238E27FC236}">
                <a16:creationId xmlns:a16="http://schemas.microsoft.com/office/drawing/2014/main" id="{8280CDE6-B83B-4829-9DDD-489CF1D13AB9}"/>
              </a:ext>
            </a:extLst>
          </p:cNvPr>
          <p:cNvSpPr>
            <a:spLocks noGrp="1"/>
          </p:cNvSpPr>
          <p:nvPr/>
        </p:nvSpPr>
        <p:spPr>
          <a:xfrm>
            <a:off x="3660078" y="9166017"/>
            <a:ext cx="4367478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t>Estado (Xt)</a:t>
            </a:r>
          </a:p>
        </p:txBody>
      </p:sp>
      <p:sp>
        <p:nvSpPr>
          <p:cNvPr id="3582" name="Observation (Et)">
            <a:extLst>
              <a:ext uri="{FF2B5EF4-FFF2-40B4-BE49-F238E27FC236}">
                <a16:creationId xmlns:a16="http://schemas.microsoft.com/office/drawing/2014/main" id="{BFE802BF-8D72-48A6-A256-1412AA057493}"/>
              </a:ext>
            </a:extLst>
          </p:cNvPr>
          <p:cNvSpPr>
            <a:spLocks noGrp="1"/>
          </p:cNvSpPr>
          <p:nvPr/>
        </p:nvSpPr>
        <p:spPr>
          <a:xfrm>
            <a:off x="14580569" y="2698021"/>
            <a:ext cx="7359916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t>Observação (Et)</a:t>
            </a:r>
          </a:p>
        </p:txBody>
      </p:sp>
      <p:sp>
        <p:nvSpPr>
          <p:cNvPr id="3584" name="Umbrella">
            <a:extLst>
              <a:ext uri="{FF2B5EF4-FFF2-40B4-BE49-F238E27FC236}">
                <a16:creationId xmlns:a16="http://schemas.microsoft.com/office/drawing/2014/main" id="{A86A2106-8CE7-4E4C-B7EB-CE195E02B3DA}"/>
              </a:ext>
            </a:extLst>
          </p:cNvPr>
          <p:cNvSpPr>
            <a:spLocks noGrp="1"/>
          </p:cNvSpPr>
          <p:nvPr/>
        </p:nvSpPr>
        <p:spPr>
          <a:xfrm>
            <a:off x="14657858" y="4467483"/>
            <a:ext cx="2410800" cy="2036326"/>
          </a:xfrm>
          <a:custGeom>
            <a:avLst/>
            <a:gdLst/>
            <a:ahLst/>
            <a:cxnLst/>
            <a:rect l="0" t="0" r="r" b="b"/>
            <a:pathLst>
              <a:path w="21297" h="21596">
                <a:moveTo>
                  <a:pt x="10609" y="0"/>
                </a:moveTo>
                <a:cubicBezTo>
                  <a:pt x="10434" y="-2"/>
                  <a:pt x="10261" y="1"/>
                  <a:pt x="10091" y="8"/>
                </a:cubicBezTo>
                <a:cubicBezTo>
                  <a:pt x="5074" y="233"/>
                  <a:pt x="2259" y="4715"/>
                  <a:pt x="2259" y="4715"/>
                </a:cubicBezTo>
                <a:cubicBezTo>
                  <a:pt x="-125" y="8626"/>
                  <a:pt x="1" y="11402"/>
                  <a:pt x="1" y="11402"/>
                </a:cubicBezTo>
                <a:cubicBezTo>
                  <a:pt x="1" y="11402"/>
                  <a:pt x="1146" y="10124"/>
                  <a:pt x="3644" y="10160"/>
                </a:cubicBezTo>
                <a:cubicBezTo>
                  <a:pt x="3644" y="10160"/>
                  <a:pt x="5446" y="10310"/>
                  <a:pt x="7076" y="11690"/>
                </a:cubicBezTo>
                <a:cubicBezTo>
                  <a:pt x="7076" y="11690"/>
                  <a:pt x="8248" y="10319"/>
                  <a:pt x="10161" y="10130"/>
                </a:cubicBezTo>
                <a:lnTo>
                  <a:pt x="10073" y="19052"/>
                </a:lnTo>
                <a:cubicBezTo>
                  <a:pt x="10068" y="19546"/>
                  <a:pt x="9966" y="19907"/>
                  <a:pt x="9773" y="20125"/>
                </a:cubicBezTo>
                <a:cubicBezTo>
                  <a:pt x="9539" y="20389"/>
                  <a:pt x="9210" y="20393"/>
                  <a:pt x="9161" y="20393"/>
                </a:cubicBezTo>
                <a:cubicBezTo>
                  <a:pt x="9156" y="20393"/>
                  <a:pt x="9156" y="20393"/>
                  <a:pt x="9156" y="20393"/>
                </a:cubicBezTo>
                <a:lnTo>
                  <a:pt x="9124" y="20391"/>
                </a:lnTo>
                <a:cubicBezTo>
                  <a:pt x="8774" y="20386"/>
                  <a:pt x="8516" y="20276"/>
                  <a:pt x="8361" y="20065"/>
                </a:cubicBezTo>
                <a:cubicBezTo>
                  <a:pt x="8093" y="19702"/>
                  <a:pt x="8141" y="19108"/>
                  <a:pt x="8143" y="19088"/>
                </a:cubicBezTo>
                <a:cubicBezTo>
                  <a:pt x="8176" y="18760"/>
                  <a:pt x="7982" y="18463"/>
                  <a:pt x="7708" y="18421"/>
                </a:cubicBezTo>
                <a:cubicBezTo>
                  <a:pt x="7434" y="18380"/>
                  <a:pt x="7184" y="18613"/>
                  <a:pt x="7149" y="18942"/>
                </a:cubicBezTo>
                <a:cubicBezTo>
                  <a:pt x="7137" y="19057"/>
                  <a:pt x="7047" y="20084"/>
                  <a:pt x="7602" y="20850"/>
                </a:cubicBezTo>
                <a:cubicBezTo>
                  <a:pt x="7951" y="21331"/>
                  <a:pt x="8455" y="21581"/>
                  <a:pt x="9099" y="21593"/>
                </a:cubicBezTo>
                <a:cubicBezTo>
                  <a:pt x="9112" y="21594"/>
                  <a:pt x="9130" y="21595"/>
                  <a:pt x="9151" y="21595"/>
                </a:cubicBezTo>
                <a:cubicBezTo>
                  <a:pt x="9362" y="21598"/>
                  <a:pt x="9957" y="21554"/>
                  <a:pt x="10444" y="21018"/>
                </a:cubicBezTo>
                <a:cubicBezTo>
                  <a:pt x="10853" y="20568"/>
                  <a:pt x="11064" y="19911"/>
                  <a:pt x="11073" y="19066"/>
                </a:cubicBezTo>
                <a:lnTo>
                  <a:pt x="11163" y="10144"/>
                </a:lnTo>
                <a:cubicBezTo>
                  <a:pt x="13071" y="10388"/>
                  <a:pt x="14214" y="11792"/>
                  <a:pt x="14214" y="11792"/>
                </a:cubicBezTo>
                <a:cubicBezTo>
                  <a:pt x="15871" y="10459"/>
                  <a:pt x="17677" y="10361"/>
                  <a:pt x="17677" y="10361"/>
                </a:cubicBezTo>
                <a:cubicBezTo>
                  <a:pt x="20174" y="10397"/>
                  <a:pt x="21294" y="11708"/>
                  <a:pt x="21294" y="11708"/>
                </a:cubicBezTo>
                <a:cubicBezTo>
                  <a:pt x="21294" y="11708"/>
                  <a:pt x="21475" y="8935"/>
                  <a:pt x="19169" y="4956"/>
                </a:cubicBezTo>
                <a:cubicBezTo>
                  <a:pt x="19169" y="4956"/>
                  <a:pt x="16257" y="81"/>
                  <a:pt x="10916" y="4"/>
                </a:cubicBezTo>
                <a:lnTo>
                  <a:pt x="10609" y="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85" name="Umbrella">
            <a:extLst>
              <a:ext uri="{FF2B5EF4-FFF2-40B4-BE49-F238E27FC236}">
                <a16:creationId xmlns:a16="http://schemas.microsoft.com/office/drawing/2014/main" id="{B82051BB-DFE2-4DA7-8BFE-0A1769590871}"/>
              </a:ext>
            </a:extLst>
          </p:cNvPr>
          <p:cNvSpPr>
            <a:spLocks noGrp="1"/>
          </p:cNvSpPr>
          <p:nvPr/>
        </p:nvSpPr>
        <p:spPr>
          <a:xfrm>
            <a:off x="19414104" y="4469258"/>
            <a:ext cx="2406598" cy="2032776"/>
          </a:xfrm>
          <a:custGeom>
            <a:avLst/>
            <a:gdLst/>
            <a:ahLst/>
            <a:cxnLst/>
            <a:rect l="0" t="0" r="r" b="b"/>
            <a:pathLst>
              <a:path w="21297" h="21596">
                <a:moveTo>
                  <a:pt x="10609" y="0"/>
                </a:moveTo>
                <a:cubicBezTo>
                  <a:pt x="10434" y="-2"/>
                  <a:pt x="10261" y="1"/>
                  <a:pt x="10091" y="8"/>
                </a:cubicBezTo>
                <a:cubicBezTo>
                  <a:pt x="5074" y="233"/>
                  <a:pt x="2259" y="4715"/>
                  <a:pt x="2259" y="4715"/>
                </a:cubicBezTo>
                <a:cubicBezTo>
                  <a:pt x="-125" y="8626"/>
                  <a:pt x="1" y="11402"/>
                  <a:pt x="1" y="11402"/>
                </a:cubicBezTo>
                <a:cubicBezTo>
                  <a:pt x="1" y="11402"/>
                  <a:pt x="1146" y="10124"/>
                  <a:pt x="3644" y="10160"/>
                </a:cubicBezTo>
                <a:cubicBezTo>
                  <a:pt x="3644" y="10160"/>
                  <a:pt x="5446" y="10310"/>
                  <a:pt x="7076" y="11690"/>
                </a:cubicBezTo>
                <a:cubicBezTo>
                  <a:pt x="7076" y="11690"/>
                  <a:pt x="8248" y="10319"/>
                  <a:pt x="10161" y="10130"/>
                </a:cubicBezTo>
                <a:lnTo>
                  <a:pt x="10073" y="19052"/>
                </a:lnTo>
                <a:cubicBezTo>
                  <a:pt x="10068" y="19546"/>
                  <a:pt x="9966" y="19907"/>
                  <a:pt x="9773" y="20125"/>
                </a:cubicBezTo>
                <a:cubicBezTo>
                  <a:pt x="9539" y="20389"/>
                  <a:pt x="9210" y="20393"/>
                  <a:pt x="9161" y="20393"/>
                </a:cubicBezTo>
                <a:cubicBezTo>
                  <a:pt x="9156" y="20393"/>
                  <a:pt x="9156" y="20393"/>
                  <a:pt x="9156" y="20393"/>
                </a:cubicBezTo>
                <a:lnTo>
                  <a:pt x="9124" y="20391"/>
                </a:lnTo>
                <a:cubicBezTo>
                  <a:pt x="8774" y="20386"/>
                  <a:pt x="8516" y="20276"/>
                  <a:pt x="8361" y="20065"/>
                </a:cubicBezTo>
                <a:cubicBezTo>
                  <a:pt x="8093" y="19702"/>
                  <a:pt x="8141" y="19108"/>
                  <a:pt x="8143" y="19088"/>
                </a:cubicBezTo>
                <a:cubicBezTo>
                  <a:pt x="8176" y="18760"/>
                  <a:pt x="7982" y="18463"/>
                  <a:pt x="7708" y="18421"/>
                </a:cubicBezTo>
                <a:cubicBezTo>
                  <a:pt x="7434" y="18380"/>
                  <a:pt x="7184" y="18613"/>
                  <a:pt x="7149" y="18942"/>
                </a:cubicBezTo>
                <a:cubicBezTo>
                  <a:pt x="7137" y="19057"/>
                  <a:pt x="7047" y="20084"/>
                  <a:pt x="7602" y="20850"/>
                </a:cubicBezTo>
                <a:cubicBezTo>
                  <a:pt x="7951" y="21331"/>
                  <a:pt x="8455" y="21581"/>
                  <a:pt x="9099" y="21593"/>
                </a:cubicBezTo>
                <a:cubicBezTo>
                  <a:pt x="9112" y="21594"/>
                  <a:pt x="9130" y="21595"/>
                  <a:pt x="9151" y="21595"/>
                </a:cubicBezTo>
                <a:cubicBezTo>
                  <a:pt x="9362" y="21598"/>
                  <a:pt x="9957" y="21554"/>
                  <a:pt x="10444" y="21018"/>
                </a:cubicBezTo>
                <a:cubicBezTo>
                  <a:pt x="10853" y="20568"/>
                  <a:pt x="11064" y="19911"/>
                  <a:pt x="11073" y="19066"/>
                </a:cubicBezTo>
                <a:lnTo>
                  <a:pt x="11163" y="10144"/>
                </a:lnTo>
                <a:cubicBezTo>
                  <a:pt x="13071" y="10388"/>
                  <a:pt x="14214" y="11792"/>
                  <a:pt x="14214" y="11792"/>
                </a:cubicBezTo>
                <a:cubicBezTo>
                  <a:pt x="15871" y="10459"/>
                  <a:pt x="17677" y="10361"/>
                  <a:pt x="17677" y="10361"/>
                </a:cubicBezTo>
                <a:cubicBezTo>
                  <a:pt x="20174" y="10397"/>
                  <a:pt x="21294" y="11708"/>
                  <a:pt x="21294" y="11708"/>
                </a:cubicBezTo>
                <a:cubicBezTo>
                  <a:pt x="21294" y="11708"/>
                  <a:pt x="21475" y="8935"/>
                  <a:pt x="19169" y="4956"/>
                </a:cubicBezTo>
                <a:cubicBezTo>
                  <a:pt x="19169" y="4956"/>
                  <a:pt x="16257" y="81"/>
                  <a:pt x="10916" y="4"/>
                </a:cubicBezTo>
                <a:lnTo>
                  <a:pt x="10609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720275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6116C-17AF-B819-27B8-2F6BB81E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7" name="Table 1">
            <a:extLst>
              <a:ext uri="{FF2B5EF4-FFF2-40B4-BE49-F238E27FC236}">
                <a16:creationId xmlns:a16="http://schemas.microsoft.com/office/drawing/2014/main" id="{B06EE6A0-C479-2849-3897-9F3BAE82F3AB}"/>
              </a:ext>
            </a:extLst>
          </p:cNvPr>
          <p:cNvGraphicFramePr/>
          <p:nvPr/>
        </p:nvGraphicFramePr>
        <p:xfrm>
          <a:off x="8826668" y="4081593"/>
          <a:ext cx="14073179" cy="8680872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664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4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4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362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362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362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74" name="Sun">
            <a:extLst>
              <a:ext uri="{FF2B5EF4-FFF2-40B4-BE49-F238E27FC236}">
                <a16:creationId xmlns:a16="http://schemas.microsoft.com/office/drawing/2014/main" id="{156459E1-BE89-7B6A-A807-96E769B3256D}"/>
              </a:ext>
            </a:extLst>
          </p:cNvPr>
          <p:cNvSpPr>
            <a:spLocks noGrp="1"/>
          </p:cNvSpPr>
          <p:nvPr/>
        </p:nvSpPr>
        <p:spPr>
          <a:xfrm>
            <a:off x="9972334" y="7216630"/>
            <a:ext cx="2410800" cy="241080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8912" y="3909"/>
                </a:lnTo>
                <a:cubicBezTo>
                  <a:pt x="9458" y="3767"/>
                  <a:pt x="10107" y="3684"/>
                  <a:pt x="10795" y="3684"/>
                </a:cubicBezTo>
                <a:cubicBezTo>
                  <a:pt x="11488" y="3684"/>
                  <a:pt x="12138" y="3766"/>
                  <a:pt x="12695" y="3914"/>
                </a:cubicBezTo>
                <a:lnTo>
                  <a:pt x="10800" y="0"/>
                </a:lnTo>
                <a:close/>
                <a:moveTo>
                  <a:pt x="18430" y="3160"/>
                </a:moveTo>
                <a:lnTo>
                  <a:pt x="14332" y="4591"/>
                </a:lnTo>
                <a:cubicBezTo>
                  <a:pt x="14828" y="4880"/>
                  <a:pt x="15340" y="5278"/>
                  <a:pt x="15826" y="5764"/>
                </a:cubicBezTo>
                <a:cubicBezTo>
                  <a:pt x="16317" y="6255"/>
                  <a:pt x="16717" y="6774"/>
                  <a:pt x="17006" y="7265"/>
                </a:cubicBezTo>
                <a:lnTo>
                  <a:pt x="18430" y="3160"/>
                </a:lnTo>
                <a:close/>
                <a:moveTo>
                  <a:pt x="3160" y="3172"/>
                </a:moveTo>
                <a:lnTo>
                  <a:pt x="4591" y="7270"/>
                </a:lnTo>
                <a:cubicBezTo>
                  <a:pt x="4880" y="6773"/>
                  <a:pt x="5278" y="6260"/>
                  <a:pt x="5764" y="5774"/>
                </a:cubicBezTo>
                <a:cubicBezTo>
                  <a:pt x="6255" y="5283"/>
                  <a:pt x="6774" y="4885"/>
                  <a:pt x="7265" y="4596"/>
                </a:cubicBezTo>
                <a:lnTo>
                  <a:pt x="3160" y="3172"/>
                </a:lnTo>
                <a:close/>
                <a:moveTo>
                  <a:pt x="10800" y="4661"/>
                </a:moveTo>
                <a:cubicBezTo>
                  <a:pt x="7400" y="4661"/>
                  <a:pt x="4633" y="7427"/>
                  <a:pt x="4633" y="10827"/>
                </a:cubicBezTo>
                <a:cubicBezTo>
                  <a:pt x="4633" y="14227"/>
                  <a:pt x="7400" y="16994"/>
                  <a:pt x="10800" y="16994"/>
                </a:cubicBezTo>
                <a:cubicBezTo>
                  <a:pt x="14200" y="16994"/>
                  <a:pt x="16967" y="14227"/>
                  <a:pt x="16967" y="10827"/>
                </a:cubicBezTo>
                <a:cubicBezTo>
                  <a:pt x="16967" y="7427"/>
                  <a:pt x="14200" y="4661"/>
                  <a:pt x="10800" y="4661"/>
                </a:cubicBezTo>
                <a:close/>
                <a:moveTo>
                  <a:pt x="3914" y="8907"/>
                </a:moveTo>
                <a:lnTo>
                  <a:pt x="0" y="10800"/>
                </a:lnTo>
                <a:lnTo>
                  <a:pt x="3909" y="12688"/>
                </a:lnTo>
                <a:cubicBezTo>
                  <a:pt x="3767" y="12137"/>
                  <a:pt x="3684" y="11493"/>
                  <a:pt x="3684" y="10805"/>
                </a:cubicBezTo>
                <a:cubicBezTo>
                  <a:pt x="3684" y="10112"/>
                  <a:pt x="3766" y="9464"/>
                  <a:pt x="3914" y="8907"/>
                </a:cubicBezTo>
                <a:close/>
                <a:moveTo>
                  <a:pt x="17693" y="8907"/>
                </a:moveTo>
                <a:cubicBezTo>
                  <a:pt x="17835" y="9458"/>
                  <a:pt x="17916" y="10102"/>
                  <a:pt x="17916" y="10790"/>
                </a:cubicBezTo>
                <a:cubicBezTo>
                  <a:pt x="17916" y="11483"/>
                  <a:pt x="17835" y="12131"/>
                  <a:pt x="17688" y="12688"/>
                </a:cubicBezTo>
                <a:lnTo>
                  <a:pt x="21600" y="10795"/>
                </a:lnTo>
                <a:lnTo>
                  <a:pt x="17693" y="8907"/>
                </a:lnTo>
                <a:close/>
                <a:moveTo>
                  <a:pt x="17011" y="14332"/>
                </a:moveTo>
                <a:cubicBezTo>
                  <a:pt x="16722" y="14828"/>
                  <a:pt x="16323" y="15340"/>
                  <a:pt x="15838" y="15826"/>
                </a:cubicBezTo>
                <a:cubicBezTo>
                  <a:pt x="15346" y="16317"/>
                  <a:pt x="14828" y="16717"/>
                  <a:pt x="14337" y="17006"/>
                </a:cubicBezTo>
                <a:lnTo>
                  <a:pt x="18440" y="18430"/>
                </a:lnTo>
                <a:lnTo>
                  <a:pt x="17011" y="14332"/>
                </a:lnTo>
                <a:close/>
                <a:moveTo>
                  <a:pt x="4596" y="14337"/>
                </a:moveTo>
                <a:lnTo>
                  <a:pt x="3172" y="18440"/>
                </a:lnTo>
                <a:lnTo>
                  <a:pt x="7270" y="17011"/>
                </a:lnTo>
                <a:cubicBezTo>
                  <a:pt x="6773" y="16722"/>
                  <a:pt x="6260" y="16323"/>
                  <a:pt x="5774" y="15838"/>
                </a:cubicBezTo>
                <a:cubicBezTo>
                  <a:pt x="5283" y="15346"/>
                  <a:pt x="4885" y="14828"/>
                  <a:pt x="4596" y="14337"/>
                </a:cubicBezTo>
                <a:close/>
                <a:moveTo>
                  <a:pt x="8907" y="17688"/>
                </a:moveTo>
                <a:lnTo>
                  <a:pt x="10800" y="21600"/>
                </a:lnTo>
                <a:lnTo>
                  <a:pt x="12688" y="17693"/>
                </a:lnTo>
                <a:cubicBezTo>
                  <a:pt x="12142" y="17835"/>
                  <a:pt x="11493" y="17916"/>
                  <a:pt x="10805" y="17916"/>
                </a:cubicBezTo>
                <a:cubicBezTo>
                  <a:pt x="10112" y="17916"/>
                  <a:pt x="9464" y="17835"/>
                  <a:pt x="8907" y="17688"/>
                </a:cubicBezTo>
                <a:close/>
              </a:path>
            </a:pathLst>
          </a:custGeom>
          <a:solidFill>
            <a:schemeClr val="accent4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75" name="Water Drop">
            <a:extLst>
              <a:ext uri="{FF2B5EF4-FFF2-40B4-BE49-F238E27FC236}">
                <a16:creationId xmlns:a16="http://schemas.microsoft.com/office/drawing/2014/main" id="{1F1D6701-90C1-33B7-64C3-5A95C0958484}"/>
              </a:ext>
            </a:extLst>
          </p:cNvPr>
          <p:cNvSpPr>
            <a:spLocks noGrp="1"/>
          </p:cNvSpPr>
          <p:nvPr/>
        </p:nvSpPr>
        <p:spPr>
          <a:xfrm>
            <a:off x="10184489" y="11498635"/>
            <a:ext cx="334092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76" name="Cloud">
            <a:extLst>
              <a:ext uri="{FF2B5EF4-FFF2-40B4-BE49-F238E27FC236}">
                <a16:creationId xmlns:a16="http://schemas.microsoft.com/office/drawing/2014/main" id="{5AC96216-3EC5-DA07-FF6D-EBA5B3690B67}"/>
              </a:ext>
            </a:extLst>
          </p:cNvPr>
          <p:cNvSpPr>
            <a:spLocks noGrp="1"/>
          </p:cNvSpPr>
          <p:nvPr/>
        </p:nvSpPr>
        <p:spPr>
          <a:xfrm>
            <a:off x="10164528" y="10075188"/>
            <a:ext cx="2026412" cy="122122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77" name="Water Drop">
            <a:extLst>
              <a:ext uri="{FF2B5EF4-FFF2-40B4-BE49-F238E27FC236}">
                <a16:creationId xmlns:a16="http://schemas.microsoft.com/office/drawing/2014/main" id="{41D48F3B-7681-3970-28F5-0ED508B2F1FA}"/>
              </a:ext>
            </a:extLst>
          </p:cNvPr>
          <p:cNvSpPr>
            <a:spLocks noGrp="1"/>
          </p:cNvSpPr>
          <p:nvPr/>
        </p:nvSpPr>
        <p:spPr>
          <a:xfrm>
            <a:off x="10735287" y="11936944"/>
            <a:ext cx="334093" cy="549044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78" name="Water Drop">
            <a:extLst>
              <a:ext uri="{FF2B5EF4-FFF2-40B4-BE49-F238E27FC236}">
                <a16:creationId xmlns:a16="http://schemas.microsoft.com/office/drawing/2014/main" id="{08D0C9F7-C9E6-50C0-83EF-3DE674777E95}"/>
              </a:ext>
            </a:extLst>
          </p:cNvPr>
          <p:cNvSpPr>
            <a:spLocks noGrp="1"/>
          </p:cNvSpPr>
          <p:nvPr/>
        </p:nvSpPr>
        <p:spPr>
          <a:xfrm>
            <a:off x="11286086" y="11498635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79" name="Water Drop">
            <a:extLst>
              <a:ext uri="{FF2B5EF4-FFF2-40B4-BE49-F238E27FC236}">
                <a16:creationId xmlns:a16="http://schemas.microsoft.com/office/drawing/2014/main" id="{1299F3A8-BDB0-8F0B-4D7F-CC63637F735D}"/>
              </a:ext>
            </a:extLst>
          </p:cNvPr>
          <p:cNvSpPr>
            <a:spLocks noGrp="1"/>
          </p:cNvSpPr>
          <p:nvPr/>
        </p:nvSpPr>
        <p:spPr>
          <a:xfrm>
            <a:off x="11836885" y="11716005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81" name="State (Xt)">
            <a:extLst>
              <a:ext uri="{FF2B5EF4-FFF2-40B4-BE49-F238E27FC236}">
                <a16:creationId xmlns:a16="http://schemas.microsoft.com/office/drawing/2014/main" id="{0B3E2445-0CF6-967A-84A7-1CEBAAB2D308}"/>
              </a:ext>
            </a:extLst>
          </p:cNvPr>
          <p:cNvSpPr>
            <a:spLocks noGrp="1"/>
          </p:cNvSpPr>
          <p:nvPr/>
        </p:nvSpPr>
        <p:spPr>
          <a:xfrm>
            <a:off x="3660078" y="9166017"/>
            <a:ext cx="4367478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t>Estado (Xt)</a:t>
            </a:r>
          </a:p>
        </p:txBody>
      </p:sp>
      <p:sp>
        <p:nvSpPr>
          <p:cNvPr id="3582" name="Observation (Et)">
            <a:extLst>
              <a:ext uri="{FF2B5EF4-FFF2-40B4-BE49-F238E27FC236}">
                <a16:creationId xmlns:a16="http://schemas.microsoft.com/office/drawing/2014/main" id="{334C83D3-7C7C-597F-5BEE-C06875CA19B7}"/>
              </a:ext>
            </a:extLst>
          </p:cNvPr>
          <p:cNvSpPr>
            <a:spLocks noGrp="1"/>
          </p:cNvSpPr>
          <p:nvPr/>
        </p:nvSpPr>
        <p:spPr>
          <a:xfrm>
            <a:off x="14580569" y="2698021"/>
            <a:ext cx="7359916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t>Observação (Et)</a:t>
            </a:r>
          </a:p>
        </p:txBody>
      </p:sp>
      <p:sp>
        <p:nvSpPr>
          <p:cNvPr id="3583" name="Sensor Model">
            <a:extLst>
              <a:ext uri="{FF2B5EF4-FFF2-40B4-BE49-F238E27FC236}">
                <a16:creationId xmlns:a16="http://schemas.microsoft.com/office/drawing/2014/main" id="{D020403F-78CB-75FF-5C1F-0A0B7999D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Modelo de sensor</a:t>
            </a:r>
          </a:p>
        </p:txBody>
      </p:sp>
      <p:sp>
        <p:nvSpPr>
          <p:cNvPr id="3584" name="Umbrella">
            <a:extLst>
              <a:ext uri="{FF2B5EF4-FFF2-40B4-BE49-F238E27FC236}">
                <a16:creationId xmlns:a16="http://schemas.microsoft.com/office/drawing/2014/main" id="{147FBB30-3DAB-CB1B-E429-FF696393F003}"/>
              </a:ext>
            </a:extLst>
          </p:cNvPr>
          <p:cNvSpPr>
            <a:spLocks noGrp="1"/>
          </p:cNvSpPr>
          <p:nvPr/>
        </p:nvSpPr>
        <p:spPr>
          <a:xfrm>
            <a:off x="14657858" y="4467483"/>
            <a:ext cx="2410800" cy="2036326"/>
          </a:xfrm>
          <a:custGeom>
            <a:avLst/>
            <a:gdLst/>
            <a:ahLst/>
            <a:cxnLst/>
            <a:rect l="0" t="0" r="r" b="b"/>
            <a:pathLst>
              <a:path w="21297" h="21596">
                <a:moveTo>
                  <a:pt x="10609" y="0"/>
                </a:moveTo>
                <a:cubicBezTo>
                  <a:pt x="10434" y="-2"/>
                  <a:pt x="10261" y="1"/>
                  <a:pt x="10091" y="8"/>
                </a:cubicBezTo>
                <a:cubicBezTo>
                  <a:pt x="5074" y="233"/>
                  <a:pt x="2259" y="4715"/>
                  <a:pt x="2259" y="4715"/>
                </a:cubicBezTo>
                <a:cubicBezTo>
                  <a:pt x="-125" y="8626"/>
                  <a:pt x="1" y="11402"/>
                  <a:pt x="1" y="11402"/>
                </a:cubicBezTo>
                <a:cubicBezTo>
                  <a:pt x="1" y="11402"/>
                  <a:pt x="1146" y="10124"/>
                  <a:pt x="3644" y="10160"/>
                </a:cubicBezTo>
                <a:cubicBezTo>
                  <a:pt x="3644" y="10160"/>
                  <a:pt x="5446" y="10310"/>
                  <a:pt x="7076" y="11690"/>
                </a:cubicBezTo>
                <a:cubicBezTo>
                  <a:pt x="7076" y="11690"/>
                  <a:pt x="8248" y="10319"/>
                  <a:pt x="10161" y="10130"/>
                </a:cubicBezTo>
                <a:lnTo>
                  <a:pt x="10073" y="19052"/>
                </a:lnTo>
                <a:cubicBezTo>
                  <a:pt x="10068" y="19546"/>
                  <a:pt x="9966" y="19907"/>
                  <a:pt x="9773" y="20125"/>
                </a:cubicBezTo>
                <a:cubicBezTo>
                  <a:pt x="9539" y="20389"/>
                  <a:pt x="9210" y="20393"/>
                  <a:pt x="9161" y="20393"/>
                </a:cubicBezTo>
                <a:cubicBezTo>
                  <a:pt x="9156" y="20393"/>
                  <a:pt x="9156" y="20393"/>
                  <a:pt x="9156" y="20393"/>
                </a:cubicBezTo>
                <a:lnTo>
                  <a:pt x="9124" y="20391"/>
                </a:lnTo>
                <a:cubicBezTo>
                  <a:pt x="8774" y="20386"/>
                  <a:pt x="8516" y="20276"/>
                  <a:pt x="8361" y="20065"/>
                </a:cubicBezTo>
                <a:cubicBezTo>
                  <a:pt x="8093" y="19702"/>
                  <a:pt x="8141" y="19108"/>
                  <a:pt x="8143" y="19088"/>
                </a:cubicBezTo>
                <a:cubicBezTo>
                  <a:pt x="8176" y="18760"/>
                  <a:pt x="7982" y="18463"/>
                  <a:pt x="7708" y="18421"/>
                </a:cubicBezTo>
                <a:cubicBezTo>
                  <a:pt x="7434" y="18380"/>
                  <a:pt x="7184" y="18613"/>
                  <a:pt x="7149" y="18942"/>
                </a:cubicBezTo>
                <a:cubicBezTo>
                  <a:pt x="7137" y="19057"/>
                  <a:pt x="7047" y="20084"/>
                  <a:pt x="7602" y="20850"/>
                </a:cubicBezTo>
                <a:cubicBezTo>
                  <a:pt x="7951" y="21331"/>
                  <a:pt x="8455" y="21581"/>
                  <a:pt x="9099" y="21593"/>
                </a:cubicBezTo>
                <a:cubicBezTo>
                  <a:pt x="9112" y="21594"/>
                  <a:pt x="9130" y="21595"/>
                  <a:pt x="9151" y="21595"/>
                </a:cubicBezTo>
                <a:cubicBezTo>
                  <a:pt x="9362" y="21598"/>
                  <a:pt x="9957" y="21554"/>
                  <a:pt x="10444" y="21018"/>
                </a:cubicBezTo>
                <a:cubicBezTo>
                  <a:pt x="10853" y="20568"/>
                  <a:pt x="11064" y="19911"/>
                  <a:pt x="11073" y="19066"/>
                </a:cubicBezTo>
                <a:lnTo>
                  <a:pt x="11163" y="10144"/>
                </a:lnTo>
                <a:cubicBezTo>
                  <a:pt x="13071" y="10388"/>
                  <a:pt x="14214" y="11792"/>
                  <a:pt x="14214" y="11792"/>
                </a:cubicBezTo>
                <a:cubicBezTo>
                  <a:pt x="15871" y="10459"/>
                  <a:pt x="17677" y="10361"/>
                  <a:pt x="17677" y="10361"/>
                </a:cubicBezTo>
                <a:cubicBezTo>
                  <a:pt x="20174" y="10397"/>
                  <a:pt x="21294" y="11708"/>
                  <a:pt x="21294" y="11708"/>
                </a:cubicBezTo>
                <a:cubicBezTo>
                  <a:pt x="21294" y="11708"/>
                  <a:pt x="21475" y="8935"/>
                  <a:pt x="19169" y="4956"/>
                </a:cubicBezTo>
                <a:cubicBezTo>
                  <a:pt x="19169" y="4956"/>
                  <a:pt x="16257" y="81"/>
                  <a:pt x="10916" y="4"/>
                </a:cubicBezTo>
                <a:lnTo>
                  <a:pt x="10609" y="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85" name="Umbrella">
            <a:extLst>
              <a:ext uri="{FF2B5EF4-FFF2-40B4-BE49-F238E27FC236}">
                <a16:creationId xmlns:a16="http://schemas.microsoft.com/office/drawing/2014/main" id="{FB30A69C-95A7-8F9D-C1FB-31409FD7F463}"/>
              </a:ext>
            </a:extLst>
          </p:cNvPr>
          <p:cNvSpPr>
            <a:spLocks noGrp="1"/>
          </p:cNvSpPr>
          <p:nvPr/>
        </p:nvSpPr>
        <p:spPr>
          <a:xfrm>
            <a:off x="19414104" y="4469258"/>
            <a:ext cx="2406598" cy="2032776"/>
          </a:xfrm>
          <a:custGeom>
            <a:avLst/>
            <a:gdLst/>
            <a:ahLst/>
            <a:cxnLst/>
            <a:rect l="0" t="0" r="r" b="b"/>
            <a:pathLst>
              <a:path w="21297" h="21596">
                <a:moveTo>
                  <a:pt x="10609" y="0"/>
                </a:moveTo>
                <a:cubicBezTo>
                  <a:pt x="10434" y="-2"/>
                  <a:pt x="10261" y="1"/>
                  <a:pt x="10091" y="8"/>
                </a:cubicBezTo>
                <a:cubicBezTo>
                  <a:pt x="5074" y="233"/>
                  <a:pt x="2259" y="4715"/>
                  <a:pt x="2259" y="4715"/>
                </a:cubicBezTo>
                <a:cubicBezTo>
                  <a:pt x="-125" y="8626"/>
                  <a:pt x="1" y="11402"/>
                  <a:pt x="1" y="11402"/>
                </a:cubicBezTo>
                <a:cubicBezTo>
                  <a:pt x="1" y="11402"/>
                  <a:pt x="1146" y="10124"/>
                  <a:pt x="3644" y="10160"/>
                </a:cubicBezTo>
                <a:cubicBezTo>
                  <a:pt x="3644" y="10160"/>
                  <a:pt x="5446" y="10310"/>
                  <a:pt x="7076" y="11690"/>
                </a:cubicBezTo>
                <a:cubicBezTo>
                  <a:pt x="7076" y="11690"/>
                  <a:pt x="8248" y="10319"/>
                  <a:pt x="10161" y="10130"/>
                </a:cubicBezTo>
                <a:lnTo>
                  <a:pt x="10073" y="19052"/>
                </a:lnTo>
                <a:cubicBezTo>
                  <a:pt x="10068" y="19546"/>
                  <a:pt x="9966" y="19907"/>
                  <a:pt x="9773" y="20125"/>
                </a:cubicBezTo>
                <a:cubicBezTo>
                  <a:pt x="9539" y="20389"/>
                  <a:pt x="9210" y="20393"/>
                  <a:pt x="9161" y="20393"/>
                </a:cubicBezTo>
                <a:cubicBezTo>
                  <a:pt x="9156" y="20393"/>
                  <a:pt x="9156" y="20393"/>
                  <a:pt x="9156" y="20393"/>
                </a:cubicBezTo>
                <a:lnTo>
                  <a:pt x="9124" y="20391"/>
                </a:lnTo>
                <a:cubicBezTo>
                  <a:pt x="8774" y="20386"/>
                  <a:pt x="8516" y="20276"/>
                  <a:pt x="8361" y="20065"/>
                </a:cubicBezTo>
                <a:cubicBezTo>
                  <a:pt x="8093" y="19702"/>
                  <a:pt x="8141" y="19108"/>
                  <a:pt x="8143" y="19088"/>
                </a:cubicBezTo>
                <a:cubicBezTo>
                  <a:pt x="8176" y="18760"/>
                  <a:pt x="7982" y="18463"/>
                  <a:pt x="7708" y="18421"/>
                </a:cubicBezTo>
                <a:cubicBezTo>
                  <a:pt x="7434" y="18380"/>
                  <a:pt x="7184" y="18613"/>
                  <a:pt x="7149" y="18942"/>
                </a:cubicBezTo>
                <a:cubicBezTo>
                  <a:pt x="7137" y="19057"/>
                  <a:pt x="7047" y="20084"/>
                  <a:pt x="7602" y="20850"/>
                </a:cubicBezTo>
                <a:cubicBezTo>
                  <a:pt x="7951" y="21331"/>
                  <a:pt x="8455" y="21581"/>
                  <a:pt x="9099" y="21593"/>
                </a:cubicBezTo>
                <a:cubicBezTo>
                  <a:pt x="9112" y="21594"/>
                  <a:pt x="9130" y="21595"/>
                  <a:pt x="9151" y="21595"/>
                </a:cubicBezTo>
                <a:cubicBezTo>
                  <a:pt x="9362" y="21598"/>
                  <a:pt x="9957" y="21554"/>
                  <a:pt x="10444" y="21018"/>
                </a:cubicBezTo>
                <a:cubicBezTo>
                  <a:pt x="10853" y="20568"/>
                  <a:pt x="11064" y="19911"/>
                  <a:pt x="11073" y="19066"/>
                </a:cubicBezTo>
                <a:lnTo>
                  <a:pt x="11163" y="10144"/>
                </a:lnTo>
                <a:cubicBezTo>
                  <a:pt x="13071" y="10388"/>
                  <a:pt x="14214" y="11792"/>
                  <a:pt x="14214" y="11792"/>
                </a:cubicBezTo>
                <a:cubicBezTo>
                  <a:pt x="15871" y="10459"/>
                  <a:pt x="17677" y="10361"/>
                  <a:pt x="17677" y="10361"/>
                </a:cubicBezTo>
                <a:cubicBezTo>
                  <a:pt x="20174" y="10397"/>
                  <a:pt x="21294" y="11708"/>
                  <a:pt x="21294" y="11708"/>
                </a:cubicBezTo>
                <a:cubicBezTo>
                  <a:pt x="21294" y="11708"/>
                  <a:pt x="21475" y="8935"/>
                  <a:pt x="19169" y="4956"/>
                </a:cubicBezTo>
                <a:cubicBezTo>
                  <a:pt x="19169" y="4956"/>
                  <a:pt x="16257" y="81"/>
                  <a:pt x="10916" y="4"/>
                </a:cubicBezTo>
                <a:lnTo>
                  <a:pt x="10609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6424971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7" name="sensor Markov assumption">
            <a:extLst>
              <a:ext uri="{FF2B5EF4-FFF2-40B4-BE49-F238E27FC236}">
                <a16:creationId xmlns:a16="http://schemas.microsoft.com/office/drawing/2014/main" id="{A2928714-0E87-492E-8A67-1A8DB2B62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>
              <a:buNone/>
              <a:defRPr/>
            </a:lvl1pPr>
          </a:lstStyle>
          <a:p>
            <a:pPr>
              <a:buNone/>
            </a:pPr>
            <a:r>
              <a:t>hipótese de Markov para sensores</a:t>
            </a:r>
          </a:p>
        </p:txBody>
      </p:sp>
      <p:sp>
        <p:nvSpPr>
          <p:cNvPr id="3588" name="the assumption that the evidence variable depends only the corresponding state">
            <a:extLst>
              <a:ext uri="{FF2B5EF4-FFF2-40B4-BE49-F238E27FC236}">
                <a16:creationId xmlns:a16="http://schemas.microsoft.com/office/drawing/2014/main" id="{F229D81C-BE17-4130-AA12-A77A4194ED92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 hipótese de que a variável de evidência depende apenas do estado correspondente</a:t>
            </a:r>
          </a:p>
        </p:txBody>
      </p:sp>
    </p:spTree>
    <p:extLst>
      <p:ext uri="{BB962C8B-B14F-4D97-AF65-F5344CB8AC3E}">
        <p14:creationId xmlns:p14="http://schemas.microsoft.com/office/powerpoint/2010/main" val="1453173700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0" name="Sun">
            <a:extLst>
              <a:ext uri="{FF2B5EF4-FFF2-40B4-BE49-F238E27FC236}">
                <a16:creationId xmlns:a16="http://schemas.microsoft.com/office/drawing/2014/main" id="{4CAB60F4-C5C6-43CE-8E5E-D5B014DEF690}"/>
              </a:ext>
            </a:extLst>
          </p:cNvPr>
          <p:cNvSpPr>
            <a:spLocks noGrp="1"/>
          </p:cNvSpPr>
          <p:nvPr/>
        </p:nvSpPr>
        <p:spPr>
          <a:xfrm>
            <a:off x="1010664" y="3040737"/>
            <a:ext cx="2205264" cy="220526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8912" y="3909"/>
                </a:lnTo>
                <a:cubicBezTo>
                  <a:pt x="9458" y="3767"/>
                  <a:pt x="10107" y="3684"/>
                  <a:pt x="10795" y="3684"/>
                </a:cubicBezTo>
                <a:cubicBezTo>
                  <a:pt x="11488" y="3684"/>
                  <a:pt x="12138" y="3766"/>
                  <a:pt x="12695" y="3914"/>
                </a:cubicBezTo>
                <a:lnTo>
                  <a:pt x="10800" y="0"/>
                </a:lnTo>
                <a:close/>
                <a:moveTo>
                  <a:pt x="18430" y="3160"/>
                </a:moveTo>
                <a:lnTo>
                  <a:pt x="14332" y="4591"/>
                </a:lnTo>
                <a:cubicBezTo>
                  <a:pt x="14828" y="4880"/>
                  <a:pt x="15340" y="5278"/>
                  <a:pt x="15826" y="5764"/>
                </a:cubicBezTo>
                <a:cubicBezTo>
                  <a:pt x="16317" y="6255"/>
                  <a:pt x="16717" y="6774"/>
                  <a:pt x="17006" y="7265"/>
                </a:cubicBezTo>
                <a:lnTo>
                  <a:pt x="18430" y="3160"/>
                </a:lnTo>
                <a:close/>
                <a:moveTo>
                  <a:pt x="3160" y="3172"/>
                </a:moveTo>
                <a:lnTo>
                  <a:pt x="4591" y="7270"/>
                </a:lnTo>
                <a:cubicBezTo>
                  <a:pt x="4880" y="6773"/>
                  <a:pt x="5278" y="6260"/>
                  <a:pt x="5764" y="5774"/>
                </a:cubicBezTo>
                <a:cubicBezTo>
                  <a:pt x="6255" y="5283"/>
                  <a:pt x="6774" y="4885"/>
                  <a:pt x="7265" y="4596"/>
                </a:cubicBezTo>
                <a:lnTo>
                  <a:pt x="3160" y="3172"/>
                </a:lnTo>
                <a:close/>
                <a:moveTo>
                  <a:pt x="10800" y="4661"/>
                </a:moveTo>
                <a:cubicBezTo>
                  <a:pt x="7400" y="4661"/>
                  <a:pt x="4633" y="7427"/>
                  <a:pt x="4633" y="10827"/>
                </a:cubicBezTo>
                <a:cubicBezTo>
                  <a:pt x="4633" y="14227"/>
                  <a:pt x="7400" y="16994"/>
                  <a:pt x="10800" y="16994"/>
                </a:cubicBezTo>
                <a:cubicBezTo>
                  <a:pt x="14200" y="16994"/>
                  <a:pt x="16967" y="14227"/>
                  <a:pt x="16967" y="10827"/>
                </a:cubicBezTo>
                <a:cubicBezTo>
                  <a:pt x="16967" y="7427"/>
                  <a:pt x="14200" y="4661"/>
                  <a:pt x="10800" y="4661"/>
                </a:cubicBezTo>
                <a:close/>
                <a:moveTo>
                  <a:pt x="3914" y="8907"/>
                </a:moveTo>
                <a:lnTo>
                  <a:pt x="0" y="10800"/>
                </a:lnTo>
                <a:lnTo>
                  <a:pt x="3909" y="12688"/>
                </a:lnTo>
                <a:cubicBezTo>
                  <a:pt x="3767" y="12137"/>
                  <a:pt x="3684" y="11493"/>
                  <a:pt x="3684" y="10805"/>
                </a:cubicBezTo>
                <a:cubicBezTo>
                  <a:pt x="3684" y="10112"/>
                  <a:pt x="3766" y="9464"/>
                  <a:pt x="3914" y="8907"/>
                </a:cubicBezTo>
                <a:close/>
                <a:moveTo>
                  <a:pt x="17693" y="8907"/>
                </a:moveTo>
                <a:cubicBezTo>
                  <a:pt x="17835" y="9458"/>
                  <a:pt x="17916" y="10102"/>
                  <a:pt x="17916" y="10790"/>
                </a:cubicBezTo>
                <a:cubicBezTo>
                  <a:pt x="17916" y="11483"/>
                  <a:pt x="17835" y="12131"/>
                  <a:pt x="17688" y="12688"/>
                </a:cubicBezTo>
                <a:lnTo>
                  <a:pt x="21600" y="10795"/>
                </a:lnTo>
                <a:lnTo>
                  <a:pt x="17693" y="8907"/>
                </a:lnTo>
                <a:close/>
                <a:moveTo>
                  <a:pt x="17011" y="14332"/>
                </a:moveTo>
                <a:cubicBezTo>
                  <a:pt x="16722" y="14828"/>
                  <a:pt x="16323" y="15340"/>
                  <a:pt x="15838" y="15826"/>
                </a:cubicBezTo>
                <a:cubicBezTo>
                  <a:pt x="15346" y="16317"/>
                  <a:pt x="14828" y="16717"/>
                  <a:pt x="14337" y="17006"/>
                </a:cubicBezTo>
                <a:lnTo>
                  <a:pt x="18440" y="18430"/>
                </a:lnTo>
                <a:lnTo>
                  <a:pt x="17011" y="14332"/>
                </a:lnTo>
                <a:close/>
                <a:moveTo>
                  <a:pt x="4596" y="14337"/>
                </a:moveTo>
                <a:lnTo>
                  <a:pt x="3172" y="18440"/>
                </a:lnTo>
                <a:lnTo>
                  <a:pt x="7270" y="17011"/>
                </a:lnTo>
                <a:cubicBezTo>
                  <a:pt x="6773" y="16722"/>
                  <a:pt x="6260" y="16323"/>
                  <a:pt x="5774" y="15838"/>
                </a:cubicBezTo>
                <a:cubicBezTo>
                  <a:pt x="5283" y="15346"/>
                  <a:pt x="4885" y="14828"/>
                  <a:pt x="4596" y="14337"/>
                </a:cubicBezTo>
                <a:close/>
                <a:moveTo>
                  <a:pt x="8907" y="17688"/>
                </a:moveTo>
                <a:lnTo>
                  <a:pt x="10800" y="21600"/>
                </a:lnTo>
                <a:lnTo>
                  <a:pt x="12688" y="17693"/>
                </a:lnTo>
                <a:cubicBezTo>
                  <a:pt x="12142" y="17835"/>
                  <a:pt x="11493" y="17916"/>
                  <a:pt x="10805" y="17916"/>
                </a:cubicBezTo>
                <a:cubicBezTo>
                  <a:pt x="10112" y="17916"/>
                  <a:pt x="9464" y="17835"/>
                  <a:pt x="8907" y="17688"/>
                </a:cubicBezTo>
                <a:close/>
              </a:path>
            </a:pathLst>
          </a:custGeom>
          <a:solidFill>
            <a:schemeClr val="accent4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91" name="X0">
            <a:extLst>
              <a:ext uri="{FF2B5EF4-FFF2-40B4-BE49-F238E27FC236}">
                <a16:creationId xmlns:a16="http://schemas.microsoft.com/office/drawing/2014/main" id="{2E9E8E4F-D331-442F-B4BC-E20BEB04A14E}"/>
              </a:ext>
            </a:extLst>
          </p:cNvPr>
          <p:cNvSpPr>
            <a:spLocks noGrp="1"/>
          </p:cNvSpPr>
          <p:nvPr/>
        </p:nvSpPr>
        <p:spPr>
          <a:xfrm>
            <a:off x="1519951" y="1606550"/>
            <a:ext cx="1186690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X0</a:t>
            </a:r>
          </a:p>
        </p:txBody>
      </p:sp>
      <p:sp>
        <p:nvSpPr>
          <p:cNvPr id="3592" name="Line">
            <a:extLst>
              <a:ext uri="{FF2B5EF4-FFF2-40B4-BE49-F238E27FC236}">
                <a16:creationId xmlns:a16="http://schemas.microsoft.com/office/drawing/2014/main" id="{BFE55026-401C-4DB2-8386-4A03904138CF}"/>
              </a:ext>
            </a:extLst>
          </p:cNvPr>
          <p:cNvSpPr>
            <a:spLocks noGrp="1"/>
          </p:cNvSpPr>
          <p:nvPr/>
        </p:nvSpPr>
        <p:spPr>
          <a:xfrm>
            <a:off x="3642745" y="4227266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93" name="Sun">
            <a:extLst>
              <a:ext uri="{FF2B5EF4-FFF2-40B4-BE49-F238E27FC236}">
                <a16:creationId xmlns:a16="http://schemas.microsoft.com/office/drawing/2014/main" id="{14A31080-22A3-43F7-8174-5A21B6A4D6B5}"/>
              </a:ext>
            </a:extLst>
          </p:cNvPr>
          <p:cNvSpPr>
            <a:spLocks noGrp="1"/>
          </p:cNvSpPr>
          <p:nvPr/>
        </p:nvSpPr>
        <p:spPr>
          <a:xfrm>
            <a:off x="5955722" y="3040737"/>
            <a:ext cx="2205265" cy="220526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8912" y="3909"/>
                </a:lnTo>
                <a:cubicBezTo>
                  <a:pt x="9458" y="3767"/>
                  <a:pt x="10107" y="3684"/>
                  <a:pt x="10795" y="3684"/>
                </a:cubicBezTo>
                <a:cubicBezTo>
                  <a:pt x="11488" y="3684"/>
                  <a:pt x="12138" y="3766"/>
                  <a:pt x="12695" y="3914"/>
                </a:cubicBezTo>
                <a:lnTo>
                  <a:pt x="10800" y="0"/>
                </a:lnTo>
                <a:close/>
                <a:moveTo>
                  <a:pt x="18430" y="3160"/>
                </a:moveTo>
                <a:lnTo>
                  <a:pt x="14332" y="4591"/>
                </a:lnTo>
                <a:cubicBezTo>
                  <a:pt x="14828" y="4880"/>
                  <a:pt x="15340" y="5278"/>
                  <a:pt x="15826" y="5764"/>
                </a:cubicBezTo>
                <a:cubicBezTo>
                  <a:pt x="16317" y="6255"/>
                  <a:pt x="16717" y="6774"/>
                  <a:pt x="17006" y="7265"/>
                </a:cubicBezTo>
                <a:lnTo>
                  <a:pt x="18430" y="3160"/>
                </a:lnTo>
                <a:close/>
                <a:moveTo>
                  <a:pt x="3160" y="3172"/>
                </a:moveTo>
                <a:lnTo>
                  <a:pt x="4591" y="7270"/>
                </a:lnTo>
                <a:cubicBezTo>
                  <a:pt x="4880" y="6773"/>
                  <a:pt x="5278" y="6260"/>
                  <a:pt x="5764" y="5774"/>
                </a:cubicBezTo>
                <a:cubicBezTo>
                  <a:pt x="6255" y="5283"/>
                  <a:pt x="6774" y="4885"/>
                  <a:pt x="7265" y="4596"/>
                </a:cubicBezTo>
                <a:lnTo>
                  <a:pt x="3160" y="3172"/>
                </a:lnTo>
                <a:close/>
                <a:moveTo>
                  <a:pt x="10800" y="4661"/>
                </a:moveTo>
                <a:cubicBezTo>
                  <a:pt x="7400" y="4661"/>
                  <a:pt x="4633" y="7427"/>
                  <a:pt x="4633" y="10827"/>
                </a:cubicBezTo>
                <a:cubicBezTo>
                  <a:pt x="4633" y="14227"/>
                  <a:pt x="7400" y="16994"/>
                  <a:pt x="10800" y="16994"/>
                </a:cubicBezTo>
                <a:cubicBezTo>
                  <a:pt x="14200" y="16994"/>
                  <a:pt x="16967" y="14227"/>
                  <a:pt x="16967" y="10827"/>
                </a:cubicBezTo>
                <a:cubicBezTo>
                  <a:pt x="16967" y="7427"/>
                  <a:pt x="14200" y="4661"/>
                  <a:pt x="10800" y="4661"/>
                </a:cubicBezTo>
                <a:close/>
                <a:moveTo>
                  <a:pt x="3914" y="8907"/>
                </a:moveTo>
                <a:lnTo>
                  <a:pt x="0" y="10800"/>
                </a:lnTo>
                <a:lnTo>
                  <a:pt x="3909" y="12688"/>
                </a:lnTo>
                <a:cubicBezTo>
                  <a:pt x="3767" y="12137"/>
                  <a:pt x="3684" y="11493"/>
                  <a:pt x="3684" y="10805"/>
                </a:cubicBezTo>
                <a:cubicBezTo>
                  <a:pt x="3684" y="10112"/>
                  <a:pt x="3766" y="9464"/>
                  <a:pt x="3914" y="8907"/>
                </a:cubicBezTo>
                <a:close/>
                <a:moveTo>
                  <a:pt x="17693" y="8907"/>
                </a:moveTo>
                <a:cubicBezTo>
                  <a:pt x="17835" y="9458"/>
                  <a:pt x="17916" y="10102"/>
                  <a:pt x="17916" y="10790"/>
                </a:cubicBezTo>
                <a:cubicBezTo>
                  <a:pt x="17916" y="11483"/>
                  <a:pt x="17835" y="12131"/>
                  <a:pt x="17688" y="12688"/>
                </a:cubicBezTo>
                <a:lnTo>
                  <a:pt x="21600" y="10795"/>
                </a:lnTo>
                <a:lnTo>
                  <a:pt x="17693" y="8907"/>
                </a:lnTo>
                <a:close/>
                <a:moveTo>
                  <a:pt x="17011" y="14332"/>
                </a:moveTo>
                <a:cubicBezTo>
                  <a:pt x="16722" y="14828"/>
                  <a:pt x="16323" y="15340"/>
                  <a:pt x="15838" y="15826"/>
                </a:cubicBezTo>
                <a:cubicBezTo>
                  <a:pt x="15346" y="16317"/>
                  <a:pt x="14828" y="16717"/>
                  <a:pt x="14337" y="17006"/>
                </a:cubicBezTo>
                <a:lnTo>
                  <a:pt x="18440" y="18430"/>
                </a:lnTo>
                <a:lnTo>
                  <a:pt x="17011" y="14332"/>
                </a:lnTo>
                <a:close/>
                <a:moveTo>
                  <a:pt x="4596" y="14337"/>
                </a:moveTo>
                <a:lnTo>
                  <a:pt x="3172" y="18440"/>
                </a:lnTo>
                <a:lnTo>
                  <a:pt x="7270" y="17011"/>
                </a:lnTo>
                <a:cubicBezTo>
                  <a:pt x="6773" y="16722"/>
                  <a:pt x="6260" y="16323"/>
                  <a:pt x="5774" y="15838"/>
                </a:cubicBezTo>
                <a:cubicBezTo>
                  <a:pt x="5283" y="15346"/>
                  <a:pt x="4885" y="14828"/>
                  <a:pt x="4596" y="14337"/>
                </a:cubicBezTo>
                <a:close/>
                <a:moveTo>
                  <a:pt x="8907" y="17688"/>
                </a:moveTo>
                <a:lnTo>
                  <a:pt x="10800" y="21600"/>
                </a:lnTo>
                <a:lnTo>
                  <a:pt x="12688" y="17693"/>
                </a:lnTo>
                <a:cubicBezTo>
                  <a:pt x="12142" y="17835"/>
                  <a:pt x="11493" y="17916"/>
                  <a:pt x="10805" y="17916"/>
                </a:cubicBezTo>
                <a:cubicBezTo>
                  <a:pt x="10112" y="17916"/>
                  <a:pt x="9464" y="17835"/>
                  <a:pt x="8907" y="17688"/>
                </a:cubicBezTo>
                <a:close/>
              </a:path>
            </a:pathLst>
          </a:custGeom>
          <a:solidFill>
            <a:schemeClr val="accent4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594" name="X1">
            <a:extLst>
              <a:ext uri="{FF2B5EF4-FFF2-40B4-BE49-F238E27FC236}">
                <a16:creationId xmlns:a16="http://schemas.microsoft.com/office/drawing/2014/main" id="{7BBF3CB7-0000-453F-B518-62DE3F948BC7}"/>
              </a:ext>
            </a:extLst>
          </p:cNvPr>
          <p:cNvSpPr>
            <a:spLocks noGrp="1"/>
          </p:cNvSpPr>
          <p:nvPr/>
        </p:nvSpPr>
        <p:spPr>
          <a:xfrm>
            <a:off x="6465009" y="1606550"/>
            <a:ext cx="1186691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X1</a:t>
            </a:r>
          </a:p>
        </p:txBody>
      </p:sp>
      <p:sp>
        <p:nvSpPr>
          <p:cNvPr id="3595" name="Line">
            <a:extLst>
              <a:ext uri="{FF2B5EF4-FFF2-40B4-BE49-F238E27FC236}">
                <a16:creationId xmlns:a16="http://schemas.microsoft.com/office/drawing/2014/main" id="{FA34F5BF-3E3C-4057-A601-A257B1F167F6}"/>
              </a:ext>
            </a:extLst>
          </p:cNvPr>
          <p:cNvSpPr>
            <a:spLocks noGrp="1"/>
          </p:cNvSpPr>
          <p:nvPr/>
        </p:nvSpPr>
        <p:spPr>
          <a:xfrm>
            <a:off x="8587804" y="4227266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96" name="X2">
            <a:extLst>
              <a:ext uri="{FF2B5EF4-FFF2-40B4-BE49-F238E27FC236}">
                <a16:creationId xmlns:a16="http://schemas.microsoft.com/office/drawing/2014/main" id="{3CF9E91F-F8EE-4301-8F79-ECABD8C16167}"/>
              </a:ext>
            </a:extLst>
          </p:cNvPr>
          <p:cNvSpPr>
            <a:spLocks noGrp="1"/>
          </p:cNvSpPr>
          <p:nvPr/>
        </p:nvSpPr>
        <p:spPr>
          <a:xfrm>
            <a:off x="11410067" y="1606550"/>
            <a:ext cx="1186690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X2</a:t>
            </a:r>
          </a:p>
        </p:txBody>
      </p:sp>
      <p:sp>
        <p:nvSpPr>
          <p:cNvPr id="3597" name="Line">
            <a:extLst>
              <a:ext uri="{FF2B5EF4-FFF2-40B4-BE49-F238E27FC236}">
                <a16:creationId xmlns:a16="http://schemas.microsoft.com/office/drawing/2014/main" id="{5CC8422D-65B2-426E-985F-50B313CCA1BE}"/>
              </a:ext>
            </a:extLst>
          </p:cNvPr>
          <p:cNvSpPr>
            <a:spLocks noGrp="1"/>
          </p:cNvSpPr>
          <p:nvPr/>
        </p:nvSpPr>
        <p:spPr>
          <a:xfrm>
            <a:off x="13532862" y="4143369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98" name="X3">
            <a:extLst>
              <a:ext uri="{FF2B5EF4-FFF2-40B4-BE49-F238E27FC236}">
                <a16:creationId xmlns:a16="http://schemas.microsoft.com/office/drawing/2014/main" id="{86834B92-D553-4E27-AD2D-E8FD06541B83}"/>
              </a:ext>
            </a:extLst>
          </p:cNvPr>
          <p:cNvSpPr>
            <a:spLocks noGrp="1"/>
          </p:cNvSpPr>
          <p:nvPr/>
        </p:nvSpPr>
        <p:spPr>
          <a:xfrm>
            <a:off x="16444553" y="1606550"/>
            <a:ext cx="1186690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X3</a:t>
            </a:r>
          </a:p>
        </p:txBody>
      </p:sp>
      <p:sp>
        <p:nvSpPr>
          <p:cNvPr id="3599" name="Line">
            <a:extLst>
              <a:ext uri="{FF2B5EF4-FFF2-40B4-BE49-F238E27FC236}">
                <a16:creationId xmlns:a16="http://schemas.microsoft.com/office/drawing/2014/main" id="{01DC824A-B3AC-43DF-9ABD-73253BB6B62B}"/>
              </a:ext>
            </a:extLst>
          </p:cNvPr>
          <p:cNvSpPr>
            <a:spLocks noGrp="1"/>
          </p:cNvSpPr>
          <p:nvPr/>
        </p:nvSpPr>
        <p:spPr>
          <a:xfrm>
            <a:off x="18477921" y="4115403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00" name="X4">
            <a:extLst>
              <a:ext uri="{FF2B5EF4-FFF2-40B4-BE49-F238E27FC236}">
                <a16:creationId xmlns:a16="http://schemas.microsoft.com/office/drawing/2014/main" id="{761B6C9D-2540-4BCA-9F56-98C0BDB6E8FD}"/>
              </a:ext>
            </a:extLst>
          </p:cNvPr>
          <p:cNvSpPr>
            <a:spLocks noGrp="1"/>
          </p:cNvSpPr>
          <p:nvPr/>
        </p:nvSpPr>
        <p:spPr>
          <a:xfrm>
            <a:off x="21300184" y="1606550"/>
            <a:ext cx="1186690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X4</a:t>
            </a:r>
          </a:p>
        </p:txBody>
      </p:sp>
      <p:sp>
        <p:nvSpPr>
          <p:cNvPr id="3601" name="Line">
            <a:extLst>
              <a:ext uri="{FF2B5EF4-FFF2-40B4-BE49-F238E27FC236}">
                <a16:creationId xmlns:a16="http://schemas.microsoft.com/office/drawing/2014/main" id="{F9026006-1231-4FDE-92DC-7623C4F5FC01}"/>
              </a:ext>
            </a:extLst>
          </p:cNvPr>
          <p:cNvSpPr>
            <a:spLocks noGrp="1"/>
          </p:cNvSpPr>
          <p:nvPr/>
        </p:nvSpPr>
        <p:spPr>
          <a:xfrm>
            <a:off x="23422979" y="4059472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02" name="Water Drop">
            <a:extLst>
              <a:ext uri="{FF2B5EF4-FFF2-40B4-BE49-F238E27FC236}">
                <a16:creationId xmlns:a16="http://schemas.microsoft.com/office/drawing/2014/main" id="{FB4A9BE8-9254-4873-B081-2C544B65D36E}"/>
              </a:ext>
            </a:extLst>
          </p:cNvPr>
          <p:cNvSpPr>
            <a:spLocks noGrp="1"/>
          </p:cNvSpPr>
          <p:nvPr/>
        </p:nvSpPr>
        <p:spPr>
          <a:xfrm>
            <a:off x="10920742" y="4361416"/>
            <a:ext cx="334092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603" name="Cloud">
            <a:extLst>
              <a:ext uri="{FF2B5EF4-FFF2-40B4-BE49-F238E27FC236}">
                <a16:creationId xmlns:a16="http://schemas.microsoft.com/office/drawing/2014/main" id="{DD21C1E7-F0EA-4221-B9D1-2EA0699DFEA2}"/>
              </a:ext>
            </a:extLst>
          </p:cNvPr>
          <p:cNvSpPr>
            <a:spLocks noGrp="1"/>
          </p:cNvSpPr>
          <p:nvPr/>
        </p:nvSpPr>
        <p:spPr>
          <a:xfrm>
            <a:off x="10900781" y="2937969"/>
            <a:ext cx="2026412" cy="122122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604" name="Water Drop">
            <a:extLst>
              <a:ext uri="{FF2B5EF4-FFF2-40B4-BE49-F238E27FC236}">
                <a16:creationId xmlns:a16="http://schemas.microsoft.com/office/drawing/2014/main" id="{C3A6E549-8C7B-456A-995C-3AAEE7097AE9}"/>
              </a:ext>
            </a:extLst>
          </p:cNvPr>
          <p:cNvSpPr>
            <a:spLocks noGrp="1"/>
          </p:cNvSpPr>
          <p:nvPr/>
        </p:nvSpPr>
        <p:spPr>
          <a:xfrm>
            <a:off x="11471540" y="4799725"/>
            <a:ext cx="334093" cy="549044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605" name="Water Drop">
            <a:extLst>
              <a:ext uri="{FF2B5EF4-FFF2-40B4-BE49-F238E27FC236}">
                <a16:creationId xmlns:a16="http://schemas.microsoft.com/office/drawing/2014/main" id="{7AA85725-2856-4C5E-ABFE-6697F81C823B}"/>
              </a:ext>
            </a:extLst>
          </p:cNvPr>
          <p:cNvSpPr>
            <a:spLocks noGrp="1"/>
          </p:cNvSpPr>
          <p:nvPr/>
        </p:nvSpPr>
        <p:spPr>
          <a:xfrm>
            <a:off x="12022339" y="4361416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606" name="Water Drop">
            <a:extLst>
              <a:ext uri="{FF2B5EF4-FFF2-40B4-BE49-F238E27FC236}">
                <a16:creationId xmlns:a16="http://schemas.microsoft.com/office/drawing/2014/main" id="{13BEAB9F-2DE8-4F7B-8BBC-84652EAA815A}"/>
              </a:ext>
            </a:extLst>
          </p:cNvPr>
          <p:cNvSpPr>
            <a:spLocks noGrp="1"/>
          </p:cNvSpPr>
          <p:nvPr/>
        </p:nvSpPr>
        <p:spPr>
          <a:xfrm>
            <a:off x="12573138" y="4578786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608" name="Water Drop">
            <a:extLst>
              <a:ext uri="{FF2B5EF4-FFF2-40B4-BE49-F238E27FC236}">
                <a16:creationId xmlns:a16="http://schemas.microsoft.com/office/drawing/2014/main" id="{48823E5A-EAB0-4CBB-AAF9-F3BE99775474}"/>
              </a:ext>
            </a:extLst>
          </p:cNvPr>
          <p:cNvSpPr>
            <a:spLocks noGrp="1"/>
          </p:cNvSpPr>
          <p:nvPr/>
        </p:nvSpPr>
        <p:spPr>
          <a:xfrm>
            <a:off x="16044654" y="4361416"/>
            <a:ext cx="334092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609" name="Cloud">
            <a:extLst>
              <a:ext uri="{FF2B5EF4-FFF2-40B4-BE49-F238E27FC236}">
                <a16:creationId xmlns:a16="http://schemas.microsoft.com/office/drawing/2014/main" id="{206F2B75-B2E9-4D5D-9828-10D723F31676}"/>
              </a:ext>
            </a:extLst>
          </p:cNvPr>
          <p:cNvSpPr>
            <a:spLocks noGrp="1"/>
          </p:cNvSpPr>
          <p:nvPr/>
        </p:nvSpPr>
        <p:spPr>
          <a:xfrm>
            <a:off x="16024693" y="2937969"/>
            <a:ext cx="2026412" cy="122122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610" name="Water Drop">
            <a:extLst>
              <a:ext uri="{FF2B5EF4-FFF2-40B4-BE49-F238E27FC236}">
                <a16:creationId xmlns:a16="http://schemas.microsoft.com/office/drawing/2014/main" id="{E559A195-7394-44C6-A437-8F2961060E3A}"/>
              </a:ext>
            </a:extLst>
          </p:cNvPr>
          <p:cNvSpPr>
            <a:spLocks noGrp="1"/>
          </p:cNvSpPr>
          <p:nvPr/>
        </p:nvSpPr>
        <p:spPr>
          <a:xfrm>
            <a:off x="16595452" y="4799725"/>
            <a:ext cx="334093" cy="549044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611" name="Water Drop">
            <a:extLst>
              <a:ext uri="{FF2B5EF4-FFF2-40B4-BE49-F238E27FC236}">
                <a16:creationId xmlns:a16="http://schemas.microsoft.com/office/drawing/2014/main" id="{C2827D41-78C8-471F-9980-D02C2821AF13}"/>
              </a:ext>
            </a:extLst>
          </p:cNvPr>
          <p:cNvSpPr>
            <a:spLocks noGrp="1"/>
          </p:cNvSpPr>
          <p:nvPr/>
        </p:nvSpPr>
        <p:spPr>
          <a:xfrm>
            <a:off x="17146251" y="4361416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612" name="Water Drop">
            <a:extLst>
              <a:ext uri="{FF2B5EF4-FFF2-40B4-BE49-F238E27FC236}">
                <a16:creationId xmlns:a16="http://schemas.microsoft.com/office/drawing/2014/main" id="{A01F4CAF-E0CB-45D4-B84B-4CFA1593C58B}"/>
              </a:ext>
            </a:extLst>
          </p:cNvPr>
          <p:cNvSpPr>
            <a:spLocks noGrp="1"/>
          </p:cNvSpPr>
          <p:nvPr/>
        </p:nvSpPr>
        <p:spPr>
          <a:xfrm>
            <a:off x="17697050" y="4578786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614" name="Water Drop">
            <a:extLst>
              <a:ext uri="{FF2B5EF4-FFF2-40B4-BE49-F238E27FC236}">
                <a16:creationId xmlns:a16="http://schemas.microsoft.com/office/drawing/2014/main" id="{5B89B213-C6EB-44ED-82D2-80862461050E}"/>
              </a:ext>
            </a:extLst>
          </p:cNvPr>
          <p:cNvSpPr>
            <a:spLocks noGrp="1"/>
          </p:cNvSpPr>
          <p:nvPr/>
        </p:nvSpPr>
        <p:spPr>
          <a:xfrm>
            <a:off x="20810859" y="4361416"/>
            <a:ext cx="334092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615" name="Cloud">
            <a:extLst>
              <a:ext uri="{FF2B5EF4-FFF2-40B4-BE49-F238E27FC236}">
                <a16:creationId xmlns:a16="http://schemas.microsoft.com/office/drawing/2014/main" id="{A4314ED1-9570-457B-8119-776703E755E2}"/>
              </a:ext>
            </a:extLst>
          </p:cNvPr>
          <p:cNvSpPr>
            <a:spLocks noGrp="1"/>
          </p:cNvSpPr>
          <p:nvPr/>
        </p:nvSpPr>
        <p:spPr>
          <a:xfrm>
            <a:off x="20790898" y="2937969"/>
            <a:ext cx="2026412" cy="122122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616" name="Water Drop">
            <a:extLst>
              <a:ext uri="{FF2B5EF4-FFF2-40B4-BE49-F238E27FC236}">
                <a16:creationId xmlns:a16="http://schemas.microsoft.com/office/drawing/2014/main" id="{18794D7E-DAE1-4486-9550-C6C6D98BF3AA}"/>
              </a:ext>
            </a:extLst>
          </p:cNvPr>
          <p:cNvSpPr>
            <a:spLocks noGrp="1"/>
          </p:cNvSpPr>
          <p:nvPr/>
        </p:nvSpPr>
        <p:spPr>
          <a:xfrm>
            <a:off x="21361657" y="4799725"/>
            <a:ext cx="334093" cy="549044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617" name="Water Drop">
            <a:extLst>
              <a:ext uri="{FF2B5EF4-FFF2-40B4-BE49-F238E27FC236}">
                <a16:creationId xmlns:a16="http://schemas.microsoft.com/office/drawing/2014/main" id="{9492BF75-0732-4051-B3E4-0EB86CC00848}"/>
              </a:ext>
            </a:extLst>
          </p:cNvPr>
          <p:cNvSpPr>
            <a:spLocks noGrp="1"/>
          </p:cNvSpPr>
          <p:nvPr/>
        </p:nvSpPr>
        <p:spPr>
          <a:xfrm>
            <a:off x="21912456" y="4361416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618" name="Water Drop">
            <a:extLst>
              <a:ext uri="{FF2B5EF4-FFF2-40B4-BE49-F238E27FC236}">
                <a16:creationId xmlns:a16="http://schemas.microsoft.com/office/drawing/2014/main" id="{43854A1F-A8C6-4459-B714-9F02B4CB0E43}"/>
              </a:ext>
            </a:extLst>
          </p:cNvPr>
          <p:cNvSpPr>
            <a:spLocks noGrp="1"/>
          </p:cNvSpPr>
          <p:nvPr/>
        </p:nvSpPr>
        <p:spPr>
          <a:xfrm>
            <a:off x="22463255" y="4578786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620" name="E0">
            <a:extLst>
              <a:ext uri="{FF2B5EF4-FFF2-40B4-BE49-F238E27FC236}">
                <a16:creationId xmlns:a16="http://schemas.microsoft.com/office/drawing/2014/main" id="{CB4CF4ED-7B44-40E6-A12C-2F105CFB5EF4}"/>
              </a:ext>
            </a:extLst>
          </p:cNvPr>
          <p:cNvSpPr>
            <a:spLocks noGrp="1"/>
          </p:cNvSpPr>
          <p:nvPr/>
        </p:nvSpPr>
        <p:spPr>
          <a:xfrm>
            <a:off x="1576506" y="10895309"/>
            <a:ext cx="1073581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E0</a:t>
            </a:r>
          </a:p>
        </p:txBody>
      </p:sp>
      <p:sp>
        <p:nvSpPr>
          <p:cNvPr id="3621" name="Line">
            <a:extLst>
              <a:ext uri="{FF2B5EF4-FFF2-40B4-BE49-F238E27FC236}">
                <a16:creationId xmlns:a16="http://schemas.microsoft.com/office/drawing/2014/main" id="{DFE99FD9-0A32-42BF-BAD5-1E513016C0D6}"/>
              </a:ext>
            </a:extLst>
          </p:cNvPr>
          <p:cNvSpPr>
            <a:spLocks noGrp="1"/>
          </p:cNvSpPr>
          <p:nvPr/>
        </p:nvSpPr>
        <p:spPr>
          <a:xfrm>
            <a:off x="3642745" y="9512757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22" name="E1">
            <a:extLst>
              <a:ext uri="{FF2B5EF4-FFF2-40B4-BE49-F238E27FC236}">
                <a16:creationId xmlns:a16="http://schemas.microsoft.com/office/drawing/2014/main" id="{F101B6C2-F77C-4310-AFD4-D36E43CA7316}"/>
              </a:ext>
            </a:extLst>
          </p:cNvPr>
          <p:cNvSpPr>
            <a:spLocks noGrp="1"/>
          </p:cNvSpPr>
          <p:nvPr/>
        </p:nvSpPr>
        <p:spPr>
          <a:xfrm>
            <a:off x="6521564" y="10895309"/>
            <a:ext cx="1073581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E1</a:t>
            </a:r>
          </a:p>
        </p:txBody>
      </p:sp>
      <p:sp>
        <p:nvSpPr>
          <p:cNvPr id="3623" name="Line">
            <a:extLst>
              <a:ext uri="{FF2B5EF4-FFF2-40B4-BE49-F238E27FC236}">
                <a16:creationId xmlns:a16="http://schemas.microsoft.com/office/drawing/2014/main" id="{7E3F4E9C-F0A5-4B85-A35F-F4CB42BA0809}"/>
              </a:ext>
            </a:extLst>
          </p:cNvPr>
          <p:cNvSpPr>
            <a:spLocks noGrp="1"/>
          </p:cNvSpPr>
          <p:nvPr/>
        </p:nvSpPr>
        <p:spPr>
          <a:xfrm>
            <a:off x="8587804" y="9512757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24" name="E2">
            <a:extLst>
              <a:ext uri="{FF2B5EF4-FFF2-40B4-BE49-F238E27FC236}">
                <a16:creationId xmlns:a16="http://schemas.microsoft.com/office/drawing/2014/main" id="{CF6E2633-E1A2-4EB1-A50C-D70B4332BF99}"/>
              </a:ext>
            </a:extLst>
          </p:cNvPr>
          <p:cNvSpPr>
            <a:spLocks noGrp="1"/>
          </p:cNvSpPr>
          <p:nvPr/>
        </p:nvSpPr>
        <p:spPr>
          <a:xfrm>
            <a:off x="11466622" y="10895309"/>
            <a:ext cx="1073581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E2</a:t>
            </a:r>
          </a:p>
        </p:txBody>
      </p:sp>
      <p:sp>
        <p:nvSpPr>
          <p:cNvPr id="3625" name="Line">
            <a:extLst>
              <a:ext uri="{FF2B5EF4-FFF2-40B4-BE49-F238E27FC236}">
                <a16:creationId xmlns:a16="http://schemas.microsoft.com/office/drawing/2014/main" id="{AC4625D3-08D3-4943-B5CC-17F2589F3617}"/>
              </a:ext>
            </a:extLst>
          </p:cNvPr>
          <p:cNvSpPr>
            <a:spLocks noGrp="1"/>
          </p:cNvSpPr>
          <p:nvPr/>
        </p:nvSpPr>
        <p:spPr>
          <a:xfrm>
            <a:off x="13532862" y="9428860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26" name="E3">
            <a:extLst>
              <a:ext uri="{FF2B5EF4-FFF2-40B4-BE49-F238E27FC236}">
                <a16:creationId xmlns:a16="http://schemas.microsoft.com/office/drawing/2014/main" id="{5BFF45C2-5FC7-4DE9-BBAC-F03E04A455D0}"/>
              </a:ext>
            </a:extLst>
          </p:cNvPr>
          <p:cNvSpPr>
            <a:spLocks noGrp="1"/>
          </p:cNvSpPr>
          <p:nvPr/>
        </p:nvSpPr>
        <p:spPr>
          <a:xfrm>
            <a:off x="16501108" y="10895309"/>
            <a:ext cx="1073581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E3</a:t>
            </a:r>
          </a:p>
        </p:txBody>
      </p:sp>
      <p:sp>
        <p:nvSpPr>
          <p:cNvPr id="3627" name="Line">
            <a:extLst>
              <a:ext uri="{FF2B5EF4-FFF2-40B4-BE49-F238E27FC236}">
                <a16:creationId xmlns:a16="http://schemas.microsoft.com/office/drawing/2014/main" id="{78946C8F-C792-4227-88A0-A5A48C3D102A}"/>
              </a:ext>
            </a:extLst>
          </p:cNvPr>
          <p:cNvSpPr>
            <a:spLocks noGrp="1"/>
          </p:cNvSpPr>
          <p:nvPr/>
        </p:nvSpPr>
        <p:spPr>
          <a:xfrm>
            <a:off x="18477921" y="9400895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28" name="E4">
            <a:extLst>
              <a:ext uri="{FF2B5EF4-FFF2-40B4-BE49-F238E27FC236}">
                <a16:creationId xmlns:a16="http://schemas.microsoft.com/office/drawing/2014/main" id="{F0F518C5-7475-4458-9A17-CCF07416728D}"/>
              </a:ext>
            </a:extLst>
          </p:cNvPr>
          <p:cNvSpPr>
            <a:spLocks noGrp="1"/>
          </p:cNvSpPr>
          <p:nvPr/>
        </p:nvSpPr>
        <p:spPr>
          <a:xfrm>
            <a:off x="21356738" y="10895309"/>
            <a:ext cx="1073581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E4</a:t>
            </a:r>
          </a:p>
        </p:txBody>
      </p:sp>
      <p:sp>
        <p:nvSpPr>
          <p:cNvPr id="3629" name="Line">
            <a:extLst>
              <a:ext uri="{FF2B5EF4-FFF2-40B4-BE49-F238E27FC236}">
                <a16:creationId xmlns:a16="http://schemas.microsoft.com/office/drawing/2014/main" id="{16A12318-00F4-4B39-BF9E-49184E44B217}"/>
              </a:ext>
            </a:extLst>
          </p:cNvPr>
          <p:cNvSpPr>
            <a:spLocks noGrp="1"/>
          </p:cNvSpPr>
          <p:nvPr/>
        </p:nvSpPr>
        <p:spPr>
          <a:xfrm>
            <a:off x="23422979" y="9344963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30" name="Umbrella">
            <a:extLst>
              <a:ext uri="{FF2B5EF4-FFF2-40B4-BE49-F238E27FC236}">
                <a16:creationId xmlns:a16="http://schemas.microsoft.com/office/drawing/2014/main" id="{A3DACD36-3741-4CD8-BA5D-61BAECAC2055}"/>
              </a:ext>
            </a:extLst>
          </p:cNvPr>
          <p:cNvSpPr>
            <a:spLocks noGrp="1"/>
          </p:cNvSpPr>
          <p:nvPr/>
        </p:nvSpPr>
        <p:spPr>
          <a:xfrm>
            <a:off x="909998" y="8718053"/>
            <a:ext cx="2406597" cy="2032776"/>
          </a:xfrm>
          <a:custGeom>
            <a:avLst/>
            <a:gdLst/>
            <a:ahLst/>
            <a:cxnLst/>
            <a:rect l="0" t="0" r="r" b="b"/>
            <a:pathLst>
              <a:path w="21297" h="21596">
                <a:moveTo>
                  <a:pt x="10609" y="0"/>
                </a:moveTo>
                <a:cubicBezTo>
                  <a:pt x="10434" y="-2"/>
                  <a:pt x="10261" y="1"/>
                  <a:pt x="10091" y="8"/>
                </a:cubicBezTo>
                <a:cubicBezTo>
                  <a:pt x="5074" y="233"/>
                  <a:pt x="2259" y="4715"/>
                  <a:pt x="2259" y="4715"/>
                </a:cubicBezTo>
                <a:cubicBezTo>
                  <a:pt x="-125" y="8626"/>
                  <a:pt x="1" y="11402"/>
                  <a:pt x="1" y="11402"/>
                </a:cubicBezTo>
                <a:cubicBezTo>
                  <a:pt x="1" y="11402"/>
                  <a:pt x="1146" y="10124"/>
                  <a:pt x="3644" y="10160"/>
                </a:cubicBezTo>
                <a:cubicBezTo>
                  <a:pt x="3644" y="10160"/>
                  <a:pt x="5446" y="10310"/>
                  <a:pt x="7076" y="11690"/>
                </a:cubicBezTo>
                <a:cubicBezTo>
                  <a:pt x="7076" y="11690"/>
                  <a:pt x="8248" y="10319"/>
                  <a:pt x="10161" y="10130"/>
                </a:cubicBezTo>
                <a:lnTo>
                  <a:pt x="10073" y="19052"/>
                </a:lnTo>
                <a:cubicBezTo>
                  <a:pt x="10068" y="19546"/>
                  <a:pt x="9966" y="19907"/>
                  <a:pt x="9773" y="20125"/>
                </a:cubicBezTo>
                <a:cubicBezTo>
                  <a:pt x="9539" y="20389"/>
                  <a:pt x="9210" y="20393"/>
                  <a:pt x="9161" y="20393"/>
                </a:cubicBezTo>
                <a:cubicBezTo>
                  <a:pt x="9156" y="20393"/>
                  <a:pt x="9156" y="20393"/>
                  <a:pt x="9156" y="20393"/>
                </a:cubicBezTo>
                <a:lnTo>
                  <a:pt x="9124" y="20391"/>
                </a:lnTo>
                <a:cubicBezTo>
                  <a:pt x="8774" y="20386"/>
                  <a:pt x="8516" y="20276"/>
                  <a:pt x="8361" y="20065"/>
                </a:cubicBezTo>
                <a:cubicBezTo>
                  <a:pt x="8093" y="19702"/>
                  <a:pt x="8141" y="19108"/>
                  <a:pt x="8143" y="19088"/>
                </a:cubicBezTo>
                <a:cubicBezTo>
                  <a:pt x="8176" y="18760"/>
                  <a:pt x="7982" y="18463"/>
                  <a:pt x="7708" y="18421"/>
                </a:cubicBezTo>
                <a:cubicBezTo>
                  <a:pt x="7434" y="18380"/>
                  <a:pt x="7184" y="18613"/>
                  <a:pt x="7149" y="18942"/>
                </a:cubicBezTo>
                <a:cubicBezTo>
                  <a:pt x="7137" y="19057"/>
                  <a:pt x="7047" y="20084"/>
                  <a:pt x="7602" y="20850"/>
                </a:cubicBezTo>
                <a:cubicBezTo>
                  <a:pt x="7951" y="21331"/>
                  <a:pt x="8455" y="21581"/>
                  <a:pt x="9099" y="21593"/>
                </a:cubicBezTo>
                <a:cubicBezTo>
                  <a:pt x="9112" y="21594"/>
                  <a:pt x="9130" y="21595"/>
                  <a:pt x="9151" y="21595"/>
                </a:cubicBezTo>
                <a:cubicBezTo>
                  <a:pt x="9362" y="21598"/>
                  <a:pt x="9957" y="21554"/>
                  <a:pt x="10444" y="21018"/>
                </a:cubicBezTo>
                <a:cubicBezTo>
                  <a:pt x="10853" y="20568"/>
                  <a:pt x="11064" y="19911"/>
                  <a:pt x="11073" y="19066"/>
                </a:cubicBezTo>
                <a:lnTo>
                  <a:pt x="11163" y="10144"/>
                </a:lnTo>
                <a:cubicBezTo>
                  <a:pt x="13071" y="10388"/>
                  <a:pt x="14214" y="11792"/>
                  <a:pt x="14214" y="11792"/>
                </a:cubicBezTo>
                <a:cubicBezTo>
                  <a:pt x="15871" y="10459"/>
                  <a:pt x="17677" y="10361"/>
                  <a:pt x="17677" y="10361"/>
                </a:cubicBezTo>
                <a:cubicBezTo>
                  <a:pt x="20174" y="10397"/>
                  <a:pt x="21294" y="11708"/>
                  <a:pt x="21294" y="11708"/>
                </a:cubicBezTo>
                <a:cubicBezTo>
                  <a:pt x="21294" y="11708"/>
                  <a:pt x="21475" y="8935"/>
                  <a:pt x="19169" y="4956"/>
                </a:cubicBezTo>
                <a:cubicBezTo>
                  <a:pt x="19169" y="4956"/>
                  <a:pt x="16257" y="81"/>
                  <a:pt x="10916" y="4"/>
                </a:cubicBezTo>
                <a:lnTo>
                  <a:pt x="10609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631" name="Umbrella">
            <a:extLst>
              <a:ext uri="{FF2B5EF4-FFF2-40B4-BE49-F238E27FC236}">
                <a16:creationId xmlns:a16="http://schemas.microsoft.com/office/drawing/2014/main" id="{73B8ED8F-D061-4895-9BE3-1CAA35EFB148}"/>
              </a:ext>
            </a:extLst>
          </p:cNvPr>
          <p:cNvSpPr>
            <a:spLocks noGrp="1"/>
          </p:cNvSpPr>
          <p:nvPr/>
        </p:nvSpPr>
        <p:spPr>
          <a:xfrm>
            <a:off x="5855056" y="8716278"/>
            <a:ext cx="2410800" cy="2036325"/>
          </a:xfrm>
          <a:custGeom>
            <a:avLst/>
            <a:gdLst/>
            <a:ahLst/>
            <a:cxnLst/>
            <a:rect l="0" t="0" r="r" b="b"/>
            <a:pathLst>
              <a:path w="21297" h="21596">
                <a:moveTo>
                  <a:pt x="10609" y="0"/>
                </a:moveTo>
                <a:cubicBezTo>
                  <a:pt x="10434" y="-2"/>
                  <a:pt x="10261" y="1"/>
                  <a:pt x="10091" y="8"/>
                </a:cubicBezTo>
                <a:cubicBezTo>
                  <a:pt x="5074" y="233"/>
                  <a:pt x="2259" y="4715"/>
                  <a:pt x="2259" y="4715"/>
                </a:cubicBezTo>
                <a:cubicBezTo>
                  <a:pt x="-125" y="8626"/>
                  <a:pt x="1" y="11402"/>
                  <a:pt x="1" y="11402"/>
                </a:cubicBezTo>
                <a:cubicBezTo>
                  <a:pt x="1" y="11402"/>
                  <a:pt x="1146" y="10124"/>
                  <a:pt x="3644" y="10160"/>
                </a:cubicBezTo>
                <a:cubicBezTo>
                  <a:pt x="3644" y="10160"/>
                  <a:pt x="5446" y="10310"/>
                  <a:pt x="7076" y="11690"/>
                </a:cubicBezTo>
                <a:cubicBezTo>
                  <a:pt x="7076" y="11690"/>
                  <a:pt x="8248" y="10319"/>
                  <a:pt x="10161" y="10130"/>
                </a:cubicBezTo>
                <a:lnTo>
                  <a:pt x="10073" y="19052"/>
                </a:lnTo>
                <a:cubicBezTo>
                  <a:pt x="10068" y="19546"/>
                  <a:pt x="9966" y="19907"/>
                  <a:pt x="9773" y="20125"/>
                </a:cubicBezTo>
                <a:cubicBezTo>
                  <a:pt x="9539" y="20389"/>
                  <a:pt x="9210" y="20393"/>
                  <a:pt x="9161" y="20393"/>
                </a:cubicBezTo>
                <a:cubicBezTo>
                  <a:pt x="9156" y="20393"/>
                  <a:pt x="9156" y="20393"/>
                  <a:pt x="9156" y="20393"/>
                </a:cubicBezTo>
                <a:lnTo>
                  <a:pt x="9124" y="20391"/>
                </a:lnTo>
                <a:cubicBezTo>
                  <a:pt x="8774" y="20386"/>
                  <a:pt x="8516" y="20276"/>
                  <a:pt x="8361" y="20065"/>
                </a:cubicBezTo>
                <a:cubicBezTo>
                  <a:pt x="8093" y="19702"/>
                  <a:pt x="8141" y="19108"/>
                  <a:pt x="8143" y="19088"/>
                </a:cubicBezTo>
                <a:cubicBezTo>
                  <a:pt x="8176" y="18760"/>
                  <a:pt x="7982" y="18463"/>
                  <a:pt x="7708" y="18421"/>
                </a:cubicBezTo>
                <a:cubicBezTo>
                  <a:pt x="7434" y="18380"/>
                  <a:pt x="7184" y="18613"/>
                  <a:pt x="7149" y="18942"/>
                </a:cubicBezTo>
                <a:cubicBezTo>
                  <a:pt x="7137" y="19057"/>
                  <a:pt x="7047" y="20084"/>
                  <a:pt x="7602" y="20850"/>
                </a:cubicBezTo>
                <a:cubicBezTo>
                  <a:pt x="7951" y="21331"/>
                  <a:pt x="8455" y="21581"/>
                  <a:pt x="9099" y="21593"/>
                </a:cubicBezTo>
                <a:cubicBezTo>
                  <a:pt x="9112" y="21594"/>
                  <a:pt x="9130" y="21595"/>
                  <a:pt x="9151" y="21595"/>
                </a:cubicBezTo>
                <a:cubicBezTo>
                  <a:pt x="9362" y="21598"/>
                  <a:pt x="9957" y="21554"/>
                  <a:pt x="10444" y="21018"/>
                </a:cubicBezTo>
                <a:cubicBezTo>
                  <a:pt x="10853" y="20568"/>
                  <a:pt x="11064" y="19911"/>
                  <a:pt x="11073" y="19066"/>
                </a:cubicBezTo>
                <a:lnTo>
                  <a:pt x="11163" y="10144"/>
                </a:lnTo>
                <a:cubicBezTo>
                  <a:pt x="13071" y="10388"/>
                  <a:pt x="14214" y="11792"/>
                  <a:pt x="14214" y="11792"/>
                </a:cubicBezTo>
                <a:cubicBezTo>
                  <a:pt x="15871" y="10459"/>
                  <a:pt x="17677" y="10361"/>
                  <a:pt x="17677" y="10361"/>
                </a:cubicBezTo>
                <a:cubicBezTo>
                  <a:pt x="20174" y="10397"/>
                  <a:pt x="21294" y="11708"/>
                  <a:pt x="21294" y="11708"/>
                </a:cubicBezTo>
                <a:cubicBezTo>
                  <a:pt x="21294" y="11708"/>
                  <a:pt x="21475" y="8935"/>
                  <a:pt x="19169" y="4956"/>
                </a:cubicBezTo>
                <a:cubicBezTo>
                  <a:pt x="19169" y="4956"/>
                  <a:pt x="16257" y="81"/>
                  <a:pt x="10916" y="4"/>
                </a:cubicBezTo>
                <a:lnTo>
                  <a:pt x="10609" y="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632" name="Umbrella">
            <a:extLst>
              <a:ext uri="{FF2B5EF4-FFF2-40B4-BE49-F238E27FC236}">
                <a16:creationId xmlns:a16="http://schemas.microsoft.com/office/drawing/2014/main" id="{96F2D037-24C6-4436-A5A9-E8EC0B33DC13}"/>
              </a:ext>
            </a:extLst>
          </p:cNvPr>
          <p:cNvSpPr>
            <a:spLocks noGrp="1"/>
          </p:cNvSpPr>
          <p:nvPr/>
        </p:nvSpPr>
        <p:spPr>
          <a:xfrm>
            <a:off x="10795912" y="8716278"/>
            <a:ext cx="2410800" cy="2036325"/>
          </a:xfrm>
          <a:custGeom>
            <a:avLst/>
            <a:gdLst/>
            <a:ahLst/>
            <a:cxnLst/>
            <a:rect l="0" t="0" r="r" b="b"/>
            <a:pathLst>
              <a:path w="21297" h="21596">
                <a:moveTo>
                  <a:pt x="10609" y="0"/>
                </a:moveTo>
                <a:cubicBezTo>
                  <a:pt x="10434" y="-2"/>
                  <a:pt x="10261" y="1"/>
                  <a:pt x="10091" y="8"/>
                </a:cubicBezTo>
                <a:cubicBezTo>
                  <a:pt x="5074" y="233"/>
                  <a:pt x="2259" y="4715"/>
                  <a:pt x="2259" y="4715"/>
                </a:cubicBezTo>
                <a:cubicBezTo>
                  <a:pt x="-125" y="8626"/>
                  <a:pt x="1" y="11402"/>
                  <a:pt x="1" y="11402"/>
                </a:cubicBezTo>
                <a:cubicBezTo>
                  <a:pt x="1" y="11402"/>
                  <a:pt x="1146" y="10124"/>
                  <a:pt x="3644" y="10160"/>
                </a:cubicBezTo>
                <a:cubicBezTo>
                  <a:pt x="3644" y="10160"/>
                  <a:pt x="5446" y="10310"/>
                  <a:pt x="7076" y="11690"/>
                </a:cubicBezTo>
                <a:cubicBezTo>
                  <a:pt x="7076" y="11690"/>
                  <a:pt x="8248" y="10319"/>
                  <a:pt x="10161" y="10130"/>
                </a:cubicBezTo>
                <a:lnTo>
                  <a:pt x="10073" y="19052"/>
                </a:lnTo>
                <a:cubicBezTo>
                  <a:pt x="10068" y="19546"/>
                  <a:pt x="9966" y="19907"/>
                  <a:pt x="9773" y="20125"/>
                </a:cubicBezTo>
                <a:cubicBezTo>
                  <a:pt x="9539" y="20389"/>
                  <a:pt x="9210" y="20393"/>
                  <a:pt x="9161" y="20393"/>
                </a:cubicBezTo>
                <a:cubicBezTo>
                  <a:pt x="9156" y="20393"/>
                  <a:pt x="9156" y="20393"/>
                  <a:pt x="9156" y="20393"/>
                </a:cubicBezTo>
                <a:lnTo>
                  <a:pt x="9124" y="20391"/>
                </a:lnTo>
                <a:cubicBezTo>
                  <a:pt x="8774" y="20386"/>
                  <a:pt x="8516" y="20276"/>
                  <a:pt x="8361" y="20065"/>
                </a:cubicBezTo>
                <a:cubicBezTo>
                  <a:pt x="8093" y="19702"/>
                  <a:pt x="8141" y="19108"/>
                  <a:pt x="8143" y="19088"/>
                </a:cubicBezTo>
                <a:cubicBezTo>
                  <a:pt x="8176" y="18760"/>
                  <a:pt x="7982" y="18463"/>
                  <a:pt x="7708" y="18421"/>
                </a:cubicBezTo>
                <a:cubicBezTo>
                  <a:pt x="7434" y="18380"/>
                  <a:pt x="7184" y="18613"/>
                  <a:pt x="7149" y="18942"/>
                </a:cubicBezTo>
                <a:cubicBezTo>
                  <a:pt x="7137" y="19057"/>
                  <a:pt x="7047" y="20084"/>
                  <a:pt x="7602" y="20850"/>
                </a:cubicBezTo>
                <a:cubicBezTo>
                  <a:pt x="7951" y="21331"/>
                  <a:pt x="8455" y="21581"/>
                  <a:pt x="9099" y="21593"/>
                </a:cubicBezTo>
                <a:cubicBezTo>
                  <a:pt x="9112" y="21594"/>
                  <a:pt x="9130" y="21595"/>
                  <a:pt x="9151" y="21595"/>
                </a:cubicBezTo>
                <a:cubicBezTo>
                  <a:pt x="9362" y="21598"/>
                  <a:pt x="9957" y="21554"/>
                  <a:pt x="10444" y="21018"/>
                </a:cubicBezTo>
                <a:cubicBezTo>
                  <a:pt x="10853" y="20568"/>
                  <a:pt x="11064" y="19911"/>
                  <a:pt x="11073" y="19066"/>
                </a:cubicBezTo>
                <a:lnTo>
                  <a:pt x="11163" y="10144"/>
                </a:lnTo>
                <a:cubicBezTo>
                  <a:pt x="13071" y="10388"/>
                  <a:pt x="14214" y="11792"/>
                  <a:pt x="14214" y="11792"/>
                </a:cubicBezTo>
                <a:cubicBezTo>
                  <a:pt x="15871" y="10459"/>
                  <a:pt x="17677" y="10361"/>
                  <a:pt x="17677" y="10361"/>
                </a:cubicBezTo>
                <a:cubicBezTo>
                  <a:pt x="20174" y="10397"/>
                  <a:pt x="21294" y="11708"/>
                  <a:pt x="21294" y="11708"/>
                </a:cubicBezTo>
                <a:cubicBezTo>
                  <a:pt x="21294" y="11708"/>
                  <a:pt x="21475" y="8935"/>
                  <a:pt x="19169" y="4956"/>
                </a:cubicBezTo>
                <a:cubicBezTo>
                  <a:pt x="19169" y="4956"/>
                  <a:pt x="16257" y="81"/>
                  <a:pt x="10916" y="4"/>
                </a:cubicBezTo>
                <a:lnTo>
                  <a:pt x="10609" y="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633" name="Umbrella">
            <a:extLst>
              <a:ext uri="{FF2B5EF4-FFF2-40B4-BE49-F238E27FC236}">
                <a16:creationId xmlns:a16="http://schemas.microsoft.com/office/drawing/2014/main" id="{195F049E-25DF-48C8-8539-57AD8B0030DE}"/>
              </a:ext>
            </a:extLst>
          </p:cNvPr>
          <p:cNvSpPr>
            <a:spLocks noGrp="1"/>
          </p:cNvSpPr>
          <p:nvPr/>
        </p:nvSpPr>
        <p:spPr>
          <a:xfrm>
            <a:off x="15832498" y="8716278"/>
            <a:ext cx="2410800" cy="2036325"/>
          </a:xfrm>
          <a:custGeom>
            <a:avLst/>
            <a:gdLst/>
            <a:ahLst/>
            <a:cxnLst/>
            <a:rect l="0" t="0" r="r" b="b"/>
            <a:pathLst>
              <a:path w="21297" h="21596">
                <a:moveTo>
                  <a:pt x="10609" y="0"/>
                </a:moveTo>
                <a:cubicBezTo>
                  <a:pt x="10434" y="-2"/>
                  <a:pt x="10261" y="1"/>
                  <a:pt x="10091" y="8"/>
                </a:cubicBezTo>
                <a:cubicBezTo>
                  <a:pt x="5074" y="233"/>
                  <a:pt x="2259" y="4715"/>
                  <a:pt x="2259" y="4715"/>
                </a:cubicBezTo>
                <a:cubicBezTo>
                  <a:pt x="-125" y="8626"/>
                  <a:pt x="1" y="11402"/>
                  <a:pt x="1" y="11402"/>
                </a:cubicBezTo>
                <a:cubicBezTo>
                  <a:pt x="1" y="11402"/>
                  <a:pt x="1146" y="10124"/>
                  <a:pt x="3644" y="10160"/>
                </a:cubicBezTo>
                <a:cubicBezTo>
                  <a:pt x="3644" y="10160"/>
                  <a:pt x="5446" y="10310"/>
                  <a:pt x="7076" y="11690"/>
                </a:cubicBezTo>
                <a:cubicBezTo>
                  <a:pt x="7076" y="11690"/>
                  <a:pt x="8248" y="10319"/>
                  <a:pt x="10161" y="10130"/>
                </a:cubicBezTo>
                <a:lnTo>
                  <a:pt x="10073" y="19052"/>
                </a:lnTo>
                <a:cubicBezTo>
                  <a:pt x="10068" y="19546"/>
                  <a:pt x="9966" y="19907"/>
                  <a:pt x="9773" y="20125"/>
                </a:cubicBezTo>
                <a:cubicBezTo>
                  <a:pt x="9539" y="20389"/>
                  <a:pt x="9210" y="20393"/>
                  <a:pt x="9161" y="20393"/>
                </a:cubicBezTo>
                <a:cubicBezTo>
                  <a:pt x="9156" y="20393"/>
                  <a:pt x="9156" y="20393"/>
                  <a:pt x="9156" y="20393"/>
                </a:cubicBezTo>
                <a:lnTo>
                  <a:pt x="9124" y="20391"/>
                </a:lnTo>
                <a:cubicBezTo>
                  <a:pt x="8774" y="20386"/>
                  <a:pt x="8516" y="20276"/>
                  <a:pt x="8361" y="20065"/>
                </a:cubicBezTo>
                <a:cubicBezTo>
                  <a:pt x="8093" y="19702"/>
                  <a:pt x="8141" y="19108"/>
                  <a:pt x="8143" y="19088"/>
                </a:cubicBezTo>
                <a:cubicBezTo>
                  <a:pt x="8176" y="18760"/>
                  <a:pt x="7982" y="18463"/>
                  <a:pt x="7708" y="18421"/>
                </a:cubicBezTo>
                <a:cubicBezTo>
                  <a:pt x="7434" y="18380"/>
                  <a:pt x="7184" y="18613"/>
                  <a:pt x="7149" y="18942"/>
                </a:cubicBezTo>
                <a:cubicBezTo>
                  <a:pt x="7137" y="19057"/>
                  <a:pt x="7047" y="20084"/>
                  <a:pt x="7602" y="20850"/>
                </a:cubicBezTo>
                <a:cubicBezTo>
                  <a:pt x="7951" y="21331"/>
                  <a:pt x="8455" y="21581"/>
                  <a:pt x="9099" y="21593"/>
                </a:cubicBezTo>
                <a:cubicBezTo>
                  <a:pt x="9112" y="21594"/>
                  <a:pt x="9130" y="21595"/>
                  <a:pt x="9151" y="21595"/>
                </a:cubicBezTo>
                <a:cubicBezTo>
                  <a:pt x="9362" y="21598"/>
                  <a:pt x="9957" y="21554"/>
                  <a:pt x="10444" y="21018"/>
                </a:cubicBezTo>
                <a:cubicBezTo>
                  <a:pt x="10853" y="20568"/>
                  <a:pt x="11064" y="19911"/>
                  <a:pt x="11073" y="19066"/>
                </a:cubicBezTo>
                <a:lnTo>
                  <a:pt x="11163" y="10144"/>
                </a:lnTo>
                <a:cubicBezTo>
                  <a:pt x="13071" y="10388"/>
                  <a:pt x="14214" y="11792"/>
                  <a:pt x="14214" y="11792"/>
                </a:cubicBezTo>
                <a:cubicBezTo>
                  <a:pt x="15871" y="10459"/>
                  <a:pt x="17677" y="10361"/>
                  <a:pt x="17677" y="10361"/>
                </a:cubicBezTo>
                <a:cubicBezTo>
                  <a:pt x="20174" y="10397"/>
                  <a:pt x="21294" y="11708"/>
                  <a:pt x="21294" y="11708"/>
                </a:cubicBezTo>
                <a:cubicBezTo>
                  <a:pt x="21294" y="11708"/>
                  <a:pt x="21475" y="8935"/>
                  <a:pt x="19169" y="4956"/>
                </a:cubicBezTo>
                <a:cubicBezTo>
                  <a:pt x="19169" y="4956"/>
                  <a:pt x="16257" y="81"/>
                  <a:pt x="10916" y="4"/>
                </a:cubicBezTo>
                <a:lnTo>
                  <a:pt x="10609" y="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634" name="Umbrella">
            <a:extLst>
              <a:ext uri="{FF2B5EF4-FFF2-40B4-BE49-F238E27FC236}">
                <a16:creationId xmlns:a16="http://schemas.microsoft.com/office/drawing/2014/main" id="{385C8E24-E772-478B-86C2-152CFAA8EE08}"/>
              </a:ext>
            </a:extLst>
          </p:cNvPr>
          <p:cNvSpPr>
            <a:spLocks noGrp="1"/>
          </p:cNvSpPr>
          <p:nvPr/>
        </p:nvSpPr>
        <p:spPr>
          <a:xfrm>
            <a:off x="20690231" y="8716278"/>
            <a:ext cx="2410800" cy="2036325"/>
          </a:xfrm>
          <a:custGeom>
            <a:avLst/>
            <a:gdLst/>
            <a:ahLst/>
            <a:cxnLst/>
            <a:rect l="0" t="0" r="r" b="b"/>
            <a:pathLst>
              <a:path w="21297" h="21596">
                <a:moveTo>
                  <a:pt x="10609" y="0"/>
                </a:moveTo>
                <a:cubicBezTo>
                  <a:pt x="10434" y="-2"/>
                  <a:pt x="10261" y="1"/>
                  <a:pt x="10091" y="8"/>
                </a:cubicBezTo>
                <a:cubicBezTo>
                  <a:pt x="5074" y="233"/>
                  <a:pt x="2259" y="4715"/>
                  <a:pt x="2259" y="4715"/>
                </a:cubicBezTo>
                <a:cubicBezTo>
                  <a:pt x="-125" y="8626"/>
                  <a:pt x="1" y="11402"/>
                  <a:pt x="1" y="11402"/>
                </a:cubicBezTo>
                <a:cubicBezTo>
                  <a:pt x="1" y="11402"/>
                  <a:pt x="1146" y="10124"/>
                  <a:pt x="3644" y="10160"/>
                </a:cubicBezTo>
                <a:cubicBezTo>
                  <a:pt x="3644" y="10160"/>
                  <a:pt x="5446" y="10310"/>
                  <a:pt x="7076" y="11690"/>
                </a:cubicBezTo>
                <a:cubicBezTo>
                  <a:pt x="7076" y="11690"/>
                  <a:pt x="8248" y="10319"/>
                  <a:pt x="10161" y="10130"/>
                </a:cubicBezTo>
                <a:lnTo>
                  <a:pt x="10073" y="19052"/>
                </a:lnTo>
                <a:cubicBezTo>
                  <a:pt x="10068" y="19546"/>
                  <a:pt x="9966" y="19907"/>
                  <a:pt x="9773" y="20125"/>
                </a:cubicBezTo>
                <a:cubicBezTo>
                  <a:pt x="9539" y="20389"/>
                  <a:pt x="9210" y="20393"/>
                  <a:pt x="9161" y="20393"/>
                </a:cubicBezTo>
                <a:cubicBezTo>
                  <a:pt x="9156" y="20393"/>
                  <a:pt x="9156" y="20393"/>
                  <a:pt x="9156" y="20393"/>
                </a:cubicBezTo>
                <a:lnTo>
                  <a:pt x="9124" y="20391"/>
                </a:lnTo>
                <a:cubicBezTo>
                  <a:pt x="8774" y="20386"/>
                  <a:pt x="8516" y="20276"/>
                  <a:pt x="8361" y="20065"/>
                </a:cubicBezTo>
                <a:cubicBezTo>
                  <a:pt x="8093" y="19702"/>
                  <a:pt x="8141" y="19108"/>
                  <a:pt x="8143" y="19088"/>
                </a:cubicBezTo>
                <a:cubicBezTo>
                  <a:pt x="8176" y="18760"/>
                  <a:pt x="7982" y="18463"/>
                  <a:pt x="7708" y="18421"/>
                </a:cubicBezTo>
                <a:cubicBezTo>
                  <a:pt x="7434" y="18380"/>
                  <a:pt x="7184" y="18613"/>
                  <a:pt x="7149" y="18942"/>
                </a:cubicBezTo>
                <a:cubicBezTo>
                  <a:pt x="7137" y="19057"/>
                  <a:pt x="7047" y="20084"/>
                  <a:pt x="7602" y="20850"/>
                </a:cubicBezTo>
                <a:cubicBezTo>
                  <a:pt x="7951" y="21331"/>
                  <a:pt x="8455" y="21581"/>
                  <a:pt x="9099" y="21593"/>
                </a:cubicBezTo>
                <a:cubicBezTo>
                  <a:pt x="9112" y="21594"/>
                  <a:pt x="9130" y="21595"/>
                  <a:pt x="9151" y="21595"/>
                </a:cubicBezTo>
                <a:cubicBezTo>
                  <a:pt x="9362" y="21598"/>
                  <a:pt x="9957" y="21554"/>
                  <a:pt x="10444" y="21018"/>
                </a:cubicBezTo>
                <a:cubicBezTo>
                  <a:pt x="10853" y="20568"/>
                  <a:pt x="11064" y="19911"/>
                  <a:pt x="11073" y="19066"/>
                </a:cubicBezTo>
                <a:lnTo>
                  <a:pt x="11163" y="10144"/>
                </a:lnTo>
                <a:cubicBezTo>
                  <a:pt x="13071" y="10388"/>
                  <a:pt x="14214" y="11792"/>
                  <a:pt x="14214" y="11792"/>
                </a:cubicBezTo>
                <a:cubicBezTo>
                  <a:pt x="15871" y="10459"/>
                  <a:pt x="17677" y="10361"/>
                  <a:pt x="17677" y="10361"/>
                </a:cubicBezTo>
                <a:cubicBezTo>
                  <a:pt x="20174" y="10397"/>
                  <a:pt x="21294" y="11708"/>
                  <a:pt x="21294" y="11708"/>
                </a:cubicBezTo>
                <a:cubicBezTo>
                  <a:pt x="21294" y="11708"/>
                  <a:pt x="21475" y="8935"/>
                  <a:pt x="19169" y="4956"/>
                </a:cubicBezTo>
                <a:cubicBezTo>
                  <a:pt x="19169" y="4956"/>
                  <a:pt x="16257" y="81"/>
                  <a:pt x="10916" y="4"/>
                </a:cubicBezTo>
                <a:lnTo>
                  <a:pt x="10609" y="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635" name="Line">
            <a:extLst>
              <a:ext uri="{FF2B5EF4-FFF2-40B4-BE49-F238E27FC236}">
                <a16:creationId xmlns:a16="http://schemas.microsoft.com/office/drawing/2014/main" id="{E84D04E5-92F4-40B7-9262-9C55021202B8}"/>
              </a:ext>
            </a:extLst>
          </p:cNvPr>
          <p:cNvSpPr>
            <a:spLocks noGrp="1"/>
          </p:cNvSpPr>
          <p:nvPr/>
        </p:nvSpPr>
        <p:spPr>
          <a:xfrm flipH="1">
            <a:off x="2113296" y="5568816"/>
            <a:ext cx="1" cy="2750355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36" name="Line">
            <a:extLst>
              <a:ext uri="{FF2B5EF4-FFF2-40B4-BE49-F238E27FC236}">
                <a16:creationId xmlns:a16="http://schemas.microsoft.com/office/drawing/2014/main" id="{7D60DEC3-14A3-4F8A-B26C-5002CB960D64}"/>
              </a:ext>
            </a:extLst>
          </p:cNvPr>
          <p:cNvSpPr>
            <a:spLocks noGrp="1"/>
          </p:cNvSpPr>
          <p:nvPr/>
        </p:nvSpPr>
        <p:spPr>
          <a:xfrm>
            <a:off x="7058354" y="5461855"/>
            <a:ext cx="1" cy="2750355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37" name="Line">
            <a:extLst>
              <a:ext uri="{FF2B5EF4-FFF2-40B4-BE49-F238E27FC236}">
                <a16:creationId xmlns:a16="http://schemas.microsoft.com/office/drawing/2014/main" id="{48B8EB74-FA91-4BDE-B83A-5A99AD56F1E2}"/>
              </a:ext>
            </a:extLst>
          </p:cNvPr>
          <p:cNvSpPr>
            <a:spLocks noGrp="1"/>
          </p:cNvSpPr>
          <p:nvPr/>
        </p:nvSpPr>
        <p:spPr>
          <a:xfrm>
            <a:off x="11913986" y="5568816"/>
            <a:ext cx="1" cy="2750355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38" name="Line">
            <a:extLst>
              <a:ext uri="{FF2B5EF4-FFF2-40B4-BE49-F238E27FC236}">
                <a16:creationId xmlns:a16="http://schemas.microsoft.com/office/drawing/2014/main" id="{82C885EF-0EA0-4EDC-8CA7-5D9D342FF8A2}"/>
              </a:ext>
            </a:extLst>
          </p:cNvPr>
          <p:cNvSpPr>
            <a:spLocks noGrp="1"/>
          </p:cNvSpPr>
          <p:nvPr/>
        </p:nvSpPr>
        <p:spPr>
          <a:xfrm>
            <a:off x="17037898" y="5568816"/>
            <a:ext cx="1" cy="2750355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39" name="Line">
            <a:extLst>
              <a:ext uri="{FF2B5EF4-FFF2-40B4-BE49-F238E27FC236}">
                <a16:creationId xmlns:a16="http://schemas.microsoft.com/office/drawing/2014/main" id="{49F4BB05-B56B-4433-9A65-35897478B2AE}"/>
              </a:ext>
            </a:extLst>
          </p:cNvPr>
          <p:cNvSpPr>
            <a:spLocks noGrp="1"/>
          </p:cNvSpPr>
          <p:nvPr/>
        </p:nvSpPr>
        <p:spPr>
          <a:xfrm>
            <a:off x="21804103" y="5615397"/>
            <a:ext cx="1" cy="2750355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6739176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283947684"/>
              </p:ext>
            </p:extLst>
          </p:nvPr>
        </p:nvGraphicFramePr>
        <p:xfrm>
          <a:off x="1689100" y="1778000"/>
          <a:ext cx="20993099" cy="1095502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5994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29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Tarefa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0" b="1" dirty="0" err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Pergunta</a:t>
                      </a:r>
                      <a:endParaRPr sz="8000" b="1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9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filtragem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Dadas as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observações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até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o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instante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atual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, qual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é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a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distribuição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de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probabilidade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do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estado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atual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?</a:t>
                      </a:r>
                      <a:endParaRPr sz="5100" dirty="0"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9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predição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Dadas as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observações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até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o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instante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atual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, qual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é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a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distribuição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de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probabilidade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de um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estado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futuro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?</a:t>
                      </a:r>
                      <a:endParaRPr sz="5100" dirty="0"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9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suavização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Dadas as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observações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até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o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instante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atual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, qual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é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a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distribuição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de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probabilidade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de um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estado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passado?</a:t>
                      </a:r>
                      <a:endParaRPr sz="5100" dirty="0"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9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explicação mais provável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Dadas as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observações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, qual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é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a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sequência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de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estados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ocultos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mais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 </a:t>
                      </a:r>
                      <a:r>
                        <a:rPr lang="en-US" sz="5100" dirty="0" err="1">
                          <a:latin typeface="Helvetica"/>
                          <a:ea typeface="Helvetica"/>
                          <a:cs typeface="Helvetica"/>
                        </a:rPr>
                        <a:t>provável</a:t>
                      </a:r>
                      <a:r>
                        <a:rPr lang="en-US" sz="5100" dirty="0">
                          <a:latin typeface="Helvetica"/>
                          <a:ea typeface="Helvetica"/>
                          <a:cs typeface="Helvetica"/>
                        </a:rPr>
                        <a:t>?</a:t>
                      </a:r>
                      <a:endParaRPr sz="5100" dirty="0"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70202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4A54D-A318-B765-F078-8EEA2F2DD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8" name="the assumption that the evidence variable depends only the corresponding state">
            <a:extLst>
              <a:ext uri="{FF2B5EF4-FFF2-40B4-BE49-F238E27FC236}">
                <a16:creationId xmlns:a16="http://schemas.microsoft.com/office/drawing/2014/main" id="{58C1D978-FA84-33CD-65DD-397805B08C4D}"/>
              </a:ext>
            </a:extLst>
          </p:cNvPr>
          <p:cNvSpPr>
            <a:spLocks noGrp="1"/>
          </p:cNvSpPr>
          <p:nvPr/>
        </p:nvSpPr>
        <p:spPr>
          <a:xfrm>
            <a:off x="1778000" y="3569677"/>
            <a:ext cx="20828000" cy="6985505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 marL="1143000" indent="-1143000">
              <a:buFont typeface="Arial" panose="020B0604020202020204" pitchFamily="34" charset="0"/>
              <a:buChar char="•"/>
            </a:pPr>
            <a:r>
              <a:rPr lang="pt-BR" dirty="0"/>
              <a:t>Reconhecimento de fala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pt-BR" dirty="0"/>
              <a:t>Filtro de spam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pt-BR" dirty="0"/>
              <a:t>Previsão do tempo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pt-BR" dirty="0"/>
              <a:t>Robótica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pt-BR" dirty="0"/>
              <a:t>Sistemas de recomendação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pt-BR" dirty="0"/>
              <a:t>Processamento de linguagem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7037822"/>
      </p:ext>
    </p:extLst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4436</TotalTime>
  <Words>4328</Words>
  <Application>Microsoft Macintosh PowerPoint</Application>
  <DocSecurity>0</DocSecurity>
  <PresentationFormat>Custom</PresentationFormat>
  <Paragraphs>1333</Paragraphs>
  <Slides>180</Slides>
  <Notes>180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180</vt:i4>
      </vt:variant>
    </vt:vector>
  </HeadingPairs>
  <TitlesOfParts>
    <vt:vector size="186" baseType="lpstr">
      <vt:lpstr>Arial</vt:lpstr>
      <vt:lpstr>Cambria Math</vt:lpstr>
      <vt:lpstr>Helvetica</vt:lpstr>
      <vt:lpstr>Helvetica Neue</vt:lpstr>
      <vt:lpstr>Times New Roman</vt:lpstr>
      <vt:lpstr>Black</vt:lpstr>
      <vt:lpstr>Incerteza</vt:lpstr>
      <vt:lpstr>PowerPoint Presentation</vt:lpstr>
      <vt:lpstr>PowerPoint Presentation</vt:lpstr>
      <vt:lpstr>PowerPoint Presentation</vt:lpstr>
      <vt:lpstr>Probabilidade</vt:lpstr>
      <vt:lpstr>P(ω)</vt:lpstr>
      <vt:lpstr>P(ω)</vt:lpstr>
      <vt:lpstr>PowerPoint Presentation</vt:lpstr>
      <vt:lpstr>PowerPoint Presentation</vt:lpstr>
      <vt:lpstr>PowerPoint Presentation</vt:lpstr>
      <vt:lpstr>PowerPoint Presentation</vt:lpstr>
      <vt:lpstr>P(        ) = 1/6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P(soma =12) =</vt:lpstr>
      <vt:lpstr>P(soma =12) =</vt:lpstr>
      <vt:lpstr>P(soma =12) =</vt:lpstr>
      <vt:lpstr>P(soma =12) =</vt:lpstr>
      <vt:lpstr>P(soma =12) =</vt:lpstr>
      <vt:lpstr>probabilidade incondicional</vt:lpstr>
      <vt:lpstr>probabilidade condicional</vt:lpstr>
      <vt:lpstr>probabilidade condicional</vt:lpstr>
      <vt:lpstr>P(chuva hoje | chuva ontem)</vt:lpstr>
      <vt:lpstr>P(mudar rota | trânsito)</vt:lpstr>
      <vt:lpstr>P(doença | resultados do teste)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variável aleatória</vt:lpstr>
      <vt:lpstr>variável aleatória</vt:lpstr>
      <vt:lpstr>variável aleatória</vt:lpstr>
      <vt:lpstr>variável aleatória</vt:lpstr>
      <vt:lpstr>variável aleatória</vt:lpstr>
      <vt:lpstr>distribuição de probabilidade</vt:lpstr>
      <vt:lpstr>distribuição de probabilidade</vt:lpstr>
      <vt:lpstr>independência</vt:lpstr>
      <vt:lpstr>independência</vt:lpstr>
      <vt:lpstr>independência</vt:lpstr>
      <vt:lpstr>independência</vt:lpstr>
      <vt:lpstr>independência</vt:lpstr>
      <vt:lpstr>independência</vt:lpstr>
      <vt:lpstr>independência</vt:lpstr>
      <vt:lpstr>independência</vt:lpstr>
      <vt:lpstr>independência</vt:lpstr>
      <vt:lpstr>Regra de Bayes</vt:lpstr>
      <vt:lpstr>PowerPoint Presentation</vt:lpstr>
      <vt:lpstr>PowerPoint Presentation</vt:lpstr>
      <vt:lpstr>PowerPoint Presentation</vt:lpstr>
      <vt:lpstr>Regra de Bayes</vt:lpstr>
      <vt:lpstr>Regra de Bayes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P(manhã nublada | tarde chuvosa)</vt:lpstr>
      <vt:lpstr>P(efeito visível | causa desconhecida)</vt:lpstr>
      <vt:lpstr>P(resultado de teste médico | doença)</vt:lpstr>
      <vt:lpstr>P(texto borrado | cédula falsa)</vt:lpstr>
      <vt:lpstr>Probabilidade conjunta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Regras de probabilidade</vt:lpstr>
      <vt:lpstr>Negação</vt:lpstr>
      <vt:lpstr>Inclusão-exclusão</vt:lpstr>
      <vt:lpstr>Marginalização</vt:lpstr>
      <vt:lpstr>Marginalização</vt:lpstr>
      <vt:lpstr>Marginalização</vt:lpstr>
      <vt:lpstr>Marginalização</vt:lpstr>
      <vt:lpstr>Marginalização</vt:lpstr>
      <vt:lpstr>Marginalização</vt:lpstr>
      <vt:lpstr>Marginalização</vt:lpstr>
      <vt:lpstr>Condicionamento</vt:lpstr>
      <vt:lpstr>Condicionamento</vt:lpstr>
      <vt:lpstr>Redes Bayesianas</vt:lpstr>
      <vt:lpstr>Rede Bayesiana</vt:lpstr>
      <vt:lpstr>Rede Bayesiana</vt:lpstr>
      <vt:lpstr>Rede Bayesiana</vt:lpstr>
      <vt:lpstr>Rede Bayesiana</vt:lpstr>
      <vt:lpstr>Rede Bayesiana</vt:lpstr>
      <vt:lpstr>Rede Bayesiana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Inferência</vt:lpstr>
      <vt:lpstr>Inferência</vt:lpstr>
      <vt:lpstr>Inferência</vt:lpstr>
      <vt:lpstr>Inferência</vt:lpstr>
      <vt:lpstr>Inferência</vt:lpstr>
      <vt:lpstr>Inferência</vt:lpstr>
      <vt:lpstr>PowerPoint Presentation</vt:lpstr>
      <vt:lpstr>PowerPoint Presentation</vt:lpstr>
      <vt:lpstr>PowerPoint Presentation</vt:lpstr>
      <vt:lpstr>PowerPoint Presentation</vt:lpstr>
      <vt:lpstr>Inferência por enumeração</vt:lpstr>
      <vt:lpstr>Inferência aproximada</vt:lpstr>
      <vt:lpstr>Amostragem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Amostragem por rejeição</vt:lpstr>
      <vt:lpstr>Incerteza ao longo do tempo</vt:lpstr>
      <vt:lpstr>PowerPoint Presentation</vt:lpstr>
      <vt:lpstr>hipótese de Markov</vt:lpstr>
      <vt:lpstr>Cadeia de Markov</vt:lpstr>
      <vt:lpstr>cadeia de Markov</vt:lpstr>
      <vt:lpstr>PowerPoint Presentation</vt:lpstr>
      <vt:lpstr>Modelo de transição</vt:lpstr>
      <vt:lpstr>PowerPoint Presentation</vt:lpstr>
      <vt:lpstr>Modelos de sensores</vt:lpstr>
      <vt:lpstr>PowerPoint Presentation</vt:lpstr>
      <vt:lpstr>Modelos ocultos de Markov</vt:lpstr>
      <vt:lpstr>Modelo oculto de Markov</vt:lpstr>
      <vt:lpstr>PowerPoint Presentation</vt:lpstr>
      <vt:lpstr>Modelo de sensor</vt:lpstr>
      <vt:lpstr>hipótese de Markov para sensores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João Aldo da Silva Leite Nune</cp:lastModifiedBy>
  <cp:revision>22</cp:revision>
  <dcterms:created xsi:type="dcterms:W3CDTF">2026-08-10T20:16:22Z</dcterms:created>
  <dcterms:modified xsi:type="dcterms:W3CDTF">2026-08-20T18:06:39Z</dcterms:modified>
</cp:coreProperties>
</file>