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2"/>
  </p:notesMasterIdLst>
  <p:sldIdLst>
    <p:sldId id="257" r:id="rId2"/>
    <p:sldId id="45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88" r:id="rId11"/>
    <p:sldId id="382" r:id="rId12"/>
    <p:sldId id="383" r:id="rId13"/>
    <p:sldId id="384" r:id="rId14"/>
    <p:sldId id="385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456" r:id="rId29"/>
    <p:sldId id="386" r:id="rId30"/>
    <p:sldId id="279" r:id="rId31"/>
    <p:sldId id="280" r:id="rId32"/>
    <p:sldId id="387" r:id="rId33"/>
    <p:sldId id="389" r:id="rId34"/>
    <p:sldId id="390" r:id="rId35"/>
    <p:sldId id="281" r:id="rId36"/>
    <p:sldId id="392" r:id="rId37"/>
    <p:sldId id="393" r:id="rId38"/>
    <p:sldId id="394" r:id="rId39"/>
    <p:sldId id="395" r:id="rId40"/>
    <p:sldId id="283" r:id="rId41"/>
    <p:sldId id="396" r:id="rId42"/>
    <p:sldId id="285" r:id="rId43"/>
    <p:sldId id="286" r:id="rId44"/>
    <p:sldId id="287" r:id="rId45"/>
    <p:sldId id="288" r:id="rId46"/>
    <p:sldId id="289" r:id="rId47"/>
    <p:sldId id="397" r:id="rId48"/>
    <p:sldId id="398" r:id="rId49"/>
    <p:sldId id="399" r:id="rId50"/>
    <p:sldId id="290" r:id="rId51"/>
    <p:sldId id="457" r:id="rId52"/>
    <p:sldId id="400" r:id="rId53"/>
    <p:sldId id="292" r:id="rId54"/>
    <p:sldId id="293" r:id="rId55"/>
    <p:sldId id="294" r:id="rId56"/>
    <p:sldId id="458" r:id="rId57"/>
    <p:sldId id="295" r:id="rId58"/>
    <p:sldId id="296" r:id="rId59"/>
    <p:sldId id="297" r:id="rId60"/>
    <p:sldId id="298" r:id="rId61"/>
    <p:sldId id="403" r:id="rId62"/>
    <p:sldId id="404" r:id="rId63"/>
    <p:sldId id="405" r:id="rId64"/>
    <p:sldId id="406" r:id="rId65"/>
    <p:sldId id="407" r:id="rId66"/>
    <p:sldId id="299" r:id="rId67"/>
    <p:sldId id="300" r:id="rId68"/>
    <p:sldId id="301" r:id="rId69"/>
    <p:sldId id="302" r:id="rId70"/>
    <p:sldId id="303" r:id="rId71"/>
    <p:sldId id="304" r:id="rId72"/>
    <p:sldId id="305" r:id="rId73"/>
    <p:sldId id="306" r:id="rId74"/>
    <p:sldId id="307" r:id="rId75"/>
    <p:sldId id="308" r:id="rId76"/>
    <p:sldId id="408" r:id="rId77"/>
    <p:sldId id="309" r:id="rId78"/>
    <p:sldId id="311" r:id="rId79"/>
    <p:sldId id="312" r:id="rId80"/>
    <p:sldId id="313" r:id="rId81"/>
    <p:sldId id="314" r:id="rId82"/>
    <p:sldId id="315" r:id="rId83"/>
    <p:sldId id="316" r:id="rId84"/>
    <p:sldId id="317" r:id="rId85"/>
    <p:sldId id="318" r:id="rId86"/>
    <p:sldId id="319" r:id="rId87"/>
    <p:sldId id="320" r:id="rId88"/>
    <p:sldId id="410" r:id="rId89"/>
    <p:sldId id="321" r:id="rId90"/>
    <p:sldId id="322" r:id="rId91"/>
    <p:sldId id="323" r:id="rId92"/>
    <p:sldId id="324" r:id="rId93"/>
    <p:sldId id="411" r:id="rId94"/>
    <p:sldId id="412" r:id="rId95"/>
    <p:sldId id="413" r:id="rId96"/>
    <p:sldId id="414" r:id="rId97"/>
    <p:sldId id="325" r:id="rId98"/>
    <p:sldId id="327" r:id="rId99"/>
    <p:sldId id="328" r:id="rId100"/>
    <p:sldId id="329" r:id="rId101"/>
    <p:sldId id="330" r:id="rId102"/>
    <p:sldId id="331" r:id="rId103"/>
    <p:sldId id="415" r:id="rId104"/>
    <p:sldId id="416" r:id="rId105"/>
    <p:sldId id="417" r:id="rId106"/>
    <p:sldId id="418" r:id="rId107"/>
    <p:sldId id="332" r:id="rId108"/>
    <p:sldId id="333" r:id="rId109"/>
    <p:sldId id="419" r:id="rId110"/>
    <p:sldId id="334" r:id="rId111"/>
    <p:sldId id="420" r:id="rId112"/>
    <p:sldId id="421" r:id="rId113"/>
    <p:sldId id="422" r:id="rId114"/>
    <p:sldId id="335" r:id="rId115"/>
    <p:sldId id="423" r:id="rId116"/>
    <p:sldId id="424" r:id="rId117"/>
    <p:sldId id="425" r:id="rId118"/>
    <p:sldId id="336" r:id="rId119"/>
    <p:sldId id="426" r:id="rId120"/>
    <p:sldId id="427" r:id="rId121"/>
    <p:sldId id="428" r:id="rId122"/>
    <p:sldId id="429" r:id="rId123"/>
    <p:sldId id="337" r:id="rId124"/>
    <p:sldId id="430" r:id="rId125"/>
    <p:sldId id="431" r:id="rId126"/>
    <p:sldId id="432" r:id="rId127"/>
    <p:sldId id="433" r:id="rId128"/>
    <p:sldId id="434" r:id="rId129"/>
    <p:sldId id="435" r:id="rId130"/>
    <p:sldId id="436" r:id="rId131"/>
    <p:sldId id="437" r:id="rId132"/>
    <p:sldId id="438" r:id="rId133"/>
    <p:sldId id="439" r:id="rId134"/>
    <p:sldId id="338" r:id="rId135"/>
    <p:sldId id="340" r:id="rId136"/>
    <p:sldId id="341" r:id="rId137"/>
    <p:sldId id="440" r:id="rId138"/>
    <p:sldId id="441" r:id="rId139"/>
    <p:sldId id="442" r:id="rId140"/>
    <p:sldId id="443" r:id="rId141"/>
    <p:sldId id="342" r:id="rId142"/>
    <p:sldId id="445" r:id="rId143"/>
    <p:sldId id="446" r:id="rId144"/>
    <p:sldId id="447" r:id="rId145"/>
    <p:sldId id="448" r:id="rId146"/>
    <p:sldId id="449" r:id="rId147"/>
    <p:sldId id="450" r:id="rId148"/>
    <p:sldId id="451" r:id="rId149"/>
    <p:sldId id="347" r:id="rId150"/>
    <p:sldId id="348" r:id="rId151"/>
    <p:sldId id="459" r:id="rId152"/>
    <p:sldId id="460" r:id="rId153"/>
    <p:sldId id="461" r:id="rId154"/>
    <p:sldId id="462" r:id="rId155"/>
    <p:sldId id="463" r:id="rId156"/>
    <p:sldId id="464" r:id="rId157"/>
    <p:sldId id="465" r:id="rId158"/>
    <p:sldId id="466" r:id="rId159"/>
    <p:sldId id="467" r:id="rId160"/>
    <p:sldId id="468" r:id="rId161"/>
    <p:sldId id="469" r:id="rId162"/>
    <p:sldId id="470" r:id="rId163"/>
    <p:sldId id="471" r:id="rId164"/>
    <p:sldId id="472" r:id="rId165"/>
    <p:sldId id="473" r:id="rId166"/>
    <p:sldId id="474" r:id="rId167"/>
    <p:sldId id="475" r:id="rId168"/>
    <p:sldId id="350" r:id="rId169"/>
    <p:sldId id="351" r:id="rId170"/>
    <p:sldId id="452" r:id="rId171"/>
    <p:sldId id="453" r:id="rId172"/>
    <p:sldId id="454" r:id="rId173"/>
    <p:sldId id="361" r:id="rId174"/>
    <p:sldId id="362" r:id="rId175"/>
    <p:sldId id="363" r:id="rId176"/>
    <p:sldId id="364" r:id="rId177"/>
    <p:sldId id="365" r:id="rId178"/>
    <p:sldId id="366" r:id="rId179"/>
    <p:sldId id="367" r:id="rId180"/>
    <p:sldId id="368" r:id="rId181"/>
    <p:sldId id="369" r:id="rId182"/>
    <p:sldId id="370" r:id="rId183"/>
    <p:sldId id="371" r:id="rId184"/>
    <p:sldId id="372" r:id="rId185"/>
    <p:sldId id="373" r:id="rId186"/>
    <p:sldId id="374" r:id="rId187"/>
    <p:sldId id="375" r:id="rId188"/>
    <p:sldId id="376" r:id="rId189"/>
    <p:sldId id="377" r:id="rId190"/>
    <p:sldId id="378" r:id="rId191"/>
  </p:sldIdLst>
  <p:sldSz cx="24384000" cy="13716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/>
    <p:restoredTop sz="94521"/>
  </p:normalViewPr>
  <p:slideViewPr>
    <p:cSldViewPr snapToGrid="0">
      <p:cViewPr varScale="1">
        <p:scale>
          <a:sx n="60" d="100"/>
          <a:sy n="60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heme" Target="theme/theme1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3BD0-EE84-1E96-AF64-5EDF8C543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98780-75CB-EDF9-D935-D57E8182E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4CEE2-D272-D580-9BC5-937A733D4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A51F3-6B40-861A-C1E3-265B873960E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4537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1FC2-11CB-D0CA-DC28-D8094DBA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861FD-CC57-AB2B-3C99-CEB5713B3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46EEC-EAC3-BF90-B938-B048DB3AA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57146-CD90-D634-346D-5C2B391F985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207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D4B6-4E0C-4228-CC7D-F2466A6B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AC990-4456-EF9A-2BC5-86C4DDDD2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38E17-3A32-156B-7C98-97AC2F1E5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996D0-0E00-F69F-6309-BD4C631092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5024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300D7-FA95-9D13-3DBF-CA993157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61383-7772-A1FD-5C2A-BF296CB5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637D7-FDCB-DF36-84BA-213575AE0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A76A-8732-09F0-0DF7-33103B2E69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592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8FFB0-3CF0-EA17-5396-66CED9BC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91600-5A4B-5347-B0D8-D56F2CE0F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D69A6-67AF-A938-FD95-4E86C6991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8918A-E2A9-5487-3780-926F3B6374F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33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2CC23-DE90-791B-CEA8-28019007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14316-24FD-DA02-0FA1-5B0B83B1B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B7561-124D-41C2-1CB8-735E4CB05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F2638-63C8-3447-B633-DC112A11FCB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8905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5DE7-503F-5FF3-3B95-F01CA3BB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9CAB3-AC95-0DDB-EE9E-56E701535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F1E48-4066-08CF-DAE0-5119F21C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1D25D-284A-5078-5EE7-B505BD3768F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21219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F72A-BC70-EF6C-E90E-ECE164C5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EF4CB-5097-A3B5-E1B3-D3EB5BDAF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E0F11-9675-E2FE-F8BD-C9341EB2C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34534-77ED-7928-F5DC-25F3690EFA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5247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2342-616B-79D8-28C7-66A1E2EF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5EC2F-F9C7-5542-C149-3A74BC7AE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A3E36-CB58-6BF7-BF03-916FCF5DF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8CB5F-685A-F723-A4D0-5380679CBE0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28879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F696C-F4E6-F4C4-92FD-C4F06F83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84604-1348-82D7-1C67-13EED253F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A04A6-AED2-B97A-87BE-DE849BCE2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DF08A-AA36-DE38-735C-81FF1F6BDA5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58978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3277-9651-908C-41CD-0D4B0CF70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D1B4D-3ACE-00DE-4FE0-E0ADD9951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F2F80-9154-A827-0C01-871BE0910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6BF78-83DC-AB04-05AA-953364D5E6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9729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0CF85-7804-0FB2-8CBE-D028E7F6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414F2-94A0-1D1E-BE76-BFA8EE2DA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31CCA-9C23-08FE-B692-D19D8709E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339AA-0562-93BA-A88E-3E63C0855A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83536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72F71-9A8C-906A-F6B2-67F2048F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C1F1D-7EAD-5C6D-6FA9-66CB363AF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F26C4-85F4-D0D6-A6A4-99DF54913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5DD54-2A69-E0EA-F2B4-50016F67FA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40699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574D3-0575-C801-972A-3354F3C0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FA5B8-E278-38B0-9BC3-D8B2852BA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29E77-3174-D8B2-2DEF-F7D2D0868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10666-D174-AD5B-1AF6-D33E2D09D5E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58361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AB1B6-F91C-BA90-2D0F-C76AF024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A42C8-63FC-E2D3-12A5-A097EE753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6461F-BA79-F1A3-6D95-E485D82A9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F6158-6EC5-B65E-0E0C-D6305DAE16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5271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AF19-D5EA-DBE0-1DA3-B30CA528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2D6F1-4013-7986-8637-062B1E7D6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8FBA3-8EC6-5711-F6FE-4C1E38CE4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2B43B-259B-FDE4-563C-2AE3A823E91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05306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D9750-5318-28A8-8A00-DEC2318F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66212-D161-A890-9BAA-E27A32841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78ADC-696E-0A75-53AE-57B4E539B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171C6-8152-37AF-8B20-0EEE8D7567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3772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B44D-1351-6930-B44F-D75FCD79E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85E99-A7D9-070E-28FB-4E4FCCAEB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D7FE6-EB12-7E86-258F-AD7045EE9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B0EC8-E7AD-B732-5DBD-C0BA7263A09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78224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4F058-ACF0-D2F1-BA3E-A2D1E087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65227-7937-D4D7-C816-1F216B1CB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98C5F-A218-0AAE-2605-FF0C24FE4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2504A-D288-09F8-8A3A-9A6BA20C56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94115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D3A14-0391-E1ED-B6BE-BF165F31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55725-F4FD-195F-7A36-20EF18351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40E5B-B566-DEC0-3BF9-8D2449550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08422-5E48-C4AE-4F02-102401AA949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06897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6AB9C-9048-5802-B6DE-728F406F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13A0E-4D7C-00E6-D928-E64D76056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A967D-0045-80ED-8E1C-71E9E328A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D64DC-A9A8-866B-F445-EE9AD5BDC9E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31051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8E85F-C18A-0783-54F2-11A2D465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DCC2D-45DE-786F-4FCA-3C4464248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92A0C-4149-1A49-08A8-08C27E2A3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0FDCC-C599-4ECE-FE03-0A2A962738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646324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28ACB-CA20-34FF-F8D6-5A7DFB4D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BED3E-09A1-4134-1B15-E499E02B1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6157F-F879-E3F5-6204-84E3F1A28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4F078-9BD5-C65B-6000-4FF630372B6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118854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8AE53-CFE6-1F3B-E4E8-FCC57BB85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40B77-6E3E-B85D-FDE4-EE5F577B0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7ABB9-37CA-ED62-B6CB-FC56B3ED2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211D6-455F-FE79-B2DD-95289BF972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53398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8842-99C7-30CA-94B3-10654AAB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F8AD8-AF17-F148-4A5E-731972E4E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AAFC5-AEBB-69FE-DEBE-7F2DEFBDD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6A100-73F9-6894-DC52-12499FD21F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544959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4609-9543-BEB0-8DA8-B6FA921E3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9C61B-EA25-3DD4-4C35-EA6D136D4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DCE13-BC3E-C29F-0818-1CFE78E74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57FAC-EF4A-2B02-2B1D-46AA6202D65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054410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5373-695B-EE66-11E1-E2658574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FCC4D-827B-D72A-47AB-79289A878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927EB-765E-5F4A-66A2-D9A173E9F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A7447-1C56-6AE4-3025-BE0AAC460A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340937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BBF0-AC77-FFD2-C2FF-E457C18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87D87-64CC-530F-8094-7798F499C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3574D-DCB6-6433-A1C0-885CA6972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DAA3C-C4BD-DCA8-69D3-1084A3A51A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318335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02BA-45C5-C0EC-0FDA-5B69D1A7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09DED-FE49-C0F9-EEFE-6E32C97A7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23F9B-1317-0115-45F2-5F563A8E3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8260F-A84F-332C-2743-E817F1FD69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755139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C124C-17A1-B88C-16E6-77955F17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04BEC-0B0C-E920-1EB8-D8FE1FEEC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2CFD1-E0B7-A795-E689-AA46EEED6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D972D-B84E-B3E0-0AA9-26F3B58F7B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01156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B171-878A-70A4-5E26-B63D9F10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0AB65-2E66-68B2-BA2A-FB6198E89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5823D-E493-F81C-7509-1560F2DDA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69617-3955-BF8C-C746-CFDA8BB478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790397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00A82-C835-449E-A542-4C34F77A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F0749-6774-7319-5BD0-7F51BDBFC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8E440-927D-6F9B-16E8-99D6EA656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7B1E9-259E-D1A3-18F7-33194F1C739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070452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1F8C-519E-39AD-470A-CE0078AD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35C9B-145B-5CD4-F273-260B220E9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F719D-7FD8-8C83-9CD4-21331F9CE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98E52-EFED-EB4C-B4AF-7D316FA6706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307888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39559-0E6A-B46A-853C-77A65605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F2629-53E0-902A-93E3-D11D0D66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66CAD-6346-A5E4-1841-11EE44AF1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8721-742E-FBEB-9270-03FA475FA1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899112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FED14-1F33-08C3-404D-367D869C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6EAF0-07CA-5F8C-41C4-B8233CC4B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19552-7B39-924F-E895-C877B1985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AA70E-198B-79E9-A852-7F316BDEF0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37145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C086-8994-19D4-1EB8-DC73B213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A32BE-E9FB-3A6E-418C-520DCCCEE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6B40A-5E7D-A15A-80C8-B4EF58878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3BCCF-34AB-7E9B-11DA-2CBF555E0B3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493183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9B59-9EF3-2682-539B-C7E5BE81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E2030-4FE1-7C5B-F4B6-F4FB1CA65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0C4D8-DE6E-6730-86EF-30DBDC74E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77B6D-29D2-7411-BBFB-B960D05846F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448625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FB638-1680-AE5F-2D9C-0B6BD86D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9D1C3-FA3E-88E2-0E9C-809A94513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CA801-19AE-36D5-59F3-C88E4AD49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BC553-D7DD-B56B-CE71-23192D645B0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542163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C04D5-DB04-A0A7-48ED-BF7ADF77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C4DEC-CB58-C17D-4A52-1803A1532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6CA57-D76D-9150-A580-DA462D5DF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15D9F-7F16-EF58-18D6-8FEE904927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923767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74453-C407-3760-557F-230322BE3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A5C04-B77D-B4C0-DA07-E759EDBC4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DD750-F35B-4FB8-AA96-FCBA5E140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C21D-F98A-A40C-BE72-093C6D4117A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2026920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44B89-EAE8-1A9C-70BB-C5BF6F23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EF784-53AB-6D90-1DAE-A00695199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82318-A4B2-0C9A-01AA-3C89ED5FA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8B1FE-F560-CC49-0521-8A19B859CF2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094731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EBD48-BB80-479C-B69A-3F439ADA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E596B-8546-97A0-774F-81AC5DB57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335DE-AFED-B848-B28B-32B938182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8129A-0C27-AF49-C03C-4C3ABCD49D8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10005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045B2-2912-B04C-9A97-DECD01D0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9BCD7-8994-3B3F-B74C-2EF27AA12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C54AE-1120-14CB-9540-824300FF0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A21DF-4D29-9408-FA95-37E51159491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66423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91669-DDF5-8AAD-17CB-E21CB6E19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AC15B-9C22-86D5-B773-27BC54D7A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6F401-F085-A53D-3625-4DA9740DE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6BFE-B508-2F27-8852-ED33BF6E7F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426093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CEFE7-D790-9213-5DE6-DDE657C4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FBD86-C7A9-989C-CAD6-9EEE6B200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2F331-B46D-7847-00E2-D42F6FAF2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17774-88A8-FA48-599F-5CF8D0A56A0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060060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6327-96F4-643D-4481-847DCC50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44B40-E0F8-4685-6BEB-51C79CD31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85F81-B277-8E0E-75FC-2BFC34721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8AB89-700A-3676-8923-A5E7429D48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879792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A710-652D-3819-737B-B73CA316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B9599-465B-91D7-DA40-DCA7EDD61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A6341-EC23-06B1-1909-F2EB01A67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4BC09-C4F8-35A0-C03B-37108BD8BBF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34033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3A59-6198-B436-B7DC-39595C91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04DEC-FB7A-40E4-7673-F9491B157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00C11-443D-7DA2-4097-BBB8B3A83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615F5-614D-3E3A-4CF5-455E6F384B7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426866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2E0B-3EF7-722E-6526-267D0C10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1A3FE-2703-6488-0FA9-0D6B82E6D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552A8-3A40-D074-6E1A-1C690C099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B9B10-9488-EE5F-D1DE-E947908284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855931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F0F4-6C3C-C2D1-8695-5489772A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F5747-86B5-B27D-3540-7A56EFC44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5866E-11B3-1E5B-DA3A-0F3952E43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C14BA-32E3-5659-E0CC-44EC6A67817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4244433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3262-5C63-1369-06D9-30DAB836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ADBDA-5782-A749-B7FF-CF61E52A3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31E93-42F3-A2A8-63DF-80E439DCE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D990C-4BDE-4C83-8A51-68DDF091FA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205798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94638-49B1-A20E-60EE-D394ABDF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163FA-3257-B520-7166-F0E89CAB3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16FA4-3FFC-287F-07B7-C6B060877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DB854-11AB-EE7C-061D-4011905FCE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232858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61F1-B049-6199-EA2B-94DB8559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2B9C5-21F9-5BF2-496C-3F81CF848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2B256-5FFA-FDDE-6EB8-43788983C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35FBE-D597-BC63-E996-DFE5DD2649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014143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F6BE-3D8B-050F-95DB-5C1E539B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53780-4B61-8940-1300-68AA655BF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21E11-4A3E-146F-BA98-86F3C037A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0E8C7-FB56-7695-301D-BA9B5671B8E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547025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B51C-2558-4EF8-5B4B-3BBEB369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A8CD2-F7A3-1452-D844-E95F4D2E6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788B3-6744-5CF8-65EE-A06E187F7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76E03-63C0-4E43-EC0A-E375360494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317092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A3C1-3387-E3F0-1B77-CB82FA55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8E7B6-4967-22EA-7184-3CFBB1D2C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B6615-4F0F-7555-D188-D2CD41DC9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D58F6-8E60-C9B6-89B4-46635D1D52B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9852105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CA4D-DB0C-A460-66D6-BBF786D0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9EF28-2DE9-2C2F-5199-A70E08C7B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D34D7-FBFA-1237-F685-EEAD428A7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BF18F-B809-8D3C-ED10-E68BDD14FDE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9024600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29F8-0CD1-BDA0-D43E-612C98B0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7F069-B8AA-CFFD-D219-79E8619B4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F1BC6-06DD-C7A8-9814-A08190A42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B47E0-AC7D-A573-1366-77B78E1A0B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7149669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39F9F-5AE0-D827-A50A-E2F028422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A1654-F806-6059-3C9C-E9F3CB38C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02F20-6DCE-3CAB-BEE7-B4ED6E4B5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7EA54-1990-7E43-1BB7-2E3817C41E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506980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3E9E4-4ED4-82BB-FB2B-380BA736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B79AF-EB52-424E-965B-EFCEF9DB8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75854-9796-0954-0AEC-705A76B78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0EF53-1CBD-800F-4655-759C504D226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965248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D558-B323-D38D-7BF5-C458943A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03D48-AE85-47C0-3000-C4A1A37F6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5FAD0-540E-E761-5278-35066649F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82A8F-D2FA-D9EB-0FBD-53D4877D81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766906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18080-7023-1E3B-CFEB-06FB11D72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97FBB-3EC0-9233-1F31-D997E6DF3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751A8-3754-2C7A-C5DA-4ABFD90DF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A7118-499B-1FB7-41F5-C4435810EC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073216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37F2-F166-8FE7-64CB-20A244D6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CD98B-6AD1-F968-9E9E-116AC0C0D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5AF88-A4E3-C63D-7596-A50A2822F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C14B4-3654-B822-8126-B3B8478B8D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9456068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DDDE4-0781-EB95-275F-C8840FEC4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55A6E-50AE-1220-3B04-4F1E8BBAE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3D015-D80C-751D-935A-9121EB9C8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75FD8-AF8D-5251-07F2-AD62519E42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606127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A3E9-4D8A-1DDD-C373-56306BC23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84F15-4CE9-C97B-B77F-6AE8D1EA1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84EFD-0541-72FB-75EE-AF03C5F84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73E4E-4013-9782-C413-3E6CE11069D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91156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96AD3-55B1-CFA6-A849-14D1AA179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539FD-D896-C815-D98A-0AC5864D9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493C0-3533-5A9E-5473-506D1FD25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80C9-949A-77C9-5D32-C0F5AE52E3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6093858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C508C-453C-D7FB-F21D-0BDA0213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4E590-D8B1-6EBC-8168-5C6632410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5657D-54AA-0C97-4BEE-1C8CAED22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94CA1-E120-F69E-FB6E-6884ACDBD9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5913842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F8AC-08B3-8BFC-D11D-864BBE6C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CE16C-ECB1-BA02-707A-76C227F42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966B0-F448-13A3-1747-F0F7CA087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0FF53-A87D-10C2-90EF-3436BA4365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1527660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E05D2-333A-7C75-CD11-F9344B81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3E91E-0CA5-4094-9E72-D1AE92CDF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FEE4C-6934-8E55-2F78-2C6B1A0A4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DCA3D-8237-4483-EFAC-1AE9818BAE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6633772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1870E-AAC9-E1C6-1FCC-7762AB87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3B193-9347-E43F-067E-F63706A3A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0EE96-01B2-6775-CB83-F17F87E9A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02DAC-9B0C-308C-4474-C61F81F179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0062976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49254-14D3-E930-C254-DBFC6BDF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5DEA3-090A-A36E-BDAA-BB963F11D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3CF35-5DAA-B267-363D-AD8CA14E2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6C11-E8E5-592A-C6B6-D4335616F13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351186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5D0B7-96D2-3B25-D275-9EA8C435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7EEF5-11CA-18B4-2A4A-AF0661B61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5FA8B-8EA2-78AD-76A0-66FD82F0A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DB450-A3BE-C124-6F98-99BB1C4EA7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8468913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2518-8BDC-356E-A919-BD797D97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61AA1-53E5-5F22-5130-BFD341D11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27456-4BE7-2C09-B562-007E6D5B6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AD816-F69F-5E7C-DE6A-913C796B62B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398331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49F1-0AB2-A036-8DB6-29298843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09D12-D1DD-6079-8B25-0AE922E8F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3212E-3FB2-6920-6A2E-86CA161AB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7BF09-565A-8B6E-8075-81B2804845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5535577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6C4F7-3A9A-CA8B-C3BA-B43C6738E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73E86-4FFB-3041-1B7D-95A2DE877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1D0F4-B90C-3239-5A1D-12318D9AA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8FD7F-B5CF-19B7-ED7B-689208B3B90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5487752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29E9-A7BF-DE2F-FC3F-533872A16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39263-DF62-A149-0DFF-68CE364B6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E8088-0B97-2969-268D-DC7540570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18B68-4F34-F008-CF77-D4A1C0B8E8B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0041380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391D-A9F5-460E-D060-E6498EFD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176A5-D899-D418-BAE6-920840AE6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7C932-0552-FF60-1F2B-672518EBC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F4289-A38B-E6B3-C1F6-E09130C127C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2100972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F8CC8-6067-C96B-C60A-CE75648E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C7270-EE02-70A0-FD22-ED7B46673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E7C88-73FC-1133-298F-0A8A2FA06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D59FA-3745-8480-75C0-572DAA85692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520269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DDE8-77B3-830B-CEA7-25D241BC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8C529-FC2C-B548-F5DE-D802FAA1A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B380D-1156-C529-3F0A-E1257CE15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9ACC6-3390-2C5A-A6E3-A4260D76E8D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6013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1759-64F1-3119-29C6-00607A61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9D62C-EF05-7A2F-FBE3-9C4DCEBCD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491C6-F8D0-88F5-4C40-EFBDFFB0A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D99BB-98F1-9844-BA10-0749ADF8A8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8106467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03165-39D2-9750-6A8E-283561A7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9E19C-E8EA-DD14-7A38-4A1AC76FB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33491-420A-E2D8-D38A-C58FD145A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D6179-0397-B53B-D394-DB360AF659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6360560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B28D-7B66-ED74-B9E2-3D2F2606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08703-A722-6A82-9F1C-418CAC2F4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ACF93-F2C4-B9DA-6E0C-C74A327D2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A7F90-00BB-B6C1-12D5-E045EAED03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0334470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1909-4A32-D48D-21A0-0C396E13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3CDBB-79DC-7567-8F3E-A17A3E08D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8453B-2AF8-5237-42DF-558D54C10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1E64A-FCB7-0C4A-6013-096532B96B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297146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D24E-705F-42EC-D10D-5BD6F75B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176D4-3D9A-4C05-9B02-7C982518B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67630-AAAE-08B2-03B7-BA16C7100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BC136-57CC-AC44-A29F-0DCC629A7B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2275167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6E85-4828-233C-BD94-A47F00D5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A2DBA-600F-C33F-6881-73A405EA5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DCAB8-46B2-44CD-DF47-6FFA5AF56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47A8-C58F-9419-26AF-E0AB20F03BE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1447190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042F-F0FD-E43B-FD92-777A2485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8E0AF-FA43-2091-4E9A-F77B51C4A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B6B91-DCAE-46E5-E232-EB7C2267E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75639-4CD7-C3F1-2BEC-8F7651BA9F5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757560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873C-D160-277E-E7F0-4F80174D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5651E-A73F-B1E3-81B1-D07EE10F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84E53-74E3-9A75-C933-A0F63323E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97D45-FB09-0B97-4F78-7EA3F244EFB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0663648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2636-6EEE-088D-2041-A286B6FC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36D9E-C77A-737A-94E9-98ECE3D2D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4FDD6-87D4-09F5-186C-E02E0F342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39CBE-90CD-4EA0-9C7D-289231FFA6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7050805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>
            <a:extLst>
              <a:ext uri="{FF2B5EF4-FFF2-40B4-BE49-F238E27FC236}">
                <a16:creationId xmlns:a16="http://schemas.microsoft.com/office/drawing/2014/main" id="{654F05BF-3699-4CB2-87B8-DE9829893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2" name="Body Level One…">
            <a:extLst>
              <a:ext uri="{FF2B5EF4-FFF2-40B4-BE49-F238E27FC236}">
                <a16:creationId xmlns:a16="http://schemas.microsoft.com/office/drawing/2014/main" id="{EECEC1ED-0B5B-465E-B663-45D031BB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E6C75373-3EEF-47BF-8A76-7DF2760DC111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>
            <a:extLst>
              <a:ext uri="{FF2B5EF4-FFF2-40B4-BE49-F238E27FC236}">
                <a16:creationId xmlns:a16="http://schemas.microsoft.com/office/drawing/2014/main" id="{B2AEA381-E1E7-49B4-A589-97BB8C05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26DF6518-C34D-4F85-9C59-31FF0BACF78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>
            <a:extLst>
              <a:ext uri="{FF2B5EF4-FFF2-40B4-BE49-F238E27FC236}">
                <a16:creationId xmlns:a16="http://schemas.microsoft.com/office/drawing/2014/main" id="{ABD57B9B-1152-427D-8283-C64E8ABB79D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9" name="Body Level One…">
            <a:extLst>
              <a:ext uri="{FF2B5EF4-FFF2-40B4-BE49-F238E27FC236}">
                <a16:creationId xmlns:a16="http://schemas.microsoft.com/office/drawing/2014/main" id="{57EB3062-59E7-46BE-BC2F-D2AB8713E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AA5B17BB-8843-4E28-9D55-34414A4C5F0E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>
            <a:extLst>
              <a:ext uri="{FF2B5EF4-FFF2-40B4-BE49-F238E27FC236}">
                <a16:creationId xmlns:a16="http://schemas.microsoft.com/office/drawing/2014/main" id="{8C4EFA8C-9D92-41F8-899F-E691612CE05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010A4329-F957-41D9-B2B7-41E7649B998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">
            <a:extLst>
              <a:ext uri="{FF2B5EF4-FFF2-40B4-BE49-F238E27FC236}">
                <a16:creationId xmlns:a16="http://schemas.microsoft.com/office/drawing/2014/main" id="{2897BAED-F2BD-4AA9-A90F-73466E5BA708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Image">
            <a:extLst>
              <a:ext uri="{FF2B5EF4-FFF2-40B4-BE49-F238E27FC236}">
                <a16:creationId xmlns:a16="http://schemas.microsoft.com/office/drawing/2014/main" id="{35E810D0-69CB-473B-BD27-4C22B6DD436B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2919231" y="845025"/>
            <a:ext cx="18542001" cy="92075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" name="Title Text">
            <a:extLst>
              <a:ext uri="{FF2B5EF4-FFF2-40B4-BE49-F238E27FC236}">
                <a16:creationId xmlns:a16="http://schemas.microsoft.com/office/drawing/2014/main" id="{FB84E323-3B2B-41A8-A7F9-B2A9C4AD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541950"/>
            <a:ext cx="23114000" cy="2006601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54" name="Slide Number">
            <a:extLst>
              <a:ext uri="{FF2B5EF4-FFF2-40B4-BE49-F238E27FC236}">
                <a16:creationId xmlns:a16="http://schemas.microsoft.com/office/drawing/2014/main" id="{D7D3685D-6CBF-435D-A1AC-F1B4E2743C40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Image">
            <a:extLst>
              <a:ext uri="{FF2B5EF4-FFF2-40B4-BE49-F238E27FC236}">
                <a16:creationId xmlns:a16="http://schemas.microsoft.com/office/drawing/2014/main" id="{B93D88AC-EFC5-4293-A793-C6887B3E7B8D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016875" y="-63500"/>
            <a:ext cx="19831050" cy="13220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" name="Title Text">
            <a:extLst>
              <a:ext uri="{FF2B5EF4-FFF2-40B4-BE49-F238E27FC236}">
                <a16:creationId xmlns:a16="http://schemas.microsoft.com/office/drawing/2014/main" id="{25E9401A-B763-4358-8EC1-16C1FDB0B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8400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63" name="Body Level One…">
            <a:extLst>
              <a:ext uri="{FF2B5EF4-FFF2-40B4-BE49-F238E27FC236}">
                <a16:creationId xmlns:a16="http://schemas.microsoft.com/office/drawing/2014/main" id="{46A0D9B6-3279-437E-A486-6FFBD9F7A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64" name="Slide Number">
            <a:extLst>
              <a:ext uri="{FF2B5EF4-FFF2-40B4-BE49-F238E27FC236}">
                <a16:creationId xmlns:a16="http://schemas.microsoft.com/office/drawing/2014/main" id="{6DE7D813-8032-4F7C-ADC0-B3B0004485E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Image">
            <a:extLst>
              <a:ext uri="{FF2B5EF4-FFF2-40B4-BE49-F238E27FC236}">
                <a16:creationId xmlns:a16="http://schemas.microsoft.com/office/drawing/2014/main" id="{68A2910A-8ECE-49BF-9226-2C448A610231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972675" y="2125132"/>
            <a:ext cx="16402050" cy="10934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" name="Title Text">
            <a:extLst>
              <a:ext uri="{FF2B5EF4-FFF2-40B4-BE49-F238E27FC236}">
                <a16:creationId xmlns:a16="http://schemas.microsoft.com/office/drawing/2014/main" id="{652E46EC-1264-4477-A819-485C7B8497C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>
            <a:extLst>
              <a:ext uri="{FF2B5EF4-FFF2-40B4-BE49-F238E27FC236}">
                <a16:creationId xmlns:a16="http://schemas.microsoft.com/office/drawing/2014/main" id="{FFD95391-C7D9-4F4E-83EC-65B218A2D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buNone/>
              <a:defRPr/>
            </a:lvl1pPr>
            <a:lvl2pPr marL="1117600" indent="-558800">
              <a:buNone/>
              <a:defRPr/>
            </a:lvl2pPr>
            <a:lvl3pPr marL="1676400" indent="-558800">
              <a:buNone/>
              <a:defRPr/>
            </a:lvl3pPr>
            <a:lvl4pPr marL="2235200" indent="-558800">
              <a:buNone/>
              <a:defRPr/>
            </a:lvl4pPr>
            <a:lvl5pPr marL="2794000" indent="-5588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Slide Number">
            <a:extLst>
              <a:ext uri="{FF2B5EF4-FFF2-40B4-BE49-F238E27FC236}">
                <a16:creationId xmlns:a16="http://schemas.microsoft.com/office/drawing/2014/main" id="{737BA12A-E362-4B59-9248-F407F9C8E52A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>
            <a:extLst>
              <a:ext uri="{FF2B5EF4-FFF2-40B4-BE49-F238E27FC236}">
                <a16:creationId xmlns:a16="http://schemas.microsoft.com/office/drawing/2014/main" id="{9E5015A8-013B-4DCD-AD11-70EE04B40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2" name="Slide Number">
            <a:extLst>
              <a:ext uri="{FF2B5EF4-FFF2-40B4-BE49-F238E27FC236}">
                <a16:creationId xmlns:a16="http://schemas.microsoft.com/office/drawing/2014/main" id="{92F00410-EAB7-4DD3-8AC8-6208897DD18A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Image">
            <a:extLst>
              <a:ext uri="{FF2B5EF4-FFF2-40B4-BE49-F238E27FC236}">
                <a16:creationId xmlns:a16="http://schemas.microsoft.com/office/drawing/2014/main" id="{9216FB42-C4D6-4652-8222-22504E3A0D47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5290800" y="6870700"/>
            <a:ext cx="8343900" cy="5562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" name="Image">
            <a:extLst>
              <a:ext uri="{FF2B5EF4-FFF2-40B4-BE49-F238E27FC236}">
                <a16:creationId xmlns:a16="http://schemas.microsoft.com/office/drawing/2014/main" id="{1D7F60D7-6343-43F3-A881-3099DD2D2DE3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15316200" y="952500"/>
            <a:ext cx="8305800" cy="5537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" name="Image">
            <a:extLst>
              <a:ext uri="{FF2B5EF4-FFF2-40B4-BE49-F238E27FC236}">
                <a16:creationId xmlns:a16="http://schemas.microsoft.com/office/drawing/2014/main" id="{25CD8793-F976-4444-A791-85654D33DA40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-1739900" y="-258233"/>
            <a:ext cx="20065999" cy="133773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5F1EC442-B886-4F95-A877-7E0A0CB9A0F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–Johnny Appleseed">
            <a:extLst>
              <a:ext uri="{FF2B5EF4-FFF2-40B4-BE49-F238E27FC236}">
                <a16:creationId xmlns:a16="http://schemas.microsoft.com/office/drawing/2014/main" id="{D4A5D636-A625-48C1-B24A-63FEE40B067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387600" y="8953500"/>
            <a:ext cx="19621500" cy="584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pPr>
              <a:buNone/>
            </a:pPr>
            <a:r>
              <a:t>–Johnny Appleseed</a:t>
            </a:r>
          </a:p>
        </p:txBody>
      </p:sp>
      <p:sp>
        <p:nvSpPr>
          <p:cNvPr id="100" name="“Type a quote here.”">
            <a:extLst>
              <a:ext uri="{FF2B5EF4-FFF2-40B4-BE49-F238E27FC236}">
                <a16:creationId xmlns:a16="http://schemas.microsoft.com/office/drawing/2014/main" id="{C2208FF3-E3DB-4B43-B060-377EFA2131DF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387600" y="6070599"/>
            <a:ext cx="19621500" cy="838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</a:lstStyle>
          <a:p>
            <a:pPr>
              <a:buNone/>
            </a:pPr>
            <a:r>
              <a:t>“Type a quote here.” </a:t>
            </a:r>
          </a:p>
        </p:txBody>
      </p:sp>
      <p:sp>
        <p:nvSpPr>
          <p:cNvPr id="101" name="Slide Number">
            <a:extLst>
              <a:ext uri="{FF2B5EF4-FFF2-40B4-BE49-F238E27FC236}">
                <a16:creationId xmlns:a16="http://schemas.microsoft.com/office/drawing/2014/main" id="{B1A96C08-2ACB-4740-AE20-C34910E44EC1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mage">
            <a:extLst>
              <a:ext uri="{FF2B5EF4-FFF2-40B4-BE49-F238E27FC236}">
                <a16:creationId xmlns:a16="http://schemas.microsoft.com/office/drawing/2014/main" id="{D8EB6377-0C74-48D5-B8FC-A30555899E0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-1291579"/>
            <a:ext cx="29260800" cy="19507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9" name="Slide Number">
            <a:extLst>
              <a:ext uri="{FF2B5EF4-FFF2-40B4-BE49-F238E27FC236}">
                <a16:creationId xmlns:a16="http://schemas.microsoft.com/office/drawing/2014/main" id="{62C37C5D-A865-413A-8D18-65B3C028FB5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Text">
            <a:extLst>
              <a:ext uri="{FF2B5EF4-FFF2-40B4-BE49-F238E27FC236}">
                <a16:creationId xmlns:a16="http://schemas.microsoft.com/office/drawing/2014/main" id="{1CCEC7D0-3504-402A-91FF-4F836E189CB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17" name="Body Level One…">
            <a:extLst>
              <a:ext uri="{FF2B5EF4-FFF2-40B4-BE49-F238E27FC236}">
                <a16:creationId xmlns:a16="http://schemas.microsoft.com/office/drawing/2014/main" id="{D01656EE-3E43-425E-BFFA-FB7B33550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1pPr>
            <a:lvl2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2pPr>
            <a:lvl3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3pPr>
            <a:lvl4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4pPr>
            <a:lvl5pPr>
              <a:spcBef>
                <a:spcPts val="5900"/>
              </a:spcBef>
              <a:buNone/>
              <a:defRPr sz="480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18" name="Slide Number">
            <a:extLst>
              <a:ext uri="{FF2B5EF4-FFF2-40B4-BE49-F238E27FC236}">
                <a16:creationId xmlns:a16="http://schemas.microsoft.com/office/drawing/2014/main" id="{552D39CF-4061-4643-8127-4935117CC676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Text">
            <a:extLst>
              <a:ext uri="{FF2B5EF4-FFF2-40B4-BE49-F238E27FC236}">
                <a16:creationId xmlns:a16="http://schemas.microsoft.com/office/drawing/2014/main" id="{4B9B9054-25B3-4AA6-8020-3FE560E2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>
                <a:latin typeface="Helvetica Neue Medium"/>
                <a:ea typeface="Helvetica Neue Medium"/>
                <a:cs typeface="Helvetica Neue Medium"/>
              </a:defRPr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26" name="Body Level One…">
            <a:extLst>
              <a:ext uri="{FF2B5EF4-FFF2-40B4-BE49-F238E27FC236}">
                <a16:creationId xmlns:a16="http://schemas.microsoft.com/office/drawing/2014/main" id="{A43F0E6D-5561-4FE5-B57A-DCE831E4D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27" name="Slide Number">
            <a:extLst>
              <a:ext uri="{FF2B5EF4-FFF2-40B4-BE49-F238E27FC236}">
                <a16:creationId xmlns:a16="http://schemas.microsoft.com/office/drawing/2014/main" id="{F6D178D4-103A-4368-9E1A-12A2A3AC792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Helvetica Neue Light"/>
                <a:ea typeface="Helvetica Neue Light"/>
                <a:cs typeface="Helvetica Neue Light"/>
              </a:defRPr>
            </a:lvl1pPr>
          </a:lstStyle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89287167-D05C-4CCF-9FB9-C794E0B1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F6BD2CFB-8735-4529-B5C2-CD5678806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2pPr marL="1270000" indent="-635000">
              <a:buNone/>
              <a:defRPr/>
            </a:lvl2pPr>
            <a:lvl3pPr marL="1905000" indent="-635000">
              <a:buNone/>
              <a:defRPr/>
            </a:lvl3pPr>
            <a:lvl4pPr marL="2540000" indent="-635000">
              <a:buNone/>
              <a:defRPr/>
            </a:lvl4pPr>
            <a:lvl5pPr marL="3175000" indent="-6350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4BB5D48-8418-49CC-8A18-0366FFAA9ECF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959031" y="13081000"/>
            <a:ext cx="453238" cy="461366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>
            <a:lvl1pPr>
              <a:buNone/>
              <a:defRPr sz="2400" b="0"/>
            </a:lvl1pPr>
          </a:lstStyle>
          <a:p>
            <a:pPr>
              <a:buNone/>
            </a:pP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titleStyle>
    <p:bodyStyle>
      <a:lvl1pPr marL="635000" marR="0" indent="-63500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142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206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269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333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396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460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523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587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bodyStyle>
    <p:otherStyle>
      <a:lvl1pPr marL="0" marR="0" indent="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228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457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685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9144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11430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1371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1600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1828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4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3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3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Learning">
            <a:extLst>
              <a:ext uri="{FF2B5EF4-FFF2-40B4-BE49-F238E27FC236}">
                <a16:creationId xmlns:a16="http://schemas.microsoft.com/office/drawing/2014/main" id="{A339B49E-56AB-4626-974F-438B1AAC69D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Aprendizado</a:t>
            </a:r>
          </a:p>
        </p:txBody>
      </p:sp>
    </p:spTree>
    <p:extLst>
      <p:ext uri="{BB962C8B-B14F-4D97-AF65-F5344CB8AC3E}">
        <p14:creationId xmlns:p14="http://schemas.microsoft.com/office/powerpoint/2010/main" val="198891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687F-837C-1E05-0208-6D83142DE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Learning">
            <a:extLst>
              <a:ext uri="{FF2B5EF4-FFF2-40B4-BE49-F238E27FC236}">
                <a16:creationId xmlns:a16="http://schemas.microsoft.com/office/drawing/2014/main" id="{6C8D1087-6F2B-2363-9809-11DDF413C0D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Aprendizado</a:t>
            </a:r>
          </a:p>
        </p:txBody>
      </p:sp>
      <p:sp>
        <p:nvSpPr>
          <p:cNvPr id="2266" name="Supervised Learning…">
            <a:extLst>
              <a:ext uri="{FF2B5EF4-FFF2-40B4-BE49-F238E27FC236}">
                <a16:creationId xmlns:a16="http://schemas.microsoft.com/office/drawing/2014/main" id="{0533AE8C-8119-15E2-B500-853B5D2B1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 sz="7500"/>
            </a:pPr>
            <a:r>
              <a:t>Aprendizado Supervisionado</a:t>
            </a:r>
          </a:p>
          <a:p>
            <a:pPr>
              <a:buNone/>
              <a:defRPr sz="7500"/>
            </a:pPr>
            <a:r>
              <a:t>Aprendizado por Reforço</a:t>
            </a:r>
          </a:p>
          <a:p>
            <a:pPr>
              <a:buNone/>
              <a:defRPr sz="7500"/>
            </a:pPr>
            <a:r>
              <a:t>Aprendizado sem Supervisão</a:t>
            </a:r>
          </a:p>
        </p:txBody>
      </p:sp>
    </p:spTree>
    <p:extLst>
      <p:ext uri="{BB962C8B-B14F-4D97-AF65-F5344CB8AC3E}">
        <p14:creationId xmlns:p14="http://schemas.microsoft.com/office/powerpoint/2010/main" val="977870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upervised Learning">
            <a:extLst>
              <a:ext uri="{FF2B5EF4-FFF2-40B4-BE49-F238E27FC236}">
                <a16:creationId xmlns:a16="http://schemas.microsoft.com/office/drawing/2014/main" id="{D655D186-AADC-4A71-B351-6467BE1F575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Aprendizado Supervisionado</a:t>
            </a:r>
          </a:p>
        </p:txBody>
      </p:sp>
    </p:spTree>
    <p:extLst>
      <p:ext uri="{BB962C8B-B14F-4D97-AF65-F5344CB8AC3E}">
        <p14:creationId xmlns:p14="http://schemas.microsoft.com/office/powerpoint/2010/main" val="202417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upervised learning">
            <a:extLst>
              <a:ext uri="{FF2B5EF4-FFF2-40B4-BE49-F238E27FC236}">
                <a16:creationId xmlns:a16="http://schemas.microsoft.com/office/drawing/2014/main" id="{3B4E90FA-BE75-4BA2-8AD7-09F6B6319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aprendizado supervisionado</a:t>
            </a:r>
          </a:p>
        </p:txBody>
      </p:sp>
      <p:sp>
        <p:nvSpPr>
          <p:cNvPr id="143" name="given a data set of input-output pairs, learn a function to map inputs to outputs">
            <a:extLst>
              <a:ext uri="{FF2B5EF4-FFF2-40B4-BE49-F238E27FC236}">
                <a16:creationId xmlns:a16="http://schemas.microsoft.com/office/drawing/2014/main" id="{06DB2380-4600-4872-879F-FFBFD2E4A3FC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dado um conjunto de pares de entrada e saída, aprender uma função que mapeie entradas em saídas</a:t>
            </a:r>
          </a:p>
        </p:txBody>
      </p:sp>
    </p:spTree>
    <p:extLst>
      <p:ext uri="{BB962C8B-B14F-4D97-AF65-F5344CB8AC3E}">
        <p14:creationId xmlns:p14="http://schemas.microsoft.com/office/powerpoint/2010/main" val="107744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lassification">
            <a:extLst>
              <a:ext uri="{FF2B5EF4-FFF2-40B4-BE49-F238E27FC236}">
                <a16:creationId xmlns:a16="http://schemas.microsoft.com/office/drawing/2014/main" id="{1DA7148C-F409-4ED8-92BD-769191E5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classificação</a:t>
            </a:r>
          </a:p>
        </p:txBody>
      </p:sp>
      <p:sp>
        <p:nvSpPr>
          <p:cNvPr id="146" name="supervised learning task of learning a function mapping an input point to a discrete category">
            <a:extLst>
              <a:ext uri="{FF2B5EF4-FFF2-40B4-BE49-F238E27FC236}">
                <a16:creationId xmlns:a16="http://schemas.microsoft.com/office/drawing/2014/main" id="{25F88DC4-22B3-4E6C-BA8C-C67865B8992A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aprender uma função que associa uma entrada a uma categoria discreta</a:t>
            </a:r>
          </a:p>
        </p:txBody>
      </p:sp>
    </p:spTree>
    <p:extLst>
      <p:ext uri="{BB962C8B-B14F-4D97-AF65-F5344CB8AC3E}">
        <p14:creationId xmlns:p14="http://schemas.microsoft.com/office/powerpoint/2010/main" val="1253802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Water Drop">
            <a:extLst>
              <a:ext uri="{FF2B5EF4-FFF2-40B4-BE49-F238E27FC236}">
                <a16:creationId xmlns:a16="http://schemas.microsoft.com/office/drawing/2014/main" id="{CFCF84B1-F577-4B8C-87A2-6CC1165CAFFA}"/>
              </a:ext>
            </a:extLst>
          </p:cNvPr>
          <p:cNvSpPr>
            <a:spLocks noGrp="1"/>
          </p:cNvSpPr>
          <p:nvPr/>
        </p:nvSpPr>
        <p:spPr>
          <a:xfrm>
            <a:off x="5056744" y="7420525"/>
            <a:ext cx="861898" cy="141643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" name="Cloud">
            <a:extLst>
              <a:ext uri="{FF2B5EF4-FFF2-40B4-BE49-F238E27FC236}">
                <a16:creationId xmlns:a16="http://schemas.microsoft.com/office/drawing/2014/main" id="{EE17A95F-38A5-434F-AF88-C1BEF782A377}"/>
              </a:ext>
            </a:extLst>
          </p:cNvPr>
          <p:cNvSpPr>
            <a:spLocks noGrp="1"/>
          </p:cNvSpPr>
          <p:nvPr/>
        </p:nvSpPr>
        <p:spPr>
          <a:xfrm>
            <a:off x="5005249" y="3748279"/>
            <a:ext cx="5227786" cy="315055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0" name="Water Drop">
            <a:extLst>
              <a:ext uri="{FF2B5EF4-FFF2-40B4-BE49-F238E27FC236}">
                <a16:creationId xmlns:a16="http://schemas.microsoft.com/office/drawing/2014/main" id="{A5B28C48-057D-4518-AA71-7156A875D3FD}"/>
              </a:ext>
            </a:extLst>
          </p:cNvPr>
          <p:cNvSpPr>
            <a:spLocks noGrp="1"/>
          </p:cNvSpPr>
          <p:nvPr/>
        </p:nvSpPr>
        <p:spPr>
          <a:xfrm>
            <a:off x="6477709" y="8551287"/>
            <a:ext cx="861898" cy="141643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" name="Water Drop">
            <a:extLst>
              <a:ext uri="{FF2B5EF4-FFF2-40B4-BE49-F238E27FC236}">
                <a16:creationId xmlns:a16="http://schemas.microsoft.com/office/drawing/2014/main" id="{D650530D-CA96-4A71-840B-9E7812EFD9EC}"/>
              </a:ext>
            </a:extLst>
          </p:cNvPr>
          <p:cNvSpPr>
            <a:spLocks noGrp="1"/>
          </p:cNvSpPr>
          <p:nvPr/>
        </p:nvSpPr>
        <p:spPr>
          <a:xfrm>
            <a:off x="7898674" y="7420525"/>
            <a:ext cx="861899" cy="141643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" name="Water Drop">
            <a:extLst>
              <a:ext uri="{FF2B5EF4-FFF2-40B4-BE49-F238E27FC236}">
                <a16:creationId xmlns:a16="http://schemas.microsoft.com/office/drawing/2014/main" id="{8F29F106-E943-4AC1-A592-1EF8204AB348}"/>
              </a:ext>
            </a:extLst>
          </p:cNvPr>
          <p:cNvSpPr>
            <a:spLocks noGrp="1"/>
          </p:cNvSpPr>
          <p:nvPr/>
        </p:nvSpPr>
        <p:spPr>
          <a:xfrm>
            <a:off x="9319640" y="7981301"/>
            <a:ext cx="861898" cy="1416435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" name="Group">
            <a:extLst>
              <a:ext uri="{FF2B5EF4-FFF2-40B4-BE49-F238E27FC236}">
                <a16:creationId xmlns:a16="http://schemas.microsoft.com/office/drawing/2014/main" id="{9ECF1354-EB51-4F50-905D-F8E443B99D6B}"/>
              </a:ext>
            </a:extLst>
          </p:cNvPr>
          <p:cNvSpPr>
            <a:spLocks noGrp="1"/>
          </p:cNvSpPr>
          <p:nvPr/>
        </p:nvSpPr>
        <p:spPr>
          <a:xfrm>
            <a:off x="14150965" y="3748279"/>
            <a:ext cx="5227786" cy="315055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03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1695450" y="1784350"/>
          <a:ext cx="20993100" cy="10147296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24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Data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latin typeface="Helvetica"/>
                          <a:ea typeface="Helvetica"/>
                          <a:cs typeface="Helvetica"/>
                        </a:rPr>
                        <a:t>Umidade</a:t>
                      </a:r>
                    </a:p>
                    <a:p>
                      <a:pPr>
                        <a:buNone/>
                      </a:pPr>
                      <a:r>
                        <a:rPr sz="3800" b="0">
                          <a:latin typeface="Helvetica"/>
                          <a:ea typeface="Helvetica"/>
                          <a:cs typeface="Helvetica"/>
                        </a:rPr>
                        <a:t>(umidade relativa)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latin typeface="Helvetica"/>
                          <a:ea typeface="Helvetica"/>
                          <a:cs typeface="Helvetica"/>
                        </a:rPr>
                        <a:t>Pressão</a:t>
                      </a:r>
                    </a:p>
                    <a:p>
                      <a:pPr>
                        <a:buNone/>
                      </a:pPr>
                      <a:r>
                        <a:rPr sz="3800" b="0">
                          <a:latin typeface="Helvetica"/>
                          <a:ea typeface="Helvetica"/>
                          <a:cs typeface="Helvetica"/>
                        </a:rPr>
                        <a:t>(nível do mar, mb)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664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1695450" y="1784350"/>
          <a:ext cx="20993100" cy="10147296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524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Data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latin typeface="Helvetica"/>
                          <a:ea typeface="Helvetica"/>
                          <a:cs typeface="Helvetica"/>
                        </a:rPr>
                        <a:t>Umidade</a:t>
                      </a:r>
                    </a:p>
                    <a:p>
                      <a:pPr>
                        <a:buNone/>
                      </a:pPr>
                      <a:r>
                        <a:rPr sz="3800" b="0">
                          <a:latin typeface="Helvetica"/>
                          <a:ea typeface="Helvetica"/>
                          <a:cs typeface="Helvetica"/>
                        </a:rPr>
                        <a:t>(umidade relativa)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latin typeface="Helvetica"/>
                          <a:ea typeface="Helvetica"/>
                          <a:cs typeface="Helvetica"/>
                        </a:rPr>
                        <a:t>Pressão</a:t>
                      </a:r>
                    </a:p>
                    <a:p>
                      <a:pPr>
                        <a:buNone/>
                      </a:pPr>
                      <a:r>
                        <a:rPr sz="3800" b="0">
                          <a:latin typeface="Helvetica"/>
                          <a:ea typeface="Helvetica"/>
                          <a:cs typeface="Helvetica"/>
                        </a:rPr>
                        <a:t>(nível do mar, mb)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1º de janeiro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93%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999,7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2 de janeiro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49%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1015,5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Sem 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3 de janeiro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79%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1031,1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Sem 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4 de janeiro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65%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984,9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5 de janeiro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90%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975,2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Chuva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06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quation">
            <a:extLst>
              <a:ext uri="{FF2B5EF4-FFF2-40B4-BE49-F238E27FC236}">
                <a16:creationId xmlns:a16="http://schemas.microsoft.com/office/drawing/2014/main" id="{C2A323C0-839B-4D73-8848-5E976A9D1B3A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12177349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h(umidade, pressão)</a:t>
            </a:r>
            <a:endParaRPr sz="113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78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E9E8-A499-9749-6C7A-4DF93974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quation">
            <a:extLst>
              <a:ext uri="{FF2B5EF4-FFF2-40B4-BE49-F238E27FC236}">
                <a16:creationId xmlns:a16="http://schemas.microsoft.com/office/drawing/2014/main" id="{6FBE4B00-E0D5-65E4-0948-712FFB46DC83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12177349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h(umidade, pressão)</a:t>
            </a:r>
            <a:endParaRPr sz="11300">
              <a:solidFill>
                <a:srgbClr val="FFFFFF"/>
              </a:solidFill>
            </a:endParaRPr>
          </a:p>
        </p:txBody>
      </p:sp>
      <p:sp>
        <p:nvSpPr>
          <p:cNvPr id="163" name="f(humidity, pressure)">
            <a:extLst>
              <a:ext uri="{FF2B5EF4-FFF2-40B4-BE49-F238E27FC236}">
                <a16:creationId xmlns:a16="http://schemas.microsoft.com/office/drawing/2014/main" id="{10D692CD-AFEF-D71D-8ACD-750D55ACD569}"/>
              </a:ext>
            </a:extLst>
          </p:cNvPr>
          <p:cNvSpPr>
            <a:spLocks noGrp="1"/>
          </p:cNvSpPr>
          <p:nvPr/>
        </p:nvSpPr>
        <p:spPr>
          <a:xfrm>
            <a:off x="3126689" y="1478215"/>
            <a:ext cx="1159936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f(umidade, pressão)</a:t>
            </a:r>
          </a:p>
        </p:txBody>
      </p:sp>
    </p:spTree>
    <p:extLst>
      <p:ext uri="{BB962C8B-B14F-4D97-AF65-F5344CB8AC3E}">
        <p14:creationId xmlns:p14="http://schemas.microsoft.com/office/powerpoint/2010/main" val="1149765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214D-960E-DC56-BDBB-44A8122B5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quation">
            <a:extLst>
              <a:ext uri="{FF2B5EF4-FFF2-40B4-BE49-F238E27FC236}">
                <a16:creationId xmlns:a16="http://schemas.microsoft.com/office/drawing/2014/main" id="{7B45011C-A23D-B68F-47F2-F31CF5B13ABA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12177349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h(umidade, pressão)</a:t>
            </a:r>
            <a:endParaRPr sz="11300">
              <a:solidFill>
                <a:srgbClr val="FFFFFF"/>
              </a:solidFill>
            </a:endParaRPr>
          </a:p>
        </p:txBody>
      </p:sp>
      <p:sp>
        <p:nvSpPr>
          <p:cNvPr id="161" name="f(93, 999.7) = Rain">
            <a:extLst>
              <a:ext uri="{FF2B5EF4-FFF2-40B4-BE49-F238E27FC236}">
                <a16:creationId xmlns:a16="http://schemas.microsoft.com/office/drawing/2014/main" id="{B64C9391-C78D-9218-2913-E2407E7009BD}"/>
              </a:ext>
            </a:extLst>
          </p:cNvPr>
          <p:cNvSpPr>
            <a:spLocks noGrp="1"/>
          </p:cNvSpPr>
          <p:nvPr/>
        </p:nvSpPr>
        <p:spPr>
          <a:xfrm>
            <a:off x="6169565" y="3675332"/>
            <a:ext cx="10684515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f(93, 999.7) = Chuva</a:t>
            </a:r>
          </a:p>
        </p:txBody>
      </p:sp>
      <p:sp>
        <p:nvSpPr>
          <p:cNvPr id="163" name="f(humidity, pressure)">
            <a:extLst>
              <a:ext uri="{FF2B5EF4-FFF2-40B4-BE49-F238E27FC236}">
                <a16:creationId xmlns:a16="http://schemas.microsoft.com/office/drawing/2014/main" id="{BE739A2B-31C1-DCBF-7AD8-6120C5DC6E42}"/>
              </a:ext>
            </a:extLst>
          </p:cNvPr>
          <p:cNvSpPr>
            <a:spLocks noGrp="1"/>
          </p:cNvSpPr>
          <p:nvPr/>
        </p:nvSpPr>
        <p:spPr>
          <a:xfrm>
            <a:off x="3126689" y="1478215"/>
            <a:ext cx="1159936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f(umidade, pressão)</a:t>
            </a:r>
          </a:p>
        </p:txBody>
      </p:sp>
    </p:spTree>
    <p:extLst>
      <p:ext uri="{BB962C8B-B14F-4D97-AF65-F5344CB8AC3E}">
        <p14:creationId xmlns:p14="http://schemas.microsoft.com/office/powerpoint/2010/main" val="3561303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DE28-3E03-C83C-F6E4-CD22E89F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quation">
            <a:extLst>
              <a:ext uri="{FF2B5EF4-FFF2-40B4-BE49-F238E27FC236}">
                <a16:creationId xmlns:a16="http://schemas.microsoft.com/office/drawing/2014/main" id="{1BCC527B-0FAB-8A21-624D-48F96B7074EE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12177349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h(umidade, pressão)</a:t>
            </a:r>
            <a:endParaRPr sz="11300">
              <a:solidFill>
                <a:srgbClr val="FFFFFF"/>
              </a:solidFill>
            </a:endParaRPr>
          </a:p>
        </p:txBody>
      </p:sp>
      <p:sp>
        <p:nvSpPr>
          <p:cNvPr id="161" name="f(93, 999.7) = Rain">
            <a:extLst>
              <a:ext uri="{FF2B5EF4-FFF2-40B4-BE49-F238E27FC236}">
                <a16:creationId xmlns:a16="http://schemas.microsoft.com/office/drawing/2014/main" id="{1389EF21-D935-C477-367E-9722AB2B40B2}"/>
              </a:ext>
            </a:extLst>
          </p:cNvPr>
          <p:cNvSpPr>
            <a:spLocks noGrp="1"/>
          </p:cNvSpPr>
          <p:nvPr/>
        </p:nvSpPr>
        <p:spPr>
          <a:xfrm>
            <a:off x="6169565" y="3675332"/>
            <a:ext cx="10684515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f(93, 999.7) = Chuva</a:t>
            </a:r>
          </a:p>
        </p:txBody>
      </p:sp>
      <p:sp>
        <p:nvSpPr>
          <p:cNvPr id="162" name="f(49, 1015.5) = No Rain">
            <a:extLst>
              <a:ext uri="{FF2B5EF4-FFF2-40B4-BE49-F238E27FC236}">
                <a16:creationId xmlns:a16="http://schemas.microsoft.com/office/drawing/2014/main" id="{F07770B3-C601-2BFF-5E34-B78FDF1B336E}"/>
              </a:ext>
            </a:extLst>
          </p:cNvPr>
          <p:cNvSpPr>
            <a:spLocks noGrp="1"/>
          </p:cNvSpPr>
          <p:nvPr/>
        </p:nvSpPr>
        <p:spPr>
          <a:xfrm>
            <a:off x="6169565" y="5879624"/>
            <a:ext cx="1338954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f(49, 1015.5) = Sem Chuva</a:t>
            </a:r>
          </a:p>
        </p:txBody>
      </p:sp>
      <p:sp>
        <p:nvSpPr>
          <p:cNvPr id="163" name="f(humidity, pressure)">
            <a:extLst>
              <a:ext uri="{FF2B5EF4-FFF2-40B4-BE49-F238E27FC236}">
                <a16:creationId xmlns:a16="http://schemas.microsoft.com/office/drawing/2014/main" id="{B42DF579-4055-705E-AB63-B8DC2138200A}"/>
              </a:ext>
            </a:extLst>
          </p:cNvPr>
          <p:cNvSpPr>
            <a:spLocks noGrp="1"/>
          </p:cNvSpPr>
          <p:nvPr/>
        </p:nvSpPr>
        <p:spPr>
          <a:xfrm>
            <a:off x="3126689" y="1478215"/>
            <a:ext cx="1159936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f(umidade, pressão)</a:t>
            </a:r>
          </a:p>
        </p:txBody>
      </p:sp>
    </p:spTree>
    <p:extLst>
      <p:ext uri="{BB962C8B-B14F-4D97-AF65-F5344CB8AC3E}">
        <p14:creationId xmlns:p14="http://schemas.microsoft.com/office/powerpoint/2010/main" val="1886432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E570-A879-0B23-0667-6E906BB1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quation">
            <a:extLst>
              <a:ext uri="{FF2B5EF4-FFF2-40B4-BE49-F238E27FC236}">
                <a16:creationId xmlns:a16="http://schemas.microsoft.com/office/drawing/2014/main" id="{94DD4D78-8AD9-34B6-7425-14A2FA6DDC4B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12177349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h(umidade, pressão)</a:t>
            </a:r>
            <a:endParaRPr sz="11300">
              <a:solidFill>
                <a:srgbClr val="FFFFFF"/>
              </a:solidFill>
            </a:endParaRPr>
          </a:p>
        </p:txBody>
      </p:sp>
      <p:sp>
        <p:nvSpPr>
          <p:cNvPr id="161" name="f(93, 999.7) = Rain">
            <a:extLst>
              <a:ext uri="{FF2B5EF4-FFF2-40B4-BE49-F238E27FC236}">
                <a16:creationId xmlns:a16="http://schemas.microsoft.com/office/drawing/2014/main" id="{557CB27A-09E4-1370-A2ED-BB0CEA327435}"/>
              </a:ext>
            </a:extLst>
          </p:cNvPr>
          <p:cNvSpPr>
            <a:spLocks noGrp="1"/>
          </p:cNvSpPr>
          <p:nvPr/>
        </p:nvSpPr>
        <p:spPr>
          <a:xfrm>
            <a:off x="6169565" y="3675332"/>
            <a:ext cx="10684515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f(93, 999.7) = Chuva</a:t>
            </a:r>
          </a:p>
        </p:txBody>
      </p:sp>
      <p:sp>
        <p:nvSpPr>
          <p:cNvPr id="162" name="f(49, 1015.5) = No Rain">
            <a:extLst>
              <a:ext uri="{FF2B5EF4-FFF2-40B4-BE49-F238E27FC236}">
                <a16:creationId xmlns:a16="http://schemas.microsoft.com/office/drawing/2014/main" id="{EC4CE413-A029-A99E-BDCB-AE9CEAE3C61C}"/>
              </a:ext>
            </a:extLst>
          </p:cNvPr>
          <p:cNvSpPr>
            <a:spLocks noGrp="1"/>
          </p:cNvSpPr>
          <p:nvPr/>
        </p:nvSpPr>
        <p:spPr>
          <a:xfrm>
            <a:off x="6169565" y="5879624"/>
            <a:ext cx="1338954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f(49, 1015.5) = Sem Chuva</a:t>
            </a:r>
          </a:p>
        </p:txBody>
      </p:sp>
      <p:sp>
        <p:nvSpPr>
          <p:cNvPr id="163" name="f(humidity, pressure)">
            <a:extLst>
              <a:ext uri="{FF2B5EF4-FFF2-40B4-BE49-F238E27FC236}">
                <a16:creationId xmlns:a16="http://schemas.microsoft.com/office/drawing/2014/main" id="{53A00DED-B200-D77E-8BED-D5C7D6536E22}"/>
              </a:ext>
            </a:extLst>
          </p:cNvPr>
          <p:cNvSpPr>
            <a:spLocks noGrp="1"/>
          </p:cNvSpPr>
          <p:nvPr/>
        </p:nvSpPr>
        <p:spPr>
          <a:xfrm>
            <a:off x="3126689" y="1478215"/>
            <a:ext cx="1159936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f(umidade, pressão)</a:t>
            </a:r>
          </a:p>
        </p:txBody>
      </p:sp>
      <p:sp>
        <p:nvSpPr>
          <p:cNvPr id="164" name="f(79, 1031.1) = No Rain">
            <a:extLst>
              <a:ext uri="{FF2B5EF4-FFF2-40B4-BE49-F238E27FC236}">
                <a16:creationId xmlns:a16="http://schemas.microsoft.com/office/drawing/2014/main" id="{5A489FC2-979C-2CBE-32DD-65B05EB3180D}"/>
              </a:ext>
            </a:extLst>
          </p:cNvPr>
          <p:cNvSpPr>
            <a:spLocks noGrp="1"/>
          </p:cNvSpPr>
          <p:nvPr/>
        </p:nvSpPr>
        <p:spPr>
          <a:xfrm>
            <a:off x="6169565" y="8083917"/>
            <a:ext cx="1338954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f(79, 1031.1) = Sem Chuva</a:t>
            </a:r>
          </a:p>
        </p:txBody>
      </p:sp>
    </p:spTree>
    <p:extLst>
      <p:ext uri="{BB962C8B-B14F-4D97-AF65-F5344CB8AC3E}">
        <p14:creationId xmlns:p14="http://schemas.microsoft.com/office/powerpoint/2010/main" val="3340632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5CAF-C6BF-0BED-1889-693BE290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quation">
            <a:extLst>
              <a:ext uri="{FF2B5EF4-FFF2-40B4-BE49-F238E27FC236}">
                <a16:creationId xmlns:a16="http://schemas.microsoft.com/office/drawing/2014/main" id="{F7FDEB24-9973-85EF-F6E6-CC466CB4ED00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12177349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h(umidade, pressão)</a:t>
            </a:r>
            <a:endParaRPr sz="11300">
              <a:solidFill>
                <a:srgbClr val="FFFFFF"/>
              </a:solidFill>
            </a:endParaRPr>
          </a:p>
        </p:txBody>
      </p:sp>
      <p:sp>
        <p:nvSpPr>
          <p:cNvPr id="161" name="f(93, 999.7) = Rain">
            <a:extLst>
              <a:ext uri="{FF2B5EF4-FFF2-40B4-BE49-F238E27FC236}">
                <a16:creationId xmlns:a16="http://schemas.microsoft.com/office/drawing/2014/main" id="{7AF19676-4D5B-B341-66AE-C542207255C3}"/>
              </a:ext>
            </a:extLst>
          </p:cNvPr>
          <p:cNvSpPr>
            <a:spLocks noGrp="1"/>
          </p:cNvSpPr>
          <p:nvPr/>
        </p:nvSpPr>
        <p:spPr>
          <a:xfrm>
            <a:off x="6169565" y="3675332"/>
            <a:ext cx="10684515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f(93, 999.7) = Chuva</a:t>
            </a:r>
          </a:p>
        </p:txBody>
      </p:sp>
      <p:sp>
        <p:nvSpPr>
          <p:cNvPr id="162" name="f(49, 1015.5) = No Rain">
            <a:extLst>
              <a:ext uri="{FF2B5EF4-FFF2-40B4-BE49-F238E27FC236}">
                <a16:creationId xmlns:a16="http://schemas.microsoft.com/office/drawing/2014/main" id="{075600B4-DD80-6663-0BF8-495A1BBD2923}"/>
              </a:ext>
            </a:extLst>
          </p:cNvPr>
          <p:cNvSpPr>
            <a:spLocks noGrp="1"/>
          </p:cNvSpPr>
          <p:nvPr/>
        </p:nvSpPr>
        <p:spPr>
          <a:xfrm>
            <a:off x="6169565" y="5879624"/>
            <a:ext cx="1338954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f(49, 1015.5) = Sem Chuva</a:t>
            </a:r>
          </a:p>
        </p:txBody>
      </p:sp>
      <p:sp>
        <p:nvSpPr>
          <p:cNvPr id="163" name="f(humidity, pressure)">
            <a:extLst>
              <a:ext uri="{FF2B5EF4-FFF2-40B4-BE49-F238E27FC236}">
                <a16:creationId xmlns:a16="http://schemas.microsoft.com/office/drawing/2014/main" id="{C380AD5B-C38F-29D8-34AF-4FF5AF3040E2}"/>
              </a:ext>
            </a:extLst>
          </p:cNvPr>
          <p:cNvSpPr>
            <a:spLocks noGrp="1"/>
          </p:cNvSpPr>
          <p:nvPr/>
        </p:nvSpPr>
        <p:spPr>
          <a:xfrm>
            <a:off x="3126689" y="1478215"/>
            <a:ext cx="1159936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 dirty="0"/>
              <a:t>f(</a:t>
            </a:r>
            <a:r>
              <a:rPr spc="647" dirty="0" err="1"/>
              <a:t>umidade</a:t>
            </a:r>
            <a:r>
              <a:rPr spc="647" dirty="0"/>
              <a:t>, </a:t>
            </a:r>
            <a:r>
              <a:rPr spc="647" dirty="0" err="1"/>
              <a:t>pressão</a:t>
            </a:r>
            <a:r>
              <a:rPr spc="647" dirty="0"/>
              <a:t>)</a:t>
            </a:r>
          </a:p>
        </p:txBody>
      </p:sp>
      <p:sp>
        <p:nvSpPr>
          <p:cNvPr id="164" name="f(79, 1031.1) = No Rain">
            <a:extLst>
              <a:ext uri="{FF2B5EF4-FFF2-40B4-BE49-F238E27FC236}">
                <a16:creationId xmlns:a16="http://schemas.microsoft.com/office/drawing/2014/main" id="{A3613E15-17D2-365D-F605-FFC8D577D10E}"/>
              </a:ext>
            </a:extLst>
          </p:cNvPr>
          <p:cNvSpPr>
            <a:spLocks noGrp="1"/>
          </p:cNvSpPr>
          <p:nvPr/>
        </p:nvSpPr>
        <p:spPr>
          <a:xfrm>
            <a:off x="6169565" y="8083917"/>
            <a:ext cx="13389541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f(79, 1031.1) = Sem Chuva</a:t>
            </a:r>
          </a:p>
        </p:txBody>
      </p:sp>
      <p:sp>
        <p:nvSpPr>
          <p:cNvPr id="2" name="f(humidity, pressure)">
            <a:extLst>
              <a:ext uri="{FF2B5EF4-FFF2-40B4-BE49-F238E27FC236}">
                <a16:creationId xmlns:a16="http://schemas.microsoft.com/office/drawing/2014/main" id="{CB48C9B0-124E-807B-213F-64D7394322C9}"/>
              </a:ext>
            </a:extLst>
          </p:cNvPr>
          <p:cNvSpPr>
            <a:spLocks noGrp="1"/>
          </p:cNvSpPr>
          <p:nvPr/>
        </p:nvSpPr>
        <p:spPr>
          <a:xfrm>
            <a:off x="3093823" y="10716871"/>
            <a:ext cx="13012152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lang="pt-BR" spc="647" dirty="0" err="1"/>
              <a:t>h</a:t>
            </a:r>
            <a:r>
              <a:rPr spc="647" dirty="0"/>
              <a:t>(</a:t>
            </a:r>
            <a:r>
              <a:rPr spc="647" dirty="0" err="1"/>
              <a:t>umidade</a:t>
            </a:r>
            <a:r>
              <a:rPr spc="647" dirty="0"/>
              <a:t>, </a:t>
            </a:r>
            <a:r>
              <a:rPr spc="647" dirty="0" err="1"/>
              <a:t>pressão</a:t>
            </a:r>
            <a:r>
              <a:rPr spc="647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4572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Line">
            <a:extLst>
              <a:ext uri="{FF2B5EF4-FFF2-40B4-BE49-F238E27FC236}">
                <a16:creationId xmlns:a16="http://schemas.microsoft.com/office/drawing/2014/main" id="{FC3C2881-172E-46C3-9D32-AF665E0A90E4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7" name="Line">
            <a:extLst>
              <a:ext uri="{FF2B5EF4-FFF2-40B4-BE49-F238E27FC236}">
                <a16:creationId xmlns:a16="http://schemas.microsoft.com/office/drawing/2014/main" id="{108FC945-CB35-49EF-BF47-0B41D2C61213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68" name="humidity">
            <a:extLst>
              <a:ext uri="{FF2B5EF4-FFF2-40B4-BE49-F238E27FC236}">
                <a16:creationId xmlns:a16="http://schemas.microsoft.com/office/drawing/2014/main" id="{5BEA66A5-D9CF-438D-AD66-31EEF2BBD2B6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169" name="pressure">
            <a:extLst>
              <a:ext uri="{FF2B5EF4-FFF2-40B4-BE49-F238E27FC236}">
                <a16:creationId xmlns:a16="http://schemas.microsoft.com/office/drawing/2014/main" id="{46613C8F-3C96-4414-97E8-C704F6A2CB9C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</p:spTree>
    <p:extLst>
      <p:ext uri="{BB962C8B-B14F-4D97-AF65-F5344CB8AC3E}">
        <p14:creationId xmlns:p14="http://schemas.microsoft.com/office/powerpoint/2010/main" val="1586477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ine">
            <a:extLst>
              <a:ext uri="{FF2B5EF4-FFF2-40B4-BE49-F238E27FC236}">
                <a16:creationId xmlns:a16="http://schemas.microsoft.com/office/drawing/2014/main" id="{55198BEB-F0F7-4308-9FF8-D6CDFB290C0F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2" name="Line">
            <a:extLst>
              <a:ext uri="{FF2B5EF4-FFF2-40B4-BE49-F238E27FC236}">
                <a16:creationId xmlns:a16="http://schemas.microsoft.com/office/drawing/2014/main" id="{0E422A58-A13E-4618-872A-DB808449766D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3" name="humidity">
            <a:extLst>
              <a:ext uri="{FF2B5EF4-FFF2-40B4-BE49-F238E27FC236}">
                <a16:creationId xmlns:a16="http://schemas.microsoft.com/office/drawing/2014/main" id="{E34ACF4C-2048-44BC-AB11-F2E22D33ACFB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174" name="pressure">
            <a:extLst>
              <a:ext uri="{FF2B5EF4-FFF2-40B4-BE49-F238E27FC236}">
                <a16:creationId xmlns:a16="http://schemas.microsoft.com/office/drawing/2014/main" id="{3A6F372A-C879-4C26-AF8D-E8ED0F4C40EA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175" name="Circle">
            <a:extLst>
              <a:ext uri="{FF2B5EF4-FFF2-40B4-BE49-F238E27FC236}">
                <a16:creationId xmlns:a16="http://schemas.microsoft.com/office/drawing/2014/main" id="{8A01F9B6-9D3A-4A96-9B5C-A123E187C1BB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6" name="Circle">
            <a:extLst>
              <a:ext uri="{FF2B5EF4-FFF2-40B4-BE49-F238E27FC236}">
                <a16:creationId xmlns:a16="http://schemas.microsoft.com/office/drawing/2014/main" id="{C753E797-D5CB-4482-904C-580435E2E206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7" name="Circle">
            <a:extLst>
              <a:ext uri="{FF2B5EF4-FFF2-40B4-BE49-F238E27FC236}">
                <a16:creationId xmlns:a16="http://schemas.microsoft.com/office/drawing/2014/main" id="{04DC4F4C-B706-4FAF-A83E-B957967228AC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8" name="Circle">
            <a:extLst>
              <a:ext uri="{FF2B5EF4-FFF2-40B4-BE49-F238E27FC236}">
                <a16:creationId xmlns:a16="http://schemas.microsoft.com/office/drawing/2014/main" id="{EBAC7401-D484-401E-B858-F8D3056CC1E8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79" name="Circle">
            <a:extLst>
              <a:ext uri="{FF2B5EF4-FFF2-40B4-BE49-F238E27FC236}">
                <a16:creationId xmlns:a16="http://schemas.microsoft.com/office/drawing/2014/main" id="{BBF1FA58-65AE-40D8-81BF-9908FDDA0CFB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0" name="Circle">
            <a:extLst>
              <a:ext uri="{FF2B5EF4-FFF2-40B4-BE49-F238E27FC236}">
                <a16:creationId xmlns:a16="http://schemas.microsoft.com/office/drawing/2014/main" id="{6244406C-4FD3-4A64-A4C8-06CE53EB48B9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1" name="Circle">
            <a:extLst>
              <a:ext uri="{FF2B5EF4-FFF2-40B4-BE49-F238E27FC236}">
                <a16:creationId xmlns:a16="http://schemas.microsoft.com/office/drawing/2014/main" id="{BE54917E-A426-4049-AC8A-4027193A41CA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2" name="Circle">
            <a:extLst>
              <a:ext uri="{FF2B5EF4-FFF2-40B4-BE49-F238E27FC236}">
                <a16:creationId xmlns:a16="http://schemas.microsoft.com/office/drawing/2014/main" id="{93B4A5D9-1657-4C0E-9F57-B324D5306BBF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3" name="Circle">
            <a:extLst>
              <a:ext uri="{FF2B5EF4-FFF2-40B4-BE49-F238E27FC236}">
                <a16:creationId xmlns:a16="http://schemas.microsoft.com/office/drawing/2014/main" id="{2DD2CAB3-5B23-4CC8-B196-39100221FD26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4" name="Circle">
            <a:extLst>
              <a:ext uri="{FF2B5EF4-FFF2-40B4-BE49-F238E27FC236}">
                <a16:creationId xmlns:a16="http://schemas.microsoft.com/office/drawing/2014/main" id="{F35BBAEC-E23C-4F7A-A201-7F30B041CE8B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5" name="Circle">
            <a:extLst>
              <a:ext uri="{FF2B5EF4-FFF2-40B4-BE49-F238E27FC236}">
                <a16:creationId xmlns:a16="http://schemas.microsoft.com/office/drawing/2014/main" id="{F25B1C31-BF8B-4CC7-A30D-6F1FE63F3314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" name="Circle">
            <a:extLst>
              <a:ext uri="{FF2B5EF4-FFF2-40B4-BE49-F238E27FC236}">
                <a16:creationId xmlns:a16="http://schemas.microsoft.com/office/drawing/2014/main" id="{EDA852E6-4EA4-4C03-97A8-D50653C46F67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7" name="Circle">
            <a:extLst>
              <a:ext uri="{FF2B5EF4-FFF2-40B4-BE49-F238E27FC236}">
                <a16:creationId xmlns:a16="http://schemas.microsoft.com/office/drawing/2014/main" id="{8E85C847-E1BF-40E4-8B83-2B30D5DDD61D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8" name="Circle">
            <a:extLst>
              <a:ext uri="{FF2B5EF4-FFF2-40B4-BE49-F238E27FC236}">
                <a16:creationId xmlns:a16="http://schemas.microsoft.com/office/drawing/2014/main" id="{1173A3A6-91F8-419C-9E35-5039DC465447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Circle">
            <a:extLst>
              <a:ext uri="{FF2B5EF4-FFF2-40B4-BE49-F238E27FC236}">
                <a16:creationId xmlns:a16="http://schemas.microsoft.com/office/drawing/2014/main" id="{CD6999AF-A253-0C1E-B4B9-E9A952FAF420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" name="Circle">
            <a:extLst>
              <a:ext uri="{FF2B5EF4-FFF2-40B4-BE49-F238E27FC236}">
                <a16:creationId xmlns:a16="http://schemas.microsoft.com/office/drawing/2014/main" id="{7D8D203E-ABB6-1000-07AC-24557D65ECB2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2451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Line">
            <a:extLst>
              <a:ext uri="{FF2B5EF4-FFF2-40B4-BE49-F238E27FC236}">
                <a16:creationId xmlns:a16="http://schemas.microsoft.com/office/drawing/2014/main" id="{85108588-9403-4B6C-AFD5-E75BC7406A8B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1" name="Line">
            <a:extLst>
              <a:ext uri="{FF2B5EF4-FFF2-40B4-BE49-F238E27FC236}">
                <a16:creationId xmlns:a16="http://schemas.microsoft.com/office/drawing/2014/main" id="{D075AC32-F6EC-4290-A1D8-EE3F0EE11BFB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2" name="humidity">
            <a:extLst>
              <a:ext uri="{FF2B5EF4-FFF2-40B4-BE49-F238E27FC236}">
                <a16:creationId xmlns:a16="http://schemas.microsoft.com/office/drawing/2014/main" id="{3795C8A6-A00D-4DA0-AE7D-364A19D61325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193" name="pressure">
            <a:extLst>
              <a:ext uri="{FF2B5EF4-FFF2-40B4-BE49-F238E27FC236}">
                <a16:creationId xmlns:a16="http://schemas.microsoft.com/office/drawing/2014/main" id="{1437C429-E346-4B9F-B71F-F2F09BD41BF5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194" name="Circle">
            <a:extLst>
              <a:ext uri="{FF2B5EF4-FFF2-40B4-BE49-F238E27FC236}">
                <a16:creationId xmlns:a16="http://schemas.microsoft.com/office/drawing/2014/main" id="{7F96972F-31CB-41E9-A584-E03EF3B1C74F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5" name="Circle">
            <a:extLst>
              <a:ext uri="{FF2B5EF4-FFF2-40B4-BE49-F238E27FC236}">
                <a16:creationId xmlns:a16="http://schemas.microsoft.com/office/drawing/2014/main" id="{1C239B3F-1930-40F9-AE90-17C89959B32C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" name="Circle">
            <a:extLst>
              <a:ext uri="{FF2B5EF4-FFF2-40B4-BE49-F238E27FC236}">
                <a16:creationId xmlns:a16="http://schemas.microsoft.com/office/drawing/2014/main" id="{7DF0F35B-8FAC-40B1-A53D-88E5A0313DC1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" name="Circle">
            <a:extLst>
              <a:ext uri="{FF2B5EF4-FFF2-40B4-BE49-F238E27FC236}">
                <a16:creationId xmlns:a16="http://schemas.microsoft.com/office/drawing/2014/main" id="{B84B70D7-782B-4EDE-BC08-07372D1C629C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8" name="Circle">
            <a:extLst>
              <a:ext uri="{FF2B5EF4-FFF2-40B4-BE49-F238E27FC236}">
                <a16:creationId xmlns:a16="http://schemas.microsoft.com/office/drawing/2014/main" id="{ECD65F9C-8E2D-4E1F-944E-6C9016FCDAD8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9" name="Circle">
            <a:extLst>
              <a:ext uri="{FF2B5EF4-FFF2-40B4-BE49-F238E27FC236}">
                <a16:creationId xmlns:a16="http://schemas.microsoft.com/office/drawing/2014/main" id="{F7125186-6A5F-44B8-9731-FA21D07740D3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" name="Circle">
            <a:extLst>
              <a:ext uri="{FF2B5EF4-FFF2-40B4-BE49-F238E27FC236}">
                <a16:creationId xmlns:a16="http://schemas.microsoft.com/office/drawing/2014/main" id="{6C7EB370-C217-4B91-BB66-CB762323840C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" name="Circle">
            <a:extLst>
              <a:ext uri="{FF2B5EF4-FFF2-40B4-BE49-F238E27FC236}">
                <a16:creationId xmlns:a16="http://schemas.microsoft.com/office/drawing/2014/main" id="{865650B4-33A9-47B0-9534-058B2B382790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2" name="Circle">
            <a:extLst>
              <a:ext uri="{FF2B5EF4-FFF2-40B4-BE49-F238E27FC236}">
                <a16:creationId xmlns:a16="http://schemas.microsoft.com/office/drawing/2014/main" id="{8C6A3C42-8C4B-490B-8560-EAF2DF83E739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3" name="Circle">
            <a:extLst>
              <a:ext uri="{FF2B5EF4-FFF2-40B4-BE49-F238E27FC236}">
                <a16:creationId xmlns:a16="http://schemas.microsoft.com/office/drawing/2014/main" id="{9D0E1D12-0EFB-4E6F-864D-DFE723E443B7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" name="Circle">
            <a:extLst>
              <a:ext uri="{FF2B5EF4-FFF2-40B4-BE49-F238E27FC236}">
                <a16:creationId xmlns:a16="http://schemas.microsoft.com/office/drawing/2014/main" id="{C1A6B742-3889-4084-ACE4-D40A71CBDFD0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5" name="Circle">
            <a:extLst>
              <a:ext uri="{FF2B5EF4-FFF2-40B4-BE49-F238E27FC236}">
                <a16:creationId xmlns:a16="http://schemas.microsoft.com/office/drawing/2014/main" id="{A2E73208-21A4-435D-AD91-493180C21CBC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6" name="Circle">
            <a:extLst>
              <a:ext uri="{FF2B5EF4-FFF2-40B4-BE49-F238E27FC236}">
                <a16:creationId xmlns:a16="http://schemas.microsoft.com/office/drawing/2014/main" id="{4CF19BA6-ED42-4AF4-859C-5D7ECCBD4AED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7" name="Circle">
            <a:extLst>
              <a:ext uri="{FF2B5EF4-FFF2-40B4-BE49-F238E27FC236}">
                <a16:creationId xmlns:a16="http://schemas.microsoft.com/office/drawing/2014/main" id="{88C1DA8C-67AD-464F-9952-80F1E1B1CDDD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" name="Circle">
            <a:extLst>
              <a:ext uri="{FF2B5EF4-FFF2-40B4-BE49-F238E27FC236}">
                <a16:creationId xmlns:a16="http://schemas.microsoft.com/office/drawing/2014/main" id="{3BE88EF9-2362-419A-8296-6903985973EF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9" name="Circle">
            <a:extLst>
              <a:ext uri="{FF2B5EF4-FFF2-40B4-BE49-F238E27FC236}">
                <a16:creationId xmlns:a16="http://schemas.microsoft.com/office/drawing/2014/main" id="{E0E1822A-7665-4750-870D-0B9F33402951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0" name="Circle">
            <a:extLst>
              <a:ext uri="{FF2B5EF4-FFF2-40B4-BE49-F238E27FC236}">
                <a16:creationId xmlns:a16="http://schemas.microsoft.com/office/drawing/2014/main" id="{8138D109-BC1B-401A-9E77-F743F9AE7B07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" name="Circle">
            <a:extLst>
              <a:ext uri="{FF2B5EF4-FFF2-40B4-BE49-F238E27FC236}">
                <a16:creationId xmlns:a16="http://schemas.microsoft.com/office/drawing/2014/main" id="{938D7E8B-A5AB-48F3-8495-A78B2E77739D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" name="Circle">
            <a:extLst>
              <a:ext uri="{FF2B5EF4-FFF2-40B4-BE49-F238E27FC236}">
                <a16:creationId xmlns:a16="http://schemas.microsoft.com/office/drawing/2014/main" id="{713BE6A7-7901-4C07-BFEC-894DFE12242E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3" name="Circle">
            <a:extLst>
              <a:ext uri="{FF2B5EF4-FFF2-40B4-BE49-F238E27FC236}">
                <a16:creationId xmlns:a16="http://schemas.microsoft.com/office/drawing/2014/main" id="{E6A65FE2-CF85-4542-892D-FC2253A121D8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4" name="Circle">
            <a:extLst>
              <a:ext uri="{FF2B5EF4-FFF2-40B4-BE49-F238E27FC236}">
                <a16:creationId xmlns:a16="http://schemas.microsoft.com/office/drawing/2014/main" id="{0FCF8CDB-3F80-48DE-9780-70506B4AA8D3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" name="Circle">
            <a:extLst>
              <a:ext uri="{FF2B5EF4-FFF2-40B4-BE49-F238E27FC236}">
                <a16:creationId xmlns:a16="http://schemas.microsoft.com/office/drawing/2014/main" id="{F978F4BA-610B-47BB-B8B8-EE2731A0F55A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6" name="Circle">
            <a:extLst>
              <a:ext uri="{FF2B5EF4-FFF2-40B4-BE49-F238E27FC236}">
                <a16:creationId xmlns:a16="http://schemas.microsoft.com/office/drawing/2014/main" id="{8AC107F0-338C-4375-84D2-64827FBC9B52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7" name="Circle">
            <a:extLst>
              <a:ext uri="{FF2B5EF4-FFF2-40B4-BE49-F238E27FC236}">
                <a16:creationId xmlns:a16="http://schemas.microsoft.com/office/drawing/2014/main" id="{2FB5C844-F631-408B-8F61-75D7A96824B3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8" name="Circle">
            <a:extLst>
              <a:ext uri="{FF2B5EF4-FFF2-40B4-BE49-F238E27FC236}">
                <a16:creationId xmlns:a16="http://schemas.microsoft.com/office/drawing/2014/main" id="{19BFF721-9BAB-40B6-9E06-29D047D7BC9D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" name="Circle">
            <a:extLst>
              <a:ext uri="{FF2B5EF4-FFF2-40B4-BE49-F238E27FC236}">
                <a16:creationId xmlns:a16="http://schemas.microsoft.com/office/drawing/2014/main" id="{B5AB0615-F13C-48D4-BE08-A1ADEDD51A72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0" name="Circle">
            <a:extLst>
              <a:ext uri="{FF2B5EF4-FFF2-40B4-BE49-F238E27FC236}">
                <a16:creationId xmlns:a16="http://schemas.microsoft.com/office/drawing/2014/main" id="{674BC573-03F1-488D-AB0A-E200451071FE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1" name="Circle">
            <a:extLst>
              <a:ext uri="{FF2B5EF4-FFF2-40B4-BE49-F238E27FC236}">
                <a16:creationId xmlns:a16="http://schemas.microsoft.com/office/drawing/2014/main" id="{0F7FF051-6C66-4E25-A04F-2867A2A33DBD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" name="Circle">
            <a:extLst>
              <a:ext uri="{FF2B5EF4-FFF2-40B4-BE49-F238E27FC236}">
                <a16:creationId xmlns:a16="http://schemas.microsoft.com/office/drawing/2014/main" id="{E300FB66-077A-48A9-AF5A-3D347283A040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" name="Circle">
            <a:extLst>
              <a:ext uri="{FF2B5EF4-FFF2-40B4-BE49-F238E27FC236}">
                <a16:creationId xmlns:a16="http://schemas.microsoft.com/office/drawing/2014/main" id="{4E0A2AB3-EE95-4CC4-A966-BAE49D2AE6A0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5716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Line">
            <a:extLst>
              <a:ext uri="{FF2B5EF4-FFF2-40B4-BE49-F238E27FC236}">
                <a16:creationId xmlns:a16="http://schemas.microsoft.com/office/drawing/2014/main" id="{B7F6B610-C989-4F20-8C99-2265171F7444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6" name="Line">
            <a:extLst>
              <a:ext uri="{FF2B5EF4-FFF2-40B4-BE49-F238E27FC236}">
                <a16:creationId xmlns:a16="http://schemas.microsoft.com/office/drawing/2014/main" id="{6771896C-0C5F-4D34-85AA-35A5E23792D4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7" name="humidity">
            <a:extLst>
              <a:ext uri="{FF2B5EF4-FFF2-40B4-BE49-F238E27FC236}">
                <a16:creationId xmlns:a16="http://schemas.microsoft.com/office/drawing/2014/main" id="{915B455D-06B0-4C61-BA83-6465E25E6412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228" name="pressure">
            <a:extLst>
              <a:ext uri="{FF2B5EF4-FFF2-40B4-BE49-F238E27FC236}">
                <a16:creationId xmlns:a16="http://schemas.microsoft.com/office/drawing/2014/main" id="{06873E0B-4F92-4C57-9BED-891FB1EF62DB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229" name="Circle">
            <a:extLst>
              <a:ext uri="{FF2B5EF4-FFF2-40B4-BE49-F238E27FC236}">
                <a16:creationId xmlns:a16="http://schemas.microsoft.com/office/drawing/2014/main" id="{DFB155CA-A2C8-4283-88D0-DB5C406CD72C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0" name="Circle">
            <a:extLst>
              <a:ext uri="{FF2B5EF4-FFF2-40B4-BE49-F238E27FC236}">
                <a16:creationId xmlns:a16="http://schemas.microsoft.com/office/drawing/2014/main" id="{8597F014-D402-4D5C-9898-447DE0C63501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1" name="Circle">
            <a:extLst>
              <a:ext uri="{FF2B5EF4-FFF2-40B4-BE49-F238E27FC236}">
                <a16:creationId xmlns:a16="http://schemas.microsoft.com/office/drawing/2014/main" id="{7A5D3B29-8078-43B2-9F8F-13C0C5869B1C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2" name="Circle">
            <a:extLst>
              <a:ext uri="{FF2B5EF4-FFF2-40B4-BE49-F238E27FC236}">
                <a16:creationId xmlns:a16="http://schemas.microsoft.com/office/drawing/2014/main" id="{88C1BBBF-E1A1-4898-AD23-0763A0657310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3" name="Circle">
            <a:extLst>
              <a:ext uri="{FF2B5EF4-FFF2-40B4-BE49-F238E27FC236}">
                <a16:creationId xmlns:a16="http://schemas.microsoft.com/office/drawing/2014/main" id="{F06D8096-A72F-47B7-9414-E0A4F10F9E34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4" name="Circle">
            <a:extLst>
              <a:ext uri="{FF2B5EF4-FFF2-40B4-BE49-F238E27FC236}">
                <a16:creationId xmlns:a16="http://schemas.microsoft.com/office/drawing/2014/main" id="{5B009DE9-4A4B-448E-A820-C0380057E65F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5" name="Circle">
            <a:extLst>
              <a:ext uri="{FF2B5EF4-FFF2-40B4-BE49-F238E27FC236}">
                <a16:creationId xmlns:a16="http://schemas.microsoft.com/office/drawing/2014/main" id="{ABAFF2C5-B91D-422D-BB71-5C1F09E429A3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6" name="Circle">
            <a:extLst>
              <a:ext uri="{FF2B5EF4-FFF2-40B4-BE49-F238E27FC236}">
                <a16:creationId xmlns:a16="http://schemas.microsoft.com/office/drawing/2014/main" id="{7624A6E9-3795-4B61-916B-1C7B4038A0AC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7" name="Circle">
            <a:extLst>
              <a:ext uri="{FF2B5EF4-FFF2-40B4-BE49-F238E27FC236}">
                <a16:creationId xmlns:a16="http://schemas.microsoft.com/office/drawing/2014/main" id="{79754922-014B-46DE-8900-D3E6BB9B00BD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8" name="Circle">
            <a:extLst>
              <a:ext uri="{FF2B5EF4-FFF2-40B4-BE49-F238E27FC236}">
                <a16:creationId xmlns:a16="http://schemas.microsoft.com/office/drawing/2014/main" id="{5DCAF856-DC3D-49A1-B0BB-FCB306237340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39" name="Circle">
            <a:extLst>
              <a:ext uri="{FF2B5EF4-FFF2-40B4-BE49-F238E27FC236}">
                <a16:creationId xmlns:a16="http://schemas.microsoft.com/office/drawing/2014/main" id="{196040CD-8D31-4ECE-BA24-6AB2AA248B04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0" name="Circle">
            <a:extLst>
              <a:ext uri="{FF2B5EF4-FFF2-40B4-BE49-F238E27FC236}">
                <a16:creationId xmlns:a16="http://schemas.microsoft.com/office/drawing/2014/main" id="{5F8C60D3-3EAD-42E6-8628-F019CA8625C2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1" name="Circle">
            <a:extLst>
              <a:ext uri="{FF2B5EF4-FFF2-40B4-BE49-F238E27FC236}">
                <a16:creationId xmlns:a16="http://schemas.microsoft.com/office/drawing/2014/main" id="{B14BC026-FEAF-4A47-A812-FBE0CA20C3D0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2" name="Circle">
            <a:extLst>
              <a:ext uri="{FF2B5EF4-FFF2-40B4-BE49-F238E27FC236}">
                <a16:creationId xmlns:a16="http://schemas.microsoft.com/office/drawing/2014/main" id="{7F835C20-73AB-4E3E-A056-5969A2312ACC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3" name="Circle">
            <a:extLst>
              <a:ext uri="{FF2B5EF4-FFF2-40B4-BE49-F238E27FC236}">
                <a16:creationId xmlns:a16="http://schemas.microsoft.com/office/drawing/2014/main" id="{5BDDE17B-8708-4287-BD54-0D2133602011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4" name="Circle">
            <a:extLst>
              <a:ext uri="{FF2B5EF4-FFF2-40B4-BE49-F238E27FC236}">
                <a16:creationId xmlns:a16="http://schemas.microsoft.com/office/drawing/2014/main" id="{EA417F5B-D8D0-498C-91EB-66D9DECB44EB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5" name="Circle">
            <a:extLst>
              <a:ext uri="{FF2B5EF4-FFF2-40B4-BE49-F238E27FC236}">
                <a16:creationId xmlns:a16="http://schemas.microsoft.com/office/drawing/2014/main" id="{A22A5FE0-AE1E-4858-9FBE-F051D5EC916C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6" name="Circle">
            <a:extLst>
              <a:ext uri="{FF2B5EF4-FFF2-40B4-BE49-F238E27FC236}">
                <a16:creationId xmlns:a16="http://schemas.microsoft.com/office/drawing/2014/main" id="{BD6CE415-54BE-46C2-AF70-7E715BE57162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7" name="Circle">
            <a:extLst>
              <a:ext uri="{FF2B5EF4-FFF2-40B4-BE49-F238E27FC236}">
                <a16:creationId xmlns:a16="http://schemas.microsoft.com/office/drawing/2014/main" id="{E6AD68E5-D01B-40C5-8544-42C6FE43BBEF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8" name="Circle">
            <a:extLst>
              <a:ext uri="{FF2B5EF4-FFF2-40B4-BE49-F238E27FC236}">
                <a16:creationId xmlns:a16="http://schemas.microsoft.com/office/drawing/2014/main" id="{4F1095C6-82BC-4BC5-966B-CD6934F141BD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49" name="Circle">
            <a:extLst>
              <a:ext uri="{FF2B5EF4-FFF2-40B4-BE49-F238E27FC236}">
                <a16:creationId xmlns:a16="http://schemas.microsoft.com/office/drawing/2014/main" id="{C2BF81B9-8CEC-4569-881C-22FC80E64D76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0" name="Circle">
            <a:extLst>
              <a:ext uri="{FF2B5EF4-FFF2-40B4-BE49-F238E27FC236}">
                <a16:creationId xmlns:a16="http://schemas.microsoft.com/office/drawing/2014/main" id="{213C71C7-1CC1-44E9-84EA-359BD36EA790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1" name="Circle">
            <a:extLst>
              <a:ext uri="{FF2B5EF4-FFF2-40B4-BE49-F238E27FC236}">
                <a16:creationId xmlns:a16="http://schemas.microsoft.com/office/drawing/2014/main" id="{0075A545-D383-4CE4-AFEE-03A611C73875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2" name="Circle">
            <a:extLst>
              <a:ext uri="{FF2B5EF4-FFF2-40B4-BE49-F238E27FC236}">
                <a16:creationId xmlns:a16="http://schemas.microsoft.com/office/drawing/2014/main" id="{C3D7D91E-4059-4195-9C8B-217B6FE94D99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3" name="Circle">
            <a:extLst>
              <a:ext uri="{FF2B5EF4-FFF2-40B4-BE49-F238E27FC236}">
                <a16:creationId xmlns:a16="http://schemas.microsoft.com/office/drawing/2014/main" id="{1B1ACA3A-1425-4EF4-94A5-42678449C8F2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4" name="Circle">
            <a:extLst>
              <a:ext uri="{FF2B5EF4-FFF2-40B4-BE49-F238E27FC236}">
                <a16:creationId xmlns:a16="http://schemas.microsoft.com/office/drawing/2014/main" id="{C931E2B6-3AB8-47D7-AE0E-DEA1525FFC85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5" name="Circle">
            <a:extLst>
              <a:ext uri="{FF2B5EF4-FFF2-40B4-BE49-F238E27FC236}">
                <a16:creationId xmlns:a16="http://schemas.microsoft.com/office/drawing/2014/main" id="{5800E347-031F-45E9-80B5-74E8D3D93035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6" name="Circle">
            <a:extLst>
              <a:ext uri="{FF2B5EF4-FFF2-40B4-BE49-F238E27FC236}">
                <a16:creationId xmlns:a16="http://schemas.microsoft.com/office/drawing/2014/main" id="{9420E89D-7677-4091-8E55-5A5CE0864FAF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7" name="Circle">
            <a:extLst>
              <a:ext uri="{FF2B5EF4-FFF2-40B4-BE49-F238E27FC236}">
                <a16:creationId xmlns:a16="http://schemas.microsoft.com/office/drawing/2014/main" id="{8F6FDD59-C438-4544-913D-77C60E270725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8" name="Circle">
            <a:extLst>
              <a:ext uri="{FF2B5EF4-FFF2-40B4-BE49-F238E27FC236}">
                <a16:creationId xmlns:a16="http://schemas.microsoft.com/office/drawing/2014/main" id="{A2CA5B11-A5F8-465F-ADD9-17485B725FA5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59" name="Circle">
            <a:extLst>
              <a:ext uri="{FF2B5EF4-FFF2-40B4-BE49-F238E27FC236}">
                <a16:creationId xmlns:a16="http://schemas.microsoft.com/office/drawing/2014/main" id="{66AB8857-D1F1-4392-99F2-31075F96F81A}"/>
              </a:ext>
            </a:extLst>
          </p:cNvPr>
          <p:cNvSpPr>
            <a:spLocks noGrp="1"/>
          </p:cNvSpPr>
          <p:nvPr/>
        </p:nvSpPr>
        <p:spPr>
          <a:xfrm>
            <a:off x="16551493" y="8496134"/>
            <a:ext cx="1099353" cy="1099354"/>
          </a:xfrm>
          <a:prstGeom prst="ellipse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09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Line">
            <a:extLst>
              <a:ext uri="{FF2B5EF4-FFF2-40B4-BE49-F238E27FC236}">
                <a16:creationId xmlns:a16="http://schemas.microsoft.com/office/drawing/2014/main" id="{23A48D77-1E62-4C69-A9BC-59F9BFEC9D30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2" name="Line">
            <a:extLst>
              <a:ext uri="{FF2B5EF4-FFF2-40B4-BE49-F238E27FC236}">
                <a16:creationId xmlns:a16="http://schemas.microsoft.com/office/drawing/2014/main" id="{391BCE49-F473-47C7-A32E-5768D6B57F68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3" name="humidity">
            <a:extLst>
              <a:ext uri="{FF2B5EF4-FFF2-40B4-BE49-F238E27FC236}">
                <a16:creationId xmlns:a16="http://schemas.microsoft.com/office/drawing/2014/main" id="{2A1290A9-79B8-4B8D-B804-7956B853525B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264" name="pressure">
            <a:extLst>
              <a:ext uri="{FF2B5EF4-FFF2-40B4-BE49-F238E27FC236}">
                <a16:creationId xmlns:a16="http://schemas.microsoft.com/office/drawing/2014/main" id="{88EBFB9A-9BF0-4E44-9BFE-F92BF1DDF36D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265" name="Circle">
            <a:extLst>
              <a:ext uri="{FF2B5EF4-FFF2-40B4-BE49-F238E27FC236}">
                <a16:creationId xmlns:a16="http://schemas.microsoft.com/office/drawing/2014/main" id="{ED40EBF6-45DE-4A37-B083-38207F9FEBC6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6" name="Circle">
            <a:extLst>
              <a:ext uri="{FF2B5EF4-FFF2-40B4-BE49-F238E27FC236}">
                <a16:creationId xmlns:a16="http://schemas.microsoft.com/office/drawing/2014/main" id="{7DBEC69F-14F5-4814-8924-3A0600DF9D63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7" name="Circle">
            <a:extLst>
              <a:ext uri="{FF2B5EF4-FFF2-40B4-BE49-F238E27FC236}">
                <a16:creationId xmlns:a16="http://schemas.microsoft.com/office/drawing/2014/main" id="{3FDADBA8-C4AE-441B-9F31-12315C62F56C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8" name="Circle">
            <a:extLst>
              <a:ext uri="{FF2B5EF4-FFF2-40B4-BE49-F238E27FC236}">
                <a16:creationId xmlns:a16="http://schemas.microsoft.com/office/drawing/2014/main" id="{60E21F32-350B-47D9-AE63-9F87725938C2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69" name="Circle">
            <a:extLst>
              <a:ext uri="{FF2B5EF4-FFF2-40B4-BE49-F238E27FC236}">
                <a16:creationId xmlns:a16="http://schemas.microsoft.com/office/drawing/2014/main" id="{E81A85FA-7729-4B7A-AB3E-ECB2BFB864E3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0" name="Circle">
            <a:extLst>
              <a:ext uri="{FF2B5EF4-FFF2-40B4-BE49-F238E27FC236}">
                <a16:creationId xmlns:a16="http://schemas.microsoft.com/office/drawing/2014/main" id="{5E02A96C-765B-4678-99A0-1C804C8C67D1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1" name="Circle">
            <a:extLst>
              <a:ext uri="{FF2B5EF4-FFF2-40B4-BE49-F238E27FC236}">
                <a16:creationId xmlns:a16="http://schemas.microsoft.com/office/drawing/2014/main" id="{F03468D1-4DC4-4BD6-84F9-E87BF95DDAF6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2" name="Circle">
            <a:extLst>
              <a:ext uri="{FF2B5EF4-FFF2-40B4-BE49-F238E27FC236}">
                <a16:creationId xmlns:a16="http://schemas.microsoft.com/office/drawing/2014/main" id="{15BD0C66-6B1D-4836-810A-A04F9E974D3D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3" name="Circle">
            <a:extLst>
              <a:ext uri="{FF2B5EF4-FFF2-40B4-BE49-F238E27FC236}">
                <a16:creationId xmlns:a16="http://schemas.microsoft.com/office/drawing/2014/main" id="{04CB4099-51D1-4EBE-9738-F56EABDE515D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4" name="Circle">
            <a:extLst>
              <a:ext uri="{FF2B5EF4-FFF2-40B4-BE49-F238E27FC236}">
                <a16:creationId xmlns:a16="http://schemas.microsoft.com/office/drawing/2014/main" id="{4744C678-09D4-414C-B4B5-8C7C10181C42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5" name="Circle">
            <a:extLst>
              <a:ext uri="{FF2B5EF4-FFF2-40B4-BE49-F238E27FC236}">
                <a16:creationId xmlns:a16="http://schemas.microsoft.com/office/drawing/2014/main" id="{E954DCB7-976C-46F3-92CD-34DFE564FDEF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6" name="Circle">
            <a:extLst>
              <a:ext uri="{FF2B5EF4-FFF2-40B4-BE49-F238E27FC236}">
                <a16:creationId xmlns:a16="http://schemas.microsoft.com/office/drawing/2014/main" id="{7A4E1745-B52C-482B-AC77-04CA8876EE6E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7" name="Circle">
            <a:extLst>
              <a:ext uri="{FF2B5EF4-FFF2-40B4-BE49-F238E27FC236}">
                <a16:creationId xmlns:a16="http://schemas.microsoft.com/office/drawing/2014/main" id="{0A982456-6593-450E-BF0E-E55D6FA93EFE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8" name="Circle">
            <a:extLst>
              <a:ext uri="{FF2B5EF4-FFF2-40B4-BE49-F238E27FC236}">
                <a16:creationId xmlns:a16="http://schemas.microsoft.com/office/drawing/2014/main" id="{0FF8D09E-98C3-434A-9371-CE2CBE1C3D7D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79" name="Circle">
            <a:extLst>
              <a:ext uri="{FF2B5EF4-FFF2-40B4-BE49-F238E27FC236}">
                <a16:creationId xmlns:a16="http://schemas.microsoft.com/office/drawing/2014/main" id="{8E72AD6A-2982-4868-9D6E-FEEBAF32B77D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0" name="Circle">
            <a:extLst>
              <a:ext uri="{FF2B5EF4-FFF2-40B4-BE49-F238E27FC236}">
                <a16:creationId xmlns:a16="http://schemas.microsoft.com/office/drawing/2014/main" id="{F9241CFC-D5E0-4E52-8E40-C9A27EBC192F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1" name="Circle">
            <a:extLst>
              <a:ext uri="{FF2B5EF4-FFF2-40B4-BE49-F238E27FC236}">
                <a16:creationId xmlns:a16="http://schemas.microsoft.com/office/drawing/2014/main" id="{EFD8F7F1-1914-4B50-8770-B1E238B32F5B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2" name="Circle">
            <a:extLst>
              <a:ext uri="{FF2B5EF4-FFF2-40B4-BE49-F238E27FC236}">
                <a16:creationId xmlns:a16="http://schemas.microsoft.com/office/drawing/2014/main" id="{4C5CE947-D5D5-4B64-9F71-DBA1C5DBA7CD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3" name="Circle">
            <a:extLst>
              <a:ext uri="{FF2B5EF4-FFF2-40B4-BE49-F238E27FC236}">
                <a16:creationId xmlns:a16="http://schemas.microsoft.com/office/drawing/2014/main" id="{F30097BE-48AE-41F2-B7F6-7D8B679A3766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4" name="Circle">
            <a:extLst>
              <a:ext uri="{FF2B5EF4-FFF2-40B4-BE49-F238E27FC236}">
                <a16:creationId xmlns:a16="http://schemas.microsoft.com/office/drawing/2014/main" id="{CEF68370-A1BA-483E-803E-F96E578702AC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5" name="Circle">
            <a:extLst>
              <a:ext uri="{FF2B5EF4-FFF2-40B4-BE49-F238E27FC236}">
                <a16:creationId xmlns:a16="http://schemas.microsoft.com/office/drawing/2014/main" id="{77A74B13-DFCD-4F67-AEBF-403831B79F40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6" name="Circle">
            <a:extLst>
              <a:ext uri="{FF2B5EF4-FFF2-40B4-BE49-F238E27FC236}">
                <a16:creationId xmlns:a16="http://schemas.microsoft.com/office/drawing/2014/main" id="{310DB221-0268-494F-956C-E495CBD7EF7F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7" name="Circle">
            <a:extLst>
              <a:ext uri="{FF2B5EF4-FFF2-40B4-BE49-F238E27FC236}">
                <a16:creationId xmlns:a16="http://schemas.microsoft.com/office/drawing/2014/main" id="{DC18EF57-069F-4DE0-8A64-0191D95FC7C3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8" name="Circle">
            <a:extLst>
              <a:ext uri="{FF2B5EF4-FFF2-40B4-BE49-F238E27FC236}">
                <a16:creationId xmlns:a16="http://schemas.microsoft.com/office/drawing/2014/main" id="{76915832-53EF-4DCE-834B-588393063087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89" name="Circle">
            <a:extLst>
              <a:ext uri="{FF2B5EF4-FFF2-40B4-BE49-F238E27FC236}">
                <a16:creationId xmlns:a16="http://schemas.microsoft.com/office/drawing/2014/main" id="{06E0E10D-ACAD-43C0-B42D-3315AFD1C100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0" name="Circle">
            <a:extLst>
              <a:ext uri="{FF2B5EF4-FFF2-40B4-BE49-F238E27FC236}">
                <a16:creationId xmlns:a16="http://schemas.microsoft.com/office/drawing/2014/main" id="{113AE43C-9793-4253-B193-09A2258A416A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1" name="Circle">
            <a:extLst>
              <a:ext uri="{FF2B5EF4-FFF2-40B4-BE49-F238E27FC236}">
                <a16:creationId xmlns:a16="http://schemas.microsoft.com/office/drawing/2014/main" id="{C2013652-AA5A-4688-8AF2-8B0031E72113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2" name="Circle">
            <a:extLst>
              <a:ext uri="{FF2B5EF4-FFF2-40B4-BE49-F238E27FC236}">
                <a16:creationId xmlns:a16="http://schemas.microsoft.com/office/drawing/2014/main" id="{0A38D0FC-0904-4CEC-90D8-97985D8A5648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3" name="Circle">
            <a:extLst>
              <a:ext uri="{FF2B5EF4-FFF2-40B4-BE49-F238E27FC236}">
                <a16:creationId xmlns:a16="http://schemas.microsoft.com/office/drawing/2014/main" id="{A7BDA879-DD36-4CF7-AA28-A7E734710E14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4" name="Circle">
            <a:extLst>
              <a:ext uri="{FF2B5EF4-FFF2-40B4-BE49-F238E27FC236}">
                <a16:creationId xmlns:a16="http://schemas.microsoft.com/office/drawing/2014/main" id="{6E0C05B0-07B3-4127-A61E-472EBEC6AD9E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95" name="Circle">
            <a:extLst>
              <a:ext uri="{FF2B5EF4-FFF2-40B4-BE49-F238E27FC236}">
                <a16:creationId xmlns:a16="http://schemas.microsoft.com/office/drawing/2014/main" id="{3C1BDF52-6A8D-4FC5-9390-406704F5BD52}"/>
              </a:ext>
            </a:extLst>
          </p:cNvPr>
          <p:cNvSpPr>
            <a:spLocks noGrp="1"/>
          </p:cNvSpPr>
          <p:nvPr/>
        </p:nvSpPr>
        <p:spPr>
          <a:xfrm>
            <a:off x="16551493" y="849613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5648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nearest-neighbor classification">
            <a:extLst>
              <a:ext uri="{FF2B5EF4-FFF2-40B4-BE49-F238E27FC236}">
                <a16:creationId xmlns:a16="http://schemas.microsoft.com/office/drawing/2014/main" id="{993434EF-44C3-4B05-A6CC-2225E58B6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758462"/>
            <a:ext cx="20828000" cy="4548303"/>
          </a:xfrm>
          <a:prstGeom prst="rect">
            <a:avLst/>
          </a:prstGeom>
        </p:spPr>
        <p:txBody>
          <a:bodyPr/>
          <a:lstStyle>
            <a:lvl1pPr algn="l">
              <a:buNone/>
              <a:defRPr sz="10100"/>
            </a:lvl1pPr>
          </a:lstStyle>
          <a:p>
            <a:pPr>
              <a:buNone/>
            </a:pPr>
            <a:r>
              <a:rPr dirty="0" err="1"/>
              <a:t>Vizinho</a:t>
            </a:r>
            <a:r>
              <a:rPr dirty="0"/>
              <a:t> Mais </a:t>
            </a:r>
            <a:r>
              <a:rPr dirty="0" err="1"/>
              <a:t>Próximo</a:t>
            </a:r>
            <a:br>
              <a:rPr lang="pt-BR" dirty="0"/>
            </a:br>
            <a:r>
              <a:rPr lang="en-BR" dirty="0"/>
              <a:t>(nearest-neighbor classification)</a:t>
            </a:r>
            <a:endParaRPr dirty="0"/>
          </a:p>
        </p:txBody>
      </p:sp>
      <p:sp>
        <p:nvSpPr>
          <p:cNvPr id="298" name="algorithm that, given an input, chooses the class of the nearest data point to that input">
            <a:extLst>
              <a:ext uri="{FF2B5EF4-FFF2-40B4-BE49-F238E27FC236}">
                <a16:creationId xmlns:a16="http://schemas.microsoft.com/office/drawing/2014/main" id="{36F45B7B-804F-4858-A88F-7EBD93A54BA9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dada uma entrada, escolhe a classe do ponto mais próximo</a:t>
            </a:r>
          </a:p>
        </p:txBody>
      </p:sp>
    </p:spTree>
    <p:extLst>
      <p:ext uri="{BB962C8B-B14F-4D97-AF65-F5344CB8AC3E}">
        <p14:creationId xmlns:p14="http://schemas.microsoft.com/office/powerpoint/2010/main" val="14004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Line">
            <a:extLst>
              <a:ext uri="{FF2B5EF4-FFF2-40B4-BE49-F238E27FC236}">
                <a16:creationId xmlns:a16="http://schemas.microsoft.com/office/drawing/2014/main" id="{E0443C04-1767-4133-9664-E2AF7E0AEA96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1" name="Line">
            <a:extLst>
              <a:ext uri="{FF2B5EF4-FFF2-40B4-BE49-F238E27FC236}">
                <a16:creationId xmlns:a16="http://schemas.microsoft.com/office/drawing/2014/main" id="{B5A07685-B9D3-4E20-A949-7C1D666DA7D3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2" name="humidity">
            <a:extLst>
              <a:ext uri="{FF2B5EF4-FFF2-40B4-BE49-F238E27FC236}">
                <a16:creationId xmlns:a16="http://schemas.microsoft.com/office/drawing/2014/main" id="{0234A73A-4654-45EA-876C-63552CE8D759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303" name="pressure">
            <a:extLst>
              <a:ext uri="{FF2B5EF4-FFF2-40B4-BE49-F238E27FC236}">
                <a16:creationId xmlns:a16="http://schemas.microsoft.com/office/drawing/2014/main" id="{246DA4B2-302A-4DC8-9878-DF0B7AEC07AB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304" name="Circle">
            <a:extLst>
              <a:ext uri="{FF2B5EF4-FFF2-40B4-BE49-F238E27FC236}">
                <a16:creationId xmlns:a16="http://schemas.microsoft.com/office/drawing/2014/main" id="{75B2761E-8EB0-457B-B07B-F7FE8DD09DE5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5" name="Circle">
            <a:extLst>
              <a:ext uri="{FF2B5EF4-FFF2-40B4-BE49-F238E27FC236}">
                <a16:creationId xmlns:a16="http://schemas.microsoft.com/office/drawing/2014/main" id="{4D1553FA-A93D-440A-8EDF-A05530CEDA85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6" name="Circle">
            <a:extLst>
              <a:ext uri="{FF2B5EF4-FFF2-40B4-BE49-F238E27FC236}">
                <a16:creationId xmlns:a16="http://schemas.microsoft.com/office/drawing/2014/main" id="{9656968F-D0E5-45C5-9B65-59228EDD6DC7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7" name="Circle">
            <a:extLst>
              <a:ext uri="{FF2B5EF4-FFF2-40B4-BE49-F238E27FC236}">
                <a16:creationId xmlns:a16="http://schemas.microsoft.com/office/drawing/2014/main" id="{C716FDD8-2095-413A-8800-E604669430FB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8" name="Circle">
            <a:extLst>
              <a:ext uri="{FF2B5EF4-FFF2-40B4-BE49-F238E27FC236}">
                <a16:creationId xmlns:a16="http://schemas.microsoft.com/office/drawing/2014/main" id="{BA9FAB49-60B5-4FB1-AD0B-C94E663D18EE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09" name="Circle">
            <a:extLst>
              <a:ext uri="{FF2B5EF4-FFF2-40B4-BE49-F238E27FC236}">
                <a16:creationId xmlns:a16="http://schemas.microsoft.com/office/drawing/2014/main" id="{A740DA35-FDB2-4F4C-A631-B6249E8D237A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0" name="Circle">
            <a:extLst>
              <a:ext uri="{FF2B5EF4-FFF2-40B4-BE49-F238E27FC236}">
                <a16:creationId xmlns:a16="http://schemas.microsoft.com/office/drawing/2014/main" id="{18A1466C-F43C-41D6-AEFB-8041D8C894AB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1" name="Circle">
            <a:extLst>
              <a:ext uri="{FF2B5EF4-FFF2-40B4-BE49-F238E27FC236}">
                <a16:creationId xmlns:a16="http://schemas.microsoft.com/office/drawing/2014/main" id="{07A06B78-76C4-41A3-8DBD-99D753D35893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2" name="Circle">
            <a:extLst>
              <a:ext uri="{FF2B5EF4-FFF2-40B4-BE49-F238E27FC236}">
                <a16:creationId xmlns:a16="http://schemas.microsoft.com/office/drawing/2014/main" id="{08448D03-A3DE-46AB-9A18-8CA4463892CA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3" name="Circle">
            <a:extLst>
              <a:ext uri="{FF2B5EF4-FFF2-40B4-BE49-F238E27FC236}">
                <a16:creationId xmlns:a16="http://schemas.microsoft.com/office/drawing/2014/main" id="{7BB64D1D-95A5-43BD-B08B-FD261E7BDB0E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4" name="Circle">
            <a:extLst>
              <a:ext uri="{FF2B5EF4-FFF2-40B4-BE49-F238E27FC236}">
                <a16:creationId xmlns:a16="http://schemas.microsoft.com/office/drawing/2014/main" id="{E9973D5B-35D6-4D89-9B92-D2B3154CD20B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5" name="Circle">
            <a:extLst>
              <a:ext uri="{FF2B5EF4-FFF2-40B4-BE49-F238E27FC236}">
                <a16:creationId xmlns:a16="http://schemas.microsoft.com/office/drawing/2014/main" id="{095B5FFD-3A0F-4A6F-9DC5-AAF90E6CE8EE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6" name="Circle">
            <a:extLst>
              <a:ext uri="{FF2B5EF4-FFF2-40B4-BE49-F238E27FC236}">
                <a16:creationId xmlns:a16="http://schemas.microsoft.com/office/drawing/2014/main" id="{37B3A9D5-A6C6-4BF8-BF11-4A4D48114212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7" name="Circle">
            <a:extLst>
              <a:ext uri="{FF2B5EF4-FFF2-40B4-BE49-F238E27FC236}">
                <a16:creationId xmlns:a16="http://schemas.microsoft.com/office/drawing/2014/main" id="{DC689EA5-3959-4DC9-81D5-7BA3950758CA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8" name="Circle">
            <a:extLst>
              <a:ext uri="{FF2B5EF4-FFF2-40B4-BE49-F238E27FC236}">
                <a16:creationId xmlns:a16="http://schemas.microsoft.com/office/drawing/2014/main" id="{A835A54D-0779-4F48-9B90-D93BA799C3E6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19" name="Circle">
            <a:extLst>
              <a:ext uri="{FF2B5EF4-FFF2-40B4-BE49-F238E27FC236}">
                <a16:creationId xmlns:a16="http://schemas.microsoft.com/office/drawing/2014/main" id="{8EDE5AFB-F0FF-4A70-99B5-E4E09198B261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0" name="Circle">
            <a:extLst>
              <a:ext uri="{FF2B5EF4-FFF2-40B4-BE49-F238E27FC236}">
                <a16:creationId xmlns:a16="http://schemas.microsoft.com/office/drawing/2014/main" id="{3972D451-F10E-4857-9022-1B1F30BDD26F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1" name="Circle">
            <a:extLst>
              <a:ext uri="{FF2B5EF4-FFF2-40B4-BE49-F238E27FC236}">
                <a16:creationId xmlns:a16="http://schemas.microsoft.com/office/drawing/2014/main" id="{82468C01-83F9-4E82-96B4-1D3133EBB7B6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2" name="Circle">
            <a:extLst>
              <a:ext uri="{FF2B5EF4-FFF2-40B4-BE49-F238E27FC236}">
                <a16:creationId xmlns:a16="http://schemas.microsoft.com/office/drawing/2014/main" id="{642AAE99-D956-4098-8785-82EA21035AEA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3" name="Circle">
            <a:extLst>
              <a:ext uri="{FF2B5EF4-FFF2-40B4-BE49-F238E27FC236}">
                <a16:creationId xmlns:a16="http://schemas.microsoft.com/office/drawing/2014/main" id="{3210EAB6-8802-4DAB-A185-8AB9343BF2A1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4" name="Circle">
            <a:extLst>
              <a:ext uri="{FF2B5EF4-FFF2-40B4-BE49-F238E27FC236}">
                <a16:creationId xmlns:a16="http://schemas.microsoft.com/office/drawing/2014/main" id="{1DE27AA0-2755-4D1C-BE00-78AEACBC61BA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5" name="Circle">
            <a:extLst>
              <a:ext uri="{FF2B5EF4-FFF2-40B4-BE49-F238E27FC236}">
                <a16:creationId xmlns:a16="http://schemas.microsoft.com/office/drawing/2014/main" id="{B356625A-CA91-47FA-A4F8-9879E05F0B58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6" name="Circle">
            <a:extLst>
              <a:ext uri="{FF2B5EF4-FFF2-40B4-BE49-F238E27FC236}">
                <a16:creationId xmlns:a16="http://schemas.microsoft.com/office/drawing/2014/main" id="{DA840DE1-AF68-4160-9213-0BCA8A9AF505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7" name="Circle">
            <a:extLst>
              <a:ext uri="{FF2B5EF4-FFF2-40B4-BE49-F238E27FC236}">
                <a16:creationId xmlns:a16="http://schemas.microsoft.com/office/drawing/2014/main" id="{60120D2D-CA7F-410E-A567-003ED509D0B1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8" name="Circle">
            <a:extLst>
              <a:ext uri="{FF2B5EF4-FFF2-40B4-BE49-F238E27FC236}">
                <a16:creationId xmlns:a16="http://schemas.microsoft.com/office/drawing/2014/main" id="{622EF6AD-2E13-4389-902B-B994A3122C36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29" name="Circle">
            <a:extLst>
              <a:ext uri="{FF2B5EF4-FFF2-40B4-BE49-F238E27FC236}">
                <a16:creationId xmlns:a16="http://schemas.microsoft.com/office/drawing/2014/main" id="{D2AAC306-4313-4413-B5C2-A2828BE7DF92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0" name="Circle">
            <a:extLst>
              <a:ext uri="{FF2B5EF4-FFF2-40B4-BE49-F238E27FC236}">
                <a16:creationId xmlns:a16="http://schemas.microsoft.com/office/drawing/2014/main" id="{9B6C88C2-449A-4A1F-9F72-4F943988505E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1" name="Circle">
            <a:extLst>
              <a:ext uri="{FF2B5EF4-FFF2-40B4-BE49-F238E27FC236}">
                <a16:creationId xmlns:a16="http://schemas.microsoft.com/office/drawing/2014/main" id="{FBB52502-D8D0-41BA-910E-A3102DA30659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2" name="Circle">
            <a:extLst>
              <a:ext uri="{FF2B5EF4-FFF2-40B4-BE49-F238E27FC236}">
                <a16:creationId xmlns:a16="http://schemas.microsoft.com/office/drawing/2014/main" id="{434A3990-6203-4D6B-B13E-6C53A1835D51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3" name="Circle">
            <a:extLst>
              <a:ext uri="{FF2B5EF4-FFF2-40B4-BE49-F238E27FC236}">
                <a16:creationId xmlns:a16="http://schemas.microsoft.com/office/drawing/2014/main" id="{BEAA8659-0979-4828-9660-66C04222767F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4" name="Circle">
            <a:extLst>
              <a:ext uri="{FF2B5EF4-FFF2-40B4-BE49-F238E27FC236}">
                <a16:creationId xmlns:a16="http://schemas.microsoft.com/office/drawing/2014/main" id="{8476EDB0-D6AF-4FA7-B41D-3BAD50115FA9}"/>
              </a:ext>
            </a:extLst>
          </p:cNvPr>
          <p:cNvSpPr>
            <a:spLocks noGrp="1"/>
          </p:cNvSpPr>
          <p:nvPr/>
        </p:nvSpPr>
        <p:spPr>
          <a:xfrm>
            <a:off x="16551493" y="849613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4518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Line">
            <a:extLst>
              <a:ext uri="{FF2B5EF4-FFF2-40B4-BE49-F238E27FC236}">
                <a16:creationId xmlns:a16="http://schemas.microsoft.com/office/drawing/2014/main" id="{CE16E353-8FCE-49E9-B371-6ED68D5208F8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7" name="Line">
            <a:extLst>
              <a:ext uri="{FF2B5EF4-FFF2-40B4-BE49-F238E27FC236}">
                <a16:creationId xmlns:a16="http://schemas.microsoft.com/office/drawing/2014/main" id="{CD40FE52-DF5E-4029-99C3-D5777AE2F3BE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38" name="humidity">
            <a:extLst>
              <a:ext uri="{FF2B5EF4-FFF2-40B4-BE49-F238E27FC236}">
                <a16:creationId xmlns:a16="http://schemas.microsoft.com/office/drawing/2014/main" id="{535B6665-9B0A-48F6-AA83-46709F03B630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339" name="pressure">
            <a:extLst>
              <a:ext uri="{FF2B5EF4-FFF2-40B4-BE49-F238E27FC236}">
                <a16:creationId xmlns:a16="http://schemas.microsoft.com/office/drawing/2014/main" id="{1B35DB7E-74EE-4B29-9BBC-0A2A1B2BD22D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340" name="Circle">
            <a:extLst>
              <a:ext uri="{FF2B5EF4-FFF2-40B4-BE49-F238E27FC236}">
                <a16:creationId xmlns:a16="http://schemas.microsoft.com/office/drawing/2014/main" id="{BA318FF8-C1D6-4E0F-A187-5B7EC2290DDB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1" name="Circle">
            <a:extLst>
              <a:ext uri="{FF2B5EF4-FFF2-40B4-BE49-F238E27FC236}">
                <a16:creationId xmlns:a16="http://schemas.microsoft.com/office/drawing/2014/main" id="{624E7213-0FB1-4B51-BD2C-6130395EAC3C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2" name="Circle">
            <a:extLst>
              <a:ext uri="{FF2B5EF4-FFF2-40B4-BE49-F238E27FC236}">
                <a16:creationId xmlns:a16="http://schemas.microsoft.com/office/drawing/2014/main" id="{587C7BAB-7384-44C3-85CD-662FE9EDE388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3" name="Circle">
            <a:extLst>
              <a:ext uri="{FF2B5EF4-FFF2-40B4-BE49-F238E27FC236}">
                <a16:creationId xmlns:a16="http://schemas.microsoft.com/office/drawing/2014/main" id="{1DD26C91-A0E0-40A9-A7B1-2AD29B2F15D4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4" name="Circle">
            <a:extLst>
              <a:ext uri="{FF2B5EF4-FFF2-40B4-BE49-F238E27FC236}">
                <a16:creationId xmlns:a16="http://schemas.microsoft.com/office/drawing/2014/main" id="{A076AC3D-2B83-4015-9670-B211BD91CD7D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5" name="Circle">
            <a:extLst>
              <a:ext uri="{FF2B5EF4-FFF2-40B4-BE49-F238E27FC236}">
                <a16:creationId xmlns:a16="http://schemas.microsoft.com/office/drawing/2014/main" id="{5D6A094D-2D87-4B82-B276-883E825C013B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6" name="Circle">
            <a:extLst>
              <a:ext uri="{FF2B5EF4-FFF2-40B4-BE49-F238E27FC236}">
                <a16:creationId xmlns:a16="http://schemas.microsoft.com/office/drawing/2014/main" id="{52B23BEF-BB1B-486B-930F-98F36A9C1406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7" name="Circle">
            <a:extLst>
              <a:ext uri="{FF2B5EF4-FFF2-40B4-BE49-F238E27FC236}">
                <a16:creationId xmlns:a16="http://schemas.microsoft.com/office/drawing/2014/main" id="{B108EF2C-629C-47B8-B21B-C1DD7345458B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8" name="Circle">
            <a:extLst>
              <a:ext uri="{FF2B5EF4-FFF2-40B4-BE49-F238E27FC236}">
                <a16:creationId xmlns:a16="http://schemas.microsoft.com/office/drawing/2014/main" id="{4FDDD9F5-E2A9-45AA-BCE1-727685F6D903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49" name="Circle">
            <a:extLst>
              <a:ext uri="{FF2B5EF4-FFF2-40B4-BE49-F238E27FC236}">
                <a16:creationId xmlns:a16="http://schemas.microsoft.com/office/drawing/2014/main" id="{A59D1309-B678-47F2-AE6F-1E3CEAD8B0E6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0" name="Circle">
            <a:extLst>
              <a:ext uri="{FF2B5EF4-FFF2-40B4-BE49-F238E27FC236}">
                <a16:creationId xmlns:a16="http://schemas.microsoft.com/office/drawing/2014/main" id="{A66507B3-03B5-4957-A9BE-3A752C32BAAB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1" name="Circle">
            <a:extLst>
              <a:ext uri="{FF2B5EF4-FFF2-40B4-BE49-F238E27FC236}">
                <a16:creationId xmlns:a16="http://schemas.microsoft.com/office/drawing/2014/main" id="{6D4031A7-B9F2-4D89-9D28-B2AADD42DDAA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2" name="Circle">
            <a:extLst>
              <a:ext uri="{FF2B5EF4-FFF2-40B4-BE49-F238E27FC236}">
                <a16:creationId xmlns:a16="http://schemas.microsoft.com/office/drawing/2014/main" id="{D5159065-4DFA-4438-806F-F11DAFF898BB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3" name="Circle">
            <a:extLst>
              <a:ext uri="{FF2B5EF4-FFF2-40B4-BE49-F238E27FC236}">
                <a16:creationId xmlns:a16="http://schemas.microsoft.com/office/drawing/2014/main" id="{A5D7AF88-DF2E-469D-A7E5-0D9AB895112C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4" name="Circle">
            <a:extLst>
              <a:ext uri="{FF2B5EF4-FFF2-40B4-BE49-F238E27FC236}">
                <a16:creationId xmlns:a16="http://schemas.microsoft.com/office/drawing/2014/main" id="{B80EC580-8927-4323-889B-3289C3701A70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5" name="Circle">
            <a:extLst>
              <a:ext uri="{FF2B5EF4-FFF2-40B4-BE49-F238E27FC236}">
                <a16:creationId xmlns:a16="http://schemas.microsoft.com/office/drawing/2014/main" id="{A58FD73F-7EBE-4DBE-B3F7-B9C8AAFB0C5E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6" name="Circle">
            <a:extLst>
              <a:ext uri="{FF2B5EF4-FFF2-40B4-BE49-F238E27FC236}">
                <a16:creationId xmlns:a16="http://schemas.microsoft.com/office/drawing/2014/main" id="{C85CFC78-68FA-4E6A-A4D7-550E58E6F77A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7" name="Circle">
            <a:extLst>
              <a:ext uri="{FF2B5EF4-FFF2-40B4-BE49-F238E27FC236}">
                <a16:creationId xmlns:a16="http://schemas.microsoft.com/office/drawing/2014/main" id="{AEC0BC06-71E4-4D84-8BBE-AF45DD8B12B6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8" name="Circle">
            <a:extLst>
              <a:ext uri="{FF2B5EF4-FFF2-40B4-BE49-F238E27FC236}">
                <a16:creationId xmlns:a16="http://schemas.microsoft.com/office/drawing/2014/main" id="{2B8695FC-1FD2-4949-ACFD-69F82D3A2547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59" name="Circle">
            <a:extLst>
              <a:ext uri="{FF2B5EF4-FFF2-40B4-BE49-F238E27FC236}">
                <a16:creationId xmlns:a16="http://schemas.microsoft.com/office/drawing/2014/main" id="{0C6F98A9-5CBD-473D-AA1A-1C8DB2CFE651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0" name="Circle">
            <a:extLst>
              <a:ext uri="{FF2B5EF4-FFF2-40B4-BE49-F238E27FC236}">
                <a16:creationId xmlns:a16="http://schemas.microsoft.com/office/drawing/2014/main" id="{53489E3A-0F6C-4F39-B02D-1806D0D6212F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1" name="Circle">
            <a:extLst>
              <a:ext uri="{FF2B5EF4-FFF2-40B4-BE49-F238E27FC236}">
                <a16:creationId xmlns:a16="http://schemas.microsoft.com/office/drawing/2014/main" id="{F1562D55-4DE8-49BD-AA50-FA7EDA239159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2" name="Circle">
            <a:extLst>
              <a:ext uri="{FF2B5EF4-FFF2-40B4-BE49-F238E27FC236}">
                <a16:creationId xmlns:a16="http://schemas.microsoft.com/office/drawing/2014/main" id="{B0AFF3DC-586E-4B7D-A025-C4F679145135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3" name="Circle">
            <a:extLst>
              <a:ext uri="{FF2B5EF4-FFF2-40B4-BE49-F238E27FC236}">
                <a16:creationId xmlns:a16="http://schemas.microsoft.com/office/drawing/2014/main" id="{0B9DBF6A-A4A8-43AE-B653-2CFDA42FE423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4" name="Circle">
            <a:extLst>
              <a:ext uri="{FF2B5EF4-FFF2-40B4-BE49-F238E27FC236}">
                <a16:creationId xmlns:a16="http://schemas.microsoft.com/office/drawing/2014/main" id="{CED87A8D-13B7-4037-BB92-3105A1AC1267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5" name="Circle">
            <a:extLst>
              <a:ext uri="{FF2B5EF4-FFF2-40B4-BE49-F238E27FC236}">
                <a16:creationId xmlns:a16="http://schemas.microsoft.com/office/drawing/2014/main" id="{3E218730-80ED-4269-A5E0-8817EC3DBF05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6" name="Circle">
            <a:extLst>
              <a:ext uri="{FF2B5EF4-FFF2-40B4-BE49-F238E27FC236}">
                <a16:creationId xmlns:a16="http://schemas.microsoft.com/office/drawing/2014/main" id="{15466F65-3022-4EFB-B369-6A386DA289E1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7" name="Circle">
            <a:extLst>
              <a:ext uri="{FF2B5EF4-FFF2-40B4-BE49-F238E27FC236}">
                <a16:creationId xmlns:a16="http://schemas.microsoft.com/office/drawing/2014/main" id="{7D71E1D6-E3C4-43B5-96C0-C47986B847EB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8" name="Circle">
            <a:extLst>
              <a:ext uri="{FF2B5EF4-FFF2-40B4-BE49-F238E27FC236}">
                <a16:creationId xmlns:a16="http://schemas.microsoft.com/office/drawing/2014/main" id="{D791D22B-4EAC-4B9D-853B-4A3EB26E12BD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69" name="Circle">
            <a:extLst>
              <a:ext uri="{FF2B5EF4-FFF2-40B4-BE49-F238E27FC236}">
                <a16:creationId xmlns:a16="http://schemas.microsoft.com/office/drawing/2014/main" id="{C89BD2FD-32A8-4DE1-91A7-A7AE4BDEF40C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0" name="Circle">
            <a:extLst>
              <a:ext uri="{FF2B5EF4-FFF2-40B4-BE49-F238E27FC236}">
                <a16:creationId xmlns:a16="http://schemas.microsoft.com/office/drawing/2014/main" id="{4F5A8C04-F4B9-4BFE-8488-0D0FD8CEB16B}"/>
              </a:ext>
            </a:extLst>
          </p:cNvPr>
          <p:cNvSpPr>
            <a:spLocks noGrp="1"/>
          </p:cNvSpPr>
          <p:nvPr/>
        </p:nvSpPr>
        <p:spPr>
          <a:xfrm>
            <a:off x="16551493" y="849613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1" name="Circle">
            <a:extLst>
              <a:ext uri="{FF2B5EF4-FFF2-40B4-BE49-F238E27FC236}">
                <a16:creationId xmlns:a16="http://schemas.microsoft.com/office/drawing/2014/main" id="{7B937B08-C1C8-4AA7-912A-88FBB3DD0DB8}"/>
              </a:ext>
            </a:extLst>
          </p:cNvPr>
          <p:cNvSpPr>
            <a:spLocks noGrp="1"/>
          </p:cNvSpPr>
          <p:nvPr/>
        </p:nvSpPr>
        <p:spPr>
          <a:xfrm>
            <a:off x="3158432" y="4652379"/>
            <a:ext cx="1099353" cy="1099354"/>
          </a:xfrm>
          <a:prstGeom prst="ellipse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524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Line">
            <a:extLst>
              <a:ext uri="{FF2B5EF4-FFF2-40B4-BE49-F238E27FC236}">
                <a16:creationId xmlns:a16="http://schemas.microsoft.com/office/drawing/2014/main" id="{920364AC-A9D1-4F50-BA12-8AA8F39F4F2E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4" name="Line">
            <a:extLst>
              <a:ext uri="{FF2B5EF4-FFF2-40B4-BE49-F238E27FC236}">
                <a16:creationId xmlns:a16="http://schemas.microsoft.com/office/drawing/2014/main" id="{1CEFD12B-6B45-48CE-8BAF-CC5AC73C375A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5" name="humidity">
            <a:extLst>
              <a:ext uri="{FF2B5EF4-FFF2-40B4-BE49-F238E27FC236}">
                <a16:creationId xmlns:a16="http://schemas.microsoft.com/office/drawing/2014/main" id="{41D2F53E-8C0F-4029-8C63-73DD40C228A8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376" name="pressure">
            <a:extLst>
              <a:ext uri="{FF2B5EF4-FFF2-40B4-BE49-F238E27FC236}">
                <a16:creationId xmlns:a16="http://schemas.microsoft.com/office/drawing/2014/main" id="{8DCEEFC6-62B8-4545-A21E-987E23670270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377" name="Circle">
            <a:extLst>
              <a:ext uri="{FF2B5EF4-FFF2-40B4-BE49-F238E27FC236}">
                <a16:creationId xmlns:a16="http://schemas.microsoft.com/office/drawing/2014/main" id="{4329EB31-75B2-44DD-B23F-90B9E45BB8AB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8" name="Circle">
            <a:extLst>
              <a:ext uri="{FF2B5EF4-FFF2-40B4-BE49-F238E27FC236}">
                <a16:creationId xmlns:a16="http://schemas.microsoft.com/office/drawing/2014/main" id="{7AFDECC1-CC55-4873-8C53-AEA0C279A036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79" name="Circle">
            <a:extLst>
              <a:ext uri="{FF2B5EF4-FFF2-40B4-BE49-F238E27FC236}">
                <a16:creationId xmlns:a16="http://schemas.microsoft.com/office/drawing/2014/main" id="{E4881C52-17E8-4586-AE90-C0388D5648C5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0" name="Circle">
            <a:extLst>
              <a:ext uri="{FF2B5EF4-FFF2-40B4-BE49-F238E27FC236}">
                <a16:creationId xmlns:a16="http://schemas.microsoft.com/office/drawing/2014/main" id="{EB8EBCDA-CCF3-46B0-B31A-6BA9DAECFFDD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1" name="Circle">
            <a:extLst>
              <a:ext uri="{FF2B5EF4-FFF2-40B4-BE49-F238E27FC236}">
                <a16:creationId xmlns:a16="http://schemas.microsoft.com/office/drawing/2014/main" id="{ECAB0F2B-2B71-4FBB-9647-43D36B8F396F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2" name="Circle">
            <a:extLst>
              <a:ext uri="{FF2B5EF4-FFF2-40B4-BE49-F238E27FC236}">
                <a16:creationId xmlns:a16="http://schemas.microsoft.com/office/drawing/2014/main" id="{A9B0DD1C-F222-4A96-AE91-25FE0E271AD8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3" name="Circle">
            <a:extLst>
              <a:ext uri="{FF2B5EF4-FFF2-40B4-BE49-F238E27FC236}">
                <a16:creationId xmlns:a16="http://schemas.microsoft.com/office/drawing/2014/main" id="{C3116C46-4AD0-4A20-A2E0-7B47B4484CCF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4" name="Circle">
            <a:extLst>
              <a:ext uri="{FF2B5EF4-FFF2-40B4-BE49-F238E27FC236}">
                <a16:creationId xmlns:a16="http://schemas.microsoft.com/office/drawing/2014/main" id="{F67ECBF3-0277-48FC-A8E0-2CA8205C26BE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5" name="Circle">
            <a:extLst>
              <a:ext uri="{FF2B5EF4-FFF2-40B4-BE49-F238E27FC236}">
                <a16:creationId xmlns:a16="http://schemas.microsoft.com/office/drawing/2014/main" id="{55A8449A-93EE-40E2-BF07-5BE0A0B7C389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6" name="Circle">
            <a:extLst>
              <a:ext uri="{FF2B5EF4-FFF2-40B4-BE49-F238E27FC236}">
                <a16:creationId xmlns:a16="http://schemas.microsoft.com/office/drawing/2014/main" id="{0617E31E-4F60-4587-8659-EF6C038ABCD1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7" name="Circle">
            <a:extLst>
              <a:ext uri="{FF2B5EF4-FFF2-40B4-BE49-F238E27FC236}">
                <a16:creationId xmlns:a16="http://schemas.microsoft.com/office/drawing/2014/main" id="{284037D8-135F-46BF-B4AF-868464408B02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8" name="Circle">
            <a:extLst>
              <a:ext uri="{FF2B5EF4-FFF2-40B4-BE49-F238E27FC236}">
                <a16:creationId xmlns:a16="http://schemas.microsoft.com/office/drawing/2014/main" id="{223D2059-88C6-4F7B-A6D3-3903EABEC2BB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89" name="Circle">
            <a:extLst>
              <a:ext uri="{FF2B5EF4-FFF2-40B4-BE49-F238E27FC236}">
                <a16:creationId xmlns:a16="http://schemas.microsoft.com/office/drawing/2014/main" id="{CB7E4BA2-0642-4FF7-B1A0-0A59D32B6DA7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0" name="Circle">
            <a:extLst>
              <a:ext uri="{FF2B5EF4-FFF2-40B4-BE49-F238E27FC236}">
                <a16:creationId xmlns:a16="http://schemas.microsoft.com/office/drawing/2014/main" id="{304B0A42-8132-43E6-8F0C-B7CD841525CF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1" name="Circle">
            <a:extLst>
              <a:ext uri="{FF2B5EF4-FFF2-40B4-BE49-F238E27FC236}">
                <a16:creationId xmlns:a16="http://schemas.microsoft.com/office/drawing/2014/main" id="{8F3F601B-101F-4C57-95CB-883E72A949DD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2" name="Circle">
            <a:extLst>
              <a:ext uri="{FF2B5EF4-FFF2-40B4-BE49-F238E27FC236}">
                <a16:creationId xmlns:a16="http://schemas.microsoft.com/office/drawing/2014/main" id="{DD005AD3-6930-415A-B411-ED0C52425D93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3" name="Circle">
            <a:extLst>
              <a:ext uri="{FF2B5EF4-FFF2-40B4-BE49-F238E27FC236}">
                <a16:creationId xmlns:a16="http://schemas.microsoft.com/office/drawing/2014/main" id="{63799750-1467-4964-B829-70FD42A92125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4" name="Circle">
            <a:extLst>
              <a:ext uri="{FF2B5EF4-FFF2-40B4-BE49-F238E27FC236}">
                <a16:creationId xmlns:a16="http://schemas.microsoft.com/office/drawing/2014/main" id="{81CDC88D-C1F0-4311-8DF2-BF27E0A42B63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5" name="Circle">
            <a:extLst>
              <a:ext uri="{FF2B5EF4-FFF2-40B4-BE49-F238E27FC236}">
                <a16:creationId xmlns:a16="http://schemas.microsoft.com/office/drawing/2014/main" id="{891BD7DE-E951-447D-8DAE-14BAE2A454CD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6" name="Circle">
            <a:extLst>
              <a:ext uri="{FF2B5EF4-FFF2-40B4-BE49-F238E27FC236}">
                <a16:creationId xmlns:a16="http://schemas.microsoft.com/office/drawing/2014/main" id="{922CF8F8-A146-4E19-A6AF-E0C31A30D827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7" name="Circle">
            <a:extLst>
              <a:ext uri="{FF2B5EF4-FFF2-40B4-BE49-F238E27FC236}">
                <a16:creationId xmlns:a16="http://schemas.microsoft.com/office/drawing/2014/main" id="{51A89B4C-A8CD-4DC9-8289-73F93B28100F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8" name="Circle">
            <a:extLst>
              <a:ext uri="{FF2B5EF4-FFF2-40B4-BE49-F238E27FC236}">
                <a16:creationId xmlns:a16="http://schemas.microsoft.com/office/drawing/2014/main" id="{0823FA77-CB39-4C08-99BB-1019C34E7F59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399" name="Circle">
            <a:extLst>
              <a:ext uri="{FF2B5EF4-FFF2-40B4-BE49-F238E27FC236}">
                <a16:creationId xmlns:a16="http://schemas.microsoft.com/office/drawing/2014/main" id="{45059866-3559-457F-B5EC-2735AF025571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0" name="Circle">
            <a:extLst>
              <a:ext uri="{FF2B5EF4-FFF2-40B4-BE49-F238E27FC236}">
                <a16:creationId xmlns:a16="http://schemas.microsoft.com/office/drawing/2014/main" id="{816D7DF0-3604-4C03-8858-12204076C73B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1" name="Circle">
            <a:extLst>
              <a:ext uri="{FF2B5EF4-FFF2-40B4-BE49-F238E27FC236}">
                <a16:creationId xmlns:a16="http://schemas.microsoft.com/office/drawing/2014/main" id="{73F91921-0B76-4779-A901-BAAA207D671F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2" name="Circle">
            <a:extLst>
              <a:ext uri="{FF2B5EF4-FFF2-40B4-BE49-F238E27FC236}">
                <a16:creationId xmlns:a16="http://schemas.microsoft.com/office/drawing/2014/main" id="{A1D58852-A94C-4AE3-BA4C-D32BAB857A01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3" name="Circle">
            <a:extLst>
              <a:ext uri="{FF2B5EF4-FFF2-40B4-BE49-F238E27FC236}">
                <a16:creationId xmlns:a16="http://schemas.microsoft.com/office/drawing/2014/main" id="{79AFC84F-99E7-4E11-BB64-858197D1FE91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4" name="Circle">
            <a:extLst>
              <a:ext uri="{FF2B5EF4-FFF2-40B4-BE49-F238E27FC236}">
                <a16:creationId xmlns:a16="http://schemas.microsoft.com/office/drawing/2014/main" id="{DF014D74-94C2-4D88-94D2-9013ED904108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5" name="Circle">
            <a:extLst>
              <a:ext uri="{FF2B5EF4-FFF2-40B4-BE49-F238E27FC236}">
                <a16:creationId xmlns:a16="http://schemas.microsoft.com/office/drawing/2014/main" id="{3F8EB743-84C3-4E33-9D31-205C7D647D34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6" name="Circle">
            <a:extLst>
              <a:ext uri="{FF2B5EF4-FFF2-40B4-BE49-F238E27FC236}">
                <a16:creationId xmlns:a16="http://schemas.microsoft.com/office/drawing/2014/main" id="{56FD7502-991D-4854-B9A0-239279E289FE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7" name="Circle">
            <a:extLst>
              <a:ext uri="{FF2B5EF4-FFF2-40B4-BE49-F238E27FC236}">
                <a16:creationId xmlns:a16="http://schemas.microsoft.com/office/drawing/2014/main" id="{D7C40119-91D8-425C-8F02-040A007E53EE}"/>
              </a:ext>
            </a:extLst>
          </p:cNvPr>
          <p:cNvSpPr>
            <a:spLocks noGrp="1"/>
          </p:cNvSpPr>
          <p:nvPr/>
        </p:nvSpPr>
        <p:spPr>
          <a:xfrm>
            <a:off x="16551493" y="849613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08" name="Circle">
            <a:extLst>
              <a:ext uri="{FF2B5EF4-FFF2-40B4-BE49-F238E27FC236}">
                <a16:creationId xmlns:a16="http://schemas.microsoft.com/office/drawing/2014/main" id="{C3BE73C8-833A-45C0-84B2-3ABDBC1445EF}"/>
              </a:ext>
            </a:extLst>
          </p:cNvPr>
          <p:cNvSpPr>
            <a:spLocks noGrp="1"/>
          </p:cNvSpPr>
          <p:nvPr/>
        </p:nvSpPr>
        <p:spPr>
          <a:xfrm>
            <a:off x="3158432" y="4652379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082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Line">
            <a:extLst>
              <a:ext uri="{FF2B5EF4-FFF2-40B4-BE49-F238E27FC236}">
                <a16:creationId xmlns:a16="http://schemas.microsoft.com/office/drawing/2014/main" id="{5777E596-FAA6-42DF-86EA-AE0331B96F38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1" name="Line">
            <a:extLst>
              <a:ext uri="{FF2B5EF4-FFF2-40B4-BE49-F238E27FC236}">
                <a16:creationId xmlns:a16="http://schemas.microsoft.com/office/drawing/2014/main" id="{903B7FC9-0414-4D13-902A-8B1CB32D3D8F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2" name="humidity">
            <a:extLst>
              <a:ext uri="{FF2B5EF4-FFF2-40B4-BE49-F238E27FC236}">
                <a16:creationId xmlns:a16="http://schemas.microsoft.com/office/drawing/2014/main" id="{01FF7B8F-6AEC-4FED-9A1E-10FF591DC8B4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413" name="pressure">
            <a:extLst>
              <a:ext uri="{FF2B5EF4-FFF2-40B4-BE49-F238E27FC236}">
                <a16:creationId xmlns:a16="http://schemas.microsoft.com/office/drawing/2014/main" id="{2CF409A3-6DED-4359-9948-9E8728AA9773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414" name="Circle">
            <a:extLst>
              <a:ext uri="{FF2B5EF4-FFF2-40B4-BE49-F238E27FC236}">
                <a16:creationId xmlns:a16="http://schemas.microsoft.com/office/drawing/2014/main" id="{27F87C70-C92D-48B6-A405-30961004D78F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5" name="Circle">
            <a:extLst>
              <a:ext uri="{FF2B5EF4-FFF2-40B4-BE49-F238E27FC236}">
                <a16:creationId xmlns:a16="http://schemas.microsoft.com/office/drawing/2014/main" id="{F972886B-7EA7-4B6F-B631-8D52654B33DE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6" name="Circle">
            <a:extLst>
              <a:ext uri="{FF2B5EF4-FFF2-40B4-BE49-F238E27FC236}">
                <a16:creationId xmlns:a16="http://schemas.microsoft.com/office/drawing/2014/main" id="{C2B9CC74-FAE5-43BB-A80F-B28FF9AEC6AA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7" name="Circle">
            <a:extLst>
              <a:ext uri="{FF2B5EF4-FFF2-40B4-BE49-F238E27FC236}">
                <a16:creationId xmlns:a16="http://schemas.microsoft.com/office/drawing/2014/main" id="{C40A3365-D43D-4419-9196-1CE558F1233A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8" name="Circle">
            <a:extLst>
              <a:ext uri="{FF2B5EF4-FFF2-40B4-BE49-F238E27FC236}">
                <a16:creationId xmlns:a16="http://schemas.microsoft.com/office/drawing/2014/main" id="{5100264C-FF8D-4EAA-97BB-DE9B17505F37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19" name="Circle">
            <a:extLst>
              <a:ext uri="{FF2B5EF4-FFF2-40B4-BE49-F238E27FC236}">
                <a16:creationId xmlns:a16="http://schemas.microsoft.com/office/drawing/2014/main" id="{85009CA8-6F9F-4E6B-8E26-5D068B6DB126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0" name="Circle">
            <a:extLst>
              <a:ext uri="{FF2B5EF4-FFF2-40B4-BE49-F238E27FC236}">
                <a16:creationId xmlns:a16="http://schemas.microsoft.com/office/drawing/2014/main" id="{FF9B6716-F433-4466-8060-E6ACAD1187DC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1" name="Circle">
            <a:extLst>
              <a:ext uri="{FF2B5EF4-FFF2-40B4-BE49-F238E27FC236}">
                <a16:creationId xmlns:a16="http://schemas.microsoft.com/office/drawing/2014/main" id="{C8D6D532-767D-4F27-8B04-968AFC2B473F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2" name="Circle">
            <a:extLst>
              <a:ext uri="{FF2B5EF4-FFF2-40B4-BE49-F238E27FC236}">
                <a16:creationId xmlns:a16="http://schemas.microsoft.com/office/drawing/2014/main" id="{62BB3EF9-B33E-49DC-A2C0-39B2204EECE7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3" name="Circle">
            <a:extLst>
              <a:ext uri="{FF2B5EF4-FFF2-40B4-BE49-F238E27FC236}">
                <a16:creationId xmlns:a16="http://schemas.microsoft.com/office/drawing/2014/main" id="{F30281E5-2846-4FD6-95B1-79E6DF6CFC79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4" name="Circle">
            <a:extLst>
              <a:ext uri="{FF2B5EF4-FFF2-40B4-BE49-F238E27FC236}">
                <a16:creationId xmlns:a16="http://schemas.microsoft.com/office/drawing/2014/main" id="{231B0E8C-407D-47F8-B97E-262D63E5B433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5" name="Circle">
            <a:extLst>
              <a:ext uri="{FF2B5EF4-FFF2-40B4-BE49-F238E27FC236}">
                <a16:creationId xmlns:a16="http://schemas.microsoft.com/office/drawing/2014/main" id="{BC5DD857-6D2C-464B-A709-667D04C89FCC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6" name="Circle">
            <a:extLst>
              <a:ext uri="{FF2B5EF4-FFF2-40B4-BE49-F238E27FC236}">
                <a16:creationId xmlns:a16="http://schemas.microsoft.com/office/drawing/2014/main" id="{6AFE3F83-CD26-4CB6-9F1E-B237B798583D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7" name="Circle">
            <a:extLst>
              <a:ext uri="{FF2B5EF4-FFF2-40B4-BE49-F238E27FC236}">
                <a16:creationId xmlns:a16="http://schemas.microsoft.com/office/drawing/2014/main" id="{F429D107-DDB8-4E15-8F59-DD7F9DB18A6D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8" name="Circle">
            <a:extLst>
              <a:ext uri="{FF2B5EF4-FFF2-40B4-BE49-F238E27FC236}">
                <a16:creationId xmlns:a16="http://schemas.microsoft.com/office/drawing/2014/main" id="{457C284F-D716-42E9-ADC6-D7EFEADE3565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29" name="Circle">
            <a:extLst>
              <a:ext uri="{FF2B5EF4-FFF2-40B4-BE49-F238E27FC236}">
                <a16:creationId xmlns:a16="http://schemas.microsoft.com/office/drawing/2014/main" id="{7F9D8F24-8153-44DC-971E-079F2E916B37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0" name="Circle">
            <a:extLst>
              <a:ext uri="{FF2B5EF4-FFF2-40B4-BE49-F238E27FC236}">
                <a16:creationId xmlns:a16="http://schemas.microsoft.com/office/drawing/2014/main" id="{DF48D7FD-20D1-42A5-81C7-ED752B73E6C4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1" name="Circle">
            <a:extLst>
              <a:ext uri="{FF2B5EF4-FFF2-40B4-BE49-F238E27FC236}">
                <a16:creationId xmlns:a16="http://schemas.microsoft.com/office/drawing/2014/main" id="{1927482F-41A3-4D54-9C3F-42D2926FF3BC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2" name="Circle">
            <a:extLst>
              <a:ext uri="{FF2B5EF4-FFF2-40B4-BE49-F238E27FC236}">
                <a16:creationId xmlns:a16="http://schemas.microsoft.com/office/drawing/2014/main" id="{5C290EB7-3A9E-4E97-8B27-7ED2736D505A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3" name="Circle">
            <a:extLst>
              <a:ext uri="{FF2B5EF4-FFF2-40B4-BE49-F238E27FC236}">
                <a16:creationId xmlns:a16="http://schemas.microsoft.com/office/drawing/2014/main" id="{4D896BC6-E044-4F04-8555-E7956CF1D14F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4" name="Circle">
            <a:extLst>
              <a:ext uri="{FF2B5EF4-FFF2-40B4-BE49-F238E27FC236}">
                <a16:creationId xmlns:a16="http://schemas.microsoft.com/office/drawing/2014/main" id="{150A4655-B9DB-4582-9DF5-884AE22909F1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5" name="Circle">
            <a:extLst>
              <a:ext uri="{FF2B5EF4-FFF2-40B4-BE49-F238E27FC236}">
                <a16:creationId xmlns:a16="http://schemas.microsoft.com/office/drawing/2014/main" id="{92DDAEB1-0143-4E90-A42A-6AECE2500CDF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6" name="Circle">
            <a:extLst>
              <a:ext uri="{FF2B5EF4-FFF2-40B4-BE49-F238E27FC236}">
                <a16:creationId xmlns:a16="http://schemas.microsoft.com/office/drawing/2014/main" id="{982632EB-1A79-42BA-98BF-C106EBEC942E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7" name="Circle">
            <a:extLst>
              <a:ext uri="{FF2B5EF4-FFF2-40B4-BE49-F238E27FC236}">
                <a16:creationId xmlns:a16="http://schemas.microsoft.com/office/drawing/2014/main" id="{E2D52648-9DE1-407F-A5F8-278F30E7BEF8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8" name="Circle">
            <a:extLst>
              <a:ext uri="{FF2B5EF4-FFF2-40B4-BE49-F238E27FC236}">
                <a16:creationId xmlns:a16="http://schemas.microsoft.com/office/drawing/2014/main" id="{F87FE9EF-C9E0-47B6-A0C8-B68B0DFA4DA3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39" name="Circle">
            <a:extLst>
              <a:ext uri="{FF2B5EF4-FFF2-40B4-BE49-F238E27FC236}">
                <a16:creationId xmlns:a16="http://schemas.microsoft.com/office/drawing/2014/main" id="{39A10BB1-5AA1-4BDF-AC52-A9B8FD330F26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0" name="Circle">
            <a:extLst>
              <a:ext uri="{FF2B5EF4-FFF2-40B4-BE49-F238E27FC236}">
                <a16:creationId xmlns:a16="http://schemas.microsoft.com/office/drawing/2014/main" id="{E91A183B-7E67-4A95-AEB2-C630E97BF9D6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1" name="Circle">
            <a:extLst>
              <a:ext uri="{FF2B5EF4-FFF2-40B4-BE49-F238E27FC236}">
                <a16:creationId xmlns:a16="http://schemas.microsoft.com/office/drawing/2014/main" id="{D8DF6711-A588-4C35-9198-122FE6969CD6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2" name="Circle">
            <a:extLst>
              <a:ext uri="{FF2B5EF4-FFF2-40B4-BE49-F238E27FC236}">
                <a16:creationId xmlns:a16="http://schemas.microsoft.com/office/drawing/2014/main" id="{5585360A-608B-4312-955A-431EB1898444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3" name="Circle">
            <a:extLst>
              <a:ext uri="{FF2B5EF4-FFF2-40B4-BE49-F238E27FC236}">
                <a16:creationId xmlns:a16="http://schemas.microsoft.com/office/drawing/2014/main" id="{B446A40F-47EC-4CB5-A63D-A83BEBB2C0F7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4" name="Circle">
            <a:extLst>
              <a:ext uri="{FF2B5EF4-FFF2-40B4-BE49-F238E27FC236}">
                <a16:creationId xmlns:a16="http://schemas.microsoft.com/office/drawing/2014/main" id="{213B0C0C-83AB-4B32-8C1D-4D83074B8FF4}"/>
              </a:ext>
            </a:extLst>
          </p:cNvPr>
          <p:cNvSpPr>
            <a:spLocks noGrp="1"/>
          </p:cNvSpPr>
          <p:nvPr/>
        </p:nvSpPr>
        <p:spPr>
          <a:xfrm>
            <a:off x="16551493" y="849613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5" name="Circle">
            <a:extLst>
              <a:ext uri="{FF2B5EF4-FFF2-40B4-BE49-F238E27FC236}">
                <a16:creationId xmlns:a16="http://schemas.microsoft.com/office/drawing/2014/main" id="{BB43BB2E-6D8E-43D1-8FA5-D0E62AFAF196}"/>
              </a:ext>
            </a:extLst>
          </p:cNvPr>
          <p:cNvSpPr>
            <a:spLocks noGrp="1"/>
          </p:cNvSpPr>
          <p:nvPr/>
        </p:nvSpPr>
        <p:spPr>
          <a:xfrm>
            <a:off x="3158432" y="4652379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6" name="Circle">
            <a:extLst>
              <a:ext uri="{FF2B5EF4-FFF2-40B4-BE49-F238E27FC236}">
                <a16:creationId xmlns:a16="http://schemas.microsoft.com/office/drawing/2014/main" id="{72FDC902-12CD-418C-B04C-BB6F6707412B}"/>
              </a:ext>
            </a:extLst>
          </p:cNvPr>
          <p:cNvSpPr>
            <a:spLocks noGrp="1"/>
          </p:cNvSpPr>
          <p:nvPr/>
        </p:nvSpPr>
        <p:spPr>
          <a:xfrm>
            <a:off x="19103351" y="3597689"/>
            <a:ext cx="1099354" cy="1099353"/>
          </a:xfrm>
          <a:prstGeom prst="ellipse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735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Line">
            <a:extLst>
              <a:ext uri="{FF2B5EF4-FFF2-40B4-BE49-F238E27FC236}">
                <a16:creationId xmlns:a16="http://schemas.microsoft.com/office/drawing/2014/main" id="{34563B11-778C-4799-BF7A-4255FB9A2A30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49" name="Line">
            <a:extLst>
              <a:ext uri="{FF2B5EF4-FFF2-40B4-BE49-F238E27FC236}">
                <a16:creationId xmlns:a16="http://schemas.microsoft.com/office/drawing/2014/main" id="{2CA56A12-11FF-4E28-AE4E-05BEE213561E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0" name="humidity">
            <a:extLst>
              <a:ext uri="{FF2B5EF4-FFF2-40B4-BE49-F238E27FC236}">
                <a16:creationId xmlns:a16="http://schemas.microsoft.com/office/drawing/2014/main" id="{4C2AB760-4938-4D4D-9F2E-AA905A0E1284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451" name="pressure">
            <a:extLst>
              <a:ext uri="{FF2B5EF4-FFF2-40B4-BE49-F238E27FC236}">
                <a16:creationId xmlns:a16="http://schemas.microsoft.com/office/drawing/2014/main" id="{952E37EC-17DF-4993-B7AF-46EA3E96D80F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452" name="Circle">
            <a:extLst>
              <a:ext uri="{FF2B5EF4-FFF2-40B4-BE49-F238E27FC236}">
                <a16:creationId xmlns:a16="http://schemas.microsoft.com/office/drawing/2014/main" id="{0EF481AC-CE94-4575-802B-D32228ED2FC8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3" name="Circle">
            <a:extLst>
              <a:ext uri="{FF2B5EF4-FFF2-40B4-BE49-F238E27FC236}">
                <a16:creationId xmlns:a16="http://schemas.microsoft.com/office/drawing/2014/main" id="{4F99CA82-66AD-4375-8ACC-7A9A663B5B5E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4" name="Circle">
            <a:extLst>
              <a:ext uri="{FF2B5EF4-FFF2-40B4-BE49-F238E27FC236}">
                <a16:creationId xmlns:a16="http://schemas.microsoft.com/office/drawing/2014/main" id="{55E02F6F-22B9-48A5-9E86-9601379F87C9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5" name="Circle">
            <a:extLst>
              <a:ext uri="{FF2B5EF4-FFF2-40B4-BE49-F238E27FC236}">
                <a16:creationId xmlns:a16="http://schemas.microsoft.com/office/drawing/2014/main" id="{F16974CF-34D4-4777-B7D9-ABF543919CE6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6" name="Circle">
            <a:extLst>
              <a:ext uri="{FF2B5EF4-FFF2-40B4-BE49-F238E27FC236}">
                <a16:creationId xmlns:a16="http://schemas.microsoft.com/office/drawing/2014/main" id="{8ADDC03A-E2D7-4CE6-9B4A-7BDC4C4AF508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7" name="Circle">
            <a:extLst>
              <a:ext uri="{FF2B5EF4-FFF2-40B4-BE49-F238E27FC236}">
                <a16:creationId xmlns:a16="http://schemas.microsoft.com/office/drawing/2014/main" id="{BE89E4D2-1761-4C05-AC2E-819F8418E4EF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8" name="Circle">
            <a:extLst>
              <a:ext uri="{FF2B5EF4-FFF2-40B4-BE49-F238E27FC236}">
                <a16:creationId xmlns:a16="http://schemas.microsoft.com/office/drawing/2014/main" id="{1440779C-66EB-4100-8430-62A6655C7D1A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59" name="Circle">
            <a:extLst>
              <a:ext uri="{FF2B5EF4-FFF2-40B4-BE49-F238E27FC236}">
                <a16:creationId xmlns:a16="http://schemas.microsoft.com/office/drawing/2014/main" id="{D29B4FC7-F79B-48BB-81F0-17688D0D5C0F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0" name="Circle">
            <a:extLst>
              <a:ext uri="{FF2B5EF4-FFF2-40B4-BE49-F238E27FC236}">
                <a16:creationId xmlns:a16="http://schemas.microsoft.com/office/drawing/2014/main" id="{5E76E128-5A8E-4342-82A2-C1F6BEFE760D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1" name="Circle">
            <a:extLst>
              <a:ext uri="{FF2B5EF4-FFF2-40B4-BE49-F238E27FC236}">
                <a16:creationId xmlns:a16="http://schemas.microsoft.com/office/drawing/2014/main" id="{FE08ACF3-9D5F-4DA7-9EAF-DD076FE96D29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2" name="Circle">
            <a:extLst>
              <a:ext uri="{FF2B5EF4-FFF2-40B4-BE49-F238E27FC236}">
                <a16:creationId xmlns:a16="http://schemas.microsoft.com/office/drawing/2014/main" id="{891FF93F-3A47-410D-BD99-8F9DD7CAC527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3" name="Circle">
            <a:extLst>
              <a:ext uri="{FF2B5EF4-FFF2-40B4-BE49-F238E27FC236}">
                <a16:creationId xmlns:a16="http://schemas.microsoft.com/office/drawing/2014/main" id="{92588012-F47C-475E-A801-FE06C3DCF85C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4" name="Circle">
            <a:extLst>
              <a:ext uri="{FF2B5EF4-FFF2-40B4-BE49-F238E27FC236}">
                <a16:creationId xmlns:a16="http://schemas.microsoft.com/office/drawing/2014/main" id="{03FAB098-1F71-451A-BA18-7C0C39148013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5" name="Circle">
            <a:extLst>
              <a:ext uri="{FF2B5EF4-FFF2-40B4-BE49-F238E27FC236}">
                <a16:creationId xmlns:a16="http://schemas.microsoft.com/office/drawing/2014/main" id="{9DDDCA07-DE3F-4792-839C-A01259790F75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6" name="Circle">
            <a:extLst>
              <a:ext uri="{FF2B5EF4-FFF2-40B4-BE49-F238E27FC236}">
                <a16:creationId xmlns:a16="http://schemas.microsoft.com/office/drawing/2014/main" id="{382598A6-39C7-45A5-8EE4-08E1B42AAD81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7" name="Circle">
            <a:extLst>
              <a:ext uri="{FF2B5EF4-FFF2-40B4-BE49-F238E27FC236}">
                <a16:creationId xmlns:a16="http://schemas.microsoft.com/office/drawing/2014/main" id="{27A10EA1-CD63-41BE-9EC6-E341530B2A76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8" name="Circle">
            <a:extLst>
              <a:ext uri="{FF2B5EF4-FFF2-40B4-BE49-F238E27FC236}">
                <a16:creationId xmlns:a16="http://schemas.microsoft.com/office/drawing/2014/main" id="{867B03A7-1AFA-43D1-9CDF-3019A17D1D44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69" name="Circle">
            <a:extLst>
              <a:ext uri="{FF2B5EF4-FFF2-40B4-BE49-F238E27FC236}">
                <a16:creationId xmlns:a16="http://schemas.microsoft.com/office/drawing/2014/main" id="{08D70452-9D56-474C-B886-51022B8AD0DC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0" name="Circle">
            <a:extLst>
              <a:ext uri="{FF2B5EF4-FFF2-40B4-BE49-F238E27FC236}">
                <a16:creationId xmlns:a16="http://schemas.microsoft.com/office/drawing/2014/main" id="{030FFF96-56C6-4F30-AD42-CFFA22F4C162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1" name="Circle">
            <a:extLst>
              <a:ext uri="{FF2B5EF4-FFF2-40B4-BE49-F238E27FC236}">
                <a16:creationId xmlns:a16="http://schemas.microsoft.com/office/drawing/2014/main" id="{CD03F3FE-025D-406C-B927-C1481D977AAE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2" name="Circle">
            <a:extLst>
              <a:ext uri="{FF2B5EF4-FFF2-40B4-BE49-F238E27FC236}">
                <a16:creationId xmlns:a16="http://schemas.microsoft.com/office/drawing/2014/main" id="{3D5477F4-CB23-4A8D-8C60-FAF202205D5F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3" name="Circle">
            <a:extLst>
              <a:ext uri="{FF2B5EF4-FFF2-40B4-BE49-F238E27FC236}">
                <a16:creationId xmlns:a16="http://schemas.microsoft.com/office/drawing/2014/main" id="{56782C1C-694E-48C5-9A23-96572D367EC9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4" name="Circle">
            <a:extLst>
              <a:ext uri="{FF2B5EF4-FFF2-40B4-BE49-F238E27FC236}">
                <a16:creationId xmlns:a16="http://schemas.microsoft.com/office/drawing/2014/main" id="{91FF0C7D-4190-4BBD-8470-5E7366687C04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5" name="Circle">
            <a:extLst>
              <a:ext uri="{FF2B5EF4-FFF2-40B4-BE49-F238E27FC236}">
                <a16:creationId xmlns:a16="http://schemas.microsoft.com/office/drawing/2014/main" id="{C0315FF7-E331-423C-8028-788E5BF1DE0E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6" name="Circle">
            <a:extLst>
              <a:ext uri="{FF2B5EF4-FFF2-40B4-BE49-F238E27FC236}">
                <a16:creationId xmlns:a16="http://schemas.microsoft.com/office/drawing/2014/main" id="{5AD76AFD-98BF-42CA-8276-DFFC872404C1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7" name="Circle">
            <a:extLst>
              <a:ext uri="{FF2B5EF4-FFF2-40B4-BE49-F238E27FC236}">
                <a16:creationId xmlns:a16="http://schemas.microsoft.com/office/drawing/2014/main" id="{4F1EF6B5-CAA1-4210-9C06-EB6E6030F8D0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8" name="Circle">
            <a:extLst>
              <a:ext uri="{FF2B5EF4-FFF2-40B4-BE49-F238E27FC236}">
                <a16:creationId xmlns:a16="http://schemas.microsoft.com/office/drawing/2014/main" id="{A59DF6CC-62D2-4822-BA1E-12B7E558C1EA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79" name="Circle">
            <a:extLst>
              <a:ext uri="{FF2B5EF4-FFF2-40B4-BE49-F238E27FC236}">
                <a16:creationId xmlns:a16="http://schemas.microsoft.com/office/drawing/2014/main" id="{A5A5A21B-0335-4DFA-9168-9B54BE354507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0" name="Circle">
            <a:extLst>
              <a:ext uri="{FF2B5EF4-FFF2-40B4-BE49-F238E27FC236}">
                <a16:creationId xmlns:a16="http://schemas.microsoft.com/office/drawing/2014/main" id="{FD17ABF6-5A43-40A4-9333-5160050A20A1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1" name="Circle">
            <a:extLst>
              <a:ext uri="{FF2B5EF4-FFF2-40B4-BE49-F238E27FC236}">
                <a16:creationId xmlns:a16="http://schemas.microsoft.com/office/drawing/2014/main" id="{8849881E-D484-4197-9476-647ACE2A14D4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2" name="Circle">
            <a:extLst>
              <a:ext uri="{FF2B5EF4-FFF2-40B4-BE49-F238E27FC236}">
                <a16:creationId xmlns:a16="http://schemas.microsoft.com/office/drawing/2014/main" id="{04D03799-740C-4AD9-83E4-73EBE4ACC321}"/>
              </a:ext>
            </a:extLst>
          </p:cNvPr>
          <p:cNvSpPr>
            <a:spLocks noGrp="1"/>
          </p:cNvSpPr>
          <p:nvPr/>
        </p:nvSpPr>
        <p:spPr>
          <a:xfrm>
            <a:off x="16551493" y="849613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3" name="Circle">
            <a:extLst>
              <a:ext uri="{FF2B5EF4-FFF2-40B4-BE49-F238E27FC236}">
                <a16:creationId xmlns:a16="http://schemas.microsoft.com/office/drawing/2014/main" id="{3B3B1C0D-9CBE-4957-8B43-4115847477CD}"/>
              </a:ext>
            </a:extLst>
          </p:cNvPr>
          <p:cNvSpPr>
            <a:spLocks noGrp="1"/>
          </p:cNvSpPr>
          <p:nvPr/>
        </p:nvSpPr>
        <p:spPr>
          <a:xfrm>
            <a:off x="3158432" y="4652379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4" name="Circle">
            <a:extLst>
              <a:ext uri="{FF2B5EF4-FFF2-40B4-BE49-F238E27FC236}">
                <a16:creationId xmlns:a16="http://schemas.microsoft.com/office/drawing/2014/main" id="{CF6E71B3-BCEB-47E3-927C-593CF9C04879}"/>
              </a:ext>
            </a:extLst>
          </p:cNvPr>
          <p:cNvSpPr>
            <a:spLocks noGrp="1"/>
          </p:cNvSpPr>
          <p:nvPr/>
        </p:nvSpPr>
        <p:spPr>
          <a:xfrm>
            <a:off x="19103351" y="3597689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0696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Line">
            <a:extLst>
              <a:ext uri="{FF2B5EF4-FFF2-40B4-BE49-F238E27FC236}">
                <a16:creationId xmlns:a16="http://schemas.microsoft.com/office/drawing/2014/main" id="{D537B2C0-2DBC-4A32-B6C3-B5263D1F350B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7" name="Line">
            <a:extLst>
              <a:ext uri="{FF2B5EF4-FFF2-40B4-BE49-F238E27FC236}">
                <a16:creationId xmlns:a16="http://schemas.microsoft.com/office/drawing/2014/main" id="{A015F199-B04C-4B73-B81D-9FF6B39F1390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88" name="humidity">
            <a:extLst>
              <a:ext uri="{FF2B5EF4-FFF2-40B4-BE49-F238E27FC236}">
                <a16:creationId xmlns:a16="http://schemas.microsoft.com/office/drawing/2014/main" id="{972B9F97-06B2-4CD8-826E-321D023BD213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489" name="pressure">
            <a:extLst>
              <a:ext uri="{FF2B5EF4-FFF2-40B4-BE49-F238E27FC236}">
                <a16:creationId xmlns:a16="http://schemas.microsoft.com/office/drawing/2014/main" id="{9EB5BDAC-0C9C-4FE5-925B-CCCE54775EAF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490" name="Circle">
            <a:extLst>
              <a:ext uri="{FF2B5EF4-FFF2-40B4-BE49-F238E27FC236}">
                <a16:creationId xmlns:a16="http://schemas.microsoft.com/office/drawing/2014/main" id="{4BBDE3F0-F5BA-4FD4-BA57-4E7EA725714A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1" name="Circle">
            <a:extLst>
              <a:ext uri="{FF2B5EF4-FFF2-40B4-BE49-F238E27FC236}">
                <a16:creationId xmlns:a16="http://schemas.microsoft.com/office/drawing/2014/main" id="{69FB1BA7-7B4C-4F0D-8D71-805E90D02E9E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2" name="Circle">
            <a:extLst>
              <a:ext uri="{FF2B5EF4-FFF2-40B4-BE49-F238E27FC236}">
                <a16:creationId xmlns:a16="http://schemas.microsoft.com/office/drawing/2014/main" id="{0DF57A7C-14A4-497F-8DF9-B6194B316788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3" name="Circle">
            <a:extLst>
              <a:ext uri="{FF2B5EF4-FFF2-40B4-BE49-F238E27FC236}">
                <a16:creationId xmlns:a16="http://schemas.microsoft.com/office/drawing/2014/main" id="{C5197195-8930-47F3-9C95-BB21868CB13C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4" name="Circle">
            <a:extLst>
              <a:ext uri="{FF2B5EF4-FFF2-40B4-BE49-F238E27FC236}">
                <a16:creationId xmlns:a16="http://schemas.microsoft.com/office/drawing/2014/main" id="{38B0CB4C-61BE-4407-B976-565B5B57A0F2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5" name="Circle">
            <a:extLst>
              <a:ext uri="{FF2B5EF4-FFF2-40B4-BE49-F238E27FC236}">
                <a16:creationId xmlns:a16="http://schemas.microsoft.com/office/drawing/2014/main" id="{6CBC90D4-DDB6-4A40-9D92-6FBD7D73C828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6" name="Circle">
            <a:extLst>
              <a:ext uri="{FF2B5EF4-FFF2-40B4-BE49-F238E27FC236}">
                <a16:creationId xmlns:a16="http://schemas.microsoft.com/office/drawing/2014/main" id="{A9EFC71E-C0E7-4E0B-A84C-9FA2F6E937E3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7" name="Circle">
            <a:extLst>
              <a:ext uri="{FF2B5EF4-FFF2-40B4-BE49-F238E27FC236}">
                <a16:creationId xmlns:a16="http://schemas.microsoft.com/office/drawing/2014/main" id="{AED98501-2A31-4B1D-BCB0-4F7FB17C5E76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8" name="Circle">
            <a:extLst>
              <a:ext uri="{FF2B5EF4-FFF2-40B4-BE49-F238E27FC236}">
                <a16:creationId xmlns:a16="http://schemas.microsoft.com/office/drawing/2014/main" id="{4841A336-B3F0-4E1F-821F-37AE890FA886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499" name="Circle">
            <a:extLst>
              <a:ext uri="{FF2B5EF4-FFF2-40B4-BE49-F238E27FC236}">
                <a16:creationId xmlns:a16="http://schemas.microsoft.com/office/drawing/2014/main" id="{F9F56E85-EAA3-45CF-A718-DD0BB90BA76B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0" name="Circle">
            <a:extLst>
              <a:ext uri="{FF2B5EF4-FFF2-40B4-BE49-F238E27FC236}">
                <a16:creationId xmlns:a16="http://schemas.microsoft.com/office/drawing/2014/main" id="{103A275D-978F-4D31-9C76-ACC8F7D5A7B1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1" name="Circle">
            <a:extLst>
              <a:ext uri="{FF2B5EF4-FFF2-40B4-BE49-F238E27FC236}">
                <a16:creationId xmlns:a16="http://schemas.microsoft.com/office/drawing/2014/main" id="{9C70480E-25FA-4C3C-BC83-04408FA93EF5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2" name="Circle">
            <a:extLst>
              <a:ext uri="{FF2B5EF4-FFF2-40B4-BE49-F238E27FC236}">
                <a16:creationId xmlns:a16="http://schemas.microsoft.com/office/drawing/2014/main" id="{66E2A686-702B-4BD3-9ADC-C0EADB54C8C8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3" name="Circle">
            <a:extLst>
              <a:ext uri="{FF2B5EF4-FFF2-40B4-BE49-F238E27FC236}">
                <a16:creationId xmlns:a16="http://schemas.microsoft.com/office/drawing/2014/main" id="{FE1BA8FC-C5FE-4298-8912-ABD77A20A6E6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4" name="Circle">
            <a:extLst>
              <a:ext uri="{FF2B5EF4-FFF2-40B4-BE49-F238E27FC236}">
                <a16:creationId xmlns:a16="http://schemas.microsoft.com/office/drawing/2014/main" id="{B82B73B6-E272-4ED2-B45B-BD6266438C23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5" name="Circle">
            <a:extLst>
              <a:ext uri="{FF2B5EF4-FFF2-40B4-BE49-F238E27FC236}">
                <a16:creationId xmlns:a16="http://schemas.microsoft.com/office/drawing/2014/main" id="{E47C736C-96A0-47CC-88C2-73C85074612E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6" name="Circle">
            <a:extLst>
              <a:ext uri="{FF2B5EF4-FFF2-40B4-BE49-F238E27FC236}">
                <a16:creationId xmlns:a16="http://schemas.microsoft.com/office/drawing/2014/main" id="{DC562795-7777-463B-BCE1-1B9458F805D9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7" name="Circle">
            <a:extLst>
              <a:ext uri="{FF2B5EF4-FFF2-40B4-BE49-F238E27FC236}">
                <a16:creationId xmlns:a16="http://schemas.microsoft.com/office/drawing/2014/main" id="{64D0C112-BE23-4E71-9CB4-F0D8468FF79F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8" name="Circle">
            <a:extLst>
              <a:ext uri="{FF2B5EF4-FFF2-40B4-BE49-F238E27FC236}">
                <a16:creationId xmlns:a16="http://schemas.microsoft.com/office/drawing/2014/main" id="{56AF93E3-FFD7-4906-A94A-3E982EDF43AE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09" name="Circle">
            <a:extLst>
              <a:ext uri="{FF2B5EF4-FFF2-40B4-BE49-F238E27FC236}">
                <a16:creationId xmlns:a16="http://schemas.microsoft.com/office/drawing/2014/main" id="{A55A24F3-CEB4-4738-82CD-108D3BDEDF08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0" name="Circle">
            <a:extLst>
              <a:ext uri="{FF2B5EF4-FFF2-40B4-BE49-F238E27FC236}">
                <a16:creationId xmlns:a16="http://schemas.microsoft.com/office/drawing/2014/main" id="{57468652-8CBB-44C1-AD86-63E9DD24965B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1" name="Circle">
            <a:extLst>
              <a:ext uri="{FF2B5EF4-FFF2-40B4-BE49-F238E27FC236}">
                <a16:creationId xmlns:a16="http://schemas.microsoft.com/office/drawing/2014/main" id="{6F199CD6-B782-451A-A01B-6FBF6D32D713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2" name="Circle">
            <a:extLst>
              <a:ext uri="{FF2B5EF4-FFF2-40B4-BE49-F238E27FC236}">
                <a16:creationId xmlns:a16="http://schemas.microsoft.com/office/drawing/2014/main" id="{2A9CAA51-3B0B-45EF-8300-D2A04EA00061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3" name="Circle">
            <a:extLst>
              <a:ext uri="{FF2B5EF4-FFF2-40B4-BE49-F238E27FC236}">
                <a16:creationId xmlns:a16="http://schemas.microsoft.com/office/drawing/2014/main" id="{D0BEF2F5-8967-4B86-93BA-0D9ADDFF0E50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4" name="Circle">
            <a:extLst>
              <a:ext uri="{FF2B5EF4-FFF2-40B4-BE49-F238E27FC236}">
                <a16:creationId xmlns:a16="http://schemas.microsoft.com/office/drawing/2014/main" id="{B69CBC99-F7BE-4D76-BBDE-D0AA8BB8C21B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5" name="Circle">
            <a:extLst>
              <a:ext uri="{FF2B5EF4-FFF2-40B4-BE49-F238E27FC236}">
                <a16:creationId xmlns:a16="http://schemas.microsoft.com/office/drawing/2014/main" id="{AE9F3BC7-D0BA-45D3-AFE5-D8A1D3231DB1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6" name="Circle">
            <a:extLst>
              <a:ext uri="{FF2B5EF4-FFF2-40B4-BE49-F238E27FC236}">
                <a16:creationId xmlns:a16="http://schemas.microsoft.com/office/drawing/2014/main" id="{CB1A6808-0D07-47C8-B614-1BF4C1B349BD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7" name="Circle">
            <a:extLst>
              <a:ext uri="{FF2B5EF4-FFF2-40B4-BE49-F238E27FC236}">
                <a16:creationId xmlns:a16="http://schemas.microsoft.com/office/drawing/2014/main" id="{433C79CF-E949-4917-BF4A-B41725DEE010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8" name="Circle">
            <a:extLst>
              <a:ext uri="{FF2B5EF4-FFF2-40B4-BE49-F238E27FC236}">
                <a16:creationId xmlns:a16="http://schemas.microsoft.com/office/drawing/2014/main" id="{EBB38B03-4B76-495A-93BD-AD5D0C65D82D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19" name="Circle">
            <a:extLst>
              <a:ext uri="{FF2B5EF4-FFF2-40B4-BE49-F238E27FC236}">
                <a16:creationId xmlns:a16="http://schemas.microsoft.com/office/drawing/2014/main" id="{583C5B89-AE4C-4070-BDF6-E97C1FF1F3EA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0" name="Circle">
            <a:extLst>
              <a:ext uri="{FF2B5EF4-FFF2-40B4-BE49-F238E27FC236}">
                <a16:creationId xmlns:a16="http://schemas.microsoft.com/office/drawing/2014/main" id="{851897C9-5427-42F2-A26B-54BF267F9886}"/>
              </a:ext>
            </a:extLst>
          </p:cNvPr>
          <p:cNvSpPr>
            <a:spLocks noGrp="1"/>
          </p:cNvSpPr>
          <p:nvPr/>
        </p:nvSpPr>
        <p:spPr>
          <a:xfrm>
            <a:off x="16551493" y="849613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1" name="Circle">
            <a:extLst>
              <a:ext uri="{FF2B5EF4-FFF2-40B4-BE49-F238E27FC236}">
                <a16:creationId xmlns:a16="http://schemas.microsoft.com/office/drawing/2014/main" id="{9307E243-A370-4338-9022-12EEA49D5D7A}"/>
              </a:ext>
            </a:extLst>
          </p:cNvPr>
          <p:cNvSpPr>
            <a:spLocks noGrp="1"/>
          </p:cNvSpPr>
          <p:nvPr/>
        </p:nvSpPr>
        <p:spPr>
          <a:xfrm>
            <a:off x="3158432" y="4652379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2" name="Circle">
            <a:extLst>
              <a:ext uri="{FF2B5EF4-FFF2-40B4-BE49-F238E27FC236}">
                <a16:creationId xmlns:a16="http://schemas.microsoft.com/office/drawing/2014/main" id="{0EFD5563-03FF-41F2-B6AA-FC630D906B9C}"/>
              </a:ext>
            </a:extLst>
          </p:cNvPr>
          <p:cNvSpPr>
            <a:spLocks noGrp="1"/>
          </p:cNvSpPr>
          <p:nvPr/>
        </p:nvSpPr>
        <p:spPr>
          <a:xfrm>
            <a:off x="19103351" y="3597689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209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algorithm that, given an input, chooses the most common class out of the k nearest data points to that input">
            <a:extLst>
              <a:ext uri="{FF2B5EF4-FFF2-40B4-BE49-F238E27FC236}">
                <a16:creationId xmlns:a16="http://schemas.microsoft.com/office/drawing/2014/main" id="{62EF689A-2D9A-47F4-BF36-E0CE92132AAC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escolhe</a:t>
            </a:r>
            <a:r>
              <a:rPr dirty="0"/>
              <a:t> 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comum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</a:t>
            </a:r>
            <a:r>
              <a:rPr i="1" dirty="0"/>
              <a:t>k</a:t>
            </a:r>
            <a:r>
              <a:rPr dirty="0"/>
              <a:t> </a:t>
            </a:r>
            <a:r>
              <a:rPr dirty="0" err="1"/>
              <a:t>vizinhos</a:t>
            </a:r>
            <a:r>
              <a:rPr dirty="0"/>
              <a:t> da entrada</a:t>
            </a:r>
          </a:p>
        </p:txBody>
      </p:sp>
      <p:sp>
        <p:nvSpPr>
          <p:cNvPr id="4" name="nearest-neighbor classification">
            <a:extLst>
              <a:ext uri="{FF2B5EF4-FFF2-40B4-BE49-F238E27FC236}">
                <a16:creationId xmlns:a16="http://schemas.microsoft.com/office/drawing/2014/main" id="{447237DB-D791-F620-1BD0-45CBA8EE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758462"/>
            <a:ext cx="20828000" cy="4548303"/>
          </a:xfrm>
          <a:prstGeom prst="rect">
            <a:avLst/>
          </a:prstGeom>
        </p:spPr>
        <p:txBody>
          <a:bodyPr/>
          <a:lstStyle>
            <a:lvl1pPr algn="l">
              <a:buNone/>
              <a:defRPr sz="10100"/>
            </a:lvl1pPr>
          </a:lstStyle>
          <a:p>
            <a:pPr>
              <a:buNone/>
            </a:pPr>
            <a:r>
              <a:rPr lang="pt-BR" i="1" dirty="0" err="1"/>
              <a:t>k</a:t>
            </a:r>
            <a:r>
              <a:rPr lang="pt-BR" dirty="0"/>
              <a:t>-</a:t>
            </a:r>
            <a:r>
              <a:rPr dirty="0" err="1"/>
              <a:t>Vizinho</a:t>
            </a:r>
            <a:r>
              <a:rPr lang="pt-BR" dirty="0" err="1"/>
              <a:t>s</a:t>
            </a:r>
            <a:r>
              <a:rPr dirty="0"/>
              <a:t> Mais </a:t>
            </a:r>
            <a:r>
              <a:rPr dirty="0" err="1"/>
              <a:t>Próximo</a:t>
            </a:r>
            <a:r>
              <a:rPr lang="pt-BR" dirty="0" err="1"/>
              <a:t>s</a:t>
            </a:r>
            <a:br>
              <a:rPr lang="pt-BR" dirty="0"/>
            </a:br>
            <a:r>
              <a:rPr lang="en-BR" dirty="0"/>
              <a:t>(</a:t>
            </a:r>
            <a:r>
              <a:rPr lang="en-BR" i="1" dirty="0"/>
              <a:t>k</a:t>
            </a:r>
            <a:r>
              <a:rPr lang="en-BR" dirty="0"/>
              <a:t>-nearest-neighbor classification)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5374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4758-451D-81ED-322D-305027382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upport Vector Machines">
            <a:extLst>
              <a:ext uri="{FF2B5EF4-FFF2-40B4-BE49-F238E27FC236}">
                <a16:creationId xmlns:a16="http://schemas.microsoft.com/office/drawing/2014/main" id="{A4410705-C97E-5A23-AB53-D3285E6C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77" y="3253154"/>
            <a:ext cx="22883446" cy="7209692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 err="1"/>
              <a:t>Perceptron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2664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418F-41BB-E285-F541-DE37EDD4C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Line">
            <a:extLst>
              <a:ext uri="{FF2B5EF4-FFF2-40B4-BE49-F238E27FC236}">
                <a16:creationId xmlns:a16="http://schemas.microsoft.com/office/drawing/2014/main" id="{9B85C89B-447C-96F3-B50F-065C91ED1DB7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8" name="Line">
            <a:extLst>
              <a:ext uri="{FF2B5EF4-FFF2-40B4-BE49-F238E27FC236}">
                <a16:creationId xmlns:a16="http://schemas.microsoft.com/office/drawing/2014/main" id="{A37EB318-F5BD-3742-2162-438466821930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29" name="humidity">
            <a:extLst>
              <a:ext uri="{FF2B5EF4-FFF2-40B4-BE49-F238E27FC236}">
                <a16:creationId xmlns:a16="http://schemas.microsoft.com/office/drawing/2014/main" id="{DB001A44-B871-FB8B-9C5B-59EEC366EDC4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530" name="pressure">
            <a:extLst>
              <a:ext uri="{FF2B5EF4-FFF2-40B4-BE49-F238E27FC236}">
                <a16:creationId xmlns:a16="http://schemas.microsoft.com/office/drawing/2014/main" id="{BF8CF271-65BD-1EED-96FF-971B3155CF23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531" name="Circle">
            <a:extLst>
              <a:ext uri="{FF2B5EF4-FFF2-40B4-BE49-F238E27FC236}">
                <a16:creationId xmlns:a16="http://schemas.microsoft.com/office/drawing/2014/main" id="{76BF8137-473D-A93F-BD4E-0A9E4299D360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2" name="Circle">
            <a:extLst>
              <a:ext uri="{FF2B5EF4-FFF2-40B4-BE49-F238E27FC236}">
                <a16:creationId xmlns:a16="http://schemas.microsoft.com/office/drawing/2014/main" id="{8F39E537-DFFF-5AA3-CA0D-C8DD442329D0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3" name="Circle">
            <a:extLst>
              <a:ext uri="{FF2B5EF4-FFF2-40B4-BE49-F238E27FC236}">
                <a16:creationId xmlns:a16="http://schemas.microsoft.com/office/drawing/2014/main" id="{49C99EFB-13CD-730F-D0F8-168C03A2272C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4" name="Circle">
            <a:extLst>
              <a:ext uri="{FF2B5EF4-FFF2-40B4-BE49-F238E27FC236}">
                <a16:creationId xmlns:a16="http://schemas.microsoft.com/office/drawing/2014/main" id="{3B1ECBAE-38C3-D1B4-1432-023DF99771A7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5" name="Circle">
            <a:extLst>
              <a:ext uri="{FF2B5EF4-FFF2-40B4-BE49-F238E27FC236}">
                <a16:creationId xmlns:a16="http://schemas.microsoft.com/office/drawing/2014/main" id="{5F737B25-0482-A4B9-D7E6-759D3726AB0E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6" name="Circle">
            <a:extLst>
              <a:ext uri="{FF2B5EF4-FFF2-40B4-BE49-F238E27FC236}">
                <a16:creationId xmlns:a16="http://schemas.microsoft.com/office/drawing/2014/main" id="{162752DF-9316-3DE3-9DF7-C0511B4D27CD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7" name="Circle">
            <a:extLst>
              <a:ext uri="{FF2B5EF4-FFF2-40B4-BE49-F238E27FC236}">
                <a16:creationId xmlns:a16="http://schemas.microsoft.com/office/drawing/2014/main" id="{1B7BF02B-E27A-E4B7-CBB4-5F75841E8EF2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8" name="Circle">
            <a:extLst>
              <a:ext uri="{FF2B5EF4-FFF2-40B4-BE49-F238E27FC236}">
                <a16:creationId xmlns:a16="http://schemas.microsoft.com/office/drawing/2014/main" id="{412AE201-64D9-EEBF-0A56-6DF3DDD5BE36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39" name="Circle">
            <a:extLst>
              <a:ext uri="{FF2B5EF4-FFF2-40B4-BE49-F238E27FC236}">
                <a16:creationId xmlns:a16="http://schemas.microsoft.com/office/drawing/2014/main" id="{67162A0B-A25C-DDEE-D8AD-4E5873471E83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0" name="Circle">
            <a:extLst>
              <a:ext uri="{FF2B5EF4-FFF2-40B4-BE49-F238E27FC236}">
                <a16:creationId xmlns:a16="http://schemas.microsoft.com/office/drawing/2014/main" id="{7FFCBB48-69CE-5AB3-F0B6-D148CE97A0DE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1" name="Circle">
            <a:extLst>
              <a:ext uri="{FF2B5EF4-FFF2-40B4-BE49-F238E27FC236}">
                <a16:creationId xmlns:a16="http://schemas.microsoft.com/office/drawing/2014/main" id="{7448E523-20CC-883A-C9C5-D1D57F24DCF5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2" name="Circle">
            <a:extLst>
              <a:ext uri="{FF2B5EF4-FFF2-40B4-BE49-F238E27FC236}">
                <a16:creationId xmlns:a16="http://schemas.microsoft.com/office/drawing/2014/main" id="{2A20FB42-81C6-AA4E-78BA-C1BB0E79167A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3" name="Circle">
            <a:extLst>
              <a:ext uri="{FF2B5EF4-FFF2-40B4-BE49-F238E27FC236}">
                <a16:creationId xmlns:a16="http://schemas.microsoft.com/office/drawing/2014/main" id="{7A574D27-5AD2-2230-8A7C-671675A721C3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4" name="Circle">
            <a:extLst>
              <a:ext uri="{FF2B5EF4-FFF2-40B4-BE49-F238E27FC236}">
                <a16:creationId xmlns:a16="http://schemas.microsoft.com/office/drawing/2014/main" id="{0CD8291A-E641-CC53-D0B5-CD0A1EA76BB2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5" name="Circle">
            <a:extLst>
              <a:ext uri="{FF2B5EF4-FFF2-40B4-BE49-F238E27FC236}">
                <a16:creationId xmlns:a16="http://schemas.microsoft.com/office/drawing/2014/main" id="{DCDCA26B-92EE-91BB-E599-9D77985AA571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6" name="Circle">
            <a:extLst>
              <a:ext uri="{FF2B5EF4-FFF2-40B4-BE49-F238E27FC236}">
                <a16:creationId xmlns:a16="http://schemas.microsoft.com/office/drawing/2014/main" id="{6D0F6977-4842-CD1F-AEC0-58F6A6571C40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7" name="Circle">
            <a:extLst>
              <a:ext uri="{FF2B5EF4-FFF2-40B4-BE49-F238E27FC236}">
                <a16:creationId xmlns:a16="http://schemas.microsoft.com/office/drawing/2014/main" id="{43678503-5C58-1AAF-3538-C22093817FF2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8" name="Circle">
            <a:extLst>
              <a:ext uri="{FF2B5EF4-FFF2-40B4-BE49-F238E27FC236}">
                <a16:creationId xmlns:a16="http://schemas.microsoft.com/office/drawing/2014/main" id="{F7F7AB2D-E5F5-736B-496A-06FDF3E87930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49" name="Circle">
            <a:extLst>
              <a:ext uri="{FF2B5EF4-FFF2-40B4-BE49-F238E27FC236}">
                <a16:creationId xmlns:a16="http://schemas.microsoft.com/office/drawing/2014/main" id="{1875431C-42AA-E384-AF56-6B1E98B42C6C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0" name="Circle">
            <a:extLst>
              <a:ext uri="{FF2B5EF4-FFF2-40B4-BE49-F238E27FC236}">
                <a16:creationId xmlns:a16="http://schemas.microsoft.com/office/drawing/2014/main" id="{23AF706E-1F99-DE5A-7F48-36DBEAA0CF75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1" name="Circle">
            <a:extLst>
              <a:ext uri="{FF2B5EF4-FFF2-40B4-BE49-F238E27FC236}">
                <a16:creationId xmlns:a16="http://schemas.microsoft.com/office/drawing/2014/main" id="{96F290C9-7C5E-2BEB-8E97-CA246FD7E71B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2" name="Circle">
            <a:extLst>
              <a:ext uri="{FF2B5EF4-FFF2-40B4-BE49-F238E27FC236}">
                <a16:creationId xmlns:a16="http://schemas.microsoft.com/office/drawing/2014/main" id="{AF16319E-8E34-FF54-FF01-5DEFAF12B677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3" name="Circle">
            <a:extLst>
              <a:ext uri="{FF2B5EF4-FFF2-40B4-BE49-F238E27FC236}">
                <a16:creationId xmlns:a16="http://schemas.microsoft.com/office/drawing/2014/main" id="{1849D0C9-94E1-9AEB-2DFB-C66D4A2E7218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4" name="Circle">
            <a:extLst>
              <a:ext uri="{FF2B5EF4-FFF2-40B4-BE49-F238E27FC236}">
                <a16:creationId xmlns:a16="http://schemas.microsoft.com/office/drawing/2014/main" id="{57FC763F-8D04-561F-556D-4D973BF28129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5" name="Circle">
            <a:extLst>
              <a:ext uri="{FF2B5EF4-FFF2-40B4-BE49-F238E27FC236}">
                <a16:creationId xmlns:a16="http://schemas.microsoft.com/office/drawing/2014/main" id="{D9FD1B4F-FC05-E945-9859-CDF6B107BB94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56" name="Line">
            <a:extLst>
              <a:ext uri="{FF2B5EF4-FFF2-40B4-BE49-F238E27FC236}">
                <a16:creationId xmlns:a16="http://schemas.microsoft.com/office/drawing/2014/main" id="{D602517D-A6F1-93A7-272F-2F811050CED1}"/>
              </a:ext>
            </a:extLst>
          </p:cNvPr>
          <p:cNvSpPr>
            <a:spLocks noGrp="1"/>
          </p:cNvSpPr>
          <p:nvPr/>
        </p:nvSpPr>
        <p:spPr>
          <a:xfrm flipV="1">
            <a:off x="3604331" y="1175298"/>
            <a:ext cx="17175338" cy="9978148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 dirty="0"/>
          </a:p>
        </p:txBody>
      </p:sp>
      <p:sp>
        <p:nvSpPr>
          <p:cNvPr id="557" name="Circle">
            <a:extLst>
              <a:ext uri="{FF2B5EF4-FFF2-40B4-BE49-F238E27FC236}">
                <a16:creationId xmlns:a16="http://schemas.microsoft.com/office/drawing/2014/main" id="{AD92BD7A-C14B-2BF8-9640-5080020B8904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56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Line">
            <a:extLst>
              <a:ext uri="{FF2B5EF4-FFF2-40B4-BE49-F238E27FC236}">
                <a16:creationId xmlns:a16="http://schemas.microsoft.com/office/drawing/2014/main" id="{5B27C141-EFE5-4D7A-83C3-23F589552FAC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0" name="Line">
            <a:extLst>
              <a:ext uri="{FF2B5EF4-FFF2-40B4-BE49-F238E27FC236}">
                <a16:creationId xmlns:a16="http://schemas.microsoft.com/office/drawing/2014/main" id="{7B579D5D-37E5-4880-B540-15DE3663473C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1" name="humidity">
            <a:extLst>
              <a:ext uri="{FF2B5EF4-FFF2-40B4-BE49-F238E27FC236}">
                <a16:creationId xmlns:a16="http://schemas.microsoft.com/office/drawing/2014/main" id="{205589CB-D11B-43C2-B6CA-B4DA2FDB4B60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562" name="pressure">
            <a:extLst>
              <a:ext uri="{FF2B5EF4-FFF2-40B4-BE49-F238E27FC236}">
                <a16:creationId xmlns:a16="http://schemas.microsoft.com/office/drawing/2014/main" id="{095EDE6F-3DA6-4620-A609-9D4959D61734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563" name="Circle">
            <a:extLst>
              <a:ext uri="{FF2B5EF4-FFF2-40B4-BE49-F238E27FC236}">
                <a16:creationId xmlns:a16="http://schemas.microsoft.com/office/drawing/2014/main" id="{571FD5CC-8000-4196-A915-1D1F2DAEF9D3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4" name="Circle">
            <a:extLst>
              <a:ext uri="{FF2B5EF4-FFF2-40B4-BE49-F238E27FC236}">
                <a16:creationId xmlns:a16="http://schemas.microsoft.com/office/drawing/2014/main" id="{1008E679-5CC9-4E0F-B826-431A8381EC98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5" name="Circle">
            <a:extLst>
              <a:ext uri="{FF2B5EF4-FFF2-40B4-BE49-F238E27FC236}">
                <a16:creationId xmlns:a16="http://schemas.microsoft.com/office/drawing/2014/main" id="{DFA0E118-30B9-4F67-BC1D-1975D818111F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6" name="Circle">
            <a:extLst>
              <a:ext uri="{FF2B5EF4-FFF2-40B4-BE49-F238E27FC236}">
                <a16:creationId xmlns:a16="http://schemas.microsoft.com/office/drawing/2014/main" id="{5DBCC8EB-12D3-4B2F-86E4-E49AB4C84754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7" name="Circle">
            <a:extLst>
              <a:ext uri="{FF2B5EF4-FFF2-40B4-BE49-F238E27FC236}">
                <a16:creationId xmlns:a16="http://schemas.microsoft.com/office/drawing/2014/main" id="{0D73E236-935C-46A5-A7DD-FCF2CE9106D2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8" name="Circle">
            <a:extLst>
              <a:ext uri="{FF2B5EF4-FFF2-40B4-BE49-F238E27FC236}">
                <a16:creationId xmlns:a16="http://schemas.microsoft.com/office/drawing/2014/main" id="{3FC941DC-2C89-4AD8-9CD2-A85ECA3DE0FF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69" name="Circle">
            <a:extLst>
              <a:ext uri="{FF2B5EF4-FFF2-40B4-BE49-F238E27FC236}">
                <a16:creationId xmlns:a16="http://schemas.microsoft.com/office/drawing/2014/main" id="{F2621CA6-EB7F-43C6-8542-53C0303671BB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0" name="Circle">
            <a:extLst>
              <a:ext uri="{FF2B5EF4-FFF2-40B4-BE49-F238E27FC236}">
                <a16:creationId xmlns:a16="http://schemas.microsoft.com/office/drawing/2014/main" id="{9EB4F0E2-90A3-43D2-9CC5-AFE98385AABA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1" name="Circle">
            <a:extLst>
              <a:ext uri="{FF2B5EF4-FFF2-40B4-BE49-F238E27FC236}">
                <a16:creationId xmlns:a16="http://schemas.microsoft.com/office/drawing/2014/main" id="{22BD64AF-A203-4E89-874D-0BFE976A9E0D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2" name="Circle">
            <a:extLst>
              <a:ext uri="{FF2B5EF4-FFF2-40B4-BE49-F238E27FC236}">
                <a16:creationId xmlns:a16="http://schemas.microsoft.com/office/drawing/2014/main" id="{36243283-5B6D-4F27-B39D-91D80808A703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3" name="Circle">
            <a:extLst>
              <a:ext uri="{FF2B5EF4-FFF2-40B4-BE49-F238E27FC236}">
                <a16:creationId xmlns:a16="http://schemas.microsoft.com/office/drawing/2014/main" id="{B2BC0295-F34A-47C1-BA76-11999551C2C1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4" name="Circle">
            <a:extLst>
              <a:ext uri="{FF2B5EF4-FFF2-40B4-BE49-F238E27FC236}">
                <a16:creationId xmlns:a16="http://schemas.microsoft.com/office/drawing/2014/main" id="{EE8FE30E-392A-47D8-BCED-0C5509E06192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5" name="Circle">
            <a:extLst>
              <a:ext uri="{FF2B5EF4-FFF2-40B4-BE49-F238E27FC236}">
                <a16:creationId xmlns:a16="http://schemas.microsoft.com/office/drawing/2014/main" id="{B39C0B61-B63F-4C0A-B0A2-8F297EA71B71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6" name="Circle">
            <a:extLst>
              <a:ext uri="{FF2B5EF4-FFF2-40B4-BE49-F238E27FC236}">
                <a16:creationId xmlns:a16="http://schemas.microsoft.com/office/drawing/2014/main" id="{C81D0D60-F8C3-427F-A5F3-685D6E9F2ADE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7" name="Circle">
            <a:extLst>
              <a:ext uri="{FF2B5EF4-FFF2-40B4-BE49-F238E27FC236}">
                <a16:creationId xmlns:a16="http://schemas.microsoft.com/office/drawing/2014/main" id="{EB86C9EF-3F27-4593-9EB7-EE8E8145219C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8" name="Circle">
            <a:extLst>
              <a:ext uri="{FF2B5EF4-FFF2-40B4-BE49-F238E27FC236}">
                <a16:creationId xmlns:a16="http://schemas.microsoft.com/office/drawing/2014/main" id="{BE4A2B9B-2C1F-4F19-BB7D-44128DE67D2E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79" name="Circle">
            <a:extLst>
              <a:ext uri="{FF2B5EF4-FFF2-40B4-BE49-F238E27FC236}">
                <a16:creationId xmlns:a16="http://schemas.microsoft.com/office/drawing/2014/main" id="{5268E251-E318-49AF-A0D7-2C30FA5551D8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0" name="Circle">
            <a:extLst>
              <a:ext uri="{FF2B5EF4-FFF2-40B4-BE49-F238E27FC236}">
                <a16:creationId xmlns:a16="http://schemas.microsoft.com/office/drawing/2014/main" id="{141169A7-BF95-420C-B7D7-0AF112ECC493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1" name="Circle">
            <a:extLst>
              <a:ext uri="{FF2B5EF4-FFF2-40B4-BE49-F238E27FC236}">
                <a16:creationId xmlns:a16="http://schemas.microsoft.com/office/drawing/2014/main" id="{F58CD5C9-7841-44F3-8D06-DCE7B77E499B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2" name="Circle">
            <a:extLst>
              <a:ext uri="{FF2B5EF4-FFF2-40B4-BE49-F238E27FC236}">
                <a16:creationId xmlns:a16="http://schemas.microsoft.com/office/drawing/2014/main" id="{ADCB5AA0-DCC3-4620-9C00-EB4101A00847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3" name="Circle">
            <a:extLst>
              <a:ext uri="{FF2B5EF4-FFF2-40B4-BE49-F238E27FC236}">
                <a16:creationId xmlns:a16="http://schemas.microsoft.com/office/drawing/2014/main" id="{4AA2A079-DAF9-467E-996A-6D36CC978EE4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4" name="Circle">
            <a:extLst>
              <a:ext uri="{FF2B5EF4-FFF2-40B4-BE49-F238E27FC236}">
                <a16:creationId xmlns:a16="http://schemas.microsoft.com/office/drawing/2014/main" id="{029C87E1-CAF1-4723-956A-77D2F85B29B6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5" name="Circle">
            <a:extLst>
              <a:ext uri="{FF2B5EF4-FFF2-40B4-BE49-F238E27FC236}">
                <a16:creationId xmlns:a16="http://schemas.microsoft.com/office/drawing/2014/main" id="{6F9DACA7-87A8-4158-9E20-8B45ACB472F1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6" name="Circle">
            <a:extLst>
              <a:ext uri="{FF2B5EF4-FFF2-40B4-BE49-F238E27FC236}">
                <a16:creationId xmlns:a16="http://schemas.microsoft.com/office/drawing/2014/main" id="{9407A225-3172-41A4-B184-2E4592523D92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7" name="Circle">
            <a:extLst>
              <a:ext uri="{FF2B5EF4-FFF2-40B4-BE49-F238E27FC236}">
                <a16:creationId xmlns:a16="http://schemas.microsoft.com/office/drawing/2014/main" id="{586DBCE9-9194-40E1-B15D-D9282CB7DF54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8" name="Circle">
            <a:extLst>
              <a:ext uri="{FF2B5EF4-FFF2-40B4-BE49-F238E27FC236}">
                <a16:creationId xmlns:a16="http://schemas.microsoft.com/office/drawing/2014/main" id="{1E69B557-8D82-4BC5-AED8-385C20620738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89" name="Circle">
            <a:extLst>
              <a:ext uri="{FF2B5EF4-FFF2-40B4-BE49-F238E27FC236}">
                <a16:creationId xmlns:a16="http://schemas.microsoft.com/office/drawing/2014/main" id="{0E1E46E7-ECC3-4697-920B-3B1F8EFBE0B7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0" name="Circle">
            <a:extLst>
              <a:ext uri="{FF2B5EF4-FFF2-40B4-BE49-F238E27FC236}">
                <a16:creationId xmlns:a16="http://schemas.microsoft.com/office/drawing/2014/main" id="{335361EE-3CC6-4E0C-9CE5-B9624D171C0F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1" name="Circle">
            <a:extLst>
              <a:ext uri="{FF2B5EF4-FFF2-40B4-BE49-F238E27FC236}">
                <a16:creationId xmlns:a16="http://schemas.microsoft.com/office/drawing/2014/main" id="{9FC99EC4-7232-4740-9C40-52EDCE4C6E10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2" name="Line">
            <a:extLst>
              <a:ext uri="{FF2B5EF4-FFF2-40B4-BE49-F238E27FC236}">
                <a16:creationId xmlns:a16="http://schemas.microsoft.com/office/drawing/2014/main" id="{0BB7793F-E5AA-456F-B94D-3EA6AE8D5B0A}"/>
              </a:ext>
            </a:extLst>
          </p:cNvPr>
          <p:cNvSpPr>
            <a:spLocks noGrp="1"/>
          </p:cNvSpPr>
          <p:nvPr/>
        </p:nvSpPr>
        <p:spPr>
          <a:xfrm flipV="1">
            <a:off x="3604331" y="1175298"/>
            <a:ext cx="17175338" cy="9978148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593" name="Circle">
            <a:extLst>
              <a:ext uri="{FF2B5EF4-FFF2-40B4-BE49-F238E27FC236}">
                <a16:creationId xmlns:a16="http://schemas.microsoft.com/office/drawing/2014/main" id="{8CB96F01-BEDA-4E53-8FEC-5368AA09D955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333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15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165B-E027-5886-60C2-971C0EAC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x1 = Humidity">
            <a:extLst>
              <a:ext uri="{FF2B5EF4-FFF2-40B4-BE49-F238E27FC236}">
                <a16:creationId xmlns:a16="http://schemas.microsoft.com/office/drawing/2014/main" id="{10821E35-8407-752B-4698-D5B1A0E7A7F5}"/>
              </a:ext>
            </a:extLst>
          </p:cNvPr>
          <p:cNvSpPr>
            <a:spLocks noGrp="1"/>
          </p:cNvSpPr>
          <p:nvPr/>
        </p:nvSpPr>
        <p:spPr>
          <a:xfrm>
            <a:off x="1339388" y="1206379"/>
            <a:ext cx="8112798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x</a:t>
            </a:r>
            <a:r>
              <a:rPr baseline="-25000" dirty="0"/>
              <a:t>1</a:t>
            </a:r>
            <a:r>
              <a:rPr dirty="0"/>
              <a:t> = </a:t>
            </a:r>
            <a:r>
              <a:rPr dirty="0" err="1"/>
              <a:t>Umidade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9007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9FF7-A743-A2EE-DC15-0E4CA9F2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x1 = Humidity">
            <a:extLst>
              <a:ext uri="{FF2B5EF4-FFF2-40B4-BE49-F238E27FC236}">
                <a16:creationId xmlns:a16="http://schemas.microsoft.com/office/drawing/2014/main" id="{C42495E3-303B-DAB9-9786-4898A97CCDB0}"/>
              </a:ext>
            </a:extLst>
          </p:cNvPr>
          <p:cNvSpPr>
            <a:spLocks noGrp="1"/>
          </p:cNvSpPr>
          <p:nvPr/>
        </p:nvSpPr>
        <p:spPr>
          <a:xfrm>
            <a:off x="1339388" y="1214912"/>
            <a:ext cx="7922668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x</a:t>
            </a:r>
            <a:r>
              <a:rPr baseline="-25000" dirty="0"/>
              <a:t>1</a:t>
            </a:r>
            <a:r>
              <a:rPr dirty="0"/>
              <a:t> = </a:t>
            </a:r>
            <a:r>
              <a:rPr dirty="0" err="1"/>
              <a:t>Umidade</a:t>
            </a:r>
            <a:endParaRPr dirty="0"/>
          </a:p>
        </p:txBody>
      </p:sp>
      <p:sp>
        <p:nvSpPr>
          <p:cNvPr id="596" name="x2 = Pressure">
            <a:extLst>
              <a:ext uri="{FF2B5EF4-FFF2-40B4-BE49-F238E27FC236}">
                <a16:creationId xmlns:a16="http://schemas.microsoft.com/office/drawing/2014/main" id="{FB7E7C14-D3FA-CCD1-2528-AC243C9A41A3}"/>
              </a:ext>
            </a:extLst>
          </p:cNvPr>
          <p:cNvSpPr>
            <a:spLocks noGrp="1"/>
          </p:cNvSpPr>
          <p:nvPr/>
        </p:nvSpPr>
        <p:spPr>
          <a:xfrm>
            <a:off x="1339388" y="3103855"/>
            <a:ext cx="7311877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x</a:t>
            </a:r>
            <a:r>
              <a:rPr baseline="-25000" dirty="0"/>
              <a:t>2</a:t>
            </a:r>
            <a:r>
              <a:rPr dirty="0"/>
              <a:t> = </a:t>
            </a:r>
            <a:r>
              <a:rPr dirty="0" err="1"/>
              <a:t>Pressão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6252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07AB2-D5CF-0DFA-159F-014B016E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x1 = Humidity">
            <a:extLst>
              <a:ext uri="{FF2B5EF4-FFF2-40B4-BE49-F238E27FC236}">
                <a16:creationId xmlns:a16="http://schemas.microsoft.com/office/drawing/2014/main" id="{74F6F031-B549-0785-DB81-AFA950F957E9}"/>
              </a:ext>
            </a:extLst>
          </p:cNvPr>
          <p:cNvSpPr>
            <a:spLocks noGrp="1"/>
          </p:cNvSpPr>
          <p:nvPr/>
        </p:nvSpPr>
        <p:spPr>
          <a:xfrm>
            <a:off x="1339388" y="1214912"/>
            <a:ext cx="7922668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x</a:t>
            </a:r>
            <a:r>
              <a:rPr baseline="-25000" dirty="0"/>
              <a:t>1</a:t>
            </a:r>
            <a:r>
              <a:rPr dirty="0"/>
              <a:t> = </a:t>
            </a:r>
            <a:r>
              <a:rPr dirty="0" err="1"/>
              <a:t>Umidade</a:t>
            </a:r>
            <a:endParaRPr dirty="0"/>
          </a:p>
        </p:txBody>
      </p:sp>
      <p:sp>
        <p:nvSpPr>
          <p:cNvPr id="596" name="x2 = Pressure">
            <a:extLst>
              <a:ext uri="{FF2B5EF4-FFF2-40B4-BE49-F238E27FC236}">
                <a16:creationId xmlns:a16="http://schemas.microsoft.com/office/drawing/2014/main" id="{E32EA984-B6AF-C534-2755-1D189307B8C0}"/>
              </a:ext>
            </a:extLst>
          </p:cNvPr>
          <p:cNvSpPr>
            <a:spLocks noGrp="1"/>
          </p:cNvSpPr>
          <p:nvPr/>
        </p:nvSpPr>
        <p:spPr>
          <a:xfrm>
            <a:off x="1339388" y="3103855"/>
            <a:ext cx="7311877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x</a:t>
            </a:r>
            <a:r>
              <a:rPr baseline="-25000" dirty="0"/>
              <a:t>2</a:t>
            </a:r>
            <a:r>
              <a:rPr dirty="0"/>
              <a:t> = </a:t>
            </a:r>
            <a:r>
              <a:rPr dirty="0" err="1"/>
              <a:t>Pressão</a:t>
            </a:r>
            <a:endParaRPr dirty="0"/>
          </a:p>
        </p:txBody>
      </p:sp>
      <p:sp>
        <p:nvSpPr>
          <p:cNvPr id="597" name="h(x1, x2) =">
            <a:extLst>
              <a:ext uri="{FF2B5EF4-FFF2-40B4-BE49-F238E27FC236}">
                <a16:creationId xmlns:a16="http://schemas.microsoft.com/office/drawing/2014/main" id="{3AF64024-FAA7-A7AB-B6FF-8A426EBCDEC2}"/>
              </a:ext>
            </a:extLst>
          </p:cNvPr>
          <p:cNvSpPr>
            <a:spLocks noGrp="1"/>
          </p:cNvSpPr>
          <p:nvPr/>
        </p:nvSpPr>
        <p:spPr>
          <a:xfrm>
            <a:off x="530496" y="8281250"/>
            <a:ext cx="5599290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h</a:t>
            </a:r>
            <a:r>
              <a:rPr i="0" dirty="0"/>
              <a:t>(</a:t>
            </a:r>
            <a:r>
              <a:rPr dirty="0"/>
              <a:t>x</a:t>
            </a:r>
            <a:r>
              <a:rPr sz="7800" i="0" baseline="-25000" dirty="0"/>
              <a:t>1</a:t>
            </a:r>
            <a:r>
              <a:rPr i="0" dirty="0"/>
              <a:t>, </a:t>
            </a:r>
            <a:r>
              <a:rPr dirty="0"/>
              <a:t>x</a:t>
            </a:r>
            <a:r>
              <a:rPr sz="7800" i="0" baseline="-25000" dirty="0"/>
              <a:t>2</a:t>
            </a:r>
            <a:r>
              <a:rPr i="0" dirty="0"/>
              <a:t>) =</a:t>
            </a:r>
          </a:p>
        </p:txBody>
      </p:sp>
      <p:sp>
        <p:nvSpPr>
          <p:cNvPr id="598" name="No Rain otherwise">
            <a:extLst>
              <a:ext uri="{FF2B5EF4-FFF2-40B4-BE49-F238E27FC236}">
                <a16:creationId xmlns:a16="http://schemas.microsoft.com/office/drawing/2014/main" id="{FB689263-67FB-5275-7574-86FA5E8EA74C}"/>
              </a:ext>
            </a:extLst>
          </p:cNvPr>
          <p:cNvSpPr>
            <a:spLocks noGrp="1"/>
          </p:cNvSpPr>
          <p:nvPr/>
        </p:nvSpPr>
        <p:spPr>
          <a:xfrm>
            <a:off x="6506174" y="9270691"/>
            <a:ext cx="13367442" cy="15799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z="9600" i="0" dirty="0"/>
              <a:t>Sem Chuva, </a:t>
            </a:r>
            <a:r>
              <a:rPr lang="pt-BR" sz="9600" i="0" dirty="0"/>
              <a:t>caso contrário</a:t>
            </a:r>
            <a:endParaRPr sz="9600" i="0" dirty="0"/>
          </a:p>
        </p:txBody>
      </p:sp>
      <p:sp>
        <p:nvSpPr>
          <p:cNvPr id="599" name="Rain if   w0 + w1x1 + w2x2  ≥ 0">
            <a:extLst>
              <a:ext uri="{FF2B5EF4-FFF2-40B4-BE49-F238E27FC236}">
                <a16:creationId xmlns:a16="http://schemas.microsoft.com/office/drawing/2014/main" id="{843CCD00-5CA6-FD47-FA33-6B6224947762}"/>
              </a:ext>
            </a:extLst>
          </p:cNvPr>
          <p:cNvSpPr>
            <a:spLocks noGrp="1"/>
          </p:cNvSpPr>
          <p:nvPr/>
        </p:nvSpPr>
        <p:spPr>
          <a:xfrm>
            <a:off x="6506174" y="7605861"/>
            <a:ext cx="16698482" cy="15799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z="9600" i="0" dirty="0" err="1"/>
              <a:t>Chuva</a:t>
            </a:r>
            <a:r>
              <a:rPr sz="9600" i="0" dirty="0"/>
              <a:t> se   </a:t>
            </a:r>
            <a:r>
              <a:rPr sz="9600" i="1" dirty="0"/>
              <a:t>w</a:t>
            </a:r>
            <a:r>
              <a:rPr sz="9600" i="1" baseline="-25000" dirty="0"/>
              <a:t>0</a:t>
            </a:r>
            <a:r>
              <a:rPr sz="9600" i="1" dirty="0"/>
              <a:t> + w</a:t>
            </a:r>
            <a:r>
              <a:rPr sz="9600" i="1" baseline="-25000" dirty="0"/>
              <a:t>1</a:t>
            </a:r>
            <a:r>
              <a:rPr sz="9600" i="1" dirty="0"/>
              <a:t>x</a:t>
            </a:r>
            <a:r>
              <a:rPr sz="9600" i="1" baseline="-25000" dirty="0"/>
              <a:t>1</a:t>
            </a:r>
            <a:r>
              <a:rPr sz="9600" i="1" dirty="0"/>
              <a:t> + w</a:t>
            </a:r>
            <a:r>
              <a:rPr sz="9600" i="1" baseline="-25000" dirty="0"/>
              <a:t>2</a:t>
            </a:r>
            <a:r>
              <a:rPr sz="9600" i="1" dirty="0"/>
              <a:t>x</a:t>
            </a:r>
            <a:r>
              <a:rPr sz="9600" i="1" baseline="-25000" dirty="0"/>
              <a:t>2</a:t>
            </a:r>
            <a:r>
              <a:rPr sz="9600" i="1" dirty="0"/>
              <a:t>  ≥ 0</a:t>
            </a:r>
          </a:p>
        </p:txBody>
      </p:sp>
    </p:spTree>
    <p:extLst>
      <p:ext uri="{BB962C8B-B14F-4D97-AF65-F5344CB8AC3E}">
        <p14:creationId xmlns:p14="http://schemas.microsoft.com/office/powerpoint/2010/main" val="35804088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h(x1, x2) =">
            <a:extLst>
              <a:ext uri="{FF2B5EF4-FFF2-40B4-BE49-F238E27FC236}">
                <a16:creationId xmlns:a16="http://schemas.microsoft.com/office/drawing/2014/main" id="{7C54EA01-4028-4B7E-BB5B-369FDC2F874A}"/>
              </a:ext>
            </a:extLst>
          </p:cNvPr>
          <p:cNvSpPr>
            <a:spLocks noGrp="1"/>
          </p:cNvSpPr>
          <p:nvPr/>
        </p:nvSpPr>
        <p:spPr>
          <a:xfrm>
            <a:off x="530495" y="8281250"/>
            <a:ext cx="5599290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h</a:t>
            </a:r>
            <a:r>
              <a:rPr i="0" dirty="0"/>
              <a:t>(</a:t>
            </a:r>
            <a:r>
              <a:rPr dirty="0"/>
              <a:t>x</a:t>
            </a:r>
            <a:r>
              <a:rPr sz="7800" i="0" baseline="-25000" dirty="0"/>
              <a:t>1</a:t>
            </a:r>
            <a:r>
              <a:rPr i="0" dirty="0"/>
              <a:t>, </a:t>
            </a:r>
            <a:r>
              <a:rPr dirty="0"/>
              <a:t>x</a:t>
            </a:r>
            <a:r>
              <a:rPr sz="7800" i="0" baseline="-25000" dirty="0"/>
              <a:t>2</a:t>
            </a:r>
            <a:r>
              <a:rPr i="0" dirty="0"/>
              <a:t>) =</a:t>
            </a:r>
          </a:p>
        </p:txBody>
      </p:sp>
      <p:sp>
        <p:nvSpPr>
          <p:cNvPr id="602" name="0 otherwise">
            <a:extLst>
              <a:ext uri="{FF2B5EF4-FFF2-40B4-BE49-F238E27FC236}">
                <a16:creationId xmlns:a16="http://schemas.microsoft.com/office/drawing/2014/main" id="{48FE9AFC-572D-4315-BF78-9B11913958BA}"/>
              </a:ext>
            </a:extLst>
          </p:cNvPr>
          <p:cNvSpPr>
            <a:spLocks noGrp="1"/>
          </p:cNvSpPr>
          <p:nvPr/>
        </p:nvSpPr>
        <p:spPr>
          <a:xfrm>
            <a:off x="6506173" y="9186891"/>
            <a:ext cx="5092900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0, caso contrário</a:t>
            </a:r>
          </a:p>
        </p:txBody>
      </p:sp>
      <p:sp>
        <p:nvSpPr>
          <p:cNvPr id="603" name="1 if   w0 + w1x1 + w2x2  ≥ 0">
            <a:extLst>
              <a:ext uri="{FF2B5EF4-FFF2-40B4-BE49-F238E27FC236}">
                <a16:creationId xmlns:a16="http://schemas.microsoft.com/office/drawing/2014/main" id="{D776362A-0631-4B85-AFDA-B119229F1F36}"/>
              </a:ext>
            </a:extLst>
          </p:cNvPr>
          <p:cNvSpPr>
            <a:spLocks noGrp="1"/>
          </p:cNvSpPr>
          <p:nvPr/>
        </p:nvSpPr>
        <p:spPr>
          <a:xfrm>
            <a:off x="6506173" y="7513528"/>
            <a:ext cx="15845684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 dirty="0"/>
              <a:t>1 se   </a:t>
            </a: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 + w</a:t>
            </a:r>
            <a:r>
              <a:rPr i="1" baseline="-25000" dirty="0"/>
              <a:t>1</a:t>
            </a:r>
            <a:r>
              <a:rPr i="1" dirty="0"/>
              <a:t>x</a:t>
            </a:r>
            <a:r>
              <a:rPr i="1" baseline="-25000" dirty="0"/>
              <a:t>1</a:t>
            </a:r>
            <a:r>
              <a:rPr i="1" dirty="0"/>
              <a:t> + w</a:t>
            </a:r>
            <a:r>
              <a:rPr i="1" baseline="-25000" dirty="0"/>
              <a:t>2</a:t>
            </a:r>
            <a:r>
              <a:rPr i="1" dirty="0"/>
              <a:t>x</a:t>
            </a:r>
            <a:r>
              <a:rPr i="1" baseline="-25000" dirty="0"/>
              <a:t>2</a:t>
            </a:r>
            <a:r>
              <a:rPr i="1" dirty="0"/>
              <a:t>  ≥ 0</a:t>
            </a:r>
          </a:p>
        </p:txBody>
      </p:sp>
    </p:spTree>
    <p:extLst>
      <p:ext uri="{BB962C8B-B14F-4D97-AF65-F5344CB8AC3E}">
        <p14:creationId xmlns:p14="http://schemas.microsoft.com/office/powerpoint/2010/main" val="152749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7C19-C54C-F53D-BDD0-D5C5337E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0 otherwise">
            <a:extLst>
              <a:ext uri="{FF2B5EF4-FFF2-40B4-BE49-F238E27FC236}">
                <a16:creationId xmlns:a16="http://schemas.microsoft.com/office/drawing/2014/main" id="{B736C985-E863-1ABB-1BCA-21DC7EC90C97}"/>
              </a:ext>
            </a:extLst>
          </p:cNvPr>
          <p:cNvSpPr>
            <a:spLocks noGrp="1"/>
          </p:cNvSpPr>
          <p:nvPr/>
        </p:nvSpPr>
        <p:spPr>
          <a:xfrm>
            <a:off x="6506173" y="9186891"/>
            <a:ext cx="5092900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0, caso contrário</a:t>
            </a:r>
          </a:p>
        </p:txBody>
      </p:sp>
      <p:sp>
        <p:nvSpPr>
          <p:cNvPr id="2" name="Weight Vector w: (w0, w1, w2)">
            <a:extLst>
              <a:ext uri="{FF2B5EF4-FFF2-40B4-BE49-F238E27FC236}">
                <a16:creationId xmlns:a16="http://schemas.microsoft.com/office/drawing/2014/main" id="{7E592C75-8107-1073-50BD-16AE887114AB}"/>
              </a:ext>
            </a:extLst>
          </p:cNvPr>
          <p:cNvSpPr>
            <a:spLocks noGrp="1"/>
          </p:cNvSpPr>
          <p:nvPr/>
        </p:nvSpPr>
        <p:spPr>
          <a:xfrm>
            <a:off x="1680254" y="1056074"/>
            <a:ext cx="15622290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i="0" dirty="0"/>
              <a:t>Vetor de Pesos </a:t>
            </a:r>
            <a:r>
              <a:rPr b="1" i="0" dirty="0"/>
              <a:t>w</a:t>
            </a:r>
            <a:r>
              <a:rPr i="0" dirty="0"/>
              <a:t>: (</a:t>
            </a: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, w</a:t>
            </a:r>
            <a:r>
              <a:rPr i="1" baseline="-25000" dirty="0"/>
              <a:t>1</a:t>
            </a:r>
            <a:r>
              <a:rPr i="1" dirty="0"/>
              <a:t>, w</a:t>
            </a:r>
            <a:r>
              <a:rPr i="1" baseline="-25000" dirty="0"/>
              <a:t>2</a:t>
            </a:r>
            <a:r>
              <a:rPr i="0" dirty="0"/>
              <a:t>)</a:t>
            </a:r>
          </a:p>
        </p:txBody>
      </p:sp>
      <p:sp>
        <p:nvSpPr>
          <p:cNvPr id="3" name="h(x1, x2) =">
            <a:extLst>
              <a:ext uri="{FF2B5EF4-FFF2-40B4-BE49-F238E27FC236}">
                <a16:creationId xmlns:a16="http://schemas.microsoft.com/office/drawing/2014/main" id="{C754C547-DCC4-B14C-EF4B-C59BBE416C69}"/>
              </a:ext>
            </a:extLst>
          </p:cNvPr>
          <p:cNvSpPr>
            <a:spLocks noGrp="1"/>
          </p:cNvSpPr>
          <p:nvPr/>
        </p:nvSpPr>
        <p:spPr>
          <a:xfrm>
            <a:off x="530495" y="8281250"/>
            <a:ext cx="5599290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h</a:t>
            </a:r>
            <a:r>
              <a:rPr i="0" dirty="0"/>
              <a:t>(</a:t>
            </a:r>
            <a:r>
              <a:rPr dirty="0"/>
              <a:t>x</a:t>
            </a:r>
            <a:r>
              <a:rPr sz="7800" i="0" baseline="-25000" dirty="0"/>
              <a:t>1</a:t>
            </a:r>
            <a:r>
              <a:rPr i="0" dirty="0"/>
              <a:t>, </a:t>
            </a:r>
            <a:r>
              <a:rPr dirty="0"/>
              <a:t>x</a:t>
            </a:r>
            <a:r>
              <a:rPr sz="7800" i="0" baseline="-25000" dirty="0"/>
              <a:t>2</a:t>
            </a:r>
            <a:r>
              <a:rPr i="0" dirty="0"/>
              <a:t>) =</a:t>
            </a:r>
          </a:p>
        </p:txBody>
      </p:sp>
      <p:sp>
        <p:nvSpPr>
          <p:cNvPr id="4" name="1 if   w0 + w1x1 + w2x2  ≥ 0">
            <a:extLst>
              <a:ext uri="{FF2B5EF4-FFF2-40B4-BE49-F238E27FC236}">
                <a16:creationId xmlns:a16="http://schemas.microsoft.com/office/drawing/2014/main" id="{D65FB527-2CC3-E839-4282-D0DEF1AAFF1D}"/>
              </a:ext>
            </a:extLst>
          </p:cNvPr>
          <p:cNvSpPr>
            <a:spLocks noGrp="1"/>
          </p:cNvSpPr>
          <p:nvPr/>
        </p:nvSpPr>
        <p:spPr>
          <a:xfrm>
            <a:off x="6506173" y="7513528"/>
            <a:ext cx="15845684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 dirty="0"/>
              <a:t>1 se   </a:t>
            </a: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 + w</a:t>
            </a:r>
            <a:r>
              <a:rPr i="1" baseline="-25000" dirty="0"/>
              <a:t>1</a:t>
            </a:r>
            <a:r>
              <a:rPr i="1" dirty="0"/>
              <a:t>x</a:t>
            </a:r>
            <a:r>
              <a:rPr i="1" baseline="-25000" dirty="0"/>
              <a:t>1</a:t>
            </a:r>
            <a:r>
              <a:rPr i="1" dirty="0"/>
              <a:t> + w</a:t>
            </a:r>
            <a:r>
              <a:rPr i="1" baseline="-25000" dirty="0"/>
              <a:t>2</a:t>
            </a:r>
            <a:r>
              <a:rPr i="1" dirty="0"/>
              <a:t>x</a:t>
            </a:r>
            <a:r>
              <a:rPr i="1" baseline="-25000" dirty="0"/>
              <a:t>2</a:t>
            </a:r>
            <a:r>
              <a:rPr i="1" dirty="0"/>
              <a:t>  ≥ 0</a:t>
            </a:r>
          </a:p>
        </p:txBody>
      </p:sp>
    </p:spTree>
    <p:extLst>
      <p:ext uri="{BB962C8B-B14F-4D97-AF65-F5344CB8AC3E}">
        <p14:creationId xmlns:p14="http://schemas.microsoft.com/office/powerpoint/2010/main" val="2596291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70BA-7432-6E3A-24C1-D3E036498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0 otherwise">
            <a:extLst>
              <a:ext uri="{FF2B5EF4-FFF2-40B4-BE49-F238E27FC236}">
                <a16:creationId xmlns:a16="http://schemas.microsoft.com/office/drawing/2014/main" id="{1B955C4F-022E-D691-12AE-69085542DB90}"/>
              </a:ext>
            </a:extLst>
          </p:cNvPr>
          <p:cNvSpPr>
            <a:spLocks noGrp="1"/>
          </p:cNvSpPr>
          <p:nvPr/>
        </p:nvSpPr>
        <p:spPr>
          <a:xfrm>
            <a:off x="6506173" y="9186891"/>
            <a:ext cx="5092900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0, caso contrário</a:t>
            </a:r>
          </a:p>
        </p:txBody>
      </p:sp>
      <p:sp>
        <p:nvSpPr>
          <p:cNvPr id="2" name="Weight Vector w: (w0, w1, w2)">
            <a:extLst>
              <a:ext uri="{FF2B5EF4-FFF2-40B4-BE49-F238E27FC236}">
                <a16:creationId xmlns:a16="http://schemas.microsoft.com/office/drawing/2014/main" id="{6CA2E51C-1D76-1438-65AA-B35EAA69652F}"/>
              </a:ext>
            </a:extLst>
          </p:cNvPr>
          <p:cNvSpPr>
            <a:spLocks noGrp="1"/>
          </p:cNvSpPr>
          <p:nvPr/>
        </p:nvSpPr>
        <p:spPr>
          <a:xfrm>
            <a:off x="1680254" y="1056074"/>
            <a:ext cx="15622290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i="0" dirty="0"/>
              <a:t>Vetor de Pesos </a:t>
            </a:r>
            <a:r>
              <a:rPr b="1" i="0" dirty="0"/>
              <a:t>w</a:t>
            </a:r>
            <a:r>
              <a:rPr i="0" dirty="0"/>
              <a:t>: (</a:t>
            </a: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, w</a:t>
            </a:r>
            <a:r>
              <a:rPr i="1" baseline="-25000" dirty="0"/>
              <a:t>1</a:t>
            </a:r>
            <a:r>
              <a:rPr i="1" dirty="0"/>
              <a:t>, w</a:t>
            </a:r>
            <a:r>
              <a:rPr i="1" baseline="-25000" dirty="0"/>
              <a:t>2</a:t>
            </a:r>
            <a:r>
              <a:rPr i="0" dirty="0"/>
              <a:t>)</a:t>
            </a:r>
          </a:p>
        </p:txBody>
      </p:sp>
      <p:sp>
        <p:nvSpPr>
          <p:cNvPr id="3" name="h(x1, x2) =">
            <a:extLst>
              <a:ext uri="{FF2B5EF4-FFF2-40B4-BE49-F238E27FC236}">
                <a16:creationId xmlns:a16="http://schemas.microsoft.com/office/drawing/2014/main" id="{F47B8DDB-D64E-E5F9-E392-C5342BFC64D3}"/>
              </a:ext>
            </a:extLst>
          </p:cNvPr>
          <p:cNvSpPr>
            <a:spLocks noGrp="1"/>
          </p:cNvSpPr>
          <p:nvPr/>
        </p:nvSpPr>
        <p:spPr>
          <a:xfrm>
            <a:off x="530495" y="8281250"/>
            <a:ext cx="5599290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h</a:t>
            </a:r>
            <a:r>
              <a:rPr i="0" dirty="0"/>
              <a:t>(</a:t>
            </a:r>
            <a:r>
              <a:rPr dirty="0"/>
              <a:t>x</a:t>
            </a:r>
            <a:r>
              <a:rPr sz="7800" i="0" baseline="-25000" dirty="0"/>
              <a:t>1</a:t>
            </a:r>
            <a:r>
              <a:rPr i="0" dirty="0"/>
              <a:t>, </a:t>
            </a:r>
            <a:r>
              <a:rPr dirty="0"/>
              <a:t>x</a:t>
            </a:r>
            <a:r>
              <a:rPr sz="7800" i="0" baseline="-25000" dirty="0"/>
              <a:t>2</a:t>
            </a:r>
            <a:r>
              <a:rPr i="0" dirty="0"/>
              <a:t>) =</a:t>
            </a:r>
          </a:p>
        </p:txBody>
      </p:sp>
      <p:sp>
        <p:nvSpPr>
          <p:cNvPr id="4" name="1 if   w0 + w1x1 + w2x2  ≥ 0">
            <a:extLst>
              <a:ext uri="{FF2B5EF4-FFF2-40B4-BE49-F238E27FC236}">
                <a16:creationId xmlns:a16="http://schemas.microsoft.com/office/drawing/2014/main" id="{F2894EB3-4570-5C3C-68C8-E0F2039CB9DE}"/>
              </a:ext>
            </a:extLst>
          </p:cNvPr>
          <p:cNvSpPr>
            <a:spLocks noGrp="1"/>
          </p:cNvSpPr>
          <p:nvPr/>
        </p:nvSpPr>
        <p:spPr>
          <a:xfrm>
            <a:off x="6506173" y="7513528"/>
            <a:ext cx="15845684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 dirty="0"/>
              <a:t>1 se   </a:t>
            </a: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 + w</a:t>
            </a:r>
            <a:r>
              <a:rPr i="1" baseline="-25000" dirty="0"/>
              <a:t>1</a:t>
            </a:r>
            <a:r>
              <a:rPr i="1" dirty="0"/>
              <a:t>x</a:t>
            </a:r>
            <a:r>
              <a:rPr i="1" baseline="-25000" dirty="0"/>
              <a:t>1</a:t>
            </a:r>
            <a:r>
              <a:rPr i="1" dirty="0"/>
              <a:t> + w</a:t>
            </a:r>
            <a:r>
              <a:rPr i="1" baseline="-25000" dirty="0"/>
              <a:t>2</a:t>
            </a:r>
            <a:r>
              <a:rPr i="1" dirty="0"/>
              <a:t>x</a:t>
            </a:r>
            <a:r>
              <a:rPr i="1" baseline="-25000" dirty="0"/>
              <a:t>2</a:t>
            </a:r>
            <a:r>
              <a:rPr i="1" dirty="0"/>
              <a:t>  ≥ 0</a:t>
            </a:r>
          </a:p>
        </p:txBody>
      </p:sp>
      <p:sp>
        <p:nvSpPr>
          <p:cNvPr id="5" name="Input Vector x: (1, x1, x2)">
            <a:extLst>
              <a:ext uri="{FF2B5EF4-FFF2-40B4-BE49-F238E27FC236}">
                <a16:creationId xmlns:a16="http://schemas.microsoft.com/office/drawing/2014/main" id="{43342FEB-41F4-43E3-9D1B-B3D385CB4C95}"/>
              </a:ext>
            </a:extLst>
          </p:cNvPr>
          <p:cNvSpPr>
            <a:spLocks noGrp="1"/>
          </p:cNvSpPr>
          <p:nvPr/>
        </p:nvSpPr>
        <p:spPr>
          <a:xfrm>
            <a:off x="1680254" y="2784937"/>
            <a:ext cx="1549244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i="0" dirty="0"/>
              <a:t>Vetor de Entrada </a:t>
            </a:r>
            <a:r>
              <a:rPr b="1" i="0" dirty="0"/>
              <a:t>x</a:t>
            </a:r>
            <a:r>
              <a:rPr i="0" dirty="0"/>
              <a:t>: (1, x</a:t>
            </a:r>
            <a:r>
              <a:rPr i="0" baseline="-25000" dirty="0"/>
              <a:t>1</a:t>
            </a:r>
            <a:r>
              <a:rPr i="0" dirty="0"/>
              <a:t>, x</a:t>
            </a:r>
            <a:r>
              <a:rPr i="0" baseline="-25000" dirty="0"/>
              <a:t>2</a:t>
            </a:r>
            <a:r>
              <a:rPr i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82106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CB1C-8E0B-B308-1D33-2135EF8B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0 otherwise">
            <a:extLst>
              <a:ext uri="{FF2B5EF4-FFF2-40B4-BE49-F238E27FC236}">
                <a16:creationId xmlns:a16="http://schemas.microsoft.com/office/drawing/2014/main" id="{C8C43A34-9361-2036-CC57-6E677146206A}"/>
              </a:ext>
            </a:extLst>
          </p:cNvPr>
          <p:cNvSpPr>
            <a:spLocks noGrp="1"/>
          </p:cNvSpPr>
          <p:nvPr/>
        </p:nvSpPr>
        <p:spPr>
          <a:xfrm>
            <a:off x="6506173" y="9186891"/>
            <a:ext cx="5092900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0, caso contrário</a:t>
            </a:r>
          </a:p>
        </p:txBody>
      </p:sp>
      <p:sp>
        <p:nvSpPr>
          <p:cNvPr id="2" name="Weight Vector w: (w0, w1, w2)">
            <a:extLst>
              <a:ext uri="{FF2B5EF4-FFF2-40B4-BE49-F238E27FC236}">
                <a16:creationId xmlns:a16="http://schemas.microsoft.com/office/drawing/2014/main" id="{AE9FABBD-3CDF-4CED-15B4-F87BF42A5F05}"/>
              </a:ext>
            </a:extLst>
          </p:cNvPr>
          <p:cNvSpPr>
            <a:spLocks noGrp="1"/>
          </p:cNvSpPr>
          <p:nvPr/>
        </p:nvSpPr>
        <p:spPr>
          <a:xfrm>
            <a:off x="1680254" y="1056074"/>
            <a:ext cx="15622290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i="0" dirty="0"/>
              <a:t>Vetor de Pesos </a:t>
            </a:r>
            <a:r>
              <a:rPr b="1" i="0" dirty="0"/>
              <a:t>w</a:t>
            </a:r>
            <a:r>
              <a:rPr i="0" dirty="0"/>
              <a:t>: (</a:t>
            </a: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, w</a:t>
            </a:r>
            <a:r>
              <a:rPr i="1" baseline="-25000" dirty="0"/>
              <a:t>1</a:t>
            </a:r>
            <a:r>
              <a:rPr i="1" dirty="0"/>
              <a:t>, w</a:t>
            </a:r>
            <a:r>
              <a:rPr i="1" baseline="-25000" dirty="0"/>
              <a:t>2</a:t>
            </a:r>
            <a:r>
              <a:rPr i="0" dirty="0"/>
              <a:t>)</a:t>
            </a:r>
          </a:p>
        </p:txBody>
      </p:sp>
      <p:sp>
        <p:nvSpPr>
          <p:cNvPr id="3" name="h(x1, x2) =">
            <a:extLst>
              <a:ext uri="{FF2B5EF4-FFF2-40B4-BE49-F238E27FC236}">
                <a16:creationId xmlns:a16="http://schemas.microsoft.com/office/drawing/2014/main" id="{5678052C-DD15-36F9-C76D-2BE644F77D61}"/>
              </a:ext>
            </a:extLst>
          </p:cNvPr>
          <p:cNvSpPr>
            <a:spLocks noGrp="1"/>
          </p:cNvSpPr>
          <p:nvPr/>
        </p:nvSpPr>
        <p:spPr>
          <a:xfrm>
            <a:off x="530495" y="8281250"/>
            <a:ext cx="5599290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/>
              <a:t>h</a:t>
            </a:r>
            <a:r>
              <a:rPr i="0" dirty="0"/>
              <a:t>(</a:t>
            </a:r>
            <a:r>
              <a:rPr dirty="0"/>
              <a:t>x</a:t>
            </a:r>
            <a:r>
              <a:rPr sz="7800" i="0" baseline="-25000" dirty="0"/>
              <a:t>1</a:t>
            </a:r>
            <a:r>
              <a:rPr i="0" dirty="0"/>
              <a:t>, </a:t>
            </a:r>
            <a:r>
              <a:rPr dirty="0"/>
              <a:t>x</a:t>
            </a:r>
            <a:r>
              <a:rPr sz="7800" i="0" baseline="-25000" dirty="0"/>
              <a:t>2</a:t>
            </a:r>
            <a:r>
              <a:rPr i="0" dirty="0"/>
              <a:t>) =</a:t>
            </a:r>
          </a:p>
        </p:txBody>
      </p:sp>
      <p:sp>
        <p:nvSpPr>
          <p:cNvPr id="4" name="1 if   w0 + w1x1 + w2x2  ≥ 0">
            <a:extLst>
              <a:ext uri="{FF2B5EF4-FFF2-40B4-BE49-F238E27FC236}">
                <a16:creationId xmlns:a16="http://schemas.microsoft.com/office/drawing/2014/main" id="{E48A95F0-847E-58E9-6EFA-36406E165F1C}"/>
              </a:ext>
            </a:extLst>
          </p:cNvPr>
          <p:cNvSpPr>
            <a:spLocks noGrp="1"/>
          </p:cNvSpPr>
          <p:nvPr/>
        </p:nvSpPr>
        <p:spPr>
          <a:xfrm>
            <a:off x="6506173" y="7513528"/>
            <a:ext cx="15845684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 dirty="0"/>
              <a:t>1 se   </a:t>
            </a: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 + w</a:t>
            </a:r>
            <a:r>
              <a:rPr i="1" baseline="-25000" dirty="0"/>
              <a:t>1</a:t>
            </a:r>
            <a:r>
              <a:rPr i="1" dirty="0"/>
              <a:t>x</a:t>
            </a:r>
            <a:r>
              <a:rPr i="1" baseline="-25000" dirty="0"/>
              <a:t>1</a:t>
            </a:r>
            <a:r>
              <a:rPr i="1" dirty="0"/>
              <a:t> + w</a:t>
            </a:r>
            <a:r>
              <a:rPr i="1" baseline="-25000" dirty="0"/>
              <a:t>2</a:t>
            </a:r>
            <a:r>
              <a:rPr i="1" dirty="0"/>
              <a:t>x</a:t>
            </a:r>
            <a:r>
              <a:rPr i="1" baseline="-25000" dirty="0"/>
              <a:t>2</a:t>
            </a:r>
            <a:r>
              <a:rPr i="1" dirty="0"/>
              <a:t>  ≥ 0</a:t>
            </a:r>
          </a:p>
        </p:txBody>
      </p:sp>
      <p:sp>
        <p:nvSpPr>
          <p:cNvPr id="5" name="Input Vector x: (1, x1, x2)">
            <a:extLst>
              <a:ext uri="{FF2B5EF4-FFF2-40B4-BE49-F238E27FC236}">
                <a16:creationId xmlns:a16="http://schemas.microsoft.com/office/drawing/2014/main" id="{304CCD07-5AAE-B949-3946-C85258908706}"/>
              </a:ext>
            </a:extLst>
          </p:cNvPr>
          <p:cNvSpPr>
            <a:spLocks noGrp="1"/>
          </p:cNvSpPr>
          <p:nvPr/>
        </p:nvSpPr>
        <p:spPr>
          <a:xfrm>
            <a:off x="1680254" y="2784937"/>
            <a:ext cx="1549244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i="0" dirty="0"/>
              <a:t>Vetor de Entrada </a:t>
            </a:r>
            <a:r>
              <a:rPr b="1" i="0" dirty="0"/>
              <a:t>x</a:t>
            </a:r>
            <a:r>
              <a:rPr i="0" dirty="0"/>
              <a:t>: (1, x</a:t>
            </a:r>
            <a:r>
              <a:rPr i="0" baseline="-25000" dirty="0"/>
              <a:t>1</a:t>
            </a:r>
            <a:r>
              <a:rPr i="0" dirty="0"/>
              <a:t>, x</a:t>
            </a:r>
            <a:r>
              <a:rPr i="0" baseline="-25000" dirty="0"/>
              <a:t>2</a:t>
            </a:r>
            <a:r>
              <a:rPr i="0" dirty="0"/>
              <a:t>)</a:t>
            </a:r>
          </a:p>
        </p:txBody>
      </p:sp>
      <p:sp>
        <p:nvSpPr>
          <p:cNvPr id="6" name="w · x: w0 + w1x1 + w2x2">
            <a:extLst>
              <a:ext uri="{FF2B5EF4-FFF2-40B4-BE49-F238E27FC236}">
                <a16:creationId xmlns:a16="http://schemas.microsoft.com/office/drawing/2014/main" id="{ACBBE034-C625-5B25-EB2C-35F9D22DE09C}"/>
              </a:ext>
            </a:extLst>
          </p:cNvPr>
          <p:cNvSpPr>
            <a:spLocks noGrp="1"/>
          </p:cNvSpPr>
          <p:nvPr/>
        </p:nvSpPr>
        <p:spPr>
          <a:xfrm>
            <a:off x="1680254" y="4676557"/>
            <a:ext cx="10990188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b="1" i="0" dirty="0">
                <a:latin typeface="Times New Roman"/>
                <a:ea typeface="Times New Roman"/>
                <a:cs typeface="Times New Roman"/>
              </a:rPr>
              <a:t>w · x</a:t>
            </a:r>
            <a:r>
              <a:rPr i="0" dirty="0"/>
              <a:t>: </a:t>
            </a:r>
            <a:r>
              <a:rPr dirty="0">
                <a:latin typeface="Times New Roman"/>
                <a:ea typeface="Times New Roman"/>
                <a:cs typeface="Times New Roman"/>
              </a:rPr>
              <a:t>w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0</a:t>
            </a:r>
            <a:r>
              <a:rPr i="0" dirty="0">
                <a:latin typeface="Times New Roman"/>
                <a:ea typeface="Times New Roman"/>
                <a:cs typeface="Times New Roman"/>
              </a:rPr>
              <a:t> + </a:t>
            </a:r>
            <a:r>
              <a:rPr dirty="0">
                <a:latin typeface="Times New Roman"/>
                <a:ea typeface="Times New Roman"/>
                <a:cs typeface="Times New Roman"/>
              </a:rPr>
              <a:t>w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</a:rPr>
              <a:t>x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1</a:t>
            </a:r>
            <a:r>
              <a:rPr sz="7800" i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i="0" dirty="0">
                <a:latin typeface="Times New Roman"/>
                <a:ea typeface="Times New Roman"/>
                <a:cs typeface="Times New Roman"/>
              </a:rPr>
              <a:t>+ </a:t>
            </a:r>
            <a:r>
              <a:rPr dirty="0">
                <a:latin typeface="Times New Roman"/>
                <a:ea typeface="Times New Roman"/>
                <a:cs typeface="Times New Roman"/>
              </a:rPr>
              <a:t>w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2</a:t>
            </a:r>
            <a:r>
              <a:rPr dirty="0">
                <a:latin typeface="Times New Roman"/>
                <a:ea typeface="Times New Roman"/>
                <a:cs typeface="Times New Roman"/>
              </a:rPr>
              <a:t>x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2</a:t>
            </a:r>
            <a:r>
              <a:rPr i="0" dirty="0"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042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9D32-50C5-23FF-4737-0A28EA2E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eight Vector w: (w0, w1, w2)">
            <a:extLst>
              <a:ext uri="{FF2B5EF4-FFF2-40B4-BE49-F238E27FC236}">
                <a16:creationId xmlns:a16="http://schemas.microsoft.com/office/drawing/2014/main" id="{3525CAAA-6589-EBB5-9117-63CA2C533AB9}"/>
              </a:ext>
            </a:extLst>
          </p:cNvPr>
          <p:cNvSpPr>
            <a:spLocks noGrp="1"/>
          </p:cNvSpPr>
          <p:nvPr/>
        </p:nvSpPr>
        <p:spPr>
          <a:xfrm>
            <a:off x="1680254" y="1056074"/>
            <a:ext cx="15622290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i="0" dirty="0"/>
              <a:t>Vetor de Pesos </a:t>
            </a:r>
            <a:r>
              <a:rPr b="1" i="0" dirty="0"/>
              <a:t>w</a:t>
            </a:r>
            <a:r>
              <a:rPr i="0" dirty="0"/>
              <a:t>: (</a:t>
            </a: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, w</a:t>
            </a:r>
            <a:r>
              <a:rPr i="1" baseline="-25000" dirty="0"/>
              <a:t>1</a:t>
            </a:r>
            <a:r>
              <a:rPr i="1" dirty="0"/>
              <a:t>, w</a:t>
            </a:r>
            <a:r>
              <a:rPr i="1" baseline="-25000" dirty="0"/>
              <a:t>2</a:t>
            </a:r>
            <a:r>
              <a:rPr i="0" dirty="0"/>
              <a:t>)</a:t>
            </a:r>
          </a:p>
        </p:txBody>
      </p:sp>
      <p:sp>
        <p:nvSpPr>
          <p:cNvPr id="5" name="Input Vector x: (1, x1, x2)">
            <a:extLst>
              <a:ext uri="{FF2B5EF4-FFF2-40B4-BE49-F238E27FC236}">
                <a16:creationId xmlns:a16="http://schemas.microsoft.com/office/drawing/2014/main" id="{ADA8ED4B-148D-C266-93E6-ABC1685C0D60}"/>
              </a:ext>
            </a:extLst>
          </p:cNvPr>
          <p:cNvSpPr>
            <a:spLocks noGrp="1"/>
          </p:cNvSpPr>
          <p:nvPr/>
        </p:nvSpPr>
        <p:spPr>
          <a:xfrm>
            <a:off x="1680254" y="2784937"/>
            <a:ext cx="15492446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i="0" dirty="0"/>
              <a:t>Vetor de Entrada </a:t>
            </a:r>
            <a:r>
              <a:rPr b="1" i="0" dirty="0"/>
              <a:t>x</a:t>
            </a:r>
            <a:r>
              <a:rPr i="0" dirty="0"/>
              <a:t>: (1, x</a:t>
            </a:r>
            <a:r>
              <a:rPr i="0" baseline="-25000" dirty="0"/>
              <a:t>1</a:t>
            </a:r>
            <a:r>
              <a:rPr i="0" dirty="0"/>
              <a:t>, x</a:t>
            </a:r>
            <a:r>
              <a:rPr i="0" baseline="-25000" dirty="0"/>
              <a:t>2</a:t>
            </a:r>
            <a:r>
              <a:rPr i="0" dirty="0"/>
              <a:t>)</a:t>
            </a:r>
          </a:p>
        </p:txBody>
      </p:sp>
      <p:sp>
        <p:nvSpPr>
          <p:cNvPr id="6" name="w · x: w0 + w1x1 + w2x2">
            <a:extLst>
              <a:ext uri="{FF2B5EF4-FFF2-40B4-BE49-F238E27FC236}">
                <a16:creationId xmlns:a16="http://schemas.microsoft.com/office/drawing/2014/main" id="{FCD17087-F7E1-8704-A3DB-6A180FCD3F3F}"/>
              </a:ext>
            </a:extLst>
          </p:cNvPr>
          <p:cNvSpPr>
            <a:spLocks noGrp="1"/>
          </p:cNvSpPr>
          <p:nvPr/>
        </p:nvSpPr>
        <p:spPr>
          <a:xfrm>
            <a:off x="1680254" y="4676557"/>
            <a:ext cx="10990188" cy="1487587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9000" b="0" i="1">
                <a:latin typeface="Helvetica"/>
                <a:ea typeface="Helvetica"/>
                <a:cs typeface="Helvetica"/>
              </a:defRPr>
            </a:pPr>
            <a:r>
              <a:rPr b="1" i="0" dirty="0">
                <a:latin typeface="Times New Roman"/>
                <a:ea typeface="Times New Roman"/>
                <a:cs typeface="Times New Roman"/>
              </a:rPr>
              <a:t>w · x</a:t>
            </a:r>
            <a:r>
              <a:rPr i="0" dirty="0"/>
              <a:t>: </a:t>
            </a:r>
            <a:r>
              <a:rPr dirty="0">
                <a:latin typeface="Times New Roman"/>
                <a:ea typeface="Times New Roman"/>
                <a:cs typeface="Times New Roman"/>
              </a:rPr>
              <a:t>w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0</a:t>
            </a:r>
            <a:r>
              <a:rPr i="0" dirty="0">
                <a:latin typeface="Times New Roman"/>
                <a:ea typeface="Times New Roman"/>
                <a:cs typeface="Times New Roman"/>
              </a:rPr>
              <a:t> + </a:t>
            </a:r>
            <a:r>
              <a:rPr dirty="0">
                <a:latin typeface="Times New Roman"/>
                <a:ea typeface="Times New Roman"/>
                <a:cs typeface="Times New Roman"/>
              </a:rPr>
              <a:t>w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1</a:t>
            </a:r>
            <a:r>
              <a:rPr dirty="0">
                <a:latin typeface="Times New Roman"/>
                <a:ea typeface="Times New Roman"/>
                <a:cs typeface="Times New Roman"/>
              </a:rPr>
              <a:t>x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1</a:t>
            </a:r>
            <a:r>
              <a:rPr sz="7800" i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i="0" dirty="0">
                <a:latin typeface="Times New Roman"/>
                <a:ea typeface="Times New Roman"/>
                <a:cs typeface="Times New Roman"/>
              </a:rPr>
              <a:t>+ </a:t>
            </a:r>
            <a:r>
              <a:rPr dirty="0">
                <a:latin typeface="Times New Roman"/>
                <a:ea typeface="Times New Roman"/>
                <a:cs typeface="Times New Roman"/>
              </a:rPr>
              <a:t>w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2</a:t>
            </a:r>
            <a:r>
              <a:rPr dirty="0">
                <a:latin typeface="Times New Roman"/>
                <a:ea typeface="Times New Roman"/>
                <a:cs typeface="Times New Roman"/>
              </a:rPr>
              <a:t>x</a:t>
            </a:r>
            <a:r>
              <a:rPr sz="7800" i="0" baseline="-25000" dirty="0">
                <a:latin typeface="Times New Roman"/>
                <a:ea typeface="Times New Roman"/>
                <a:cs typeface="Times New Roman"/>
              </a:rPr>
              <a:t>2</a:t>
            </a:r>
            <a:r>
              <a:rPr i="0" dirty="0"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7" name="hw(x) =">
            <a:extLst>
              <a:ext uri="{FF2B5EF4-FFF2-40B4-BE49-F238E27FC236}">
                <a16:creationId xmlns:a16="http://schemas.microsoft.com/office/drawing/2014/main" id="{E7D6CA5D-3B87-3759-731B-9447D90F0EE5}"/>
              </a:ext>
            </a:extLst>
          </p:cNvPr>
          <p:cNvSpPr>
            <a:spLocks noGrp="1"/>
          </p:cNvSpPr>
          <p:nvPr/>
        </p:nvSpPr>
        <p:spPr>
          <a:xfrm>
            <a:off x="6156938" y="8825522"/>
            <a:ext cx="4204677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dirty="0" err="1"/>
              <a:t>h</a:t>
            </a:r>
            <a:r>
              <a:rPr b="1" i="0" baseline="-25000" dirty="0" err="1"/>
              <a:t>w</a:t>
            </a:r>
            <a:r>
              <a:rPr i="0" dirty="0"/>
              <a:t>(</a:t>
            </a:r>
            <a:r>
              <a:rPr b="1" i="0" dirty="0"/>
              <a:t>x</a:t>
            </a:r>
            <a:r>
              <a:rPr i="0" dirty="0"/>
              <a:t>) =</a:t>
            </a:r>
          </a:p>
        </p:txBody>
      </p:sp>
      <p:sp>
        <p:nvSpPr>
          <p:cNvPr id="8" name="0 otherwise">
            <a:extLst>
              <a:ext uri="{FF2B5EF4-FFF2-40B4-BE49-F238E27FC236}">
                <a16:creationId xmlns:a16="http://schemas.microsoft.com/office/drawing/2014/main" id="{E4BD87DB-0FB3-3E57-546E-EA6263EAFD15}"/>
              </a:ext>
            </a:extLst>
          </p:cNvPr>
          <p:cNvSpPr>
            <a:spLocks noGrp="1"/>
          </p:cNvSpPr>
          <p:nvPr/>
        </p:nvSpPr>
        <p:spPr>
          <a:xfrm>
            <a:off x="10948026" y="10019307"/>
            <a:ext cx="5092899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/>
              <a:t>0, caso contrário</a:t>
            </a:r>
          </a:p>
        </p:txBody>
      </p:sp>
      <p:sp>
        <p:nvSpPr>
          <p:cNvPr id="9" name="1 if  w · x  ≥ 0">
            <a:extLst>
              <a:ext uri="{FF2B5EF4-FFF2-40B4-BE49-F238E27FC236}">
                <a16:creationId xmlns:a16="http://schemas.microsoft.com/office/drawing/2014/main" id="{DC29A900-14EA-F837-C920-6D4852328B17}"/>
              </a:ext>
            </a:extLst>
          </p:cNvPr>
          <p:cNvSpPr>
            <a:spLocks noGrp="1"/>
          </p:cNvSpPr>
          <p:nvPr/>
        </p:nvSpPr>
        <p:spPr>
          <a:xfrm>
            <a:off x="10948026" y="8345943"/>
            <a:ext cx="8324395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0" dirty="0"/>
              <a:t>1 se  </a:t>
            </a:r>
            <a:r>
              <a:rPr b="1" i="0" dirty="0"/>
              <a:t>w</a:t>
            </a:r>
            <a:r>
              <a:rPr i="0" dirty="0"/>
              <a:t> · </a:t>
            </a:r>
            <a:r>
              <a:rPr b="1" i="0" dirty="0"/>
              <a:t>x</a:t>
            </a:r>
            <a:r>
              <a:rPr i="0" dirty="0"/>
              <a:t>  ≥ 0</a:t>
            </a:r>
          </a:p>
        </p:txBody>
      </p:sp>
    </p:spTree>
    <p:extLst>
      <p:ext uri="{BB962C8B-B14F-4D97-AF65-F5344CB8AC3E}">
        <p14:creationId xmlns:p14="http://schemas.microsoft.com/office/powerpoint/2010/main" val="3714793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erceptron learning rule">
            <a:extLst>
              <a:ext uri="{FF2B5EF4-FFF2-40B4-BE49-F238E27FC236}">
                <a16:creationId xmlns:a16="http://schemas.microsoft.com/office/drawing/2014/main" id="{B82EBBF8-AB7B-47C7-A19E-2672E219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341865"/>
            <a:ext cx="20828000" cy="241745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aprendizado</a:t>
            </a:r>
            <a:r>
              <a:rPr dirty="0"/>
              <a:t> do perceptron</a:t>
            </a:r>
          </a:p>
        </p:txBody>
      </p:sp>
      <p:sp>
        <p:nvSpPr>
          <p:cNvPr id="616" name="Given data point  (x, y), update each weight according to:…">
            <a:extLst>
              <a:ext uri="{FF2B5EF4-FFF2-40B4-BE49-F238E27FC236}">
                <a16:creationId xmlns:a16="http://schemas.microsoft.com/office/drawing/2014/main" id="{2348F19A-B48E-4837-9F5C-3D69458518AC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4869365"/>
          </a:xfrm>
          <a:prstGeom prst="rect">
            <a:avLst/>
          </a:prstGeom>
          <a:ln w="12700"/>
        </p:spPr>
        <p:txBody>
          <a:bodyPr lIns="50800" tIns="50800" rIns="50800" bIns="50800">
            <a:normAutofit fontScale="98752"/>
          </a:bodyPr>
          <a:lstStyle/>
          <a:p>
            <a:pPr algn="l" defTabSz="817244">
              <a:buNone/>
              <a:defRPr sz="7425" b="0">
                <a:latin typeface="Helvetica"/>
                <a:ea typeface="Helvetica"/>
                <a:cs typeface="Helvetica"/>
              </a:defRPr>
            </a:pPr>
            <a:r>
              <a:rPr dirty="0"/>
              <a:t>Dado o </a:t>
            </a:r>
            <a:r>
              <a:rPr lang="pt-BR" i="1" dirty="0"/>
              <a:t>data point</a:t>
            </a:r>
            <a:r>
              <a:rPr dirty="0"/>
              <a:t> (x, y), </a:t>
            </a:r>
            <a:r>
              <a:rPr dirty="0" err="1"/>
              <a:t>atualize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peso:</a:t>
            </a:r>
          </a:p>
          <a:p>
            <a:pPr algn="l" defTabSz="817244">
              <a:buNone/>
              <a:defRPr sz="7425" b="0">
                <a:latin typeface="Helvetica"/>
                <a:ea typeface="Helvetica"/>
                <a:cs typeface="Helvetica"/>
              </a:defRPr>
            </a:pPr>
            <a:endParaRPr dirty="0"/>
          </a:p>
          <a:p>
            <a:pPr algn="l" defTabSz="817244">
              <a:buNone/>
              <a:defRPr sz="9405" b="0">
                <a:latin typeface="Times New Roman"/>
                <a:ea typeface="Times New Roman"/>
                <a:cs typeface="Times New Roman"/>
              </a:defRPr>
            </a:pPr>
            <a:r>
              <a:rPr i="1" dirty="0" err="1"/>
              <a:t>w</a:t>
            </a:r>
            <a:r>
              <a:rPr i="1" baseline="-25000" dirty="0" err="1"/>
              <a:t>i</a:t>
            </a:r>
            <a:r>
              <a:rPr i="1" dirty="0"/>
              <a:t> = </a:t>
            </a:r>
            <a:r>
              <a:rPr i="1" dirty="0" err="1"/>
              <a:t>w</a:t>
            </a:r>
            <a:r>
              <a:rPr i="1" baseline="-25000" dirty="0" err="1"/>
              <a:t>i</a:t>
            </a:r>
            <a:r>
              <a:rPr i="1" dirty="0"/>
              <a:t> + α(y - </a:t>
            </a:r>
            <a:r>
              <a:rPr i="1" dirty="0" err="1"/>
              <a:t>h</a:t>
            </a:r>
            <a:r>
              <a:rPr i="1" baseline="-25000" dirty="0" err="1"/>
              <a:t>w</a:t>
            </a:r>
            <a:r>
              <a:rPr i="1" dirty="0"/>
              <a:t>(x)) × x</a:t>
            </a:r>
            <a:r>
              <a:rPr i="1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6899679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C004B-4ADA-C9E7-99CF-4FCC24A9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erceptron learning rule">
            <a:extLst>
              <a:ext uri="{FF2B5EF4-FFF2-40B4-BE49-F238E27FC236}">
                <a16:creationId xmlns:a16="http://schemas.microsoft.com/office/drawing/2014/main" id="{6FBD5A0C-BB08-54E5-09F8-F347D7B1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341865"/>
            <a:ext cx="20828000" cy="241745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aprendizado</a:t>
            </a:r>
            <a:r>
              <a:rPr dirty="0"/>
              <a:t> do perceptron</a:t>
            </a:r>
          </a:p>
        </p:txBody>
      </p:sp>
      <p:sp>
        <p:nvSpPr>
          <p:cNvPr id="616" name="Given data point  (x, y), update each weight according to:…">
            <a:extLst>
              <a:ext uri="{FF2B5EF4-FFF2-40B4-BE49-F238E27FC236}">
                <a16:creationId xmlns:a16="http://schemas.microsoft.com/office/drawing/2014/main" id="{7E4762EA-68CF-53AC-7FAB-7E98A452128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4869365"/>
          </a:xfrm>
          <a:prstGeom prst="rect">
            <a:avLst/>
          </a:prstGeom>
          <a:ln w="12700"/>
        </p:spPr>
        <p:txBody>
          <a:bodyPr lIns="50800" tIns="50800" rIns="50800" bIns="50800">
            <a:normAutofit fontScale="98752"/>
          </a:bodyPr>
          <a:lstStyle/>
          <a:p>
            <a:pPr algn="l" defTabSz="817244">
              <a:buNone/>
              <a:defRPr sz="7425" b="0">
                <a:latin typeface="Helvetica"/>
                <a:ea typeface="Helvetica"/>
                <a:cs typeface="Helvetica"/>
              </a:defRPr>
            </a:pPr>
            <a:r>
              <a:rPr dirty="0"/>
              <a:t>Dado o </a:t>
            </a:r>
            <a:r>
              <a:rPr lang="pt-BR" i="1" dirty="0"/>
              <a:t>data point</a:t>
            </a:r>
            <a:r>
              <a:rPr dirty="0"/>
              <a:t> (x, y), </a:t>
            </a:r>
            <a:r>
              <a:rPr dirty="0" err="1"/>
              <a:t>atualize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peso:</a:t>
            </a:r>
          </a:p>
          <a:p>
            <a:pPr algn="l" defTabSz="817244">
              <a:buNone/>
              <a:defRPr sz="7425" b="0">
                <a:latin typeface="Helvetica"/>
                <a:ea typeface="Helvetica"/>
                <a:cs typeface="Helvetica"/>
              </a:defRPr>
            </a:pPr>
            <a:endParaRPr dirty="0"/>
          </a:p>
          <a:p>
            <a:pPr algn="l" defTabSz="817244">
              <a:buNone/>
              <a:defRPr sz="9405" b="0">
                <a:latin typeface="Times New Roman"/>
                <a:ea typeface="Times New Roman"/>
                <a:cs typeface="Times New Roman"/>
              </a:defRPr>
            </a:pPr>
            <a:r>
              <a:rPr i="1" dirty="0" err="1"/>
              <a:t>w</a:t>
            </a:r>
            <a:r>
              <a:rPr i="1" baseline="-25000" dirty="0" err="1"/>
              <a:t>i</a:t>
            </a:r>
            <a:r>
              <a:rPr i="1" dirty="0"/>
              <a:t> = </a:t>
            </a:r>
            <a:r>
              <a:rPr i="1" dirty="0" err="1"/>
              <a:t>w</a:t>
            </a:r>
            <a:r>
              <a:rPr i="1" baseline="-25000" dirty="0" err="1"/>
              <a:t>i</a:t>
            </a:r>
            <a:r>
              <a:rPr i="1" dirty="0"/>
              <a:t> + α(</a:t>
            </a:r>
            <a:r>
              <a:rPr lang="pt-BR" i="1" dirty="0"/>
              <a:t>real</a:t>
            </a:r>
            <a:r>
              <a:rPr i="1" dirty="0"/>
              <a:t> - </a:t>
            </a:r>
            <a:r>
              <a:rPr lang="pt-BR" i="1" dirty="0"/>
              <a:t>estimativa</a:t>
            </a:r>
            <a:r>
              <a:rPr i="1" dirty="0"/>
              <a:t>) × x</a:t>
            </a:r>
            <a:r>
              <a:rPr i="1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910369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Line">
            <a:extLst>
              <a:ext uri="{FF2B5EF4-FFF2-40B4-BE49-F238E27FC236}">
                <a16:creationId xmlns:a16="http://schemas.microsoft.com/office/drawing/2014/main" id="{84C482F5-2EE7-498E-BB6A-6AF259EE4712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2" name="output">
            <a:extLst>
              <a:ext uri="{FF2B5EF4-FFF2-40B4-BE49-F238E27FC236}">
                <a16:creationId xmlns:a16="http://schemas.microsoft.com/office/drawing/2014/main" id="{2E892D10-A7A4-4ADD-AC5D-70AB5B50BB5D}"/>
              </a:ext>
            </a:extLst>
          </p:cNvPr>
          <p:cNvSpPr>
            <a:spLocks noGrp="1"/>
          </p:cNvSpPr>
          <p:nvPr/>
        </p:nvSpPr>
        <p:spPr>
          <a:xfrm rot="16200000">
            <a:off x="-106878" y="6343649"/>
            <a:ext cx="2268179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saída</a:t>
            </a:r>
          </a:p>
        </p:txBody>
      </p:sp>
      <p:sp>
        <p:nvSpPr>
          <p:cNvPr id="623" name="Line">
            <a:extLst>
              <a:ext uri="{FF2B5EF4-FFF2-40B4-BE49-F238E27FC236}">
                <a16:creationId xmlns:a16="http://schemas.microsoft.com/office/drawing/2014/main" id="{853A7E23-5DE5-4844-BE6D-7C3CFE876390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4" name="w · x">
            <a:extLst>
              <a:ext uri="{FF2B5EF4-FFF2-40B4-BE49-F238E27FC236}">
                <a16:creationId xmlns:a16="http://schemas.microsoft.com/office/drawing/2014/main" id="{596B1CCD-8E2C-49AB-90AB-8AB15E9F166A}"/>
              </a:ext>
            </a:extLst>
          </p:cNvPr>
          <p:cNvSpPr>
            <a:spLocks noGrp="1"/>
          </p:cNvSpPr>
          <p:nvPr/>
        </p:nvSpPr>
        <p:spPr>
          <a:xfrm>
            <a:off x="11855927" y="12198207"/>
            <a:ext cx="2098428" cy="1165499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600" b="0" i="1">
                <a:latin typeface="Times New Roman"/>
                <a:ea typeface="Times New Roman"/>
                <a:cs typeface="Times New Roman"/>
              </a:defRPr>
            </a:pPr>
            <a:r>
              <a:rPr b="1" i="0"/>
              <a:t>w</a:t>
            </a:r>
            <a:r>
              <a:t> </a:t>
            </a:r>
            <a:r>
              <a:rPr b="1" i="0"/>
              <a:t>· x</a:t>
            </a:r>
          </a:p>
        </p:txBody>
      </p:sp>
      <p:sp>
        <p:nvSpPr>
          <p:cNvPr id="625" name="Line">
            <a:extLst>
              <a:ext uri="{FF2B5EF4-FFF2-40B4-BE49-F238E27FC236}">
                <a16:creationId xmlns:a16="http://schemas.microsoft.com/office/drawing/2014/main" id="{5126C6DB-8C52-4F31-A26A-2E260F082295}"/>
              </a:ext>
            </a:extLst>
          </p:cNvPr>
          <p:cNvSpPr>
            <a:spLocks noGrp="1"/>
          </p:cNvSpPr>
          <p:nvPr/>
        </p:nvSpPr>
        <p:spPr>
          <a:xfrm flipH="1">
            <a:off x="12905140" y="3330922"/>
            <a:ext cx="1" cy="8381202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6" name="Line">
            <a:extLst>
              <a:ext uri="{FF2B5EF4-FFF2-40B4-BE49-F238E27FC236}">
                <a16:creationId xmlns:a16="http://schemas.microsoft.com/office/drawing/2014/main" id="{FC81473C-ED3A-446D-94CD-59E8EC32C645}"/>
              </a:ext>
            </a:extLst>
          </p:cNvPr>
          <p:cNvSpPr>
            <a:spLocks noGrp="1"/>
          </p:cNvSpPr>
          <p:nvPr/>
        </p:nvSpPr>
        <p:spPr>
          <a:xfrm>
            <a:off x="2048808" y="11699423"/>
            <a:ext cx="10887286" cy="1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7" name="Line">
            <a:extLst>
              <a:ext uri="{FF2B5EF4-FFF2-40B4-BE49-F238E27FC236}">
                <a16:creationId xmlns:a16="http://schemas.microsoft.com/office/drawing/2014/main" id="{B75D7660-B14F-47E0-BBD0-65F887D60150}"/>
              </a:ext>
            </a:extLst>
          </p:cNvPr>
          <p:cNvSpPr>
            <a:spLocks noGrp="1"/>
          </p:cNvSpPr>
          <p:nvPr/>
        </p:nvSpPr>
        <p:spPr>
          <a:xfrm>
            <a:off x="12870210" y="3343252"/>
            <a:ext cx="10887286" cy="1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28" name="0">
            <a:extLst>
              <a:ext uri="{FF2B5EF4-FFF2-40B4-BE49-F238E27FC236}">
                <a16:creationId xmlns:a16="http://schemas.microsoft.com/office/drawing/2014/main" id="{0A149EC8-18E1-4483-84E4-C6FABE0A9A91}"/>
              </a:ext>
            </a:extLst>
          </p:cNvPr>
          <p:cNvSpPr>
            <a:spLocks noGrp="1"/>
          </p:cNvSpPr>
          <p:nvPr/>
        </p:nvSpPr>
        <p:spPr>
          <a:xfrm>
            <a:off x="1365727" y="11183827"/>
            <a:ext cx="533401" cy="103119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6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1"/>
            </a:pPr>
            <a:r>
              <a:rPr i="0"/>
              <a:t>0</a:t>
            </a:r>
          </a:p>
        </p:txBody>
      </p:sp>
      <p:sp>
        <p:nvSpPr>
          <p:cNvPr id="629" name="1">
            <a:extLst>
              <a:ext uri="{FF2B5EF4-FFF2-40B4-BE49-F238E27FC236}">
                <a16:creationId xmlns:a16="http://schemas.microsoft.com/office/drawing/2014/main" id="{15E7FE6D-48E9-4ABE-A181-D3FF06D97DE3}"/>
              </a:ext>
            </a:extLst>
          </p:cNvPr>
          <p:cNvSpPr>
            <a:spLocks noGrp="1"/>
          </p:cNvSpPr>
          <p:nvPr/>
        </p:nvSpPr>
        <p:spPr>
          <a:xfrm>
            <a:off x="1365727" y="2827656"/>
            <a:ext cx="533401" cy="103119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6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1"/>
            </a:pPr>
            <a:r>
              <a:rPr i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709793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Line">
            <a:extLst>
              <a:ext uri="{FF2B5EF4-FFF2-40B4-BE49-F238E27FC236}">
                <a16:creationId xmlns:a16="http://schemas.microsoft.com/office/drawing/2014/main" id="{1E77CFD3-28BA-4429-A65F-11A2B5E4734E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2" name="Line">
            <a:extLst>
              <a:ext uri="{FF2B5EF4-FFF2-40B4-BE49-F238E27FC236}">
                <a16:creationId xmlns:a16="http://schemas.microsoft.com/office/drawing/2014/main" id="{D934A893-6F43-4D7D-92D4-5C733867F5C1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3" name="humidity">
            <a:extLst>
              <a:ext uri="{FF2B5EF4-FFF2-40B4-BE49-F238E27FC236}">
                <a16:creationId xmlns:a16="http://schemas.microsoft.com/office/drawing/2014/main" id="{6FE4426E-6092-4624-AFFC-19F928BD1202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634" name="pressure">
            <a:extLst>
              <a:ext uri="{FF2B5EF4-FFF2-40B4-BE49-F238E27FC236}">
                <a16:creationId xmlns:a16="http://schemas.microsoft.com/office/drawing/2014/main" id="{8C9A18CA-76F1-4FF2-8CF1-05A987507C24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635" name="Circle">
            <a:extLst>
              <a:ext uri="{FF2B5EF4-FFF2-40B4-BE49-F238E27FC236}">
                <a16:creationId xmlns:a16="http://schemas.microsoft.com/office/drawing/2014/main" id="{6D3AAFD7-542B-40ED-A8B2-D5920D675E7A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6" name="Circle">
            <a:extLst>
              <a:ext uri="{FF2B5EF4-FFF2-40B4-BE49-F238E27FC236}">
                <a16:creationId xmlns:a16="http://schemas.microsoft.com/office/drawing/2014/main" id="{83C29034-C826-4F80-8D5E-413F9FFC672A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7" name="Circle">
            <a:extLst>
              <a:ext uri="{FF2B5EF4-FFF2-40B4-BE49-F238E27FC236}">
                <a16:creationId xmlns:a16="http://schemas.microsoft.com/office/drawing/2014/main" id="{1B467C40-16D1-486B-A748-2B078B667D6B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8" name="Circle">
            <a:extLst>
              <a:ext uri="{FF2B5EF4-FFF2-40B4-BE49-F238E27FC236}">
                <a16:creationId xmlns:a16="http://schemas.microsoft.com/office/drawing/2014/main" id="{454A5646-2216-4E52-AA5F-B06FA11B8EF6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39" name="Circle">
            <a:extLst>
              <a:ext uri="{FF2B5EF4-FFF2-40B4-BE49-F238E27FC236}">
                <a16:creationId xmlns:a16="http://schemas.microsoft.com/office/drawing/2014/main" id="{F45B20F0-165E-4323-8C4B-920AE345C435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0" name="Circle">
            <a:extLst>
              <a:ext uri="{FF2B5EF4-FFF2-40B4-BE49-F238E27FC236}">
                <a16:creationId xmlns:a16="http://schemas.microsoft.com/office/drawing/2014/main" id="{211EF20E-EA8E-44CC-A23C-80D265CD84A6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1" name="Circle">
            <a:extLst>
              <a:ext uri="{FF2B5EF4-FFF2-40B4-BE49-F238E27FC236}">
                <a16:creationId xmlns:a16="http://schemas.microsoft.com/office/drawing/2014/main" id="{9D3616A4-248D-420D-BE38-BD0A80CE1E03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2" name="Circle">
            <a:extLst>
              <a:ext uri="{FF2B5EF4-FFF2-40B4-BE49-F238E27FC236}">
                <a16:creationId xmlns:a16="http://schemas.microsoft.com/office/drawing/2014/main" id="{7739EC67-8A41-4F95-B571-68692911FC99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3" name="Circle">
            <a:extLst>
              <a:ext uri="{FF2B5EF4-FFF2-40B4-BE49-F238E27FC236}">
                <a16:creationId xmlns:a16="http://schemas.microsoft.com/office/drawing/2014/main" id="{EBDD2082-2079-48F7-A7D5-0933DA1DA82D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4" name="Circle">
            <a:extLst>
              <a:ext uri="{FF2B5EF4-FFF2-40B4-BE49-F238E27FC236}">
                <a16:creationId xmlns:a16="http://schemas.microsoft.com/office/drawing/2014/main" id="{980D9AF2-0325-46A9-A69C-F90EF290F465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5" name="Circle">
            <a:extLst>
              <a:ext uri="{FF2B5EF4-FFF2-40B4-BE49-F238E27FC236}">
                <a16:creationId xmlns:a16="http://schemas.microsoft.com/office/drawing/2014/main" id="{7BF2585C-FEC4-4845-ACEF-325C2007BB05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6" name="Circle">
            <a:extLst>
              <a:ext uri="{FF2B5EF4-FFF2-40B4-BE49-F238E27FC236}">
                <a16:creationId xmlns:a16="http://schemas.microsoft.com/office/drawing/2014/main" id="{6BD87D7D-9706-47F4-ADFB-C7C7A6A98DC5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7" name="Circle">
            <a:extLst>
              <a:ext uri="{FF2B5EF4-FFF2-40B4-BE49-F238E27FC236}">
                <a16:creationId xmlns:a16="http://schemas.microsoft.com/office/drawing/2014/main" id="{A11C9205-A280-44CA-9C5E-FE8D820C37E2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8" name="Circle">
            <a:extLst>
              <a:ext uri="{FF2B5EF4-FFF2-40B4-BE49-F238E27FC236}">
                <a16:creationId xmlns:a16="http://schemas.microsoft.com/office/drawing/2014/main" id="{813CAC9E-AB7A-4BA7-A049-308F5D318E81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49" name="Circle">
            <a:extLst>
              <a:ext uri="{FF2B5EF4-FFF2-40B4-BE49-F238E27FC236}">
                <a16:creationId xmlns:a16="http://schemas.microsoft.com/office/drawing/2014/main" id="{CD215D31-7219-4675-A7BD-B5602468B7B6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0" name="Circle">
            <a:extLst>
              <a:ext uri="{FF2B5EF4-FFF2-40B4-BE49-F238E27FC236}">
                <a16:creationId xmlns:a16="http://schemas.microsoft.com/office/drawing/2014/main" id="{2E1664D7-1C65-456B-BF5F-729FEF074F28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1" name="Circle">
            <a:extLst>
              <a:ext uri="{FF2B5EF4-FFF2-40B4-BE49-F238E27FC236}">
                <a16:creationId xmlns:a16="http://schemas.microsoft.com/office/drawing/2014/main" id="{407EBB94-9D8C-48F6-9AE4-FFAEEB0B3A5D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2" name="Circle">
            <a:extLst>
              <a:ext uri="{FF2B5EF4-FFF2-40B4-BE49-F238E27FC236}">
                <a16:creationId xmlns:a16="http://schemas.microsoft.com/office/drawing/2014/main" id="{5CA5BB61-78D3-4BEE-BB37-07FAC95F4A26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3" name="Circle">
            <a:extLst>
              <a:ext uri="{FF2B5EF4-FFF2-40B4-BE49-F238E27FC236}">
                <a16:creationId xmlns:a16="http://schemas.microsoft.com/office/drawing/2014/main" id="{43D5004D-7B61-4565-B69F-12C2DD3AD080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4" name="Circle">
            <a:extLst>
              <a:ext uri="{FF2B5EF4-FFF2-40B4-BE49-F238E27FC236}">
                <a16:creationId xmlns:a16="http://schemas.microsoft.com/office/drawing/2014/main" id="{3693280F-82C3-4F14-9D2E-EE75BB9129BF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5" name="Circle">
            <a:extLst>
              <a:ext uri="{FF2B5EF4-FFF2-40B4-BE49-F238E27FC236}">
                <a16:creationId xmlns:a16="http://schemas.microsoft.com/office/drawing/2014/main" id="{01158328-DB26-4799-9ABF-0900408A0B4B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6" name="Circle">
            <a:extLst>
              <a:ext uri="{FF2B5EF4-FFF2-40B4-BE49-F238E27FC236}">
                <a16:creationId xmlns:a16="http://schemas.microsoft.com/office/drawing/2014/main" id="{D5BC4278-A9BE-4849-8D10-38C909177854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7" name="Circle">
            <a:extLst>
              <a:ext uri="{FF2B5EF4-FFF2-40B4-BE49-F238E27FC236}">
                <a16:creationId xmlns:a16="http://schemas.microsoft.com/office/drawing/2014/main" id="{4DC21187-9214-4095-B920-68E72586F3DC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8" name="Circle">
            <a:extLst>
              <a:ext uri="{FF2B5EF4-FFF2-40B4-BE49-F238E27FC236}">
                <a16:creationId xmlns:a16="http://schemas.microsoft.com/office/drawing/2014/main" id="{211AFB88-ED9B-495F-9256-49233AA1DB95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59" name="Circle">
            <a:extLst>
              <a:ext uri="{FF2B5EF4-FFF2-40B4-BE49-F238E27FC236}">
                <a16:creationId xmlns:a16="http://schemas.microsoft.com/office/drawing/2014/main" id="{402434FE-6EB8-413B-A59B-24A735F6C144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0" name="Circle">
            <a:extLst>
              <a:ext uri="{FF2B5EF4-FFF2-40B4-BE49-F238E27FC236}">
                <a16:creationId xmlns:a16="http://schemas.microsoft.com/office/drawing/2014/main" id="{F5F80DF0-80AA-47B6-A417-C134F03F92AF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1" name="Circle">
            <a:extLst>
              <a:ext uri="{FF2B5EF4-FFF2-40B4-BE49-F238E27FC236}">
                <a16:creationId xmlns:a16="http://schemas.microsoft.com/office/drawing/2014/main" id="{5D40756E-C594-4C01-8F43-E15004E461BA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2" name="Circle">
            <a:extLst>
              <a:ext uri="{FF2B5EF4-FFF2-40B4-BE49-F238E27FC236}">
                <a16:creationId xmlns:a16="http://schemas.microsoft.com/office/drawing/2014/main" id="{33307D86-81A8-4364-9F71-9111CCE0A723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3" name="Circle">
            <a:extLst>
              <a:ext uri="{FF2B5EF4-FFF2-40B4-BE49-F238E27FC236}">
                <a16:creationId xmlns:a16="http://schemas.microsoft.com/office/drawing/2014/main" id="{52A3DCC5-D557-46CC-B34D-E0D248C8DE12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4" name="Line">
            <a:extLst>
              <a:ext uri="{FF2B5EF4-FFF2-40B4-BE49-F238E27FC236}">
                <a16:creationId xmlns:a16="http://schemas.microsoft.com/office/drawing/2014/main" id="{FDBF3DEB-2882-49FF-8226-93E937C808BE}"/>
              </a:ext>
            </a:extLst>
          </p:cNvPr>
          <p:cNvSpPr>
            <a:spLocks noGrp="1"/>
          </p:cNvSpPr>
          <p:nvPr/>
        </p:nvSpPr>
        <p:spPr>
          <a:xfrm flipV="1">
            <a:off x="3604331" y="1175298"/>
            <a:ext cx="17175338" cy="9978148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5" name="Circle">
            <a:extLst>
              <a:ext uri="{FF2B5EF4-FFF2-40B4-BE49-F238E27FC236}">
                <a16:creationId xmlns:a16="http://schemas.microsoft.com/office/drawing/2014/main" id="{CFC1A640-A4EA-4068-AFC5-5F04AF3781BF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955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Line">
            <a:extLst>
              <a:ext uri="{FF2B5EF4-FFF2-40B4-BE49-F238E27FC236}">
                <a16:creationId xmlns:a16="http://schemas.microsoft.com/office/drawing/2014/main" id="{3D04DED7-DE1A-4D98-BB62-2EC83ED9B9E3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8" name="Line">
            <a:extLst>
              <a:ext uri="{FF2B5EF4-FFF2-40B4-BE49-F238E27FC236}">
                <a16:creationId xmlns:a16="http://schemas.microsoft.com/office/drawing/2014/main" id="{4DD4B989-C0E8-4581-9554-A389F2954FD6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69" name="humidity">
            <a:extLst>
              <a:ext uri="{FF2B5EF4-FFF2-40B4-BE49-F238E27FC236}">
                <a16:creationId xmlns:a16="http://schemas.microsoft.com/office/drawing/2014/main" id="{B0D5A462-61D9-4EFB-9B4D-D89649175B6A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670" name="pressure">
            <a:extLst>
              <a:ext uri="{FF2B5EF4-FFF2-40B4-BE49-F238E27FC236}">
                <a16:creationId xmlns:a16="http://schemas.microsoft.com/office/drawing/2014/main" id="{0C26B0F8-204F-4FEE-8E9B-9F03D5D5084B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671" name="Circle">
            <a:extLst>
              <a:ext uri="{FF2B5EF4-FFF2-40B4-BE49-F238E27FC236}">
                <a16:creationId xmlns:a16="http://schemas.microsoft.com/office/drawing/2014/main" id="{FF553B58-C8FA-466A-94FF-A562D0DB5C09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2" name="Circle">
            <a:extLst>
              <a:ext uri="{FF2B5EF4-FFF2-40B4-BE49-F238E27FC236}">
                <a16:creationId xmlns:a16="http://schemas.microsoft.com/office/drawing/2014/main" id="{258FB452-EDD1-4DF7-B918-FD3EC5BE4803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3" name="Circle">
            <a:extLst>
              <a:ext uri="{FF2B5EF4-FFF2-40B4-BE49-F238E27FC236}">
                <a16:creationId xmlns:a16="http://schemas.microsoft.com/office/drawing/2014/main" id="{1DC04FC8-8E93-45D7-A21B-E79853A3A274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4" name="Circle">
            <a:extLst>
              <a:ext uri="{FF2B5EF4-FFF2-40B4-BE49-F238E27FC236}">
                <a16:creationId xmlns:a16="http://schemas.microsoft.com/office/drawing/2014/main" id="{F265100B-5C52-4560-A365-2D8A9CC92327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5" name="Circle">
            <a:extLst>
              <a:ext uri="{FF2B5EF4-FFF2-40B4-BE49-F238E27FC236}">
                <a16:creationId xmlns:a16="http://schemas.microsoft.com/office/drawing/2014/main" id="{04F849FD-F025-4BF4-9EC9-578EA6F9B286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6" name="Circle">
            <a:extLst>
              <a:ext uri="{FF2B5EF4-FFF2-40B4-BE49-F238E27FC236}">
                <a16:creationId xmlns:a16="http://schemas.microsoft.com/office/drawing/2014/main" id="{56E8A0C3-33AD-457E-86C8-EC81C8315D9C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7" name="Circle">
            <a:extLst>
              <a:ext uri="{FF2B5EF4-FFF2-40B4-BE49-F238E27FC236}">
                <a16:creationId xmlns:a16="http://schemas.microsoft.com/office/drawing/2014/main" id="{373ACEA5-2871-4620-B977-1158B6FBF546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8" name="Circle">
            <a:extLst>
              <a:ext uri="{FF2B5EF4-FFF2-40B4-BE49-F238E27FC236}">
                <a16:creationId xmlns:a16="http://schemas.microsoft.com/office/drawing/2014/main" id="{D5410DC3-B4F9-4554-868D-594A3EC145BA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79" name="Circle">
            <a:extLst>
              <a:ext uri="{FF2B5EF4-FFF2-40B4-BE49-F238E27FC236}">
                <a16:creationId xmlns:a16="http://schemas.microsoft.com/office/drawing/2014/main" id="{97A6A251-29BD-4305-82BB-8C0FB92F024B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0" name="Circle">
            <a:extLst>
              <a:ext uri="{FF2B5EF4-FFF2-40B4-BE49-F238E27FC236}">
                <a16:creationId xmlns:a16="http://schemas.microsoft.com/office/drawing/2014/main" id="{51BA2964-046B-4196-9A45-392DD7200183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1" name="Circle">
            <a:extLst>
              <a:ext uri="{FF2B5EF4-FFF2-40B4-BE49-F238E27FC236}">
                <a16:creationId xmlns:a16="http://schemas.microsoft.com/office/drawing/2014/main" id="{D86CDE07-2428-4E36-BE76-8E40C33E7027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2" name="Circle">
            <a:extLst>
              <a:ext uri="{FF2B5EF4-FFF2-40B4-BE49-F238E27FC236}">
                <a16:creationId xmlns:a16="http://schemas.microsoft.com/office/drawing/2014/main" id="{8E736C88-2343-4264-9A35-39002BE00391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3" name="Circle">
            <a:extLst>
              <a:ext uri="{FF2B5EF4-FFF2-40B4-BE49-F238E27FC236}">
                <a16:creationId xmlns:a16="http://schemas.microsoft.com/office/drawing/2014/main" id="{102F03EF-0507-4E3D-A311-BD74E00ADCE6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4" name="Circle">
            <a:extLst>
              <a:ext uri="{FF2B5EF4-FFF2-40B4-BE49-F238E27FC236}">
                <a16:creationId xmlns:a16="http://schemas.microsoft.com/office/drawing/2014/main" id="{C0EE1B3F-4768-454A-99CE-8AF14FA26447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5" name="Circle">
            <a:extLst>
              <a:ext uri="{FF2B5EF4-FFF2-40B4-BE49-F238E27FC236}">
                <a16:creationId xmlns:a16="http://schemas.microsoft.com/office/drawing/2014/main" id="{1B5165A7-62D3-4AEB-90D1-83765ACD75E9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6" name="Circle">
            <a:extLst>
              <a:ext uri="{FF2B5EF4-FFF2-40B4-BE49-F238E27FC236}">
                <a16:creationId xmlns:a16="http://schemas.microsoft.com/office/drawing/2014/main" id="{B551F647-E002-4554-9890-509916DEDFA8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7" name="Circle">
            <a:extLst>
              <a:ext uri="{FF2B5EF4-FFF2-40B4-BE49-F238E27FC236}">
                <a16:creationId xmlns:a16="http://schemas.microsoft.com/office/drawing/2014/main" id="{80313CE6-511A-48BE-9AB3-25465E43EA4B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8" name="Circle">
            <a:extLst>
              <a:ext uri="{FF2B5EF4-FFF2-40B4-BE49-F238E27FC236}">
                <a16:creationId xmlns:a16="http://schemas.microsoft.com/office/drawing/2014/main" id="{41775A26-27C7-4D08-9AC6-C1B86156CD87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89" name="Circle">
            <a:extLst>
              <a:ext uri="{FF2B5EF4-FFF2-40B4-BE49-F238E27FC236}">
                <a16:creationId xmlns:a16="http://schemas.microsoft.com/office/drawing/2014/main" id="{C797CEF6-FDA9-4292-A2CB-9F4DF09D2D2F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0" name="Circle">
            <a:extLst>
              <a:ext uri="{FF2B5EF4-FFF2-40B4-BE49-F238E27FC236}">
                <a16:creationId xmlns:a16="http://schemas.microsoft.com/office/drawing/2014/main" id="{9185A44D-7C9E-492C-91D8-E19CC7CB1C5E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1" name="Circle">
            <a:extLst>
              <a:ext uri="{FF2B5EF4-FFF2-40B4-BE49-F238E27FC236}">
                <a16:creationId xmlns:a16="http://schemas.microsoft.com/office/drawing/2014/main" id="{DC58BB64-4C47-409F-B95C-020D730DCA65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2" name="Circle">
            <a:extLst>
              <a:ext uri="{FF2B5EF4-FFF2-40B4-BE49-F238E27FC236}">
                <a16:creationId xmlns:a16="http://schemas.microsoft.com/office/drawing/2014/main" id="{7DC664D0-BE41-4B5A-BCCC-0DDCB4A3B091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3" name="Circle">
            <a:extLst>
              <a:ext uri="{FF2B5EF4-FFF2-40B4-BE49-F238E27FC236}">
                <a16:creationId xmlns:a16="http://schemas.microsoft.com/office/drawing/2014/main" id="{B84D46B6-E0DC-43C2-94A3-0BE9AEF9B4A3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4" name="Circle">
            <a:extLst>
              <a:ext uri="{FF2B5EF4-FFF2-40B4-BE49-F238E27FC236}">
                <a16:creationId xmlns:a16="http://schemas.microsoft.com/office/drawing/2014/main" id="{7AEFA91F-26D0-4333-A5CD-20FB53E6407B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5" name="Circle">
            <a:extLst>
              <a:ext uri="{FF2B5EF4-FFF2-40B4-BE49-F238E27FC236}">
                <a16:creationId xmlns:a16="http://schemas.microsoft.com/office/drawing/2014/main" id="{35CB70D4-5402-4A32-A060-564C1AB969AA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6" name="Circle">
            <a:extLst>
              <a:ext uri="{FF2B5EF4-FFF2-40B4-BE49-F238E27FC236}">
                <a16:creationId xmlns:a16="http://schemas.microsoft.com/office/drawing/2014/main" id="{2D5E3D33-36D4-4FAF-97B8-79AD6C5861D5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7" name="Circle">
            <a:extLst>
              <a:ext uri="{FF2B5EF4-FFF2-40B4-BE49-F238E27FC236}">
                <a16:creationId xmlns:a16="http://schemas.microsoft.com/office/drawing/2014/main" id="{D8ED3B1F-641F-4A7B-926C-8DB7280E67C3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8" name="Circle">
            <a:extLst>
              <a:ext uri="{FF2B5EF4-FFF2-40B4-BE49-F238E27FC236}">
                <a16:creationId xmlns:a16="http://schemas.microsoft.com/office/drawing/2014/main" id="{9AA96809-2F7D-4943-9908-1550F38086DB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699" name="Circle">
            <a:extLst>
              <a:ext uri="{FF2B5EF4-FFF2-40B4-BE49-F238E27FC236}">
                <a16:creationId xmlns:a16="http://schemas.microsoft.com/office/drawing/2014/main" id="{4C0C9A34-F02B-49EF-B50A-39CC7C5E8CCD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0" name="Line">
            <a:extLst>
              <a:ext uri="{FF2B5EF4-FFF2-40B4-BE49-F238E27FC236}">
                <a16:creationId xmlns:a16="http://schemas.microsoft.com/office/drawing/2014/main" id="{5A4B013E-2BCF-4B31-9415-A273A9170E41}"/>
              </a:ext>
            </a:extLst>
          </p:cNvPr>
          <p:cNvSpPr>
            <a:spLocks noGrp="1"/>
          </p:cNvSpPr>
          <p:nvPr/>
        </p:nvSpPr>
        <p:spPr>
          <a:xfrm flipV="1">
            <a:off x="3604331" y="1175298"/>
            <a:ext cx="17175338" cy="9978148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1" name="Circle">
            <a:extLst>
              <a:ext uri="{FF2B5EF4-FFF2-40B4-BE49-F238E27FC236}">
                <a16:creationId xmlns:a16="http://schemas.microsoft.com/office/drawing/2014/main" id="{B69BD235-508E-4FB1-B6E2-D85D01E012E2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2" name="Circle">
            <a:extLst>
              <a:ext uri="{FF2B5EF4-FFF2-40B4-BE49-F238E27FC236}">
                <a16:creationId xmlns:a16="http://schemas.microsoft.com/office/drawing/2014/main" id="{D6312568-4C63-4CA2-B4BD-FD553F6B0240}"/>
              </a:ext>
            </a:extLst>
          </p:cNvPr>
          <p:cNvSpPr>
            <a:spLocks noGrp="1"/>
          </p:cNvSpPr>
          <p:nvPr/>
        </p:nvSpPr>
        <p:spPr>
          <a:xfrm>
            <a:off x="4482866" y="10600923"/>
            <a:ext cx="1099353" cy="1099353"/>
          </a:xfrm>
          <a:prstGeom prst="ellipse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3" name="Circle">
            <a:extLst>
              <a:ext uri="{FF2B5EF4-FFF2-40B4-BE49-F238E27FC236}">
                <a16:creationId xmlns:a16="http://schemas.microsoft.com/office/drawing/2014/main" id="{96891081-B37C-4EB1-BA91-3260CA58413A}"/>
              </a:ext>
            </a:extLst>
          </p:cNvPr>
          <p:cNvSpPr>
            <a:spLocks noGrp="1"/>
          </p:cNvSpPr>
          <p:nvPr/>
        </p:nvSpPr>
        <p:spPr>
          <a:xfrm>
            <a:off x="17694648" y="8496134"/>
            <a:ext cx="1099353" cy="1099354"/>
          </a:xfrm>
          <a:prstGeom prst="ellipse">
            <a:avLst/>
          </a:prstGeom>
          <a:solidFill>
            <a:srgbClr val="FFFFFF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81870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Line">
            <a:extLst>
              <a:ext uri="{FF2B5EF4-FFF2-40B4-BE49-F238E27FC236}">
                <a16:creationId xmlns:a16="http://schemas.microsoft.com/office/drawing/2014/main" id="{78D56A31-BE9A-4759-80B6-520031C54584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6" name="output">
            <a:extLst>
              <a:ext uri="{FF2B5EF4-FFF2-40B4-BE49-F238E27FC236}">
                <a16:creationId xmlns:a16="http://schemas.microsoft.com/office/drawing/2014/main" id="{CC6A90FA-DB1A-4F37-B89E-6ED9DFCAD2C4}"/>
              </a:ext>
            </a:extLst>
          </p:cNvPr>
          <p:cNvSpPr>
            <a:spLocks noGrp="1"/>
          </p:cNvSpPr>
          <p:nvPr/>
        </p:nvSpPr>
        <p:spPr>
          <a:xfrm rot="16200000">
            <a:off x="-106878" y="6343649"/>
            <a:ext cx="2268179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saída</a:t>
            </a:r>
          </a:p>
        </p:txBody>
      </p:sp>
      <p:sp>
        <p:nvSpPr>
          <p:cNvPr id="707" name="Line">
            <a:extLst>
              <a:ext uri="{FF2B5EF4-FFF2-40B4-BE49-F238E27FC236}">
                <a16:creationId xmlns:a16="http://schemas.microsoft.com/office/drawing/2014/main" id="{603FC9F6-AA3B-4051-81EE-7487782F7E29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08" name="w · x">
            <a:extLst>
              <a:ext uri="{FF2B5EF4-FFF2-40B4-BE49-F238E27FC236}">
                <a16:creationId xmlns:a16="http://schemas.microsoft.com/office/drawing/2014/main" id="{CDB8F7B0-2ECE-40EC-8D16-F8F17D8A1C01}"/>
              </a:ext>
            </a:extLst>
          </p:cNvPr>
          <p:cNvSpPr>
            <a:spLocks noGrp="1"/>
          </p:cNvSpPr>
          <p:nvPr/>
        </p:nvSpPr>
        <p:spPr>
          <a:xfrm>
            <a:off x="11855927" y="12198207"/>
            <a:ext cx="2098428" cy="1165499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600" b="0" i="1">
                <a:latin typeface="Times New Roman"/>
                <a:ea typeface="Times New Roman"/>
                <a:cs typeface="Times New Roman"/>
              </a:defRPr>
            </a:pPr>
            <a:r>
              <a:rPr b="1" i="0"/>
              <a:t>w</a:t>
            </a:r>
            <a:r>
              <a:t> </a:t>
            </a:r>
            <a:r>
              <a:rPr b="1" i="0"/>
              <a:t>· x</a:t>
            </a:r>
          </a:p>
        </p:txBody>
      </p:sp>
      <p:sp>
        <p:nvSpPr>
          <p:cNvPr id="709" name="Line">
            <a:extLst>
              <a:ext uri="{FF2B5EF4-FFF2-40B4-BE49-F238E27FC236}">
                <a16:creationId xmlns:a16="http://schemas.microsoft.com/office/drawing/2014/main" id="{826FBA28-562E-4A91-9BAD-15032A27916F}"/>
              </a:ext>
            </a:extLst>
          </p:cNvPr>
          <p:cNvSpPr>
            <a:spLocks noGrp="1"/>
          </p:cNvSpPr>
          <p:nvPr/>
        </p:nvSpPr>
        <p:spPr>
          <a:xfrm flipH="1">
            <a:off x="12905140" y="3330922"/>
            <a:ext cx="1" cy="8381202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0" name="Line">
            <a:extLst>
              <a:ext uri="{FF2B5EF4-FFF2-40B4-BE49-F238E27FC236}">
                <a16:creationId xmlns:a16="http://schemas.microsoft.com/office/drawing/2014/main" id="{27ED7452-9958-411C-9C12-161EC1FE426D}"/>
              </a:ext>
            </a:extLst>
          </p:cNvPr>
          <p:cNvSpPr>
            <a:spLocks noGrp="1"/>
          </p:cNvSpPr>
          <p:nvPr/>
        </p:nvSpPr>
        <p:spPr>
          <a:xfrm>
            <a:off x="2048808" y="11699423"/>
            <a:ext cx="10887286" cy="1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1" name="Line">
            <a:extLst>
              <a:ext uri="{FF2B5EF4-FFF2-40B4-BE49-F238E27FC236}">
                <a16:creationId xmlns:a16="http://schemas.microsoft.com/office/drawing/2014/main" id="{FB1903FB-99E2-463B-B4AD-64B7F2752B80}"/>
              </a:ext>
            </a:extLst>
          </p:cNvPr>
          <p:cNvSpPr>
            <a:spLocks noGrp="1"/>
          </p:cNvSpPr>
          <p:nvPr/>
        </p:nvSpPr>
        <p:spPr>
          <a:xfrm>
            <a:off x="12870210" y="3343252"/>
            <a:ext cx="10887286" cy="1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2" name="0">
            <a:extLst>
              <a:ext uri="{FF2B5EF4-FFF2-40B4-BE49-F238E27FC236}">
                <a16:creationId xmlns:a16="http://schemas.microsoft.com/office/drawing/2014/main" id="{4F8A2360-BF85-481D-A793-66E456824982}"/>
              </a:ext>
            </a:extLst>
          </p:cNvPr>
          <p:cNvSpPr>
            <a:spLocks noGrp="1"/>
          </p:cNvSpPr>
          <p:nvPr/>
        </p:nvSpPr>
        <p:spPr>
          <a:xfrm>
            <a:off x="1365727" y="11183827"/>
            <a:ext cx="533401" cy="103119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6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1"/>
            </a:pPr>
            <a:r>
              <a:rPr i="0"/>
              <a:t>0</a:t>
            </a:r>
          </a:p>
        </p:txBody>
      </p:sp>
      <p:sp>
        <p:nvSpPr>
          <p:cNvPr id="713" name="1">
            <a:extLst>
              <a:ext uri="{FF2B5EF4-FFF2-40B4-BE49-F238E27FC236}">
                <a16:creationId xmlns:a16="http://schemas.microsoft.com/office/drawing/2014/main" id="{5B46A815-CD9D-4F44-ABF7-74ED24938A92}"/>
              </a:ext>
            </a:extLst>
          </p:cNvPr>
          <p:cNvSpPr>
            <a:spLocks noGrp="1"/>
          </p:cNvSpPr>
          <p:nvPr/>
        </p:nvSpPr>
        <p:spPr>
          <a:xfrm>
            <a:off x="1365727" y="2827656"/>
            <a:ext cx="533401" cy="103119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6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1"/>
            </a:pPr>
            <a:r>
              <a:rPr i="0"/>
              <a:t>1</a:t>
            </a:r>
          </a:p>
        </p:txBody>
      </p:sp>
      <p:sp>
        <p:nvSpPr>
          <p:cNvPr id="714" name="hard threshold">
            <a:extLst>
              <a:ext uri="{FF2B5EF4-FFF2-40B4-BE49-F238E27FC236}">
                <a16:creationId xmlns:a16="http://schemas.microsoft.com/office/drawing/2014/main" id="{22D46A3E-387D-4BA7-9202-FCEA9392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574" y="1038920"/>
            <a:ext cx="20828001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 sz="9500"/>
            </a:lvl1pPr>
          </a:lstStyle>
          <a:p>
            <a:pPr>
              <a:buNone/>
            </a:pPr>
            <a:r>
              <a:t>limiar rígido</a:t>
            </a:r>
          </a:p>
        </p:txBody>
      </p:sp>
    </p:spTree>
    <p:extLst>
      <p:ext uri="{BB962C8B-B14F-4D97-AF65-F5344CB8AC3E}">
        <p14:creationId xmlns:p14="http://schemas.microsoft.com/office/powerpoint/2010/main" val="673946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Line">
            <a:extLst>
              <a:ext uri="{FF2B5EF4-FFF2-40B4-BE49-F238E27FC236}">
                <a16:creationId xmlns:a16="http://schemas.microsoft.com/office/drawing/2014/main" id="{6C2AF2C5-0E65-4EA9-82AE-05D3BB37BFB8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7" name="output">
            <a:extLst>
              <a:ext uri="{FF2B5EF4-FFF2-40B4-BE49-F238E27FC236}">
                <a16:creationId xmlns:a16="http://schemas.microsoft.com/office/drawing/2014/main" id="{4772C266-4565-4A70-9F1F-5E6C413E5914}"/>
              </a:ext>
            </a:extLst>
          </p:cNvPr>
          <p:cNvSpPr>
            <a:spLocks noGrp="1"/>
          </p:cNvSpPr>
          <p:nvPr/>
        </p:nvSpPr>
        <p:spPr>
          <a:xfrm rot="16200000">
            <a:off x="-106878" y="6343649"/>
            <a:ext cx="2268179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saída</a:t>
            </a:r>
          </a:p>
        </p:txBody>
      </p:sp>
      <p:sp>
        <p:nvSpPr>
          <p:cNvPr id="718" name="Line">
            <a:extLst>
              <a:ext uri="{FF2B5EF4-FFF2-40B4-BE49-F238E27FC236}">
                <a16:creationId xmlns:a16="http://schemas.microsoft.com/office/drawing/2014/main" id="{384655D9-9D19-47F7-8756-07785FC1850C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19" name="w · x">
            <a:extLst>
              <a:ext uri="{FF2B5EF4-FFF2-40B4-BE49-F238E27FC236}">
                <a16:creationId xmlns:a16="http://schemas.microsoft.com/office/drawing/2014/main" id="{DEF96D4D-5927-48E2-8545-D5F4C15937E7}"/>
              </a:ext>
            </a:extLst>
          </p:cNvPr>
          <p:cNvSpPr>
            <a:spLocks noGrp="1"/>
          </p:cNvSpPr>
          <p:nvPr/>
        </p:nvSpPr>
        <p:spPr>
          <a:xfrm>
            <a:off x="11855927" y="12198207"/>
            <a:ext cx="2098428" cy="1165499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7600" b="0" i="1">
                <a:latin typeface="Times New Roman"/>
                <a:ea typeface="Times New Roman"/>
                <a:cs typeface="Times New Roman"/>
              </a:defRPr>
            </a:pPr>
            <a:r>
              <a:rPr b="1" i="0"/>
              <a:t>w</a:t>
            </a:r>
            <a:r>
              <a:t> </a:t>
            </a:r>
            <a:r>
              <a:rPr b="1" i="0"/>
              <a:t>· x</a:t>
            </a:r>
          </a:p>
        </p:txBody>
      </p:sp>
      <p:sp>
        <p:nvSpPr>
          <p:cNvPr id="720" name="Line">
            <a:extLst>
              <a:ext uri="{FF2B5EF4-FFF2-40B4-BE49-F238E27FC236}">
                <a16:creationId xmlns:a16="http://schemas.microsoft.com/office/drawing/2014/main" id="{287BD09D-8B98-40C4-BD14-0E8ABF9142BB}"/>
              </a:ext>
            </a:extLst>
          </p:cNvPr>
          <p:cNvSpPr>
            <a:spLocks noGrp="1"/>
          </p:cNvSpPr>
          <p:nvPr/>
        </p:nvSpPr>
        <p:spPr>
          <a:xfrm>
            <a:off x="2048808" y="11737523"/>
            <a:ext cx="5128730" cy="1"/>
          </a:xfrm>
          <a:prstGeom prst="line">
            <a:avLst/>
          </a:prstGeom>
          <a:ln w="508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1" name="Line">
            <a:extLst>
              <a:ext uri="{FF2B5EF4-FFF2-40B4-BE49-F238E27FC236}">
                <a16:creationId xmlns:a16="http://schemas.microsoft.com/office/drawing/2014/main" id="{A9AD60D4-36D2-4181-9E0C-49E6E8958AF5}"/>
              </a:ext>
            </a:extLst>
          </p:cNvPr>
          <p:cNvSpPr>
            <a:spLocks noGrp="1"/>
          </p:cNvSpPr>
          <p:nvPr/>
        </p:nvSpPr>
        <p:spPr>
          <a:xfrm>
            <a:off x="17516394" y="3317852"/>
            <a:ext cx="6241102" cy="1"/>
          </a:xfrm>
          <a:prstGeom prst="line">
            <a:avLst/>
          </a:prstGeom>
          <a:ln w="508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22" name="0">
            <a:extLst>
              <a:ext uri="{FF2B5EF4-FFF2-40B4-BE49-F238E27FC236}">
                <a16:creationId xmlns:a16="http://schemas.microsoft.com/office/drawing/2014/main" id="{E6C5CBB8-4D28-4EED-AD0C-8D23B10FCF4E}"/>
              </a:ext>
            </a:extLst>
          </p:cNvPr>
          <p:cNvSpPr>
            <a:spLocks noGrp="1"/>
          </p:cNvSpPr>
          <p:nvPr/>
        </p:nvSpPr>
        <p:spPr>
          <a:xfrm>
            <a:off x="1365727" y="11183827"/>
            <a:ext cx="533401" cy="103119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6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1"/>
            </a:pPr>
            <a:r>
              <a:rPr i="0"/>
              <a:t>0</a:t>
            </a:r>
          </a:p>
        </p:txBody>
      </p:sp>
      <p:sp>
        <p:nvSpPr>
          <p:cNvPr id="723" name="1">
            <a:extLst>
              <a:ext uri="{FF2B5EF4-FFF2-40B4-BE49-F238E27FC236}">
                <a16:creationId xmlns:a16="http://schemas.microsoft.com/office/drawing/2014/main" id="{F0A24777-2FFD-4E30-B8D7-DF899A4C38F2}"/>
              </a:ext>
            </a:extLst>
          </p:cNvPr>
          <p:cNvSpPr>
            <a:spLocks noGrp="1"/>
          </p:cNvSpPr>
          <p:nvPr/>
        </p:nvSpPr>
        <p:spPr>
          <a:xfrm>
            <a:off x="1365727" y="2827656"/>
            <a:ext cx="533401" cy="103119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6600" b="0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i="1"/>
            </a:pPr>
            <a:r>
              <a:rPr i="0"/>
              <a:t>1</a:t>
            </a:r>
          </a:p>
        </p:txBody>
      </p:sp>
      <p:pic>
        <p:nvPicPr>
          <p:cNvPr id="735" name="sigmoid_fun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492" y="2517874"/>
            <a:ext cx="13853016" cy="10366673"/>
          </a:xfrm>
          <a:prstGeom prst="rect">
            <a:avLst/>
          </a:prstGeom>
          <a:ln w="12700">
            <a:miter/>
          </a:ln>
        </p:spPr>
      </p:pic>
      <p:sp>
        <p:nvSpPr>
          <p:cNvPr id="725" name="soft threshold">
            <a:extLst>
              <a:ext uri="{FF2B5EF4-FFF2-40B4-BE49-F238E27FC236}">
                <a16:creationId xmlns:a16="http://schemas.microsoft.com/office/drawing/2014/main" id="{52A95231-D4D0-4C9D-A5E6-69E14739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574" y="1038920"/>
            <a:ext cx="20828001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 sz="9500"/>
            </a:lvl1pPr>
          </a:lstStyle>
          <a:p>
            <a:pPr>
              <a:buNone/>
            </a:pPr>
            <a:r>
              <a:t>limiar suave</a:t>
            </a:r>
          </a:p>
        </p:txBody>
      </p:sp>
    </p:spTree>
    <p:extLst>
      <p:ext uri="{BB962C8B-B14F-4D97-AF65-F5344CB8AC3E}">
        <p14:creationId xmlns:p14="http://schemas.microsoft.com/office/powerpoint/2010/main" val="174534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2F9AD-9A5A-652A-B9B9-37B9D204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erceptron learning rule">
            <a:extLst>
              <a:ext uri="{FF2B5EF4-FFF2-40B4-BE49-F238E27FC236}">
                <a16:creationId xmlns:a16="http://schemas.microsoft.com/office/drawing/2014/main" id="{B4E300FF-4686-44B1-80AD-1A7FBA11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022942"/>
            <a:ext cx="20828000" cy="241745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lang="pt-BR" dirty="0"/>
              <a:t>Função Logística (</a:t>
            </a:r>
            <a:r>
              <a:rPr lang="pt-BR" dirty="0" err="1"/>
              <a:t>sigmóide</a:t>
            </a:r>
            <a:r>
              <a:rPr lang="pt-B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0731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BDE04-C2F9-F665-44EA-FC2DABEF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erceptron learning rule">
            <a:extLst>
              <a:ext uri="{FF2B5EF4-FFF2-40B4-BE49-F238E27FC236}">
                <a16:creationId xmlns:a16="http://schemas.microsoft.com/office/drawing/2014/main" id="{CD74D58C-DEBB-384D-F865-2F7058C4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022942"/>
            <a:ext cx="20828000" cy="241745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lang="pt-BR" dirty="0"/>
              <a:t>Função Logística (</a:t>
            </a:r>
            <a:r>
              <a:rPr lang="pt-BR" dirty="0" err="1"/>
              <a:t>sigmóide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2" name="hw(x) =">
            <a:extLst>
              <a:ext uri="{FF2B5EF4-FFF2-40B4-BE49-F238E27FC236}">
                <a16:creationId xmlns:a16="http://schemas.microsoft.com/office/drawing/2014/main" id="{BBEF6917-5998-B579-E627-436B466B8C66}"/>
              </a:ext>
            </a:extLst>
          </p:cNvPr>
          <p:cNvSpPr>
            <a:spLocks noGrp="1"/>
          </p:cNvSpPr>
          <p:nvPr/>
        </p:nvSpPr>
        <p:spPr>
          <a:xfrm>
            <a:off x="3255476" y="5245960"/>
            <a:ext cx="1843453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lang="en-US" i="0" dirty="0"/>
              <a:t>z </a:t>
            </a:r>
            <a:r>
              <a:rPr i="0" dirty="0"/>
              <a:t>=</a:t>
            </a:r>
          </a:p>
        </p:txBody>
      </p:sp>
      <p:sp>
        <p:nvSpPr>
          <p:cNvPr id="4" name="1 if   w0 + w1x1 + w2x2  ≥ 0">
            <a:extLst>
              <a:ext uri="{FF2B5EF4-FFF2-40B4-BE49-F238E27FC236}">
                <a16:creationId xmlns:a16="http://schemas.microsoft.com/office/drawing/2014/main" id="{E6E724B6-8742-6686-AFEE-A5C80ABCC1CC}"/>
              </a:ext>
            </a:extLst>
          </p:cNvPr>
          <p:cNvSpPr>
            <a:spLocks noGrp="1"/>
          </p:cNvSpPr>
          <p:nvPr/>
        </p:nvSpPr>
        <p:spPr>
          <a:xfrm>
            <a:off x="5327529" y="5093414"/>
            <a:ext cx="16416354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 + w</a:t>
            </a:r>
            <a:r>
              <a:rPr i="1" baseline="-25000" dirty="0"/>
              <a:t>1</a:t>
            </a:r>
            <a:r>
              <a:rPr i="1" dirty="0"/>
              <a:t>x</a:t>
            </a:r>
            <a:r>
              <a:rPr i="1" baseline="-25000" dirty="0"/>
              <a:t>1</a:t>
            </a:r>
            <a:r>
              <a:rPr i="1" dirty="0"/>
              <a:t> + w</a:t>
            </a:r>
            <a:r>
              <a:rPr i="1" baseline="-25000" dirty="0"/>
              <a:t>2</a:t>
            </a:r>
            <a:r>
              <a:rPr i="1" dirty="0"/>
              <a:t>x</a:t>
            </a:r>
            <a:r>
              <a:rPr i="1" baseline="-25000" dirty="0"/>
              <a:t>2</a:t>
            </a:r>
            <a:r>
              <a:rPr i="1" dirty="0"/>
              <a:t> </a:t>
            </a:r>
            <a:r>
              <a:rPr lang="pt-BR" i="1" dirty="0"/>
              <a:t>+</a:t>
            </a:r>
            <a:r>
              <a:rPr i="1" dirty="0"/>
              <a:t> </a:t>
            </a:r>
            <a:r>
              <a:rPr lang="pt-BR" i="1" dirty="0"/>
              <a:t>... + </a:t>
            </a:r>
            <a:r>
              <a:rPr lang="en-US" i="1" dirty="0" err="1"/>
              <a:t>w</a:t>
            </a:r>
            <a:r>
              <a:rPr lang="en-US" i="1" baseline="-25000" dirty="0" err="1"/>
              <a:t>n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11365559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0FFA-8939-B2DA-22B2-8BAF5FDC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w(x) =">
            <a:extLst>
              <a:ext uri="{FF2B5EF4-FFF2-40B4-BE49-F238E27FC236}">
                <a16:creationId xmlns:a16="http://schemas.microsoft.com/office/drawing/2014/main" id="{DA2FDB51-05BA-B87B-FA56-635FB7AB8501}"/>
              </a:ext>
            </a:extLst>
          </p:cNvPr>
          <p:cNvSpPr>
            <a:spLocks noGrp="1"/>
          </p:cNvSpPr>
          <p:nvPr/>
        </p:nvSpPr>
        <p:spPr>
          <a:xfrm>
            <a:off x="6983414" y="8377193"/>
            <a:ext cx="3528210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lang="el-GR" dirty="0"/>
              <a:t>σ</a:t>
            </a:r>
            <a:r>
              <a:rPr i="0" dirty="0"/>
              <a:t>(</a:t>
            </a:r>
            <a:r>
              <a:rPr lang="pt-BR" i="0" dirty="0" err="1"/>
              <a:t>z</a:t>
            </a:r>
            <a:r>
              <a:rPr i="0" dirty="0"/>
              <a:t>) =</a:t>
            </a:r>
          </a:p>
        </p:txBody>
      </p:sp>
      <p:sp>
        <p:nvSpPr>
          <p:cNvPr id="8" name="0 otherwise">
            <a:extLst>
              <a:ext uri="{FF2B5EF4-FFF2-40B4-BE49-F238E27FC236}">
                <a16:creationId xmlns:a16="http://schemas.microsoft.com/office/drawing/2014/main" id="{229B960C-BA5B-043F-6F9C-2BB6FB9290B0}"/>
              </a:ext>
            </a:extLst>
          </p:cNvPr>
          <p:cNvSpPr>
            <a:spLocks noGrp="1"/>
          </p:cNvSpPr>
          <p:nvPr/>
        </p:nvSpPr>
        <p:spPr>
          <a:xfrm>
            <a:off x="11517242" y="9333843"/>
            <a:ext cx="3600345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lang="pt-BR" i="0" dirty="0"/>
              <a:t>1 + </a:t>
            </a:r>
            <a:r>
              <a:rPr lang="pt-BR" i="1" dirty="0" err="1"/>
              <a:t>e</a:t>
            </a:r>
            <a:r>
              <a:rPr lang="pt-BR" i="0" baseline="30000" dirty="0" err="1"/>
              <a:t>-z</a:t>
            </a:r>
            <a:endParaRPr i="0" baseline="30000" dirty="0"/>
          </a:p>
        </p:txBody>
      </p:sp>
      <p:sp>
        <p:nvSpPr>
          <p:cNvPr id="9" name="1 if  w · x  ≥ 0">
            <a:extLst>
              <a:ext uri="{FF2B5EF4-FFF2-40B4-BE49-F238E27FC236}">
                <a16:creationId xmlns:a16="http://schemas.microsoft.com/office/drawing/2014/main" id="{15EF1A58-D978-12B1-1C19-0B290D6FE8CF}"/>
              </a:ext>
            </a:extLst>
          </p:cNvPr>
          <p:cNvSpPr>
            <a:spLocks noGrp="1"/>
          </p:cNvSpPr>
          <p:nvPr/>
        </p:nvSpPr>
        <p:spPr>
          <a:xfrm>
            <a:off x="12620931" y="7541323"/>
            <a:ext cx="795089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lang="pt-BR" i="0" dirty="0"/>
              <a:t>1</a:t>
            </a:r>
            <a:endParaRPr i="0" dirty="0"/>
          </a:p>
        </p:txBody>
      </p:sp>
      <p:sp>
        <p:nvSpPr>
          <p:cNvPr id="3" name="hw(x) =">
            <a:extLst>
              <a:ext uri="{FF2B5EF4-FFF2-40B4-BE49-F238E27FC236}">
                <a16:creationId xmlns:a16="http://schemas.microsoft.com/office/drawing/2014/main" id="{70809A0D-D9FD-8E29-9C9E-1D2A3DB811A2}"/>
              </a:ext>
            </a:extLst>
          </p:cNvPr>
          <p:cNvSpPr>
            <a:spLocks noGrp="1"/>
          </p:cNvSpPr>
          <p:nvPr/>
        </p:nvSpPr>
        <p:spPr>
          <a:xfrm>
            <a:off x="3255476" y="5245960"/>
            <a:ext cx="1843453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lang="en-US" i="0" dirty="0"/>
              <a:t>z </a:t>
            </a:r>
            <a:r>
              <a:rPr i="0" dirty="0"/>
              <a:t>=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2422B4DF-A012-D3A8-4A7C-A413508E2F1B}"/>
              </a:ext>
            </a:extLst>
          </p:cNvPr>
          <p:cNvSpPr>
            <a:spLocks noGrp="1"/>
          </p:cNvSpPr>
          <p:nvPr/>
        </p:nvSpPr>
        <p:spPr>
          <a:xfrm>
            <a:off x="10718023" y="9305909"/>
            <a:ext cx="5055376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" name="perceptron learning rule">
            <a:extLst>
              <a:ext uri="{FF2B5EF4-FFF2-40B4-BE49-F238E27FC236}">
                <a16:creationId xmlns:a16="http://schemas.microsoft.com/office/drawing/2014/main" id="{0821E9F0-9AD5-F54E-F6EF-8DA2D36C8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1022942"/>
            <a:ext cx="20828000" cy="241745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lang="pt-BR" dirty="0"/>
              <a:t>Função Logística (</a:t>
            </a:r>
            <a:r>
              <a:rPr lang="pt-BR" dirty="0" err="1"/>
              <a:t>sigmóide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12" name="1 if   w0 + w1x1 + w2x2  ≥ 0">
            <a:extLst>
              <a:ext uri="{FF2B5EF4-FFF2-40B4-BE49-F238E27FC236}">
                <a16:creationId xmlns:a16="http://schemas.microsoft.com/office/drawing/2014/main" id="{8252AD7F-7FDB-D37F-951F-A32B828324EA}"/>
              </a:ext>
            </a:extLst>
          </p:cNvPr>
          <p:cNvSpPr>
            <a:spLocks noGrp="1"/>
          </p:cNvSpPr>
          <p:nvPr/>
        </p:nvSpPr>
        <p:spPr>
          <a:xfrm>
            <a:off x="5327529" y="5093414"/>
            <a:ext cx="16416354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w</a:t>
            </a:r>
            <a:r>
              <a:rPr i="1" baseline="-25000" dirty="0"/>
              <a:t>0</a:t>
            </a:r>
            <a:r>
              <a:rPr i="1" dirty="0"/>
              <a:t> + w</a:t>
            </a:r>
            <a:r>
              <a:rPr i="1" baseline="-25000" dirty="0"/>
              <a:t>1</a:t>
            </a:r>
            <a:r>
              <a:rPr i="1" dirty="0"/>
              <a:t>x</a:t>
            </a:r>
            <a:r>
              <a:rPr i="1" baseline="-25000" dirty="0"/>
              <a:t>1</a:t>
            </a:r>
            <a:r>
              <a:rPr i="1" dirty="0"/>
              <a:t> + w</a:t>
            </a:r>
            <a:r>
              <a:rPr i="1" baseline="-25000" dirty="0"/>
              <a:t>2</a:t>
            </a:r>
            <a:r>
              <a:rPr i="1" dirty="0"/>
              <a:t>x</a:t>
            </a:r>
            <a:r>
              <a:rPr i="1" baseline="-25000" dirty="0"/>
              <a:t>2</a:t>
            </a:r>
            <a:r>
              <a:rPr i="1" dirty="0"/>
              <a:t> </a:t>
            </a:r>
            <a:r>
              <a:rPr lang="pt-BR" i="1" dirty="0"/>
              <a:t>+</a:t>
            </a:r>
            <a:r>
              <a:rPr i="1" dirty="0"/>
              <a:t> </a:t>
            </a:r>
            <a:r>
              <a:rPr lang="pt-BR" i="1" dirty="0"/>
              <a:t>... + </a:t>
            </a:r>
            <a:r>
              <a:rPr lang="en-US" i="1" dirty="0" err="1"/>
              <a:t>w</a:t>
            </a:r>
            <a:r>
              <a:rPr lang="en-US" i="1" baseline="-25000" dirty="0" err="1"/>
              <a:t>n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24546929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upport Vector Machines">
            <a:extLst>
              <a:ext uri="{FF2B5EF4-FFF2-40B4-BE49-F238E27FC236}">
                <a16:creationId xmlns:a16="http://schemas.microsoft.com/office/drawing/2014/main" id="{35147891-0B1D-4641-BA2C-FC9D0EC1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77" y="3253154"/>
            <a:ext cx="22883446" cy="7209692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pt-BR" dirty="0"/>
              <a:t>Regressão Logística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9805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E448-91C9-6531-3244-92059153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upport Vector Machines">
            <a:extLst>
              <a:ext uri="{FF2B5EF4-FFF2-40B4-BE49-F238E27FC236}">
                <a16:creationId xmlns:a16="http://schemas.microsoft.com/office/drawing/2014/main" id="{9F9E70BC-A46C-062D-AA51-4D89E2E3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77" y="3253154"/>
            <a:ext cx="22883446" cy="7209692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/>
              <a:t>Máquinas</a:t>
            </a:r>
            <a:r>
              <a:rPr dirty="0"/>
              <a:t> de </a:t>
            </a:r>
            <a:r>
              <a:rPr dirty="0" err="1"/>
              <a:t>Vetores</a:t>
            </a:r>
            <a:r>
              <a:rPr dirty="0"/>
              <a:t> de </a:t>
            </a:r>
            <a:r>
              <a:rPr dirty="0" err="1"/>
              <a:t>Suporte</a:t>
            </a:r>
            <a:br>
              <a:rPr lang="pt-BR" dirty="0"/>
            </a:br>
            <a:r>
              <a:rPr lang="en-BR" dirty="0"/>
              <a:t>(</a:t>
            </a:r>
            <a:r>
              <a:rPr lang="en-BR" i="1" dirty="0"/>
              <a:t>Support Vector Machines</a:t>
            </a:r>
            <a:r>
              <a:rPr lang="en-B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007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667B-E21C-31D1-3017-17956EDD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Line">
            <a:extLst>
              <a:ext uri="{FF2B5EF4-FFF2-40B4-BE49-F238E27FC236}">
                <a16:creationId xmlns:a16="http://schemas.microsoft.com/office/drawing/2014/main" id="{49163727-7AD3-FEEA-CFE0-D343EBFA04B2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0" name="Line">
            <a:extLst>
              <a:ext uri="{FF2B5EF4-FFF2-40B4-BE49-F238E27FC236}">
                <a16:creationId xmlns:a16="http://schemas.microsoft.com/office/drawing/2014/main" id="{0CA09138-04CA-B5E3-0899-DE39EC7747F2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1" name="Circle">
            <a:extLst>
              <a:ext uri="{FF2B5EF4-FFF2-40B4-BE49-F238E27FC236}">
                <a16:creationId xmlns:a16="http://schemas.microsoft.com/office/drawing/2014/main" id="{1E26F740-21D0-7557-F407-534C9176CF91}"/>
              </a:ext>
            </a:extLst>
          </p:cNvPr>
          <p:cNvSpPr>
            <a:spLocks noGrp="1"/>
          </p:cNvSpPr>
          <p:nvPr/>
        </p:nvSpPr>
        <p:spPr>
          <a:xfrm>
            <a:off x="21129724" y="778707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2" name="Circle">
            <a:extLst>
              <a:ext uri="{FF2B5EF4-FFF2-40B4-BE49-F238E27FC236}">
                <a16:creationId xmlns:a16="http://schemas.microsoft.com/office/drawing/2014/main" id="{17373240-2335-6CF2-1A5A-D7F0EAF219EA}"/>
              </a:ext>
            </a:extLst>
          </p:cNvPr>
          <p:cNvSpPr>
            <a:spLocks noGrp="1"/>
          </p:cNvSpPr>
          <p:nvPr/>
        </p:nvSpPr>
        <p:spPr>
          <a:xfrm>
            <a:off x="15751040" y="909972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3" name="Circle">
            <a:extLst>
              <a:ext uri="{FF2B5EF4-FFF2-40B4-BE49-F238E27FC236}">
                <a16:creationId xmlns:a16="http://schemas.microsoft.com/office/drawing/2014/main" id="{681BFE68-D47D-B2DF-7E6A-6C8404857837}"/>
              </a:ext>
            </a:extLst>
          </p:cNvPr>
          <p:cNvSpPr>
            <a:spLocks noGrp="1"/>
          </p:cNvSpPr>
          <p:nvPr/>
        </p:nvSpPr>
        <p:spPr>
          <a:xfrm>
            <a:off x="19191459" y="695401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4" name="Circle">
            <a:extLst>
              <a:ext uri="{FF2B5EF4-FFF2-40B4-BE49-F238E27FC236}">
                <a16:creationId xmlns:a16="http://schemas.microsoft.com/office/drawing/2014/main" id="{361E926E-8305-132E-B525-B248BC64CC7B}"/>
              </a:ext>
            </a:extLst>
          </p:cNvPr>
          <p:cNvSpPr>
            <a:spLocks noGrp="1"/>
          </p:cNvSpPr>
          <p:nvPr/>
        </p:nvSpPr>
        <p:spPr>
          <a:xfrm>
            <a:off x="17323398" y="864513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5" name="Circle">
            <a:extLst>
              <a:ext uri="{FF2B5EF4-FFF2-40B4-BE49-F238E27FC236}">
                <a16:creationId xmlns:a16="http://schemas.microsoft.com/office/drawing/2014/main" id="{14C6635C-AFD9-FF54-5E8E-11244F72B1BB}"/>
              </a:ext>
            </a:extLst>
          </p:cNvPr>
          <p:cNvSpPr>
            <a:spLocks noGrp="1"/>
          </p:cNvSpPr>
          <p:nvPr/>
        </p:nvSpPr>
        <p:spPr>
          <a:xfrm>
            <a:off x="16326118" y="6560566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6" name="Circle">
            <a:extLst>
              <a:ext uri="{FF2B5EF4-FFF2-40B4-BE49-F238E27FC236}">
                <a16:creationId xmlns:a16="http://schemas.microsoft.com/office/drawing/2014/main" id="{D84D6E66-8506-35C5-59E5-F6068391E6CF}"/>
              </a:ext>
            </a:extLst>
          </p:cNvPr>
          <p:cNvSpPr>
            <a:spLocks noGrp="1"/>
          </p:cNvSpPr>
          <p:nvPr/>
        </p:nvSpPr>
        <p:spPr>
          <a:xfrm>
            <a:off x="19466140" y="892883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7" name="Circle">
            <a:extLst>
              <a:ext uri="{FF2B5EF4-FFF2-40B4-BE49-F238E27FC236}">
                <a16:creationId xmlns:a16="http://schemas.microsoft.com/office/drawing/2014/main" id="{5FD58E1F-83D5-0B15-1150-B360FD0741B9}"/>
              </a:ext>
            </a:extLst>
          </p:cNvPr>
          <p:cNvSpPr>
            <a:spLocks noGrp="1"/>
          </p:cNvSpPr>
          <p:nvPr/>
        </p:nvSpPr>
        <p:spPr>
          <a:xfrm>
            <a:off x="21129724" y="557797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8" name="Circle">
            <a:extLst>
              <a:ext uri="{FF2B5EF4-FFF2-40B4-BE49-F238E27FC236}">
                <a16:creationId xmlns:a16="http://schemas.microsoft.com/office/drawing/2014/main" id="{5619F2A4-DBFE-870E-616D-1BA96BD52AD5}"/>
              </a:ext>
            </a:extLst>
          </p:cNvPr>
          <p:cNvSpPr>
            <a:spLocks noGrp="1"/>
          </p:cNvSpPr>
          <p:nvPr/>
        </p:nvSpPr>
        <p:spPr>
          <a:xfrm>
            <a:off x="2474565" y="6954010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39" name="Circle">
            <a:extLst>
              <a:ext uri="{FF2B5EF4-FFF2-40B4-BE49-F238E27FC236}">
                <a16:creationId xmlns:a16="http://schemas.microsoft.com/office/drawing/2014/main" id="{A2D6D1CE-2D85-6ECD-4493-8F1904C4EE1A}"/>
              </a:ext>
            </a:extLst>
          </p:cNvPr>
          <p:cNvSpPr>
            <a:spLocks noGrp="1"/>
          </p:cNvSpPr>
          <p:nvPr/>
        </p:nvSpPr>
        <p:spPr>
          <a:xfrm>
            <a:off x="2848984" y="41735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0" name="Circle">
            <a:extLst>
              <a:ext uri="{FF2B5EF4-FFF2-40B4-BE49-F238E27FC236}">
                <a16:creationId xmlns:a16="http://schemas.microsoft.com/office/drawing/2014/main" id="{8C383536-BA1E-14CB-5245-D0F08C0D4F51}"/>
              </a:ext>
            </a:extLst>
          </p:cNvPr>
          <p:cNvSpPr>
            <a:spLocks noGrp="1"/>
          </p:cNvSpPr>
          <p:nvPr/>
        </p:nvSpPr>
        <p:spPr>
          <a:xfrm>
            <a:off x="3892695" y="5957453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1" name="Circle">
            <a:extLst>
              <a:ext uri="{FF2B5EF4-FFF2-40B4-BE49-F238E27FC236}">
                <a16:creationId xmlns:a16="http://schemas.microsoft.com/office/drawing/2014/main" id="{A7B3DC4E-1778-8C1E-80CF-426B5E62488B}"/>
              </a:ext>
            </a:extLst>
          </p:cNvPr>
          <p:cNvSpPr>
            <a:spLocks noGrp="1"/>
          </p:cNvSpPr>
          <p:nvPr/>
        </p:nvSpPr>
        <p:spPr>
          <a:xfrm>
            <a:off x="5147824" y="478227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2" name="Circle">
            <a:extLst>
              <a:ext uri="{FF2B5EF4-FFF2-40B4-BE49-F238E27FC236}">
                <a16:creationId xmlns:a16="http://schemas.microsoft.com/office/drawing/2014/main" id="{BDC4B60E-D0D4-3F44-365F-1CCD620836FC}"/>
              </a:ext>
            </a:extLst>
          </p:cNvPr>
          <p:cNvSpPr>
            <a:spLocks noGrp="1"/>
          </p:cNvSpPr>
          <p:nvPr/>
        </p:nvSpPr>
        <p:spPr>
          <a:xfrm>
            <a:off x="11114116" y="2420782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3" name="Circle">
            <a:extLst>
              <a:ext uri="{FF2B5EF4-FFF2-40B4-BE49-F238E27FC236}">
                <a16:creationId xmlns:a16="http://schemas.microsoft.com/office/drawing/2014/main" id="{988E0F1E-2046-8824-ABB2-E4830645A655}"/>
              </a:ext>
            </a:extLst>
          </p:cNvPr>
          <p:cNvSpPr>
            <a:spLocks noGrp="1"/>
          </p:cNvSpPr>
          <p:nvPr/>
        </p:nvSpPr>
        <p:spPr>
          <a:xfrm>
            <a:off x="8384809" y="309745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4" name="Circle">
            <a:extLst>
              <a:ext uri="{FF2B5EF4-FFF2-40B4-BE49-F238E27FC236}">
                <a16:creationId xmlns:a16="http://schemas.microsoft.com/office/drawing/2014/main" id="{404E75E7-8B8B-1E82-C13F-0B97E5D867DF}"/>
              </a:ext>
            </a:extLst>
          </p:cNvPr>
          <p:cNvSpPr>
            <a:spLocks noGrp="1"/>
          </p:cNvSpPr>
          <p:nvPr/>
        </p:nvSpPr>
        <p:spPr>
          <a:xfrm>
            <a:off x="9726062" y="36824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5" name="Circle">
            <a:extLst>
              <a:ext uri="{FF2B5EF4-FFF2-40B4-BE49-F238E27FC236}">
                <a16:creationId xmlns:a16="http://schemas.microsoft.com/office/drawing/2014/main" id="{E0EE87A1-247B-AE5C-F383-2C0E81667B9B}"/>
              </a:ext>
            </a:extLst>
          </p:cNvPr>
          <p:cNvSpPr>
            <a:spLocks noGrp="1"/>
          </p:cNvSpPr>
          <p:nvPr/>
        </p:nvSpPr>
        <p:spPr>
          <a:xfrm>
            <a:off x="6542833" y="3682481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6" name="Circle">
            <a:extLst>
              <a:ext uri="{FF2B5EF4-FFF2-40B4-BE49-F238E27FC236}">
                <a16:creationId xmlns:a16="http://schemas.microsoft.com/office/drawing/2014/main" id="{8EF624E2-AB79-8C46-FD8A-CE49C8C8982D}"/>
              </a:ext>
            </a:extLst>
          </p:cNvPr>
          <p:cNvSpPr>
            <a:spLocks noGrp="1"/>
          </p:cNvSpPr>
          <p:nvPr/>
        </p:nvSpPr>
        <p:spPr>
          <a:xfrm>
            <a:off x="8959924" y="1265763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7" name="Circle">
            <a:extLst>
              <a:ext uri="{FF2B5EF4-FFF2-40B4-BE49-F238E27FC236}">
                <a16:creationId xmlns:a16="http://schemas.microsoft.com/office/drawing/2014/main" id="{830608BA-81C3-2BEC-7A35-CD4F07525BB9}"/>
              </a:ext>
            </a:extLst>
          </p:cNvPr>
          <p:cNvSpPr>
            <a:spLocks noGrp="1"/>
          </p:cNvSpPr>
          <p:nvPr/>
        </p:nvSpPr>
        <p:spPr>
          <a:xfrm>
            <a:off x="11320191" y="613249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8" name="Circle">
            <a:extLst>
              <a:ext uri="{FF2B5EF4-FFF2-40B4-BE49-F238E27FC236}">
                <a16:creationId xmlns:a16="http://schemas.microsoft.com/office/drawing/2014/main" id="{7C22C870-9D04-1230-153D-A8DBE583BCCD}"/>
              </a:ext>
            </a:extLst>
          </p:cNvPr>
          <p:cNvSpPr>
            <a:spLocks noGrp="1"/>
          </p:cNvSpPr>
          <p:nvPr/>
        </p:nvSpPr>
        <p:spPr>
          <a:xfrm>
            <a:off x="7053874" y="1933360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49" name="Circle">
            <a:extLst>
              <a:ext uri="{FF2B5EF4-FFF2-40B4-BE49-F238E27FC236}">
                <a16:creationId xmlns:a16="http://schemas.microsoft.com/office/drawing/2014/main" id="{7ACB7A02-987F-352D-8A0A-90ABF3886372}"/>
              </a:ext>
            </a:extLst>
          </p:cNvPr>
          <p:cNvSpPr>
            <a:spLocks noGrp="1"/>
          </p:cNvSpPr>
          <p:nvPr/>
        </p:nvSpPr>
        <p:spPr>
          <a:xfrm>
            <a:off x="13390737" y="104956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0" name="Circle">
            <a:extLst>
              <a:ext uri="{FF2B5EF4-FFF2-40B4-BE49-F238E27FC236}">
                <a16:creationId xmlns:a16="http://schemas.microsoft.com/office/drawing/2014/main" id="{202A4176-968A-AFF5-7C22-8259BBF8496D}"/>
              </a:ext>
            </a:extLst>
          </p:cNvPr>
          <p:cNvSpPr>
            <a:spLocks noGrp="1"/>
          </p:cNvSpPr>
          <p:nvPr/>
        </p:nvSpPr>
        <p:spPr>
          <a:xfrm>
            <a:off x="16653735" y="104956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1" name="Circle">
            <a:extLst>
              <a:ext uri="{FF2B5EF4-FFF2-40B4-BE49-F238E27FC236}">
                <a16:creationId xmlns:a16="http://schemas.microsoft.com/office/drawing/2014/main" id="{95395960-A6F4-90AC-88DF-05DFA3E23C74}"/>
              </a:ext>
            </a:extLst>
          </p:cNvPr>
          <p:cNvSpPr>
            <a:spLocks noGrp="1"/>
          </p:cNvSpPr>
          <p:nvPr/>
        </p:nvSpPr>
        <p:spPr>
          <a:xfrm>
            <a:off x="18568446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2" name="Circle">
            <a:extLst>
              <a:ext uri="{FF2B5EF4-FFF2-40B4-BE49-F238E27FC236}">
                <a16:creationId xmlns:a16="http://schemas.microsoft.com/office/drawing/2014/main" id="{027B03EF-5305-6367-5A45-8BA14F91DDB3}"/>
              </a:ext>
            </a:extLst>
          </p:cNvPr>
          <p:cNvSpPr>
            <a:spLocks noGrp="1"/>
          </p:cNvSpPr>
          <p:nvPr/>
        </p:nvSpPr>
        <p:spPr>
          <a:xfrm>
            <a:off x="20818233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3" name="Circle">
            <a:extLst>
              <a:ext uri="{FF2B5EF4-FFF2-40B4-BE49-F238E27FC236}">
                <a16:creationId xmlns:a16="http://schemas.microsoft.com/office/drawing/2014/main" id="{E98F32F6-6E34-FEFD-9F5A-93F0E5D696E2}"/>
              </a:ext>
            </a:extLst>
          </p:cNvPr>
          <p:cNvSpPr>
            <a:spLocks noGrp="1"/>
          </p:cNvSpPr>
          <p:nvPr/>
        </p:nvSpPr>
        <p:spPr>
          <a:xfrm>
            <a:off x="13800639" y="8645137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4" name="Circle">
            <a:extLst>
              <a:ext uri="{FF2B5EF4-FFF2-40B4-BE49-F238E27FC236}">
                <a16:creationId xmlns:a16="http://schemas.microsoft.com/office/drawing/2014/main" id="{9DE0B918-7D71-2D5C-B09E-50D16532D616}"/>
              </a:ext>
            </a:extLst>
          </p:cNvPr>
          <p:cNvSpPr>
            <a:spLocks noGrp="1"/>
          </p:cNvSpPr>
          <p:nvPr/>
        </p:nvSpPr>
        <p:spPr>
          <a:xfrm>
            <a:off x="5147824" y="221017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5" name="Circle">
            <a:extLst>
              <a:ext uri="{FF2B5EF4-FFF2-40B4-BE49-F238E27FC236}">
                <a16:creationId xmlns:a16="http://schemas.microsoft.com/office/drawing/2014/main" id="{43B2A7BC-28EF-9EF6-F55E-B2F383391811}"/>
              </a:ext>
            </a:extLst>
          </p:cNvPr>
          <p:cNvSpPr>
            <a:spLocks noGrp="1"/>
          </p:cNvSpPr>
          <p:nvPr/>
        </p:nvSpPr>
        <p:spPr>
          <a:xfrm>
            <a:off x="18928173" y="4970890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6" name="Circle">
            <a:extLst>
              <a:ext uri="{FF2B5EF4-FFF2-40B4-BE49-F238E27FC236}">
                <a16:creationId xmlns:a16="http://schemas.microsoft.com/office/drawing/2014/main" id="{3DA9F9A8-8A6C-F3E7-AE7C-D18EBDE0B8BD}"/>
              </a:ext>
            </a:extLst>
          </p:cNvPr>
          <p:cNvSpPr>
            <a:spLocks noGrp="1"/>
          </p:cNvSpPr>
          <p:nvPr/>
        </p:nvSpPr>
        <p:spPr>
          <a:xfrm>
            <a:off x="2112972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57" name="Line">
            <a:extLst>
              <a:ext uri="{FF2B5EF4-FFF2-40B4-BE49-F238E27FC236}">
                <a16:creationId xmlns:a16="http://schemas.microsoft.com/office/drawing/2014/main" id="{84EB7613-0D52-E3F6-C0B9-9F0ED4D07F70}"/>
              </a:ext>
            </a:extLst>
          </p:cNvPr>
          <p:cNvSpPr>
            <a:spLocks noGrp="1"/>
          </p:cNvSpPr>
          <p:nvPr/>
        </p:nvSpPr>
        <p:spPr>
          <a:xfrm flipV="1">
            <a:off x="12905140" y="481457"/>
            <a:ext cx="1" cy="11023074"/>
          </a:xfrm>
          <a:prstGeom prst="line">
            <a:avLst/>
          </a:prstGeom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05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Line">
            <a:extLst>
              <a:ext uri="{FF2B5EF4-FFF2-40B4-BE49-F238E27FC236}">
                <a16:creationId xmlns:a16="http://schemas.microsoft.com/office/drawing/2014/main" id="{7007E083-DF2D-42ED-B452-C97265DC8CAB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0" name="Line">
            <a:extLst>
              <a:ext uri="{FF2B5EF4-FFF2-40B4-BE49-F238E27FC236}">
                <a16:creationId xmlns:a16="http://schemas.microsoft.com/office/drawing/2014/main" id="{89DF8AB1-9F78-4DB2-BDD8-4CEB9EE949F6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1" name="Circle">
            <a:extLst>
              <a:ext uri="{FF2B5EF4-FFF2-40B4-BE49-F238E27FC236}">
                <a16:creationId xmlns:a16="http://schemas.microsoft.com/office/drawing/2014/main" id="{42DD13DE-608A-4523-A5AE-30E2B3F8C492}"/>
              </a:ext>
            </a:extLst>
          </p:cNvPr>
          <p:cNvSpPr>
            <a:spLocks noGrp="1"/>
          </p:cNvSpPr>
          <p:nvPr/>
        </p:nvSpPr>
        <p:spPr>
          <a:xfrm>
            <a:off x="21129724" y="778707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2" name="Circle">
            <a:extLst>
              <a:ext uri="{FF2B5EF4-FFF2-40B4-BE49-F238E27FC236}">
                <a16:creationId xmlns:a16="http://schemas.microsoft.com/office/drawing/2014/main" id="{C031B153-A835-46D5-902E-E35255136962}"/>
              </a:ext>
            </a:extLst>
          </p:cNvPr>
          <p:cNvSpPr>
            <a:spLocks noGrp="1"/>
          </p:cNvSpPr>
          <p:nvPr/>
        </p:nvSpPr>
        <p:spPr>
          <a:xfrm>
            <a:off x="15751040" y="909972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3" name="Circle">
            <a:extLst>
              <a:ext uri="{FF2B5EF4-FFF2-40B4-BE49-F238E27FC236}">
                <a16:creationId xmlns:a16="http://schemas.microsoft.com/office/drawing/2014/main" id="{142CEE4D-1C46-4FFB-9143-60ABE66337F2}"/>
              </a:ext>
            </a:extLst>
          </p:cNvPr>
          <p:cNvSpPr>
            <a:spLocks noGrp="1"/>
          </p:cNvSpPr>
          <p:nvPr/>
        </p:nvSpPr>
        <p:spPr>
          <a:xfrm>
            <a:off x="19191459" y="695401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4" name="Circle">
            <a:extLst>
              <a:ext uri="{FF2B5EF4-FFF2-40B4-BE49-F238E27FC236}">
                <a16:creationId xmlns:a16="http://schemas.microsoft.com/office/drawing/2014/main" id="{5AB037C6-28E2-465E-8AF0-DF879D22C2DA}"/>
              </a:ext>
            </a:extLst>
          </p:cNvPr>
          <p:cNvSpPr>
            <a:spLocks noGrp="1"/>
          </p:cNvSpPr>
          <p:nvPr/>
        </p:nvSpPr>
        <p:spPr>
          <a:xfrm>
            <a:off x="17323398" y="864513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5" name="Circle">
            <a:extLst>
              <a:ext uri="{FF2B5EF4-FFF2-40B4-BE49-F238E27FC236}">
                <a16:creationId xmlns:a16="http://schemas.microsoft.com/office/drawing/2014/main" id="{AD2D2265-CE1F-4029-BE02-1A8EA8F5B7BD}"/>
              </a:ext>
            </a:extLst>
          </p:cNvPr>
          <p:cNvSpPr>
            <a:spLocks noGrp="1"/>
          </p:cNvSpPr>
          <p:nvPr/>
        </p:nvSpPr>
        <p:spPr>
          <a:xfrm>
            <a:off x="16326118" y="6560566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6" name="Circle">
            <a:extLst>
              <a:ext uri="{FF2B5EF4-FFF2-40B4-BE49-F238E27FC236}">
                <a16:creationId xmlns:a16="http://schemas.microsoft.com/office/drawing/2014/main" id="{5E74A463-0FED-45E1-8ED5-67B34573802C}"/>
              </a:ext>
            </a:extLst>
          </p:cNvPr>
          <p:cNvSpPr>
            <a:spLocks noGrp="1"/>
          </p:cNvSpPr>
          <p:nvPr/>
        </p:nvSpPr>
        <p:spPr>
          <a:xfrm>
            <a:off x="19466140" y="892883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7" name="Circle">
            <a:extLst>
              <a:ext uri="{FF2B5EF4-FFF2-40B4-BE49-F238E27FC236}">
                <a16:creationId xmlns:a16="http://schemas.microsoft.com/office/drawing/2014/main" id="{84FF800C-7175-41DC-B5F8-C2C226ACDBC1}"/>
              </a:ext>
            </a:extLst>
          </p:cNvPr>
          <p:cNvSpPr>
            <a:spLocks noGrp="1"/>
          </p:cNvSpPr>
          <p:nvPr/>
        </p:nvSpPr>
        <p:spPr>
          <a:xfrm>
            <a:off x="21129724" y="557797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8" name="Circle">
            <a:extLst>
              <a:ext uri="{FF2B5EF4-FFF2-40B4-BE49-F238E27FC236}">
                <a16:creationId xmlns:a16="http://schemas.microsoft.com/office/drawing/2014/main" id="{C819E1C4-A0BD-4D44-906B-E6E860D15FC9}"/>
              </a:ext>
            </a:extLst>
          </p:cNvPr>
          <p:cNvSpPr>
            <a:spLocks noGrp="1"/>
          </p:cNvSpPr>
          <p:nvPr/>
        </p:nvSpPr>
        <p:spPr>
          <a:xfrm>
            <a:off x="2474565" y="6954010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69" name="Circle">
            <a:extLst>
              <a:ext uri="{FF2B5EF4-FFF2-40B4-BE49-F238E27FC236}">
                <a16:creationId xmlns:a16="http://schemas.microsoft.com/office/drawing/2014/main" id="{643BA262-D9CE-402E-847B-30C157399E4A}"/>
              </a:ext>
            </a:extLst>
          </p:cNvPr>
          <p:cNvSpPr>
            <a:spLocks noGrp="1"/>
          </p:cNvSpPr>
          <p:nvPr/>
        </p:nvSpPr>
        <p:spPr>
          <a:xfrm>
            <a:off x="2848984" y="41735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0" name="Circle">
            <a:extLst>
              <a:ext uri="{FF2B5EF4-FFF2-40B4-BE49-F238E27FC236}">
                <a16:creationId xmlns:a16="http://schemas.microsoft.com/office/drawing/2014/main" id="{9C1EF597-4EB6-4856-AD01-B2180DD33A1E}"/>
              </a:ext>
            </a:extLst>
          </p:cNvPr>
          <p:cNvSpPr>
            <a:spLocks noGrp="1"/>
          </p:cNvSpPr>
          <p:nvPr/>
        </p:nvSpPr>
        <p:spPr>
          <a:xfrm>
            <a:off x="3892695" y="5957453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1" name="Circle">
            <a:extLst>
              <a:ext uri="{FF2B5EF4-FFF2-40B4-BE49-F238E27FC236}">
                <a16:creationId xmlns:a16="http://schemas.microsoft.com/office/drawing/2014/main" id="{FB4E930E-DB01-418A-A603-1962FA656EE5}"/>
              </a:ext>
            </a:extLst>
          </p:cNvPr>
          <p:cNvSpPr>
            <a:spLocks noGrp="1"/>
          </p:cNvSpPr>
          <p:nvPr/>
        </p:nvSpPr>
        <p:spPr>
          <a:xfrm>
            <a:off x="5147824" y="478227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2" name="Circle">
            <a:extLst>
              <a:ext uri="{FF2B5EF4-FFF2-40B4-BE49-F238E27FC236}">
                <a16:creationId xmlns:a16="http://schemas.microsoft.com/office/drawing/2014/main" id="{C1E9CD75-D63E-411E-8294-A5F9D47455D3}"/>
              </a:ext>
            </a:extLst>
          </p:cNvPr>
          <p:cNvSpPr>
            <a:spLocks noGrp="1"/>
          </p:cNvSpPr>
          <p:nvPr/>
        </p:nvSpPr>
        <p:spPr>
          <a:xfrm>
            <a:off x="11114116" y="2420782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3" name="Circle">
            <a:extLst>
              <a:ext uri="{FF2B5EF4-FFF2-40B4-BE49-F238E27FC236}">
                <a16:creationId xmlns:a16="http://schemas.microsoft.com/office/drawing/2014/main" id="{64BF8F51-EBBE-44CE-A6F6-150D78347D2B}"/>
              </a:ext>
            </a:extLst>
          </p:cNvPr>
          <p:cNvSpPr>
            <a:spLocks noGrp="1"/>
          </p:cNvSpPr>
          <p:nvPr/>
        </p:nvSpPr>
        <p:spPr>
          <a:xfrm>
            <a:off x="8384809" y="309745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4" name="Circle">
            <a:extLst>
              <a:ext uri="{FF2B5EF4-FFF2-40B4-BE49-F238E27FC236}">
                <a16:creationId xmlns:a16="http://schemas.microsoft.com/office/drawing/2014/main" id="{97EF300F-CE23-4604-BFF8-8266F1C4226B}"/>
              </a:ext>
            </a:extLst>
          </p:cNvPr>
          <p:cNvSpPr>
            <a:spLocks noGrp="1"/>
          </p:cNvSpPr>
          <p:nvPr/>
        </p:nvSpPr>
        <p:spPr>
          <a:xfrm>
            <a:off x="9726062" y="36824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5" name="Circle">
            <a:extLst>
              <a:ext uri="{FF2B5EF4-FFF2-40B4-BE49-F238E27FC236}">
                <a16:creationId xmlns:a16="http://schemas.microsoft.com/office/drawing/2014/main" id="{1F4A6C92-A99D-4B56-975E-121E90554E6D}"/>
              </a:ext>
            </a:extLst>
          </p:cNvPr>
          <p:cNvSpPr>
            <a:spLocks noGrp="1"/>
          </p:cNvSpPr>
          <p:nvPr/>
        </p:nvSpPr>
        <p:spPr>
          <a:xfrm>
            <a:off x="6542833" y="3682481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6" name="Circle">
            <a:extLst>
              <a:ext uri="{FF2B5EF4-FFF2-40B4-BE49-F238E27FC236}">
                <a16:creationId xmlns:a16="http://schemas.microsoft.com/office/drawing/2014/main" id="{88B59771-F66D-4D21-95EA-DF6B7B70F62B}"/>
              </a:ext>
            </a:extLst>
          </p:cNvPr>
          <p:cNvSpPr>
            <a:spLocks noGrp="1"/>
          </p:cNvSpPr>
          <p:nvPr/>
        </p:nvSpPr>
        <p:spPr>
          <a:xfrm>
            <a:off x="8959924" y="1265763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7" name="Circle">
            <a:extLst>
              <a:ext uri="{FF2B5EF4-FFF2-40B4-BE49-F238E27FC236}">
                <a16:creationId xmlns:a16="http://schemas.microsoft.com/office/drawing/2014/main" id="{29A5FAB8-63F4-4380-9648-CCB5B6CAAD55}"/>
              </a:ext>
            </a:extLst>
          </p:cNvPr>
          <p:cNvSpPr>
            <a:spLocks noGrp="1"/>
          </p:cNvSpPr>
          <p:nvPr/>
        </p:nvSpPr>
        <p:spPr>
          <a:xfrm>
            <a:off x="11320191" y="613249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8" name="Circle">
            <a:extLst>
              <a:ext uri="{FF2B5EF4-FFF2-40B4-BE49-F238E27FC236}">
                <a16:creationId xmlns:a16="http://schemas.microsoft.com/office/drawing/2014/main" id="{25CCEF20-DDBF-4472-9087-A24FDD147DD8}"/>
              </a:ext>
            </a:extLst>
          </p:cNvPr>
          <p:cNvSpPr>
            <a:spLocks noGrp="1"/>
          </p:cNvSpPr>
          <p:nvPr/>
        </p:nvSpPr>
        <p:spPr>
          <a:xfrm>
            <a:off x="7053874" y="1933360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79" name="Circle">
            <a:extLst>
              <a:ext uri="{FF2B5EF4-FFF2-40B4-BE49-F238E27FC236}">
                <a16:creationId xmlns:a16="http://schemas.microsoft.com/office/drawing/2014/main" id="{EDDFE9CD-39FA-4A2F-9165-1D2ABE6906EB}"/>
              </a:ext>
            </a:extLst>
          </p:cNvPr>
          <p:cNvSpPr>
            <a:spLocks noGrp="1"/>
          </p:cNvSpPr>
          <p:nvPr/>
        </p:nvSpPr>
        <p:spPr>
          <a:xfrm>
            <a:off x="13390737" y="104956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0" name="Circle">
            <a:extLst>
              <a:ext uri="{FF2B5EF4-FFF2-40B4-BE49-F238E27FC236}">
                <a16:creationId xmlns:a16="http://schemas.microsoft.com/office/drawing/2014/main" id="{CB7AF4AD-13F5-4334-955D-11DA30836B8C}"/>
              </a:ext>
            </a:extLst>
          </p:cNvPr>
          <p:cNvSpPr>
            <a:spLocks noGrp="1"/>
          </p:cNvSpPr>
          <p:nvPr/>
        </p:nvSpPr>
        <p:spPr>
          <a:xfrm>
            <a:off x="16653735" y="104956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1" name="Circle">
            <a:extLst>
              <a:ext uri="{FF2B5EF4-FFF2-40B4-BE49-F238E27FC236}">
                <a16:creationId xmlns:a16="http://schemas.microsoft.com/office/drawing/2014/main" id="{18887151-ADE2-414B-8F7A-0D38991EC382}"/>
              </a:ext>
            </a:extLst>
          </p:cNvPr>
          <p:cNvSpPr>
            <a:spLocks noGrp="1"/>
          </p:cNvSpPr>
          <p:nvPr/>
        </p:nvSpPr>
        <p:spPr>
          <a:xfrm>
            <a:off x="18568446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2" name="Circle">
            <a:extLst>
              <a:ext uri="{FF2B5EF4-FFF2-40B4-BE49-F238E27FC236}">
                <a16:creationId xmlns:a16="http://schemas.microsoft.com/office/drawing/2014/main" id="{B60D8EBE-DAC7-4ED2-AF90-EFDB2FF361AB}"/>
              </a:ext>
            </a:extLst>
          </p:cNvPr>
          <p:cNvSpPr>
            <a:spLocks noGrp="1"/>
          </p:cNvSpPr>
          <p:nvPr/>
        </p:nvSpPr>
        <p:spPr>
          <a:xfrm>
            <a:off x="20818233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3" name="Circle">
            <a:extLst>
              <a:ext uri="{FF2B5EF4-FFF2-40B4-BE49-F238E27FC236}">
                <a16:creationId xmlns:a16="http://schemas.microsoft.com/office/drawing/2014/main" id="{1BC970F6-820A-4EF0-A648-F35334DE1DF2}"/>
              </a:ext>
            </a:extLst>
          </p:cNvPr>
          <p:cNvSpPr>
            <a:spLocks noGrp="1"/>
          </p:cNvSpPr>
          <p:nvPr/>
        </p:nvSpPr>
        <p:spPr>
          <a:xfrm>
            <a:off x="13800639" y="8645137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4" name="Circle">
            <a:extLst>
              <a:ext uri="{FF2B5EF4-FFF2-40B4-BE49-F238E27FC236}">
                <a16:creationId xmlns:a16="http://schemas.microsoft.com/office/drawing/2014/main" id="{DEB273C1-07AD-40D9-962A-FC18CCF984E1}"/>
              </a:ext>
            </a:extLst>
          </p:cNvPr>
          <p:cNvSpPr>
            <a:spLocks noGrp="1"/>
          </p:cNvSpPr>
          <p:nvPr/>
        </p:nvSpPr>
        <p:spPr>
          <a:xfrm>
            <a:off x="5147824" y="221017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5" name="Circle">
            <a:extLst>
              <a:ext uri="{FF2B5EF4-FFF2-40B4-BE49-F238E27FC236}">
                <a16:creationId xmlns:a16="http://schemas.microsoft.com/office/drawing/2014/main" id="{622599EA-20BD-4DA6-AFDF-A48839A78A8E}"/>
              </a:ext>
            </a:extLst>
          </p:cNvPr>
          <p:cNvSpPr>
            <a:spLocks noGrp="1"/>
          </p:cNvSpPr>
          <p:nvPr/>
        </p:nvSpPr>
        <p:spPr>
          <a:xfrm>
            <a:off x="18928173" y="4970890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6" name="Circle">
            <a:extLst>
              <a:ext uri="{FF2B5EF4-FFF2-40B4-BE49-F238E27FC236}">
                <a16:creationId xmlns:a16="http://schemas.microsoft.com/office/drawing/2014/main" id="{64BB15A4-ED80-4E2B-B1F3-3254A4974990}"/>
              </a:ext>
            </a:extLst>
          </p:cNvPr>
          <p:cNvSpPr>
            <a:spLocks noGrp="1"/>
          </p:cNvSpPr>
          <p:nvPr/>
        </p:nvSpPr>
        <p:spPr>
          <a:xfrm>
            <a:off x="2112972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87" name="Line">
            <a:extLst>
              <a:ext uri="{FF2B5EF4-FFF2-40B4-BE49-F238E27FC236}">
                <a16:creationId xmlns:a16="http://schemas.microsoft.com/office/drawing/2014/main" id="{64F34643-06BA-40B6-83E3-9D0BD55E0D6F}"/>
              </a:ext>
            </a:extLst>
          </p:cNvPr>
          <p:cNvSpPr>
            <a:spLocks noGrp="1"/>
          </p:cNvSpPr>
          <p:nvPr/>
        </p:nvSpPr>
        <p:spPr>
          <a:xfrm flipV="1">
            <a:off x="2823797" y="1246863"/>
            <a:ext cx="14903883" cy="7516624"/>
          </a:xfrm>
          <a:prstGeom prst="line">
            <a:avLst/>
          </a:prstGeom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91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Line">
            <a:extLst>
              <a:ext uri="{FF2B5EF4-FFF2-40B4-BE49-F238E27FC236}">
                <a16:creationId xmlns:a16="http://schemas.microsoft.com/office/drawing/2014/main" id="{1B33866E-1310-4E9D-947F-231EDBC36107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0" name="Line">
            <a:extLst>
              <a:ext uri="{FF2B5EF4-FFF2-40B4-BE49-F238E27FC236}">
                <a16:creationId xmlns:a16="http://schemas.microsoft.com/office/drawing/2014/main" id="{B9CB4BF4-107A-418C-A7FD-66E8768DCF2E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1" name="Circle">
            <a:extLst>
              <a:ext uri="{FF2B5EF4-FFF2-40B4-BE49-F238E27FC236}">
                <a16:creationId xmlns:a16="http://schemas.microsoft.com/office/drawing/2014/main" id="{8DF1D887-F558-484C-B080-5975C8B79D24}"/>
              </a:ext>
            </a:extLst>
          </p:cNvPr>
          <p:cNvSpPr>
            <a:spLocks noGrp="1"/>
          </p:cNvSpPr>
          <p:nvPr/>
        </p:nvSpPr>
        <p:spPr>
          <a:xfrm>
            <a:off x="21129724" y="778707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2" name="Circle">
            <a:extLst>
              <a:ext uri="{FF2B5EF4-FFF2-40B4-BE49-F238E27FC236}">
                <a16:creationId xmlns:a16="http://schemas.microsoft.com/office/drawing/2014/main" id="{78A6B3D8-4E5B-477F-A1EF-B09A31B0AF80}"/>
              </a:ext>
            </a:extLst>
          </p:cNvPr>
          <p:cNvSpPr>
            <a:spLocks noGrp="1"/>
          </p:cNvSpPr>
          <p:nvPr/>
        </p:nvSpPr>
        <p:spPr>
          <a:xfrm>
            <a:off x="15751040" y="909972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3" name="Circle">
            <a:extLst>
              <a:ext uri="{FF2B5EF4-FFF2-40B4-BE49-F238E27FC236}">
                <a16:creationId xmlns:a16="http://schemas.microsoft.com/office/drawing/2014/main" id="{23813072-2100-4B3E-8545-6CDE7B8B781B}"/>
              </a:ext>
            </a:extLst>
          </p:cNvPr>
          <p:cNvSpPr>
            <a:spLocks noGrp="1"/>
          </p:cNvSpPr>
          <p:nvPr/>
        </p:nvSpPr>
        <p:spPr>
          <a:xfrm>
            <a:off x="19191459" y="695401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4" name="Circle">
            <a:extLst>
              <a:ext uri="{FF2B5EF4-FFF2-40B4-BE49-F238E27FC236}">
                <a16:creationId xmlns:a16="http://schemas.microsoft.com/office/drawing/2014/main" id="{4E6206DD-2142-40F7-97C0-6296B9D2A4B6}"/>
              </a:ext>
            </a:extLst>
          </p:cNvPr>
          <p:cNvSpPr>
            <a:spLocks noGrp="1"/>
          </p:cNvSpPr>
          <p:nvPr/>
        </p:nvSpPr>
        <p:spPr>
          <a:xfrm>
            <a:off x="17323398" y="864513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5" name="Circle">
            <a:extLst>
              <a:ext uri="{FF2B5EF4-FFF2-40B4-BE49-F238E27FC236}">
                <a16:creationId xmlns:a16="http://schemas.microsoft.com/office/drawing/2014/main" id="{49D0BA4C-57E1-46C3-90C2-E6C810710C68}"/>
              </a:ext>
            </a:extLst>
          </p:cNvPr>
          <p:cNvSpPr>
            <a:spLocks noGrp="1"/>
          </p:cNvSpPr>
          <p:nvPr/>
        </p:nvSpPr>
        <p:spPr>
          <a:xfrm>
            <a:off x="16326118" y="6560566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6" name="Circle">
            <a:extLst>
              <a:ext uri="{FF2B5EF4-FFF2-40B4-BE49-F238E27FC236}">
                <a16:creationId xmlns:a16="http://schemas.microsoft.com/office/drawing/2014/main" id="{B27CA579-8D60-487B-AAF1-E2173C6D93E1}"/>
              </a:ext>
            </a:extLst>
          </p:cNvPr>
          <p:cNvSpPr>
            <a:spLocks noGrp="1"/>
          </p:cNvSpPr>
          <p:nvPr/>
        </p:nvSpPr>
        <p:spPr>
          <a:xfrm>
            <a:off x="19466140" y="892883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7" name="Circle">
            <a:extLst>
              <a:ext uri="{FF2B5EF4-FFF2-40B4-BE49-F238E27FC236}">
                <a16:creationId xmlns:a16="http://schemas.microsoft.com/office/drawing/2014/main" id="{3AE1394E-F4DC-478D-ACBD-C325AA0502AB}"/>
              </a:ext>
            </a:extLst>
          </p:cNvPr>
          <p:cNvSpPr>
            <a:spLocks noGrp="1"/>
          </p:cNvSpPr>
          <p:nvPr/>
        </p:nvSpPr>
        <p:spPr>
          <a:xfrm>
            <a:off x="21129724" y="557797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8" name="Circle">
            <a:extLst>
              <a:ext uri="{FF2B5EF4-FFF2-40B4-BE49-F238E27FC236}">
                <a16:creationId xmlns:a16="http://schemas.microsoft.com/office/drawing/2014/main" id="{13D7CD59-D531-4AF3-AF7D-B893D2C28DA1}"/>
              </a:ext>
            </a:extLst>
          </p:cNvPr>
          <p:cNvSpPr>
            <a:spLocks noGrp="1"/>
          </p:cNvSpPr>
          <p:nvPr/>
        </p:nvSpPr>
        <p:spPr>
          <a:xfrm>
            <a:off x="2474565" y="6954010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9" name="Circle">
            <a:extLst>
              <a:ext uri="{FF2B5EF4-FFF2-40B4-BE49-F238E27FC236}">
                <a16:creationId xmlns:a16="http://schemas.microsoft.com/office/drawing/2014/main" id="{2A81C94D-B225-4CA2-A5D1-7F06AB1971B9}"/>
              </a:ext>
            </a:extLst>
          </p:cNvPr>
          <p:cNvSpPr>
            <a:spLocks noGrp="1"/>
          </p:cNvSpPr>
          <p:nvPr/>
        </p:nvSpPr>
        <p:spPr>
          <a:xfrm>
            <a:off x="2848984" y="41735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0" name="Circle">
            <a:extLst>
              <a:ext uri="{FF2B5EF4-FFF2-40B4-BE49-F238E27FC236}">
                <a16:creationId xmlns:a16="http://schemas.microsoft.com/office/drawing/2014/main" id="{C5DFA83C-BA14-4D23-A322-13CFFBBA52F1}"/>
              </a:ext>
            </a:extLst>
          </p:cNvPr>
          <p:cNvSpPr>
            <a:spLocks noGrp="1"/>
          </p:cNvSpPr>
          <p:nvPr/>
        </p:nvSpPr>
        <p:spPr>
          <a:xfrm>
            <a:off x="3892695" y="5957453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1" name="Circle">
            <a:extLst>
              <a:ext uri="{FF2B5EF4-FFF2-40B4-BE49-F238E27FC236}">
                <a16:creationId xmlns:a16="http://schemas.microsoft.com/office/drawing/2014/main" id="{2AC6C0BB-D107-4333-BEF6-29AB2E60455E}"/>
              </a:ext>
            </a:extLst>
          </p:cNvPr>
          <p:cNvSpPr>
            <a:spLocks noGrp="1"/>
          </p:cNvSpPr>
          <p:nvPr/>
        </p:nvSpPr>
        <p:spPr>
          <a:xfrm>
            <a:off x="5147824" y="478227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2" name="Circle">
            <a:extLst>
              <a:ext uri="{FF2B5EF4-FFF2-40B4-BE49-F238E27FC236}">
                <a16:creationId xmlns:a16="http://schemas.microsoft.com/office/drawing/2014/main" id="{36F565A3-B359-4524-A75C-E45EA3FC5BCA}"/>
              </a:ext>
            </a:extLst>
          </p:cNvPr>
          <p:cNvSpPr>
            <a:spLocks noGrp="1"/>
          </p:cNvSpPr>
          <p:nvPr/>
        </p:nvSpPr>
        <p:spPr>
          <a:xfrm>
            <a:off x="11114116" y="2420782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3" name="Circle">
            <a:extLst>
              <a:ext uri="{FF2B5EF4-FFF2-40B4-BE49-F238E27FC236}">
                <a16:creationId xmlns:a16="http://schemas.microsoft.com/office/drawing/2014/main" id="{3A79E57A-52AD-41DA-B758-6CD86CCC1330}"/>
              </a:ext>
            </a:extLst>
          </p:cNvPr>
          <p:cNvSpPr>
            <a:spLocks noGrp="1"/>
          </p:cNvSpPr>
          <p:nvPr/>
        </p:nvSpPr>
        <p:spPr>
          <a:xfrm>
            <a:off x="8384809" y="309745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4" name="Circle">
            <a:extLst>
              <a:ext uri="{FF2B5EF4-FFF2-40B4-BE49-F238E27FC236}">
                <a16:creationId xmlns:a16="http://schemas.microsoft.com/office/drawing/2014/main" id="{024EE142-91AB-4149-B817-A35B98F2CAA1}"/>
              </a:ext>
            </a:extLst>
          </p:cNvPr>
          <p:cNvSpPr>
            <a:spLocks noGrp="1"/>
          </p:cNvSpPr>
          <p:nvPr/>
        </p:nvSpPr>
        <p:spPr>
          <a:xfrm>
            <a:off x="9726062" y="36824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5" name="Circle">
            <a:extLst>
              <a:ext uri="{FF2B5EF4-FFF2-40B4-BE49-F238E27FC236}">
                <a16:creationId xmlns:a16="http://schemas.microsoft.com/office/drawing/2014/main" id="{08A20D90-4D47-4C3B-890B-FAB0BDB648BE}"/>
              </a:ext>
            </a:extLst>
          </p:cNvPr>
          <p:cNvSpPr>
            <a:spLocks noGrp="1"/>
          </p:cNvSpPr>
          <p:nvPr/>
        </p:nvSpPr>
        <p:spPr>
          <a:xfrm>
            <a:off x="6542833" y="3682481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6" name="Circle">
            <a:extLst>
              <a:ext uri="{FF2B5EF4-FFF2-40B4-BE49-F238E27FC236}">
                <a16:creationId xmlns:a16="http://schemas.microsoft.com/office/drawing/2014/main" id="{152677F0-C362-4CA2-80D6-CD45AA7BAD8D}"/>
              </a:ext>
            </a:extLst>
          </p:cNvPr>
          <p:cNvSpPr>
            <a:spLocks noGrp="1"/>
          </p:cNvSpPr>
          <p:nvPr/>
        </p:nvSpPr>
        <p:spPr>
          <a:xfrm>
            <a:off x="8959924" y="1265763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7" name="Circle">
            <a:extLst>
              <a:ext uri="{FF2B5EF4-FFF2-40B4-BE49-F238E27FC236}">
                <a16:creationId xmlns:a16="http://schemas.microsoft.com/office/drawing/2014/main" id="{ECB88DA6-60EB-40F9-AC55-92713D94B7B9}"/>
              </a:ext>
            </a:extLst>
          </p:cNvPr>
          <p:cNvSpPr>
            <a:spLocks noGrp="1"/>
          </p:cNvSpPr>
          <p:nvPr/>
        </p:nvSpPr>
        <p:spPr>
          <a:xfrm>
            <a:off x="11320191" y="613249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8" name="Circle">
            <a:extLst>
              <a:ext uri="{FF2B5EF4-FFF2-40B4-BE49-F238E27FC236}">
                <a16:creationId xmlns:a16="http://schemas.microsoft.com/office/drawing/2014/main" id="{8F2F937E-9B43-4C49-BD6B-38EC0BDD4DE4}"/>
              </a:ext>
            </a:extLst>
          </p:cNvPr>
          <p:cNvSpPr>
            <a:spLocks noGrp="1"/>
          </p:cNvSpPr>
          <p:nvPr/>
        </p:nvSpPr>
        <p:spPr>
          <a:xfrm>
            <a:off x="7053874" y="1933360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9" name="Circle">
            <a:extLst>
              <a:ext uri="{FF2B5EF4-FFF2-40B4-BE49-F238E27FC236}">
                <a16:creationId xmlns:a16="http://schemas.microsoft.com/office/drawing/2014/main" id="{569BB16A-9119-41B7-8AF7-A4CF96EB023F}"/>
              </a:ext>
            </a:extLst>
          </p:cNvPr>
          <p:cNvSpPr>
            <a:spLocks noGrp="1"/>
          </p:cNvSpPr>
          <p:nvPr/>
        </p:nvSpPr>
        <p:spPr>
          <a:xfrm>
            <a:off x="13390737" y="104956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0" name="Circle">
            <a:extLst>
              <a:ext uri="{FF2B5EF4-FFF2-40B4-BE49-F238E27FC236}">
                <a16:creationId xmlns:a16="http://schemas.microsoft.com/office/drawing/2014/main" id="{B7693B40-A0F6-4A47-872F-668BBCE8609C}"/>
              </a:ext>
            </a:extLst>
          </p:cNvPr>
          <p:cNvSpPr>
            <a:spLocks noGrp="1"/>
          </p:cNvSpPr>
          <p:nvPr/>
        </p:nvSpPr>
        <p:spPr>
          <a:xfrm>
            <a:off x="16653735" y="104956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1" name="Circle">
            <a:extLst>
              <a:ext uri="{FF2B5EF4-FFF2-40B4-BE49-F238E27FC236}">
                <a16:creationId xmlns:a16="http://schemas.microsoft.com/office/drawing/2014/main" id="{5E46562F-972F-4810-8724-2FE2463E0EA0}"/>
              </a:ext>
            </a:extLst>
          </p:cNvPr>
          <p:cNvSpPr>
            <a:spLocks noGrp="1"/>
          </p:cNvSpPr>
          <p:nvPr/>
        </p:nvSpPr>
        <p:spPr>
          <a:xfrm>
            <a:off x="18568446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2" name="Circle">
            <a:extLst>
              <a:ext uri="{FF2B5EF4-FFF2-40B4-BE49-F238E27FC236}">
                <a16:creationId xmlns:a16="http://schemas.microsoft.com/office/drawing/2014/main" id="{63A2FBD9-6470-4088-829F-6DFCB605368B}"/>
              </a:ext>
            </a:extLst>
          </p:cNvPr>
          <p:cNvSpPr>
            <a:spLocks noGrp="1"/>
          </p:cNvSpPr>
          <p:nvPr/>
        </p:nvSpPr>
        <p:spPr>
          <a:xfrm>
            <a:off x="20818233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3" name="Circle">
            <a:extLst>
              <a:ext uri="{FF2B5EF4-FFF2-40B4-BE49-F238E27FC236}">
                <a16:creationId xmlns:a16="http://schemas.microsoft.com/office/drawing/2014/main" id="{2AEC453B-5DE9-4CFE-AF79-CDEFFB4718E8}"/>
              </a:ext>
            </a:extLst>
          </p:cNvPr>
          <p:cNvSpPr>
            <a:spLocks noGrp="1"/>
          </p:cNvSpPr>
          <p:nvPr/>
        </p:nvSpPr>
        <p:spPr>
          <a:xfrm>
            <a:off x="13800639" y="8645137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4" name="Circle">
            <a:extLst>
              <a:ext uri="{FF2B5EF4-FFF2-40B4-BE49-F238E27FC236}">
                <a16:creationId xmlns:a16="http://schemas.microsoft.com/office/drawing/2014/main" id="{F88CF828-47D5-4D55-A8AE-5692B75C0929}"/>
              </a:ext>
            </a:extLst>
          </p:cNvPr>
          <p:cNvSpPr>
            <a:spLocks noGrp="1"/>
          </p:cNvSpPr>
          <p:nvPr/>
        </p:nvSpPr>
        <p:spPr>
          <a:xfrm>
            <a:off x="5147824" y="221017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5" name="Circle">
            <a:extLst>
              <a:ext uri="{FF2B5EF4-FFF2-40B4-BE49-F238E27FC236}">
                <a16:creationId xmlns:a16="http://schemas.microsoft.com/office/drawing/2014/main" id="{D4B49D23-FF6B-4BDB-887B-8F88FBBBAD2A}"/>
              </a:ext>
            </a:extLst>
          </p:cNvPr>
          <p:cNvSpPr>
            <a:spLocks noGrp="1"/>
          </p:cNvSpPr>
          <p:nvPr/>
        </p:nvSpPr>
        <p:spPr>
          <a:xfrm>
            <a:off x="18928173" y="4970890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6" name="Circle">
            <a:extLst>
              <a:ext uri="{FF2B5EF4-FFF2-40B4-BE49-F238E27FC236}">
                <a16:creationId xmlns:a16="http://schemas.microsoft.com/office/drawing/2014/main" id="{DAE8268C-A407-4289-BCB9-376CE1554C0E}"/>
              </a:ext>
            </a:extLst>
          </p:cNvPr>
          <p:cNvSpPr>
            <a:spLocks noGrp="1"/>
          </p:cNvSpPr>
          <p:nvPr/>
        </p:nvSpPr>
        <p:spPr>
          <a:xfrm>
            <a:off x="2112972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7" name="Line">
            <a:extLst>
              <a:ext uri="{FF2B5EF4-FFF2-40B4-BE49-F238E27FC236}">
                <a16:creationId xmlns:a16="http://schemas.microsoft.com/office/drawing/2014/main" id="{85FCE460-580F-452A-B782-4F1364315352}"/>
              </a:ext>
            </a:extLst>
          </p:cNvPr>
          <p:cNvSpPr>
            <a:spLocks noGrp="1"/>
          </p:cNvSpPr>
          <p:nvPr/>
        </p:nvSpPr>
        <p:spPr>
          <a:xfrm flipV="1">
            <a:off x="3601595" y="583344"/>
            <a:ext cx="17483196" cy="10974149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36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maximum margin separator">
            <a:extLst>
              <a:ext uri="{FF2B5EF4-FFF2-40B4-BE49-F238E27FC236}">
                <a16:creationId xmlns:a16="http://schemas.microsoft.com/office/drawing/2014/main" id="{601D7D78-C8E1-4167-AC60-EFC12692B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separador de margem máxima</a:t>
            </a:r>
          </a:p>
        </p:txBody>
      </p:sp>
      <p:sp>
        <p:nvSpPr>
          <p:cNvPr id="820" name="boundary that maximizes the distance between any of the data points">
            <a:extLst>
              <a:ext uri="{FF2B5EF4-FFF2-40B4-BE49-F238E27FC236}">
                <a16:creationId xmlns:a16="http://schemas.microsoft.com/office/drawing/2014/main" id="{4033861A-6CB8-4B7A-917D-44055C61D9CA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 que maximiza a distância entre quaisquer pontos de dados</a:t>
            </a:r>
          </a:p>
        </p:txBody>
      </p:sp>
    </p:spTree>
    <p:extLst>
      <p:ext uri="{BB962C8B-B14F-4D97-AF65-F5344CB8AC3E}">
        <p14:creationId xmlns:p14="http://schemas.microsoft.com/office/powerpoint/2010/main" val="2077586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A5E46-33DA-81EB-2AB8-DF45F58B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Line">
            <a:extLst>
              <a:ext uri="{FF2B5EF4-FFF2-40B4-BE49-F238E27FC236}">
                <a16:creationId xmlns:a16="http://schemas.microsoft.com/office/drawing/2014/main" id="{65F15CF0-4641-2387-64E8-5F907E95DAD8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0" name="Line">
            <a:extLst>
              <a:ext uri="{FF2B5EF4-FFF2-40B4-BE49-F238E27FC236}">
                <a16:creationId xmlns:a16="http://schemas.microsoft.com/office/drawing/2014/main" id="{E41EB6C2-B51C-9580-749B-E8C7D50DC950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1" name="Circle">
            <a:extLst>
              <a:ext uri="{FF2B5EF4-FFF2-40B4-BE49-F238E27FC236}">
                <a16:creationId xmlns:a16="http://schemas.microsoft.com/office/drawing/2014/main" id="{411C6998-C03D-DBD8-42AA-4D62223222AE}"/>
              </a:ext>
            </a:extLst>
          </p:cNvPr>
          <p:cNvSpPr>
            <a:spLocks noGrp="1"/>
          </p:cNvSpPr>
          <p:nvPr/>
        </p:nvSpPr>
        <p:spPr>
          <a:xfrm>
            <a:off x="21129724" y="778707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2" name="Circle">
            <a:extLst>
              <a:ext uri="{FF2B5EF4-FFF2-40B4-BE49-F238E27FC236}">
                <a16:creationId xmlns:a16="http://schemas.microsoft.com/office/drawing/2014/main" id="{FEE29CD3-F5B5-8495-DF04-0DF97B69C14D}"/>
              </a:ext>
            </a:extLst>
          </p:cNvPr>
          <p:cNvSpPr>
            <a:spLocks noGrp="1"/>
          </p:cNvSpPr>
          <p:nvPr/>
        </p:nvSpPr>
        <p:spPr>
          <a:xfrm>
            <a:off x="15751040" y="909972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3" name="Circle">
            <a:extLst>
              <a:ext uri="{FF2B5EF4-FFF2-40B4-BE49-F238E27FC236}">
                <a16:creationId xmlns:a16="http://schemas.microsoft.com/office/drawing/2014/main" id="{7E46C51A-0BCF-D625-A2CB-90828CF6E363}"/>
              </a:ext>
            </a:extLst>
          </p:cNvPr>
          <p:cNvSpPr>
            <a:spLocks noGrp="1"/>
          </p:cNvSpPr>
          <p:nvPr/>
        </p:nvSpPr>
        <p:spPr>
          <a:xfrm>
            <a:off x="19191459" y="695401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4" name="Circle">
            <a:extLst>
              <a:ext uri="{FF2B5EF4-FFF2-40B4-BE49-F238E27FC236}">
                <a16:creationId xmlns:a16="http://schemas.microsoft.com/office/drawing/2014/main" id="{72C1161F-E09E-AF3A-64A8-9F61572617F7}"/>
              </a:ext>
            </a:extLst>
          </p:cNvPr>
          <p:cNvSpPr>
            <a:spLocks noGrp="1"/>
          </p:cNvSpPr>
          <p:nvPr/>
        </p:nvSpPr>
        <p:spPr>
          <a:xfrm>
            <a:off x="17323398" y="864513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5" name="Circle">
            <a:extLst>
              <a:ext uri="{FF2B5EF4-FFF2-40B4-BE49-F238E27FC236}">
                <a16:creationId xmlns:a16="http://schemas.microsoft.com/office/drawing/2014/main" id="{01E5D40B-8198-804A-7965-35D7C69A8C6E}"/>
              </a:ext>
            </a:extLst>
          </p:cNvPr>
          <p:cNvSpPr>
            <a:spLocks noGrp="1"/>
          </p:cNvSpPr>
          <p:nvPr/>
        </p:nvSpPr>
        <p:spPr>
          <a:xfrm>
            <a:off x="16326118" y="6560566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6" name="Circle">
            <a:extLst>
              <a:ext uri="{FF2B5EF4-FFF2-40B4-BE49-F238E27FC236}">
                <a16:creationId xmlns:a16="http://schemas.microsoft.com/office/drawing/2014/main" id="{0D6DFFA9-30C7-5A2C-01A4-884040EDDED6}"/>
              </a:ext>
            </a:extLst>
          </p:cNvPr>
          <p:cNvSpPr>
            <a:spLocks noGrp="1"/>
          </p:cNvSpPr>
          <p:nvPr/>
        </p:nvSpPr>
        <p:spPr>
          <a:xfrm>
            <a:off x="19466140" y="892883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7" name="Circle">
            <a:extLst>
              <a:ext uri="{FF2B5EF4-FFF2-40B4-BE49-F238E27FC236}">
                <a16:creationId xmlns:a16="http://schemas.microsoft.com/office/drawing/2014/main" id="{56944082-1E99-43CF-E32E-6F81D8977069}"/>
              </a:ext>
            </a:extLst>
          </p:cNvPr>
          <p:cNvSpPr>
            <a:spLocks noGrp="1"/>
          </p:cNvSpPr>
          <p:nvPr/>
        </p:nvSpPr>
        <p:spPr>
          <a:xfrm>
            <a:off x="21129724" y="557797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8" name="Circle">
            <a:extLst>
              <a:ext uri="{FF2B5EF4-FFF2-40B4-BE49-F238E27FC236}">
                <a16:creationId xmlns:a16="http://schemas.microsoft.com/office/drawing/2014/main" id="{A8163A25-3BAB-0506-A652-BC985C7EF880}"/>
              </a:ext>
            </a:extLst>
          </p:cNvPr>
          <p:cNvSpPr>
            <a:spLocks noGrp="1"/>
          </p:cNvSpPr>
          <p:nvPr/>
        </p:nvSpPr>
        <p:spPr>
          <a:xfrm>
            <a:off x="2474565" y="6954010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799" name="Circle">
            <a:extLst>
              <a:ext uri="{FF2B5EF4-FFF2-40B4-BE49-F238E27FC236}">
                <a16:creationId xmlns:a16="http://schemas.microsoft.com/office/drawing/2014/main" id="{E097DF99-CA02-DCCE-2EC2-5A0455A2998F}"/>
              </a:ext>
            </a:extLst>
          </p:cNvPr>
          <p:cNvSpPr>
            <a:spLocks noGrp="1"/>
          </p:cNvSpPr>
          <p:nvPr/>
        </p:nvSpPr>
        <p:spPr>
          <a:xfrm>
            <a:off x="2848984" y="41735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0" name="Circle">
            <a:extLst>
              <a:ext uri="{FF2B5EF4-FFF2-40B4-BE49-F238E27FC236}">
                <a16:creationId xmlns:a16="http://schemas.microsoft.com/office/drawing/2014/main" id="{E6C3A5FE-A9AB-91E2-A39F-BA228F311564}"/>
              </a:ext>
            </a:extLst>
          </p:cNvPr>
          <p:cNvSpPr>
            <a:spLocks noGrp="1"/>
          </p:cNvSpPr>
          <p:nvPr/>
        </p:nvSpPr>
        <p:spPr>
          <a:xfrm>
            <a:off x="3892695" y="5957453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1" name="Circle">
            <a:extLst>
              <a:ext uri="{FF2B5EF4-FFF2-40B4-BE49-F238E27FC236}">
                <a16:creationId xmlns:a16="http://schemas.microsoft.com/office/drawing/2014/main" id="{4D69B905-4CF5-B930-7497-49BF14E230E8}"/>
              </a:ext>
            </a:extLst>
          </p:cNvPr>
          <p:cNvSpPr>
            <a:spLocks noGrp="1"/>
          </p:cNvSpPr>
          <p:nvPr/>
        </p:nvSpPr>
        <p:spPr>
          <a:xfrm>
            <a:off x="5147824" y="478227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2" name="Circle">
            <a:extLst>
              <a:ext uri="{FF2B5EF4-FFF2-40B4-BE49-F238E27FC236}">
                <a16:creationId xmlns:a16="http://schemas.microsoft.com/office/drawing/2014/main" id="{F84C2D74-4A3D-DF36-E0DA-308F4A4911D3}"/>
              </a:ext>
            </a:extLst>
          </p:cNvPr>
          <p:cNvSpPr>
            <a:spLocks noGrp="1"/>
          </p:cNvSpPr>
          <p:nvPr/>
        </p:nvSpPr>
        <p:spPr>
          <a:xfrm>
            <a:off x="11114116" y="2420782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3" name="Circle">
            <a:extLst>
              <a:ext uri="{FF2B5EF4-FFF2-40B4-BE49-F238E27FC236}">
                <a16:creationId xmlns:a16="http://schemas.microsoft.com/office/drawing/2014/main" id="{57347E0D-060A-C3E6-AFA3-1A1355B167EF}"/>
              </a:ext>
            </a:extLst>
          </p:cNvPr>
          <p:cNvSpPr>
            <a:spLocks noGrp="1"/>
          </p:cNvSpPr>
          <p:nvPr/>
        </p:nvSpPr>
        <p:spPr>
          <a:xfrm>
            <a:off x="8384809" y="309745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4" name="Circle">
            <a:extLst>
              <a:ext uri="{FF2B5EF4-FFF2-40B4-BE49-F238E27FC236}">
                <a16:creationId xmlns:a16="http://schemas.microsoft.com/office/drawing/2014/main" id="{39F8F753-4422-2C73-EB16-4262937BCADA}"/>
              </a:ext>
            </a:extLst>
          </p:cNvPr>
          <p:cNvSpPr>
            <a:spLocks noGrp="1"/>
          </p:cNvSpPr>
          <p:nvPr/>
        </p:nvSpPr>
        <p:spPr>
          <a:xfrm>
            <a:off x="9726062" y="36824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5" name="Circle">
            <a:extLst>
              <a:ext uri="{FF2B5EF4-FFF2-40B4-BE49-F238E27FC236}">
                <a16:creationId xmlns:a16="http://schemas.microsoft.com/office/drawing/2014/main" id="{3740078C-9F53-C03F-BBDB-562FA26C0D13}"/>
              </a:ext>
            </a:extLst>
          </p:cNvPr>
          <p:cNvSpPr>
            <a:spLocks noGrp="1"/>
          </p:cNvSpPr>
          <p:nvPr/>
        </p:nvSpPr>
        <p:spPr>
          <a:xfrm>
            <a:off x="6542833" y="3682481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6" name="Circle">
            <a:extLst>
              <a:ext uri="{FF2B5EF4-FFF2-40B4-BE49-F238E27FC236}">
                <a16:creationId xmlns:a16="http://schemas.microsoft.com/office/drawing/2014/main" id="{530F0896-56CF-6F2E-E597-D4D4C40EB0EC}"/>
              </a:ext>
            </a:extLst>
          </p:cNvPr>
          <p:cNvSpPr>
            <a:spLocks noGrp="1"/>
          </p:cNvSpPr>
          <p:nvPr/>
        </p:nvSpPr>
        <p:spPr>
          <a:xfrm>
            <a:off x="8959924" y="1265763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7" name="Circle">
            <a:extLst>
              <a:ext uri="{FF2B5EF4-FFF2-40B4-BE49-F238E27FC236}">
                <a16:creationId xmlns:a16="http://schemas.microsoft.com/office/drawing/2014/main" id="{5B7D2DC6-CE37-948A-035A-F60B343ADD3E}"/>
              </a:ext>
            </a:extLst>
          </p:cNvPr>
          <p:cNvSpPr>
            <a:spLocks noGrp="1"/>
          </p:cNvSpPr>
          <p:nvPr/>
        </p:nvSpPr>
        <p:spPr>
          <a:xfrm>
            <a:off x="11320191" y="613249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8" name="Circle">
            <a:extLst>
              <a:ext uri="{FF2B5EF4-FFF2-40B4-BE49-F238E27FC236}">
                <a16:creationId xmlns:a16="http://schemas.microsoft.com/office/drawing/2014/main" id="{60947764-0150-4536-05B0-9BE5DA437491}"/>
              </a:ext>
            </a:extLst>
          </p:cNvPr>
          <p:cNvSpPr>
            <a:spLocks noGrp="1"/>
          </p:cNvSpPr>
          <p:nvPr/>
        </p:nvSpPr>
        <p:spPr>
          <a:xfrm>
            <a:off x="7053874" y="1933360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09" name="Circle">
            <a:extLst>
              <a:ext uri="{FF2B5EF4-FFF2-40B4-BE49-F238E27FC236}">
                <a16:creationId xmlns:a16="http://schemas.microsoft.com/office/drawing/2014/main" id="{1377B4BC-D013-B5E5-76F8-32B7CC549CBE}"/>
              </a:ext>
            </a:extLst>
          </p:cNvPr>
          <p:cNvSpPr>
            <a:spLocks noGrp="1"/>
          </p:cNvSpPr>
          <p:nvPr/>
        </p:nvSpPr>
        <p:spPr>
          <a:xfrm>
            <a:off x="13390737" y="104956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0" name="Circle">
            <a:extLst>
              <a:ext uri="{FF2B5EF4-FFF2-40B4-BE49-F238E27FC236}">
                <a16:creationId xmlns:a16="http://schemas.microsoft.com/office/drawing/2014/main" id="{EA5F9ADB-CDC8-186A-4B56-07C0937B0127}"/>
              </a:ext>
            </a:extLst>
          </p:cNvPr>
          <p:cNvSpPr>
            <a:spLocks noGrp="1"/>
          </p:cNvSpPr>
          <p:nvPr/>
        </p:nvSpPr>
        <p:spPr>
          <a:xfrm>
            <a:off x="16653735" y="104956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1" name="Circle">
            <a:extLst>
              <a:ext uri="{FF2B5EF4-FFF2-40B4-BE49-F238E27FC236}">
                <a16:creationId xmlns:a16="http://schemas.microsoft.com/office/drawing/2014/main" id="{0051014B-52E4-217D-A2E3-D08F08E7588D}"/>
              </a:ext>
            </a:extLst>
          </p:cNvPr>
          <p:cNvSpPr>
            <a:spLocks noGrp="1"/>
          </p:cNvSpPr>
          <p:nvPr/>
        </p:nvSpPr>
        <p:spPr>
          <a:xfrm>
            <a:off x="18568446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2" name="Circle">
            <a:extLst>
              <a:ext uri="{FF2B5EF4-FFF2-40B4-BE49-F238E27FC236}">
                <a16:creationId xmlns:a16="http://schemas.microsoft.com/office/drawing/2014/main" id="{4A205A8F-722C-3777-F4DC-9A808867357A}"/>
              </a:ext>
            </a:extLst>
          </p:cNvPr>
          <p:cNvSpPr>
            <a:spLocks noGrp="1"/>
          </p:cNvSpPr>
          <p:nvPr/>
        </p:nvSpPr>
        <p:spPr>
          <a:xfrm>
            <a:off x="20818233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3" name="Circle">
            <a:extLst>
              <a:ext uri="{FF2B5EF4-FFF2-40B4-BE49-F238E27FC236}">
                <a16:creationId xmlns:a16="http://schemas.microsoft.com/office/drawing/2014/main" id="{1562C81F-4ECC-0A4F-9BBB-4814DC364533}"/>
              </a:ext>
            </a:extLst>
          </p:cNvPr>
          <p:cNvSpPr>
            <a:spLocks noGrp="1"/>
          </p:cNvSpPr>
          <p:nvPr/>
        </p:nvSpPr>
        <p:spPr>
          <a:xfrm>
            <a:off x="13800639" y="8645137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4" name="Circle">
            <a:extLst>
              <a:ext uri="{FF2B5EF4-FFF2-40B4-BE49-F238E27FC236}">
                <a16:creationId xmlns:a16="http://schemas.microsoft.com/office/drawing/2014/main" id="{A5DDF5A9-61CE-D096-7BEF-5638093ADB2A}"/>
              </a:ext>
            </a:extLst>
          </p:cNvPr>
          <p:cNvSpPr>
            <a:spLocks noGrp="1"/>
          </p:cNvSpPr>
          <p:nvPr/>
        </p:nvSpPr>
        <p:spPr>
          <a:xfrm>
            <a:off x="5147824" y="2210172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5" name="Circle">
            <a:extLst>
              <a:ext uri="{FF2B5EF4-FFF2-40B4-BE49-F238E27FC236}">
                <a16:creationId xmlns:a16="http://schemas.microsoft.com/office/drawing/2014/main" id="{00490C38-517A-2399-4076-A49BAD9C3068}"/>
              </a:ext>
            </a:extLst>
          </p:cNvPr>
          <p:cNvSpPr>
            <a:spLocks noGrp="1"/>
          </p:cNvSpPr>
          <p:nvPr/>
        </p:nvSpPr>
        <p:spPr>
          <a:xfrm>
            <a:off x="18928173" y="4970890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6" name="Circle">
            <a:extLst>
              <a:ext uri="{FF2B5EF4-FFF2-40B4-BE49-F238E27FC236}">
                <a16:creationId xmlns:a16="http://schemas.microsoft.com/office/drawing/2014/main" id="{AC7A90CA-9A12-7359-BBBE-27B1E553D8D6}"/>
              </a:ext>
            </a:extLst>
          </p:cNvPr>
          <p:cNvSpPr>
            <a:spLocks noGrp="1"/>
          </p:cNvSpPr>
          <p:nvPr/>
        </p:nvSpPr>
        <p:spPr>
          <a:xfrm>
            <a:off x="2112972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17" name="Line">
            <a:extLst>
              <a:ext uri="{FF2B5EF4-FFF2-40B4-BE49-F238E27FC236}">
                <a16:creationId xmlns:a16="http://schemas.microsoft.com/office/drawing/2014/main" id="{3005686C-8569-27D3-9479-892968982A3D}"/>
              </a:ext>
            </a:extLst>
          </p:cNvPr>
          <p:cNvSpPr>
            <a:spLocks noGrp="1"/>
          </p:cNvSpPr>
          <p:nvPr/>
        </p:nvSpPr>
        <p:spPr>
          <a:xfrm flipV="1">
            <a:off x="3784475" y="834804"/>
            <a:ext cx="17483196" cy="10974149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CB73B35F-351E-9F8C-EEF7-89FAF5331762}"/>
              </a:ext>
            </a:extLst>
          </p:cNvPr>
          <p:cNvSpPr>
            <a:spLocks noGrp="1"/>
          </p:cNvSpPr>
          <p:nvPr/>
        </p:nvSpPr>
        <p:spPr>
          <a:xfrm flipV="1">
            <a:off x="1915039" y="-718425"/>
            <a:ext cx="17483196" cy="10974149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 dirty="0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59BEA0F6-FD9D-305A-B6F7-DBF523FCEFCE}"/>
              </a:ext>
            </a:extLst>
          </p:cNvPr>
          <p:cNvSpPr>
            <a:spLocks noGrp="1"/>
          </p:cNvSpPr>
          <p:nvPr/>
        </p:nvSpPr>
        <p:spPr>
          <a:xfrm flipV="1">
            <a:off x="5946089" y="2268071"/>
            <a:ext cx="17483196" cy="10974149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43085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Line">
            <a:extLst>
              <a:ext uri="{FF2B5EF4-FFF2-40B4-BE49-F238E27FC236}">
                <a16:creationId xmlns:a16="http://schemas.microsoft.com/office/drawing/2014/main" id="{30269302-0FCC-47F7-913D-95C853984D96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3" name="Line">
            <a:extLst>
              <a:ext uri="{FF2B5EF4-FFF2-40B4-BE49-F238E27FC236}">
                <a16:creationId xmlns:a16="http://schemas.microsoft.com/office/drawing/2014/main" id="{FF3B57DB-6732-484D-8667-5CF3205C2E2A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4" name="Circle">
            <a:extLst>
              <a:ext uri="{FF2B5EF4-FFF2-40B4-BE49-F238E27FC236}">
                <a16:creationId xmlns:a16="http://schemas.microsoft.com/office/drawing/2014/main" id="{210F5F16-4799-41A6-A874-A7CDED7E18E4}"/>
              </a:ext>
            </a:extLst>
          </p:cNvPr>
          <p:cNvSpPr>
            <a:spLocks noGrp="1"/>
          </p:cNvSpPr>
          <p:nvPr/>
        </p:nvSpPr>
        <p:spPr>
          <a:xfrm>
            <a:off x="21129724" y="778707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5" name="Circle">
            <a:extLst>
              <a:ext uri="{FF2B5EF4-FFF2-40B4-BE49-F238E27FC236}">
                <a16:creationId xmlns:a16="http://schemas.microsoft.com/office/drawing/2014/main" id="{F10AB0AB-E872-49EE-81E8-36829DE14B5A}"/>
              </a:ext>
            </a:extLst>
          </p:cNvPr>
          <p:cNvSpPr>
            <a:spLocks noGrp="1"/>
          </p:cNvSpPr>
          <p:nvPr/>
        </p:nvSpPr>
        <p:spPr>
          <a:xfrm>
            <a:off x="15686471" y="105300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6" name="Circle">
            <a:extLst>
              <a:ext uri="{FF2B5EF4-FFF2-40B4-BE49-F238E27FC236}">
                <a16:creationId xmlns:a16="http://schemas.microsoft.com/office/drawing/2014/main" id="{45ABBDBB-CD0B-489A-9068-9A33E1D638AC}"/>
              </a:ext>
            </a:extLst>
          </p:cNvPr>
          <p:cNvSpPr>
            <a:spLocks noGrp="1"/>
          </p:cNvSpPr>
          <p:nvPr/>
        </p:nvSpPr>
        <p:spPr>
          <a:xfrm>
            <a:off x="18568446" y="6794578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7" name="Circle">
            <a:extLst>
              <a:ext uri="{FF2B5EF4-FFF2-40B4-BE49-F238E27FC236}">
                <a16:creationId xmlns:a16="http://schemas.microsoft.com/office/drawing/2014/main" id="{C560D82A-E951-4B7B-A81A-D300A8AE5843}"/>
              </a:ext>
            </a:extLst>
          </p:cNvPr>
          <p:cNvSpPr>
            <a:spLocks noGrp="1"/>
          </p:cNvSpPr>
          <p:nvPr/>
        </p:nvSpPr>
        <p:spPr>
          <a:xfrm>
            <a:off x="17253194" y="7993740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8" name="Circle">
            <a:extLst>
              <a:ext uri="{FF2B5EF4-FFF2-40B4-BE49-F238E27FC236}">
                <a16:creationId xmlns:a16="http://schemas.microsoft.com/office/drawing/2014/main" id="{9C81A43D-5AF8-453D-B375-42F717B78CB2}"/>
              </a:ext>
            </a:extLst>
          </p:cNvPr>
          <p:cNvSpPr>
            <a:spLocks noGrp="1"/>
          </p:cNvSpPr>
          <p:nvPr/>
        </p:nvSpPr>
        <p:spPr>
          <a:xfrm>
            <a:off x="4887295" y="9718512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29" name="Circle">
            <a:extLst>
              <a:ext uri="{FF2B5EF4-FFF2-40B4-BE49-F238E27FC236}">
                <a16:creationId xmlns:a16="http://schemas.microsoft.com/office/drawing/2014/main" id="{881F8053-4B2C-4FBE-94B0-AC44531D6123}"/>
              </a:ext>
            </a:extLst>
          </p:cNvPr>
          <p:cNvSpPr>
            <a:spLocks noGrp="1"/>
          </p:cNvSpPr>
          <p:nvPr/>
        </p:nvSpPr>
        <p:spPr>
          <a:xfrm>
            <a:off x="21129724" y="557797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0" name="Circle">
            <a:extLst>
              <a:ext uri="{FF2B5EF4-FFF2-40B4-BE49-F238E27FC236}">
                <a16:creationId xmlns:a16="http://schemas.microsoft.com/office/drawing/2014/main" id="{EFC2CC2E-1652-4E80-8CA6-ABEB6A84CBBA}"/>
              </a:ext>
            </a:extLst>
          </p:cNvPr>
          <p:cNvSpPr>
            <a:spLocks noGrp="1"/>
          </p:cNvSpPr>
          <p:nvPr/>
        </p:nvSpPr>
        <p:spPr>
          <a:xfrm>
            <a:off x="9932787" y="8087022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1" name="Circle">
            <a:extLst>
              <a:ext uri="{FF2B5EF4-FFF2-40B4-BE49-F238E27FC236}">
                <a16:creationId xmlns:a16="http://schemas.microsoft.com/office/drawing/2014/main" id="{FCFB21DD-A08D-4463-A99E-C73C07BEAFB2}"/>
              </a:ext>
            </a:extLst>
          </p:cNvPr>
          <p:cNvSpPr>
            <a:spLocks noGrp="1"/>
          </p:cNvSpPr>
          <p:nvPr/>
        </p:nvSpPr>
        <p:spPr>
          <a:xfrm>
            <a:off x="11313996" y="9099729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2" name="Circle">
            <a:extLst>
              <a:ext uri="{FF2B5EF4-FFF2-40B4-BE49-F238E27FC236}">
                <a16:creationId xmlns:a16="http://schemas.microsoft.com/office/drawing/2014/main" id="{271A9506-4DF6-4DB9-B6FF-536622BF6440}"/>
              </a:ext>
            </a:extLst>
          </p:cNvPr>
          <p:cNvSpPr>
            <a:spLocks noGrp="1"/>
          </p:cNvSpPr>
          <p:nvPr/>
        </p:nvSpPr>
        <p:spPr>
          <a:xfrm>
            <a:off x="11067313" y="6794578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3" name="Circle">
            <a:extLst>
              <a:ext uri="{FF2B5EF4-FFF2-40B4-BE49-F238E27FC236}">
                <a16:creationId xmlns:a16="http://schemas.microsoft.com/office/drawing/2014/main" id="{26BDB5F4-614C-4026-BEA2-8B0721647734}"/>
              </a:ext>
            </a:extLst>
          </p:cNvPr>
          <p:cNvSpPr>
            <a:spLocks noGrp="1"/>
          </p:cNvSpPr>
          <p:nvPr/>
        </p:nvSpPr>
        <p:spPr>
          <a:xfrm>
            <a:off x="11067313" y="343146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4" name="Circle">
            <a:extLst>
              <a:ext uri="{FF2B5EF4-FFF2-40B4-BE49-F238E27FC236}">
                <a16:creationId xmlns:a16="http://schemas.microsoft.com/office/drawing/2014/main" id="{A71CED22-89A0-4149-89CF-CBAE29258CD2}"/>
              </a:ext>
            </a:extLst>
          </p:cNvPr>
          <p:cNvSpPr>
            <a:spLocks noGrp="1"/>
          </p:cNvSpPr>
          <p:nvPr/>
        </p:nvSpPr>
        <p:spPr>
          <a:xfrm>
            <a:off x="15202394" y="448129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5" name="Circle">
            <a:extLst>
              <a:ext uri="{FF2B5EF4-FFF2-40B4-BE49-F238E27FC236}">
                <a16:creationId xmlns:a16="http://schemas.microsoft.com/office/drawing/2014/main" id="{F3251B71-F2F3-4550-9D79-4DCCE7F2102C}"/>
              </a:ext>
            </a:extLst>
          </p:cNvPr>
          <p:cNvSpPr>
            <a:spLocks noGrp="1"/>
          </p:cNvSpPr>
          <p:nvPr/>
        </p:nvSpPr>
        <p:spPr>
          <a:xfrm>
            <a:off x="12936584" y="7787073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6" name="Circle">
            <a:extLst>
              <a:ext uri="{FF2B5EF4-FFF2-40B4-BE49-F238E27FC236}">
                <a16:creationId xmlns:a16="http://schemas.microsoft.com/office/drawing/2014/main" id="{C5732D23-1855-402F-9D3F-A9E4472402DC}"/>
              </a:ext>
            </a:extLst>
          </p:cNvPr>
          <p:cNvSpPr>
            <a:spLocks noGrp="1"/>
          </p:cNvSpPr>
          <p:nvPr/>
        </p:nvSpPr>
        <p:spPr>
          <a:xfrm>
            <a:off x="14310867" y="5311763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7" name="Circle">
            <a:extLst>
              <a:ext uri="{FF2B5EF4-FFF2-40B4-BE49-F238E27FC236}">
                <a16:creationId xmlns:a16="http://schemas.microsoft.com/office/drawing/2014/main" id="{CC9EB636-111A-4F3C-A549-136B1ACEBF3F}"/>
              </a:ext>
            </a:extLst>
          </p:cNvPr>
          <p:cNvSpPr>
            <a:spLocks noGrp="1"/>
          </p:cNvSpPr>
          <p:nvPr/>
        </p:nvSpPr>
        <p:spPr>
          <a:xfrm>
            <a:off x="12355464" y="573477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8" name="Circle">
            <a:extLst>
              <a:ext uri="{FF2B5EF4-FFF2-40B4-BE49-F238E27FC236}">
                <a16:creationId xmlns:a16="http://schemas.microsoft.com/office/drawing/2014/main" id="{25BD26E4-C3B6-418E-8F0E-363779676754}"/>
              </a:ext>
            </a:extLst>
          </p:cNvPr>
          <p:cNvSpPr>
            <a:spLocks noGrp="1"/>
          </p:cNvSpPr>
          <p:nvPr/>
        </p:nvSpPr>
        <p:spPr>
          <a:xfrm>
            <a:off x="9561574" y="448129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39" name="Circle">
            <a:extLst>
              <a:ext uri="{FF2B5EF4-FFF2-40B4-BE49-F238E27FC236}">
                <a16:creationId xmlns:a16="http://schemas.microsoft.com/office/drawing/2014/main" id="{F77A5365-7FA8-456D-852D-027CAF218C3D}"/>
              </a:ext>
            </a:extLst>
          </p:cNvPr>
          <p:cNvSpPr>
            <a:spLocks noGrp="1"/>
          </p:cNvSpPr>
          <p:nvPr/>
        </p:nvSpPr>
        <p:spPr>
          <a:xfrm>
            <a:off x="14621274" y="7787073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0" name="Circle">
            <a:extLst>
              <a:ext uri="{FF2B5EF4-FFF2-40B4-BE49-F238E27FC236}">
                <a16:creationId xmlns:a16="http://schemas.microsoft.com/office/drawing/2014/main" id="{3FCC59A6-4486-40D1-9BAC-AD8AF0ACC508}"/>
              </a:ext>
            </a:extLst>
          </p:cNvPr>
          <p:cNvSpPr>
            <a:spLocks noGrp="1"/>
          </p:cNvSpPr>
          <p:nvPr/>
        </p:nvSpPr>
        <p:spPr>
          <a:xfrm>
            <a:off x="12675960" y="36824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1" name="Circle">
            <a:extLst>
              <a:ext uri="{FF2B5EF4-FFF2-40B4-BE49-F238E27FC236}">
                <a16:creationId xmlns:a16="http://schemas.microsoft.com/office/drawing/2014/main" id="{83AC555A-D2B9-4CCC-9EAE-6539757DB40C}"/>
              </a:ext>
            </a:extLst>
          </p:cNvPr>
          <p:cNvSpPr>
            <a:spLocks noGrp="1"/>
          </p:cNvSpPr>
          <p:nvPr/>
        </p:nvSpPr>
        <p:spPr>
          <a:xfrm>
            <a:off x="8769686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2" name="Circle">
            <a:extLst>
              <a:ext uri="{FF2B5EF4-FFF2-40B4-BE49-F238E27FC236}">
                <a16:creationId xmlns:a16="http://schemas.microsoft.com/office/drawing/2014/main" id="{5F67AABA-3E2E-4933-8FA3-86481A43FE34}"/>
              </a:ext>
            </a:extLst>
          </p:cNvPr>
          <p:cNvSpPr>
            <a:spLocks noGrp="1"/>
          </p:cNvSpPr>
          <p:nvPr/>
        </p:nvSpPr>
        <p:spPr>
          <a:xfrm>
            <a:off x="6688213" y="8477732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3" name="Circle">
            <a:extLst>
              <a:ext uri="{FF2B5EF4-FFF2-40B4-BE49-F238E27FC236}">
                <a16:creationId xmlns:a16="http://schemas.microsoft.com/office/drawing/2014/main" id="{118F6487-EF53-47CC-AD93-2FE624768E7C}"/>
              </a:ext>
            </a:extLst>
          </p:cNvPr>
          <p:cNvSpPr>
            <a:spLocks noGrp="1"/>
          </p:cNvSpPr>
          <p:nvPr/>
        </p:nvSpPr>
        <p:spPr>
          <a:xfrm>
            <a:off x="18568446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4" name="Circle">
            <a:extLst>
              <a:ext uri="{FF2B5EF4-FFF2-40B4-BE49-F238E27FC236}">
                <a16:creationId xmlns:a16="http://schemas.microsoft.com/office/drawing/2014/main" id="{8857EC48-39B0-4EBC-9C2C-9882431572EB}"/>
              </a:ext>
            </a:extLst>
          </p:cNvPr>
          <p:cNvSpPr>
            <a:spLocks noGrp="1"/>
          </p:cNvSpPr>
          <p:nvPr/>
        </p:nvSpPr>
        <p:spPr>
          <a:xfrm>
            <a:off x="7224434" y="105300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5" name="Circle">
            <a:extLst>
              <a:ext uri="{FF2B5EF4-FFF2-40B4-BE49-F238E27FC236}">
                <a16:creationId xmlns:a16="http://schemas.microsoft.com/office/drawing/2014/main" id="{0A3AED58-03DC-4AF3-9488-FC38BB063A55}"/>
              </a:ext>
            </a:extLst>
          </p:cNvPr>
          <p:cNvSpPr>
            <a:spLocks noGrp="1"/>
          </p:cNvSpPr>
          <p:nvPr/>
        </p:nvSpPr>
        <p:spPr>
          <a:xfrm>
            <a:off x="20341607" y="2528197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6" name="Circle">
            <a:extLst>
              <a:ext uri="{FF2B5EF4-FFF2-40B4-BE49-F238E27FC236}">
                <a16:creationId xmlns:a16="http://schemas.microsoft.com/office/drawing/2014/main" id="{61F13FFF-3897-4C6E-AC2F-461D378B938A}"/>
              </a:ext>
            </a:extLst>
          </p:cNvPr>
          <p:cNvSpPr>
            <a:spLocks noGrp="1"/>
          </p:cNvSpPr>
          <p:nvPr/>
        </p:nvSpPr>
        <p:spPr>
          <a:xfrm>
            <a:off x="8980856" y="6049805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7" name="Circle">
            <a:extLst>
              <a:ext uri="{FF2B5EF4-FFF2-40B4-BE49-F238E27FC236}">
                <a16:creationId xmlns:a16="http://schemas.microsoft.com/office/drawing/2014/main" id="{2A596561-C2B9-472B-A071-BEE6EF88FC5F}"/>
              </a:ext>
            </a:extLst>
          </p:cNvPr>
          <p:cNvSpPr>
            <a:spLocks noGrp="1"/>
          </p:cNvSpPr>
          <p:nvPr/>
        </p:nvSpPr>
        <p:spPr>
          <a:xfrm>
            <a:off x="18088778" y="118709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8" name="Circle">
            <a:extLst>
              <a:ext uri="{FF2B5EF4-FFF2-40B4-BE49-F238E27FC236}">
                <a16:creationId xmlns:a16="http://schemas.microsoft.com/office/drawing/2014/main" id="{F0AC1B26-0589-443A-B8F3-8BD8CE64ACB5}"/>
              </a:ext>
            </a:extLst>
          </p:cNvPr>
          <p:cNvSpPr>
            <a:spLocks noGrp="1"/>
          </p:cNvSpPr>
          <p:nvPr/>
        </p:nvSpPr>
        <p:spPr>
          <a:xfrm>
            <a:off x="2112972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49" name="Circle">
            <a:extLst>
              <a:ext uri="{FF2B5EF4-FFF2-40B4-BE49-F238E27FC236}">
                <a16:creationId xmlns:a16="http://schemas.microsoft.com/office/drawing/2014/main" id="{178024E0-9ADD-48E8-B77F-EBE306C2DA35}"/>
              </a:ext>
            </a:extLst>
          </p:cNvPr>
          <p:cNvSpPr>
            <a:spLocks noGrp="1"/>
          </p:cNvSpPr>
          <p:nvPr/>
        </p:nvSpPr>
        <p:spPr>
          <a:xfrm>
            <a:off x="4887295" y="731549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0" name="Circle">
            <a:extLst>
              <a:ext uri="{FF2B5EF4-FFF2-40B4-BE49-F238E27FC236}">
                <a16:creationId xmlns:a16="http://schemas.microsoft.com/office/drawing/2014/main" id="{0ACF8A24-B917-4ACA-86DC-CFAD12F150E8}"/>
              </a:ext>
            </a:extLst>
          </p:cNvPr>
          <p:cNvSpPr>
            <a:spLocks noGrp="1"/>
          </p:cNvSpPr>
          <p:nvPr/>
        </p:nvSpPr>
        <p:spPr>
          <a:xfrm>
            <a:off x="5891130" y="5311763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1" name="Circle">
            <a:extLst>
              <a:ext uri="{FF2B5EF4-FFF2-40B4-BE49-F238E27FC236}">
                <a16:creationId xmlns:a16="http://schemas.microsoft.com/office/drawing/2014/main" id="{5A1A9E08-5CD9-4F0E-A1EE-A69AF3A11AAB}"/>
              </a:ext>
            </a:extLst>
          </p:cNvPr>
          <p:cNvSpPr>
            <a:spLocks noGrp="1"/>
          </p:cNvSpPr>
          <p:nvPr/>
        </p:nvSpPr>
        <p:spPr>
          <a:xfrm>
            <a:off x="392075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2" name="Circle">
            <a:extLst>
              <a:ext uri="{FF2B5EF4-FFF2-40B4-BE49-F238E27FC236}">
                <a16:creationId xmlns:a16="http://schemas.microsoft.com/office/drawing/2014/main" id="{4713F8EE-2065-4494-BC95-1C8C39A22010}"/>
              </a:ext>
            </a:extLst>
          </p:cNvPr>
          <p:cNvSpPr>
            <a:spLocks noGrp="1"/>
          </p:cNvSpPr>
          <p:nvPr/>
        </p:nvSpPr>
        <p:spPr>
          <a:xfrm>
            <a:off x="6836605" y="25281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3" name="Circle">
            <a:extLst>
              <a:ext uri="{FF2B5EF4-FFF2-40B4-BE49-F238E27FC236}">
                <a16:creationId xmlns:a16="http://schemas.microsoft.com/office/drawing/2014/main" id="{EB4163B5-90F9-4834-8B9F-D094EB75665E}"/>
              </a:ext>
            </a:extLst>
          </p:cNvPr>
          <p:cNvSpPr>
            <a:spLocks noGrp="1"/>
          </p:cNvSpPr>
          <p:nvPr/>
        </p:nvSpPr>
        <p:spPr>
          <a:xfrm>
            <a:off x="8980856" y="87557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4" name="Circle">
            <a:extLst>
              <a:ext uri="{FF2B5EF4-FFF2-40B4-BE49-F238E27FC236}">
                <a16:creationId xmlns:a16="http://schemas.microsoft.com/office/drawing/2014/main" id="{AB847C72-6776-459A-A87B-CF23403E03D8}"/>
              </a:ext>
            </a:extLst>
          </p:cNvPr>
          <p:cNvSpPr>
            <a:spLocks noGrp="1"/>
          </p:cNvSpPr>
          <p:nvPr/>
        </p:nvSpPr>
        <p:spPr>
          <a:xfrm>
            <a:off x="5235859" y="905014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5" name="Circle">
            <a:extLst>
              <a:ext uri="{FF2B5EF4-FFF2-40B4-BE49-F238E27FC236}">
                <a16:creationId xmlns:a16="http://schemas.microsoft.com/office/drawing/2014/main" id="{70055777-F26E-4B1F-A6E2-06DA5B50301A}"/>
              </a:ext>
            </a:extLst>
          </p:cNvPr>
          <p:cNvSpPr>
            <a:spLocks noGrp="1"/>
          </p:cNvSpPr>
          <p:nvPr/>
        </p:nvSpPr>
        <p:spPr>
          <a:xfrm>
            <a:off x="11313996" y="51760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6" name="Circle">
            <a:extLst>
              <a:ext uri="{FF2B5EF4-FFF2-40B4-BE49-F238E27FC236}">
                <a16:creationId xmlns:a16="http://schemas.microsoft.com/office/drawing/2014/main" id="{183D89C0-F39C-4302-BC27-EFCBE3254D3B}"/>
              </a:ext>
            </a:extLst>
          </p:cNvPr>
          <p:cNvSpPr>
            <a:spLocks noGrp="1"/>
          </p:cNvSpPr>
          <p:nvPr/>
        </p:nvSpPr>
        <p:spPr>
          <a:xfrm>
            <a:off x="14929854" y="51760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7" name="Circle">
            <a:extLst>
              <a:ext uri="{FF2B5EF4-FFF2-40B4-BE49-F238E27FC236}">
                <a16:creationId xmlns:a16="http://schemas.microsoft.com/office/drawing/2014/main" id="{73FD1D05-5193-4850-BAEC-6F2A2418CD2C}"/>
              </a:ext>
            </a:extLst>
          </p:cNvPr>
          <p:cNvSpPr>
            <a:spLocks noGrp="1"/>
          </p:cNvSpPr>
          <p:nvPr/>
        </p:nvSpPr>
        <p:spPr>
          <a:xfrm>
            <a:off x="16902842" y="25281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58" name="Circle">
            <a:extLst>
              <a:ext uri="{FF2B5EF4-FFF2-40B4-BE49-F238E27FC236}">
                <a16:creationId xmlns:a16="http://schemas.microsoft.com/office/drawing/2014/main" id="{D95005BE-BD9C-4C8C-80B8-394B72BCA569}"/>
              </a:ext>
            </a:extLst>
          </p:cNvPr>
          <p:cNvSpPr>
            <a:spLocks noGrp="1"/>
          </p:cNvSpPr>
          <p:nvPr/>
        </p:nvSpPr>
        <p:spPr>
          <a:xfrm>
            <a:off x="18213872" y="409581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8791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Line">
            <a:extLst>
              <a:ext uri="{FF2B5EF4-FFF2-40B4-BE49-F238E27FC236}">
                <a16:creationId xmlns:a16="http://schemas.microsoft.com/office/drawing/2014/main" id="{1818C977-3C43-42F7-9298-1704EC83A843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1" name="Line">
            <a:extLst>
              <a:ext uri="{FF2B5EF4-FFF2-40B4-BE49-F238E27FC236}">
                <a16:creationId xmlns:a16="http://schemas.microsoft.com/office/drawing/2014/main" id="{983AB5C8-9636-4637-ACA0-A599C9FF7043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2" name="Circle">
            <a:extLst>
              <a:ext uri="{FF2B5EF4-FFF2-40B4-BE49-F238E27FC236}">
                <a16:creationId xmlns:a16="http://schemas.microsoft.com/office/drawing/2014/main" id="{88B24E11-4A49-4C78-BFBD-8E71C2F05D0D}"/>
              </a:ext>
            </a:extLst>
          </p:cNvPr>
          <p:cNvSpPr>
            <a:spLocks noGrp="1"/>
          </p:cNvSpPr>
          <p:nvPr/>
        </p:nvSpPr>
        <p:spPr>
          <a:xfrm>
            <a:off x="21129724" y="778707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3" name="Circle">
            <a:extLst>
              <a:ext uri="{FF2B5EF4-FFF2-40B4-BE49-F238E27FC236}">
                <a16:creationId xmlns:a16="http://schemas.microsoft.com/office/drawing/2014/main" id="{A1076D8C-3EAA-4C96-A5ED-C55517C53AF8}"/>
              </a:ext>
            </a:extLst>
          </p:cNvPr>
          <p:cNvSpPr>
            <a:spLocks noGrp="1"/>
          </p:cNvSpPr>
          <p:nvPr/>
        </p:nvSpPr>
        <p:spPr>
          <a:xfrm>
            <a:off x="15686471" y="105300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4" name="Circle">
            <a:extLst>
              <a:ext uri="{FF2B5EF4-FFF2-40B4-BE49-F238E27FC236}">
                <a16:creationId xmlns:a16="http://schemas.microsoft.com/office/drawing/2014/main" id="{E43812CF-D712-4AA9-AFF5-807F8FA66996}"/>
              </a:ext>
            </a:extLst>
          </p:cNvPr>
          <p:cNvSpPr>
            <a:spLocks noGrp="1"/>
          </p:cNvSpPr>
          <p:nvPr/>
        </p:nvSpPr>
        <p:spPr>
          <a:xfrm>
            <a:off x="18568446" y="6794578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5" name="Circle">
            <a:extLst>
              <a:ext uri="{FF2B5EF4-FFF2-40B4-BE49-F238E27FC236}">
                <a16:creationId xmlns:a16="http://schemas.microsoft.com/office/drawing/2014/main" id="{FD19017C-0FD2-41DD-9ED8-8F210F18913A}"/>
              </a:ext>
            </a:extLst>
          </p:cNvPr>
          <p:cNvSpPr>
            <a:spLocks noGrp="1"/>
          </p:cNvSpPr>
          <p:nvPr/>
        </p:nvSpPr>
        <p:spPr>
          <a:xfrm>
            <a:off x="17253194" y="7993740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6" name="Circle">
            <a:extLst>
              <a:ext uri="{FF2B5EF4-FFF2-40B4-BE49-F238E27FC236}">
                <a16:creationId xmlns:a16="http://schemas.microsoft.com/office/drawing/2014/main" id="{A992ECA0-1D34-42D1-9399-999F8A527CA1}"/>
              </a:ext>
            </a:extLst>
          </p:cNvPr>
          <p:cNvSpPr>
            <a:spLocks noGrp="1"/>
          </p:cNvSpPr>
          <p:nvPr/>
        </p:nvSpPr>
        <p:spPr>
          <a:xfrm>
            <a:off x="4887295" y="9718512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7" name="Circle">
            <a:extLst>
              <a:ext uri="{FF2B5EF4-FFF2-40B4-BE49-F238E27FC236}">
                <a16:creationId xmlns:a16="http://schemas.microsoft.com/office/drawing/2014/main" id="{8A6AFF2E-790E-48B2-AB81-2207809FFACF}"/>
              </a:ext>
            </a:extLst>
          </p:cNvPr>
          <p:cNvSpPr>
            <a:spLocks noGrp="1"/>
          </p:cNvSpPr>
          <p:nvPr/>
        </p:nvSpPr>
        <p:spPr>
          <a:xfrm>
            <a:off x="21129724" y="557797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8" name="Circle">
            <a:extLst>
              <a:ext uri="{FF2B5EF4-FFF2-40B4-BE49-F238E27FC236}">
                <a16:creationId xmlns:a16="http://schemas.microsoft.com/office/drawing/2014/main" id="{65F339E5-F2F6-4876-B465-DC6DA0E61093}"/>
              </a:ext>
            </a:extLst>
          </p:cNvPr>
          <p:cNvSpPr>
            <a:spLocks noGrp="1"/>
          </p:cNvSpPr>
          <p:nvPr/>
        </p:nvSpPr>
        <p:spPr>
          <a:xfrm>
            <a:off x="9932787" y="8087022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69" name="Circle">
            <a:extLst>
              <a:ext uri="{FF2B5EF4-FFF2-40B4-BE49-F238E27FC236}">
                <a16:creationId xmlns:a16="http://schemas.microsoft.com/office/drawing/2014/main" id="{80C08A8E-E03A-4B93-A4C4-D4D0513E7741}"/>
              </a:ext>
            </a:extLst>
          </p:cNvPr>
          <p:cNvSpPr>
            <a:spLocks noGrp="1"/>
          </p:cNvSpPr>
          <p:nvPr/>
        </p:nvSpPr>
        <p:spPr>
          <a:xfrm>
            <a:off x="11313996" y="9099729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0" name="Circle">
            <a:extLst>
              <a:ext uri="{FF2B5EF4-FFF2-40B4-BE49-F238E27FC236}">
                <a16:creationId xmlns:a16="http://schemas.microsoft.com/office/drawing/2014/main" id="{16468745-7811-4737-91C4-32EE83ECB099}"/>
              </a:ext>
            </a:extLst>
          </p:cNvPr>
          <p:cNvSpPr>
            <a:spLocks noGrp="1"/>
          </p:cNvSpPr>
          <p:nvPr/>
        </p:nvSpPr>
        <p:spPr>
          <a:xfrm>
            <a:off x="11067313" y="6794578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1" name="Circle">
            <a:extLst>
              <a:ext uri="{FF2B5EF4-FFF2-40B4-BE49-F238E27FC236}">
                <a16:creationId xmlns:a16="http://schemas.microsoft.com/office/drawing/2014/main" id="{AE7EF700-A321-4C86-8A91-9745B69DA4B2}"/>
              </a:ext>
            </a:extLst>
          </p:cNvPr>
          <p:cNvSpPr>
            <a:spLocks noGrp="1"/>
          </p:cNvSpPr>
          <p:nvPr/>
        </p:nvSpPr>
        <p:spPr>
          <a:xfrm>
            <a:off x="11067313" y="343146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2" name="Circle">
            <a:extLst>
              <a:ext uri="{FF2B5EF4-FFF2-40B4-BE49-F238E27FC236}">
                <a16:creationId xmlns:a16="http://schemas.microsoft.com/office/drawing/2014/main" id="{2D480C97-54A7-4F62-8F81-A4CCF6829F15}"/>
              </a:ext>
            </a:extLst>
          </p:cNvPr>
          <p:cNvSpPr>
            <a:spLocks noGrp="1"/>
          </p:cNvSpPr>
          <p:nvPr/>
        </p:nvSpPr>
        <p:spPr>
          <a:xfrm>
            <a:off x="15202394" y="448129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3" name="Circle">
            <a:extLst>
              <a:ext uri="{FF2B5EF4-FFF2-40B4-BE49-F238E27FC236}">
                <a16:creationId xmlns:a16="http://schemas.microsoft.com/office/drawing/2014/main" id="{7336090D-0D32-4313-9AF4-FF89CB06DC3B}"/>
              </a:ext>
            </a:extLst>
          </p:cNvPr>
          <p:cNvSpPr>
            <a:spLocks noGrp="1"/>
          </p:cNvSpPr>
          <p:nvPr/>
        </p:nvSpPr>
        <p:spPr>
          <a:xfrm>
            <a:off x="12936584" y="7787073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4" name="Circle">
            <a:extLst>
              <a:ext uri="{FF2B5EF4-FFF2-40B4-BE49-F238E27FC236}">
                <a16:creationId xmlns:a16="http://schemas.microsoft.com/office/drawing/2014/main" id="{FF7E8F4E-9BD2-466F-8C45-5C6CA0163F82}"/>
              </a:ext>
            </a:extLst>
          </p:cNvPr>
          <p:cNvSpPr>
            <a:spLocks noGrp="1"/>
          </p:cNvSpPr>
          <p:nvPr/>
        </p:nvSpPr>
        <p:spPr>
          <a:xfrm>
            <a:off x="14310867" y="5311763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5" name="Circle">
            <a:extLst>
              <a:ext uri="{FF2B5EF4-FFF2-40B4-BE49-F238E27FC236}">
                <a16:creationId xmlns:a16="http://schemas.microsoft.com/office/drawing/2014/main" id="{F2B6613F-18A8-4205-B75E-B1ED49CAAD0E}"/>
              </a:ext>
            </a:extLst>
          </p:cNvPr>
          <p:cNvSpPr>
            <a:spLocks noGrp="1"/>
          </p:cNvSpPr>
          <p:nvPr/>
        </p:nvSpPr>
        <p:spPr>
          <a:xfrm>
            <a:off x="12355464" y="573477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6" name="Circle">
            <a:extLst>
              <a:ext uri="{FF2B5EF4-FFF2-40B4-BE49-F238E27FC236}">
                <a16:creationId xmlns:a16="http://schemas.microsoft.com/office/drawing/2014/main" id="{566C0284-9232-4731-97F1-5324721A8365}"/>
              </a:ext>
            </a:extLst>
          </p:cNvPr>
          <p:cNvSpPr>
            <a:spLocks noGrp="1"/>
          </p:cNvSpPr>
          <p:nvPr/>
        </p:nvSpPr>
        <p:spPr>
          <a:xfrm>
            <a:off x="9561574" y="448129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7" name="Circle">
            <a:extLst>
              <a:ext uri="{FF2B5EF4-FFF2-40B4-BE49-F238E27FC236}">
                <a16:creationId xmlns:a16="http://schemas.microsoft.com/office/drawing/2014/main" id="{7D380650-F165-4567-9FEE-C24EEE51A13A}"/>
              </a:ext>
            </a:extLst>
          </p:cNvPr>
          <p:cNvSpPr>
            <a:spLocks noGrp="1"/>
          </p:cNvSpPr>
          <p:nvPr/>
        </p:nvSpPr>
        <p:spPr>
          <a:xfrm>
            <a:off x="14621274" y="7787073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8" name="Circle">
            <a:extLst>
              <a:ext uri="{FF2B5EF4-FFF2-40B4-BE49-F238E27FC236}">
                <a16:creationId xmlns:a16="http://schemas.microsoft.com/office/drawing/2014/main" id="{E4C61250-DCE8-4814-A0F7-978C55BDFBF9}"/>
              </a:ext>
            </a:extLst>
          </p:cNvPr>
          <p:cNvSpPr>
            <a:spLocks noGrp="1"/>
          </p:cNvSpPr>
          <p:nvPr/>
        </p:nvSpPr>
        <p:spPr>
          <a:xfrm>
            <a:off x="12675960" y="368248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79" name="Circle">
            <a:extLst>
              <a:ext uri="{FF2B5EF4-FFF2-40B4-BE49-F238E27FC236}">
                <a16:creationId xmlns:a16="http://schemas.microsoft.com/office/drawing/2014/main" id="{65225C62-791F-4021-A034-0F7AD91CE601}"/>
              </a:ext>
            </a:extLst>
          </p:cNvPr>
          <p:cNvSpPr>
            <a:spLocks noGrp="1"/>
          </p:cNvSpPr>
          <p:nvPr/>
        </p:nvSpPr>
        <p:spPr>
          <a:xfrm>
            <a:off x="8769686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0" name="Circle">
            <a:extLst>
              <a:ext uri="{FF2B5EF4-FFF2-40B4-BE49-F238E27FC236}">
                <a16:creationId xmlns:a16="http://schemas.microsoft.com/office/drawing/2014/main" id="{CCD2E044-2F6C-4C74-9C21-E409702D84F2}"/>
              </a:ext>
            </a:extLst>
          </p:cNvPr>
          <p:cNvSpPr>
            <a:spLocks noGrp="1"/>
          </p:cNvSpPr>
          <p:nvPr/>
        </p:nvSpPr>
        <p:spPr>
          <a:xfrm>
            <a:off x="6688213" y="8477732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1" name="Circle">
            <a:extLst>
              <a:ext uri="{FF2B5EF4-FFF2-40B4-BE49-F238E27FC236}">
                <a16:creationId xmlns:a16="http://schemas.microsoft.com/office/drawing/2014/main" id="{CE07A618-569A-4366-9D4A-483661CB4472}"/>
              </a:ext>
            </a:extLst>
          </p:cNvPr>
          <p:cNvSpPr>
            <a:spLocks noGrp="1"/>
          </p:cNvSpPr>
          <p:nvPr/>
        </p:nvSpPr>
        <p:spPr>
          <a:xfrm>
            <a:off x="18568446" y="101242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2" name="Circle">
            <a:extLst>
              <a:ext uri="{FF2B5EF4-FFF2-40B4-BE49-F238E27FC236}">
                <a16:creationId xmlns:a16="http://schemas.microsoft.com/office/drawing/2014/main" id="{E12AF89D-815B-4959-9FB0-43F78A363FFE}"/>
              </a:ext>
            </a:extLst>
          </p:cNvPr>
          <p:cNvSpPr>
            <a:spLocks noGrp="1"/>
          </p:cNvSpPr>
          <p:nvPr/>
        </p:nvSpPr>
        <p:spPr>
          <a:xfrm>
            <a:off x="7224434" y="105300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3" name="Circle">
            <a:extLst>
              <a:ext uri="{FF2B5EF4-FFF2-40B4-BE49-F238E27FC236}">
                <a16:creationId xmlns:a16="http://schemas.microsoft.com/office/drawing/2014/main" id="{649858E2-B32D-4612-9808-FC68F126BEE7}"/>
              </a:ext>
            </a:extLst>
          </p:cNvPr>
          <p:cNvSpPr>
            <a:spLocks noGrp="1"/>
          </p:cNvSpPr>
          <p:nvPr/>
        </p:nvSpPr>
        <p:spPr>
          <a:xfrm>
            <a:off x="20341607" y="2528197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4" name="Circle">
            <a:extLst>
              <a:ext uri="{FF2B5EF4-FFF2-40B4-BE49-F238E27FC236}">
                <a16:creationId xmlns:a16="http://schemas.microsoft.com/office/drawing/2014/main" id="{1EE6500B-7467-4F5C-8C3A-CB42422BBE35}"/>
              </a:ext>
            </a:extLst>
          </p:cNvPr>
          <p:cNvSpPr>
            <a:spLocks noGrp="1"/>
          </p:cNvSpPr>
          <p:nvPr/>
        </p:nvSpPr>
        <p:spPr>
          <a:xfrm>
            <a:off x="8980856" y="6049805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5" name="Circle">
            <a:extLst>
              <a:ext uri="{FF2B5EF4-FFF2-40B4-BE49-F238E27FC236}">
                <a16:creationId xmlns:a16="http://schemas.microsoft.com/office/drawing/2014/main" id="{1EAA39D3-F596-45C7-AC5C-4E83708295A5}"/>
              </a:ext>
            </a:extLst>
          </p:cNvPr>
          <p:cNvSpPr>
            <a:spLocks noGrp="1"/>
          </p:cNvSpPr>
          <p:nvPr/>
        </p:nvSpPr>
        <p:spPr>
          <a:xfrm>
            <a:off x="18088778" y="118709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6" name="Circle">
            <a:extLst>
              <a:ext uri="{FF2B5EF4-FFF2-40B4-BE49-F238E27FC236}">
                <a16:creationId xmlns:a16="http://schemas.microsoft.com/office/drawing/2014/main" id="{EFE24D4D-8B4B-401B-98CA-B048A72D26BD}"/>
              </a:ext>
            </a:extLst>
          </p:cNvPr>
          <p:cNvSpPr>
            <a:spLocks noGrp="1"/>
          </p:cNvSpPr>
          <p:nvPr/>
        </p:nvSpPr>
        <p:spPr>
          <a:xfrm>
            <a:off x="2112972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7" name="Circle">
            <a:extLst>
              <a:ext uri="{FF2B5EF4-FFF2-40B4-BE49-F238E27FC236}">
                <a16:creationId xmlns:a16="http://schemas.microsoft.com/office/drawing/2014/main" id="{7A76D7BD-5152-44D6-8A0E-7FC1379A80EC}"/>
              </a:ext>
            </a:extLst>
          </p:cNvPr>
          <p:cNvSpPr>
            <a:spLocks noGrp="1"/>
          </p:cNvSpPr>
          <p:nvPr/>
        </p:nvSpPr>
        <p:spPr>
          <a:xfrm>
            <a:off x="8477808" y="2348865"/>
            <a:ext cx="8603313" cy="8603313"/>
          </a:xfrm>
          <a:prstGeom prst="ellips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8" name="Circle">
            <a:extLst>
              <a:ext uri="{FF2B5EF4-FFF2-40B4-BE49-F238E27FC236}">
                <a16:creationId xmlns:a16="http://schemas.microsoft.com/office/drawing/2014/main" id="{D603F1DA-4616-4E58-B184-DA7B95CB309F}"/>
              </a:ext>
            </a:extLst>
          </p:cNvPr>
          <p:cNvSpPr>
            <a:spLocks noGrp="1"/>
          </p:cNvSpPr>
          <p:nvPr/>
        </p:nvSpPr>
        <p:spPr>
          <a:xfrm>
            <a:off x="4887295" y="731549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89" name="Circle">
            <a:extLst>
              <a:ext uri="{FF2B5EF4-FFF2-40B4-BE49-F238E27FC236}">
                <a16:creationId xmlns:a16="http://schemas.microsoft.com/office/drawing/2014/main" id="{C133D47F-B4CD-4BDB-BF35-65FCA163B367}"/>
              </a:ext>
            </a:extLst>
          </p:cNvPr>
          <p:cNvSpPr>
            <a:spLocks noGrp="1"/>
          </p:cNvSpPr>
          <p:nvPr/>
        </p:nvSpPr>
        <p:spPr>
          <a:xfrm>
            <a:off x="5891130" y="5311763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0" name="Circle">
            <a:extLst>
              <a:ext uri="{FF2B5EF4-FFF2-40B4-BE49-F238E27FC236}">
                <a16:creationId xmlns:a16="http://schemas.microsoft.com/office/drawing/2014/main" id="{4FC14970-0DA7-4913-AB3E-98CCF16E5BC8}"/>
              </a:ext>
            </a:extLst>
          </p:cNvPr>
          <p:cNvSpPr>
            <a:spLocks noGrp="1"/>
          </p:cNvSpPr>
          <p:nvPr/>
        </p:nvSpPr>
        <p:spPr>
          <a:xfrm>
            <a:off x="392075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1" name="Circle">
            <a:extLst>
              <a:ext uri="{FF2B5EF4-FFF2-40B4-BE49-F238E27FC236}">
                <a16:creationId xmlns:a16="http://schemas.microsoft.com/office/drawing/2014/main" id="{593BB509-AF03-4715-A133-82E994F67B5B}"/>
              </a:ext>
            </a:extLst>
          </p:cNvPr>
          <p:cNvSpPr>
            <a:spLocks noGrp="1"/>
          </p:cNvSpPr>
          <p:nvPr/>
        </p:nvSpPr>
        <p:spPr>
          <a:xfrm>
            <a:off x="6836605" y="25281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2" name="Circle">
            <a:extLst>
              <a:ext uri="{FF2B5EF4-FFF2-40B4-BE49-F238E27FC236}">
                <a16:creationId xmlns:a16="http://schemas.microsoft.com/office/drawing/2014/main" id="{9FF472DB-8D49-4999-A29A-AC2FCA991B56}"/>
              </a:ext>
            </a:extLst>
          </p:cNvPr>
          <p:cNvSpPr>
            <a:spLocks noGrp="1"/>
          </p:cNvSpPr>
          <p:nvPr/>
        </p:nvSpPr>
        <p:spPr>
          <a:xfrm>
            <a:off x="8980856" y="87557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3" name="Circle">
            <a:extLst>
              <a:ext uri="{FF2B5EF4-FFF2-40B4-BE49-F238E27FC236}">
                <a16:creationId xmlns:a16="http://schemas.microsoft.com/office/drawing/2014/main" id="{38DA7A96-849E-4DDA-8219-98955C84B845}"/>
              </a:ext>
            </a:extLst>
          </p:cNvPr>
          <p:cNvSpPr>
            <a:spLocks noGrp="1"/>
          </p:cNvSpPr>
          <p:nvPr/>
        </p:nvSpPr>
        <p:spPr>
          <a:xfrm>
            <a:off x="5235859" y="905014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4" name="Circle">
            <a:extLst>
              <a:ext uri="{FF2B5EF4-FFF2-40B4-BE49-F238E27FC236}">
                <a16:creationId xmlns:a16="http://schemas.microsoft.com/office/drawing/2014/main" id="{BA3DAFAA-6F7B-4F16-8250-FD113BA97FA2}"/>
              </a:ext>
            </a:extLst>
          </p:cNvPr>
          <p:cNvSpPr>
            <a:spLocks noGrp="1"/>
          </p:cNvSpPr>
          <p:nvPr/>
        </p:nvSpPr>
        <p:spPr>
          <a:xfrm>
            <a:off x="11313996" y="51760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5" name="Circle">
            <a:extLst>
              <a:ext uri="{FF2B5EF4-FFF2-40B4-BE49-F238E27FC236}">
                <a16:creationId xmlns:a16="http://schemas.microsoft.com/office/drawing/2014/main" id="{93EBB966-CEB6-44D4-AE0D-A8B700207537}"/>
              </a:ext>
            </a:extLst>
          </p:cNvPr>
          <p:cNvSpPr>
            <a:spLocks noGrp="1"/>
          </p:cNvSpPr>
          <p:nvPr/>
        </p:nvSpPr>
        <p:spPr>
          <a:xfrm>
            <a:off x="14929854" y="51760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6" name="Circle">
            <a:extLst>
              <a:ext uri="{FF2B5EF4-FFF2-40B4-BE49-F238E27FC236}">
                <a16:creationId xmlns:a16="http://schemas.microsoft.com/office/drawing/2014/main" id="{7E30A2F8-2B37-47B8-8805-56B0ED78FBE1}"/>
              </a:ext>
            </a:extLst>
          </p:cNvPr>
          <p:cNvSpPr>
            <a:spLocks noGrp="1"/>
          </p:cNvSpPr>
          <p:nvPr/>
        </p:nvSpPr>
        <p:spPr>
          <a:xfrm>
            <a:off x="16902842" y="252819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897" name="Circle">
            <a:extLst>
              <a:ext uri="{FF2B5EF4-FFF2-40B4-BE49-F238E27FC236}">
                <a16:creationId xmlns:a16="http://schemas.microsoft.com/office/drawing/2014/main" id="{B6B241FB-8B97-4F30-B0EF-1309AE61A35E}"/>
              </a:ext>
            </a:extLst>
          </p:cNvPr>
          <p:cNvSpPr>
            <a:spLocks noGrp="1"/>
          </p:cNvSpPr>
          <p:nvPr/>
        </p:nvSpPr>
        <p:spPr>
          <a:xfrm>
            <a:off x="18213872" y="409581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5297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regression">
            <a:extLst>
              <a:ext uri="{FF2B5EF4-FFF2-40B4-BE49-F238E27FC236}">
                <a16:creationId xmlns:a16="http://schemas.microsoft.com/office/drawing/2014/main" id="{9E7DB6F1-C27E-4972-8CA9-B5F4E916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regressão</a:t>
            </a:r>
          </a:p>
        </p:txBody>
      </p:sp>
      <p:sp>
        <p:nvSpPr>
          <p:cNvPr id="900" name="supervised learning task of learning a function mapping an input point to a continuous value">
            <a:extLst>
              <a:ext uri="{FF2B5EF4-FFF2-40B4-BE49-F238E27FC236}">
                <a16:creationId xmlns:a16="http://schemas.microsoft.com/office/drawing/2014/main" id="{FC2EFBFD-01B5-49AF-B580-09E4252F3B1A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tarefa de aprendizado supervisionado que aprende uma função para mapear um ponto de entrada em um valor contínuo</a:t>
            </a:r>
          </a:p>
        </p:txBody>
      </p:sp>
    </p:spTree>
    <p:extLst>
      <p:ext uri="{BB962C8B-B14F-4D97-AF65-F5344CB8AC3E}">
        <p14:creationId xmlns:p14="http://schemas.microsoft.com/office/powerpoint/2010/main" val="857643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Equation">
            <a:extLst>
              <a:ext uri="{FF2B5EF4-FFF2-40B4-BE49-F238E27FC236}">
                <a16:creationId xmlns:a16="http://schemas.microsoft.com/office/drawing/2014/main" id="{2C80B30A-664A-4AA9-B952-F928DE2BA632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8037997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h(publicidade)</a:t>
            </a:r>
            <a:endParaRPr sz="113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9359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FF55-D07A-2C3C-C17B-5B2D6BB55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f(advertising)">
            <a:extLst>
              <a:ext uri="{FF2B5EF4-FFF2-40B4-BE49-F238E27FC236}">
                <a16:creationId xmlns:a16="http://schemas.microsoft.com/office/drawing/2014/main" id="{37F5B999-91C3-7F27-A98A-CA7E1D0F7581}"/>
              </a:ext>
            </a:extLst>
          </p:cNvPr>
          <p:cNvSpPr>
            <a:spLocks noGrp="1"/>
          </p:cNvSpPr>
          <p:nvPr/>
        </p:nvSpPr>
        <p:spPr>
          <a:xfrm>
            <a:off x="2918708" y="1471040"/>
            <a:ext cx="7662709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f(publicidade)</a:t>
            </a:r>
          </a:p>
        </p:txBody>
      </p:sp>
    </p:spTree>
    <p:extLst>
      <p:ext uri="{BB962C8B-B14F-4D97-AF65-F5344CB8AC3E}">
        <p14:creationId xmlns:p14="http://schemas.microsoft.com/office/powerpoint/2010/main" val="2070255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F9FA6-9066-5177-9EFB-4F0A338A9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f(1200) = 5800">
            <a:extLst>
              <a:ext uri="{FF2B5EF4-FFF2-40B4-BE49-F238E27FC236}">
                <a16:creationId xmlns:a16="http://schemas.microsoft.com/office/drawing/2014/main" id="{D4F02E03-7D8E-8316-84C6-B2ACA63AD713}"/>
              </a:ext>
            </a:extLst>
          </p:cNvPr>
          <p:cNvSpPr>
            <a:spLocks noGrp="1"/>
          </p:cNvSpPr>
          <p:nvPr/>
        </p:nvSpPr>
        <p:spPr>
          <a:xfrm>
            <a:off x="6333919" y="3675332"/>
            <a:ext cx="8436912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(1200) = 5800</a:t>
            </a:r>
          </a:p>
        </p:txBody>
      </p:sp>
      <p:sp>
        <p:nvSpPr>
          <p:cNvPr id="905" name="f(advertising)">
            <a:extLst>
              <a:ext uri="{FF2B5EF4-FFF2-40B4-BE49-F238E27FC236}">
                <a16:creationId xmlns:a16="http://schemas.microsoft.com/office/drawing/2014/main" id="{9B8DE908-0948-2FB3-9DF5-B09F2A3ED966}"/>
              </a:ext>
            </a:extLst>
          </p:cNvPr>
          <p:cNvSpPr>
            <a:spLocks noGrp="1"/>
          </p:cNvSpPr>
          <p:nvPr/>
        </p:nvSpPr>
        <p:spPr>
          <a:xfrm>
            <a:off x="2918708" y="1471040"/>
            <a:ext cx="7662709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f(publicidade)</a:t>
            </a:r>
          </a:p>
        </p:txBody>
      </p:sp>
    </p:spTree>
    <p:extLst>
      <p:ext uri="{BB962C8B-B14F-4D97-AF65-F5344CB8AC3E}">
        <p14:creationId xmlns:p14="http://schemas.microsoft.com/office/powerpoint/2010/main" val="26789282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A1224-EB42-3010-41CD-A0524717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f(1200) = 5800">
            <a:extLst>
              <a:ext uri="{FF2B5EF4-FFF2-40B4-BE49-F238E27FC236}">
                <a16:creationId xmlns:a16="http://schemas.microsoft.com/office/drawing/2014/main" id="{25ACC756-BD54-1115-F841-07ADD5834D67}"/>
              </a:ext>
            </a:extLst>
          </p:cNvPr>
          <p:cNvSpPr>
            <a:spLocks noGrp="1"/>
          </p:cNvSpPr>
          <p:nvPr/>
        </p:nvSpPr>
        <p:spPr>
          <a:xfrm>
            <a:off x="6333919" y="3675332"/>
            <a:ext cx="8436912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(1200) = 5800</a:t>
            </a:r>
          </a:p>
        </p:txBody>
      </p:sp>
      <p:sp>
        <p:nvSpPr>
          <p:cNvPr id="904" name="f(2800) = 13400">
            <a:extLst>
              <a:ext uri="{FF2B5EF4-FFF2-40B4-BE49-F238E27FC236}">
                <a16:creationId xmlns:a16="http://schemas.microsoft.com/office/drawing/2014/main" id="{B32C8C69-0724-1B6D-17F1-A8B86028D2C6}"/>
              </a:ext>
            </a:extLst>
          </p:cNvPr>
          <p:cNvSpPr>
            <a:spLocks noGrp="1"/>
          </p:cNvSpPr>
          <p:nvPr/>
        </p:nvSpPr>
        <p:spPr>
          <a:xfrm>
            <a:off x="6169565" y="5879624"/>
            <a:ext cx="9122713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(2800) = 13400</a:t>
            </a:r>
          </a:p>
        </p:txBody>
      </p:sp>
      <p:sp>
        <p:nvSpPr>
          <p:cNvPr id="905" name="f(advertising)">
            <a:extLst>
              <a:ext uri="{FF2B5EF4-FFF2-40B4-BE49-F238E27FC236}">
                <a16:creationId xmlns:a16="http://schemas.microsoft.com/office/drawing/2014/main" id="{F315080A-7AA2-704F-CEC8-9152FC6A69DB}"/>
              </a:ext>
            </a:extLst>
          </p:cNvPr>
          <p:cNvSpPr>
            <a:spLocks noGrp="1"/>
          </p:cNvSpPr>
          <p:nvPr/>
        </p:nvSpPr>
        <p:spPr>
          <a:xfrm>
            <a:off x="2918708" y="1471040"/>
            <a:ext cx="7662709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f(publicidade)</a:t>
            </a:r>
          </a:p>
        </p:txBody>
      </p:sp>
    </p:spTree>
    <p:extLst>
      <p:ext uri="{BB962C8B-B14F-4D97-AF65-F5344CB8AC3E}">
        <p14:creationId xmlns:p14="http://schemas.microsoft.com/office/powerpoint/2010/main" val="516517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1842-8FEC-3B61-5599-3AFDDDF6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Equation">
            <a:extLst>
              <a:ext uri="{FF2B5EF4-FFF2-40B4-BE49-F238E27FC236}">
                <a16:creationId xmlns:a16="http://schemas.microsoft.com/office/drawing/2014/main" id="{03D10D05-5C97-A803-A551-6EB7FFA61744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8037997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h(publicidade)</a:t>
            </a:r>
            <a:endParaRPr sz="11300">
              <a:solidFill>
                <a:srgbClr val="FFFFFF"/>
              </a:solidFill>
            </a:endParaRPr>
          </a:p>
        </p:txBody>
      </p:sp>
      <p:sp>
        <p:nvSpPr>
          <p:cNvPr id="903" name="f(1200) = 5800">
            <a:extLst>
              <a:ext uri="{FF2B5EF4-FFF2-40B4-BE49-F238E27FC236}">
                <a16:creationId xmlns:a16="http://schemas.microsoft.com/office/drawing/2014/main" id="{349335DD-175F-8500-B13C-E4BC6B63F227}"/>
              </a:ext>
            </a:extLst>
          </p:cNvPr>
          <p:cNvSpPr>
            <a:spLocks noGrp="1"/>
          </p:cNvSpPr>
          <p:nvPr/>
        </p:nvSpPr>
        <p:spPr>
          <a:xfrm>
            <a:off x="6333919" y="3675332"/>
            <a:ext cx="8436912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(1200) = 5800</a:t>
            </a:r>
          </a:p>
        </p:txBody>
      </p:sp>
      <p:sp>
        <p:nvSpPr>
          <p:cNvPr id="904" name="f(2800) = 13400">
            <a:extLst>
              <a:ext uri="{FF2B5EF4-FFF2-40B4-BE49-F238E27FC236}">
                <a16:creationId xmlns:a16="http://schemas.microsoft.com/office/drawing/2014/main" id="{F5E0FC24-1DC4-EE99-8883-8348A5DDDED8}"/>
              </a:ext>
            </a:extLst>
          </p:cNvPr>
          <p:cNvSpPr>
            <a:spLocks noGrp="1"/>
          </p:cNvSpPr>
          <p:nvPr/>
        </p:nvSpPr>
        <p:spPr>
          <a:xfrm>
            <a:off x="6169565" y="5879624"/>
            <a:ext cx="9122713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(2800) = 13400</a:t>
            </a:r>
          </a:p>
        </p:txBody>
      </p:sp>
      <p:sp>
        <p:nvSpPr>
          <p:cNvPr id="905" name="f(advertising)">
            <a:extLst>
              <a:ext uri="{FF2B5EF4-FFF2-40B4-BE49-F238E27FC236}">
                <a16:creationId xmlns:a16="http://schemas.microsoft.com/office/drawing/2014/main" id="{ACE44A9C-3398-D794-BA13-6419212A04F0}"/>
              </a:ext>
            </a:extLst>
          </p:cNvPr>
          <p:cNvSpPr>
            <a:spLocks noGrp="1"/>
          </p:cNvSpPr>
          <p:nvPr/>
        </p:nvSpPr>
        <p:spPr>
          <a:xfrm>
            <a:off x="2918708" y="1471040"/>
            <a:ext cx="7662709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f(publicidade)</a:t>
            </a:r>
          </a:p>
        </p:txBody>
      </p:sp>
      <p:sp>
        <p:nvSpPr>
          <p:cNvPr id="906" name="f(1800) = 8400">
            <a:extLst>
              <a:ext uri="{FF2B5EF4-FFF2-40B4-BE49-F238E27FC236}">
                <a16:creationId xmlns:a16="http://schemas.microsoft.com/office/drawing/2014/main" id="{65317951-D6E8-A655-23AF-8F5529EEB9A4}"/>
              </a:ext>
            </a:extLst>
          </p:cNvPr>
          <p:cNvSpPr>
            <a:spLocks noGrp="1"/>
          </p:cNvSpPr>
          <p:nvPr/>
        </p:nvSpPr>
        <p:spPr>
          <a:xfrm>
            <a:off x="6169565" y="8083917"/>
            <a:ext cx="8436913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(1800) = 8400</a:t>
            </a:r>
          </a:p>
        </p:txBody>
      </p:sp>
    </p:spTree>
    <p:extLst>
      <p:ext uri="{BB962C8B-B14F-4D97-AF65-F5344CB8AC3E}">
        <p14:creationId xmlns:p14="http://schemas.microsoft.com/office/powerpoint/2010/main" val="12068182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0A6C1-4986-14A5-5AA1-EEB9B756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Equation">
            <a:extLst>
              <a:ext uri="{FF2B5EF4-FFF2-40B4-BE49-F238E27FC236}">
                <a16:creationId xmlns:a16="http://schemas.microsoft.com/office/drawing/2014/main" id="{DA8104CF-8F84-53D0-0278-7ED9BC9D0994}"/>
              </a:ext>
            </a:extLst>
          </p:cNvPr>
          <p:cNvSpPr>
            <a:spLocks noGrp="1"/>
          </p:cNvSpPr>
          <p:nvPr/>
        </p:nvSpPr>
        <p:spPr>
          <a:xfrm>
            <a:off x="3093823" y="10960544"/>
            <a:ext cx="8037997" cy="1277240"/>
          </a:xfrm>
          <a:prstGeom prst="rect">
            <a:avLst/>
          </a:prstGeom>
          <a:ln w="12700"/>
        </p:spPr>
        <p:txBody>
          <a:bodyPr wrap="none" lIns="0" tIns="0" rIns="0" bIns="0">
            <a:spAutoFit/>
          </a:bodyPr>
          <a:lstStyle/>
          <a:p>
            <a:pPr algn="l" defTabSz="914400">
              <a:buNone/>
              <a:defRPr sz="1800" b="0">
                <a:solidFill>
                  <a:srgbClr val="000000"/>
                </a:solidFill>
              </a:defRPr>
            </a:pPr>
            <a:r>
              <a:t>h(publicidade)</a:t>
            </a:r>
            <a:endParaRPr sz="11300">
              <a:solidFill>
                <a:srgbClr val="FFFFFF"/>
              </a:solidFill>
            </a:endParaRPr>
          </a:p>
        </p:txBody>
      </p:sp>
      <p:sp>
        <p:nvSpPr>
          <p:cNvPr id="903" name="f(1200) = 5800">
            <a:extLst>
              <a:ext uri="{FF2B5EF4-FFF2-40B4-BE49-F238E27FC236}">
                <a16:creationId xmlns:a16="http://schemas.microsoft.com/office/drawing/2014/main" id="{BA4D9A5F-57FB-40C1-0A97-ED1716DA7036}"/>
              </a:ext>
            </a:extLst>
          </p:cNvPr>
          <p:cNvSpPr>
            <a:spLocks noGrp="1"/>
          </p:cNvSpPr>
          <p:nvPr/>
        </p:nvSpPr>
        <p:spPr>
          <a:xfrm>
            <a:off x="6333919" y="3675332"/>
            <a:ext cx="8436912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(1200) = 5800</a:t>
            </a:r>
          </a:p>
        </p:txBody>
      </p:sp>
      <p:sp>
        <p:nvSpPr>
          <p:cNvPr id="904" name="f(2800) = 13400">
            <a:extLst>
              <a:ext uri="{FF2B5EF4-FFF2-40B4-BE49-F238E27FC236}">
                <a16:creationId xmlns:a16="http://schemas.microsoft.com/office/drawing/2014/main" id="{A6589E5F-73AF-FCB3-B1EC-631A84DD5026}"/>
              </a:ext>
            </a:extLst>
          </p:cNvPr>
          <p:cNvSpPr>
            <a:spLocks noGrp="1"/>
          </p:cNvSpPr>
          <p:nvPr/>
        </p:nvSpPr>
        <p:spPr>
          <a:xfrm>
            <a:off x="6169565" y="5879624"/>
            <a:ext cx="9122713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(2800) = 13400</a:t>
            </a:r>
          </a:p>
        </p:txBody>
      </p:sp>
      <p:sp>
        <p:nvSpPr>
          <p:cNvPr id="905" name="f(advertising)">
            <a:extLst>
              <a:ext uri="{FF2B5EF4-FFF2-40B4-BE49-F238E27FC236}">
                <a16:creationId xmlns:a16="http://schemas.microsoft.com/office/drawing/2014/main" id="{466928EE-54E1-0029-9056-D5515DA714DA}"/>
              </a:ext>
            </a:extLst>
          </p:cNvPr>
          <p:cNvSpPr>
            <a:spLocks noGrp="1"/>
          </p:cNvSpPr>
          <p:nvPr/>
        </p:nvSpPr>
        <p:spPr>
          <a:xfrm>
            <a:off x="2918708" y="1471040"/>
            <a:ext cx="7662709" cy="174752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 dirty="0"/>
              <a:t>f(</a:t>
            </a:r>
            <a:r>
              <a:rPr spc="647" dirty="0" err="1"/>
              <a:t>publicidade</a:t>
            </a:r>
            <a:r>
              <a:rPr spc="647" dirty="0"/>
              <a:t>)</a:t>
            </a:r>
          </a:p>
        </p:txBody>
      </p:sp>
      <p:sp>
        <p:nvSpPr>
          <p:cNvPr id="906" name="f(1800) = 8400">
            <a:extLst>
              <a:ext uri="{FF2B5EF4-FFF2-40B4-BE49-F238E27FC236}">
                <a16:creationId xmlns:a16="http://schemas.microsoft.com/office/drawing/2014/main" id="{78750991-707D-796D-159D-89F959A4D9F9}"/>
              </a:ext>
            </a:extLst>
          </p:cNvPr>
          <p:cNvSpPr>
            <a:spLocks noGrp="1"/>
          </p:cNvSpPr>
          <p:nvPr/>
        </p:nvSpPr>
        <p:spPr>
          <a:xfrm>
            <a:off x="6169565" y="8083917"/>
            <a:ext cx="8436913" cy="16181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 algn="l"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spc="647"/>
              <a:t>f</a:t>
            </a:r>
            <a:r>
              <a:rPr i="0"/>
              <a:t>(1800) = 8400</a:t>
            </a:r>
          </a:p>
        </p:txBody>
      </p:sp>
      <p:sp>
        <p:nvSpPr>
          <p:cNvPr id="3" name="f(advertising)">
            <a:extLst>
              <a:ext uri="{FF2B5EF4-FFF2-40B4-BE49-F238E27FC236}">
                <a16:creationId xmlns:a16="http://schemas.microsoft.com/office/drawing/2014/main" id="{A8A61C4A-15C0-EF28-4157-5031A6B739DC}"/>
              </a:ext>
            </a:extLst>
          </p:cNvPr>
          <p:cNvSpPr>
            <a:spLocks noGrp="1"/>
          </p:cNvSpPr>
          <p:nvPr/>
        </p:nvSpPr>
        <p:spPr>
          <a:xfrm>
            <a:off x="2918707" y="10716871"/>
            <a:ext cx="9417065" cy="176458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10800" b="0" i="1">
                <a:latin typeface="Times New Roman"/>
                <a:ea typeface="Times New Roman"/>
                <a:cs typeface="Times New Roman"/>
              </a:defRPr>
            </a:pPr>
            <a:r>
              <a:rPr lang="pt-BR" spc="647" dirty="0"/>
              <a:t>h</a:t>
            </a:r>
            <a:r>
              <a:rPr spc="647" dirty="0"/>
              <a:t>(</a:t>
            </a:r>
            <a:r>
              <a:rPr spc="647" dirty="0" err="1"/>
              <a:t>publicidade</a:t>
            </a:r>
            <a:r>
              <a:rPr spc="647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698708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Line">
            <a:extLst>
              <a:ext uri="{FF2B5EF4-FFF2-40B4-BE49-F238E27FC236}">
                <a16:creationId xmlns:a16="http://schemas.microsoft.com/office/drawing/2014/main" id="{DA12CFF1-76DC-4C7F-9AE8-325774B329A5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09" name="Line">
            <a:extLst>
              <a:ext uri="{FF2B5EF4-FFF2-40B4-BE49-F238E27FC236}">
                <a16:creationId xmlns:a16="http://schemas.microsoft.com/office/drawing/2014/main" id="{1AA383B9-5723-451B-8AEE-F06584A35EB0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0" name="advertising">
            <a:extLst>
              <a:ext uri="{FF2B5EF4-FFF2-40B4-BE49-F238E27FC236}">
                <a16:creationId xmlns:a16="http://schemas.microsoft.com/office/drawing/2014/main" id="{B28FDB9F-E759-4DAE-BE0D-B6BD2A2FE06B}"/>
              </a:ext>
            </a:extLst>
          </p:cNvPr>
          <p:cNvSpPr>
            <a:spLocks noGrp="1"/>
          </p:cNvSpPr>
          <p:nvPr/>
        </p:nvSpPr>
        <p:spPr>
          <a:xfrm>
            <a:off x="10974790" y="12170558"/>
            <a:ext cx="3860702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publicidade</a:t>
            </a:r>
          </a:p>
        </p:txBody>
      </p:sp>
      <p:sp>
        <p:nvSpPr>
          <p:cNvPr id="911" name="sales">
            <a:extLst>
              <a:ext uri="{FF2B5EF4-FFF2-40B4-BE49-F238E27FC236}">
                <a16:creationId xmlns:a16="http://schemas.microsoft.com/office/drawing/2014/main" id="{6AD01AA4-ACFC-4A36-ACB6-6DBF8E42E397}"/>
              </a:ext>
            </a:extLst>
          </p:cNvPr>
          <p:cNvSpPr>
            <a:spLocks noGrp="1"/>
          </p:cNvSpPr>
          <p:nvPr/>
        </p:nvSpPr>
        <p:spPr>
          <a:xfrm rot="16200000">
            <a:off x="65803" y="6343649"/>
            <a:ext cx="1922817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vendas</a:t>
            </a:r>
          </a:p>
        </p:txBody>
      </p:sp>
      <p:sp>
        <p:nvSpPr>
          <p:cNvPr id="912" name="Circle">
            <a:extLst>
              <a:ext uri="{FF2B5EF4-FFF2-40B4-BE49-F238E27FC236}">
                <a16:creationId xmlns:a16="http://schemas.microsoft.com/office/drawing/2014/main" id="{9163CBB4-3631-43AB-97ED-DF83C905E5EE}"/>
              </a:ext>
            </a:extLst>
          </p:cNvPr>
          <p:cNvSpPr>
            <a:spLocks noGrp="1"/>
          </p:cNvSpPr>
          <p:nvPr/>
        </p:nvSpPr>
        <p:spPr>
          <a:xfrm>
            <a:off x="4201224" y="95788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3" name="Circle">
            <a:extLst>
              <a:ext uri="{FF2B5EF4-FFF2-40B4-BE49-F238E27FC236}">
                <a16:creationId xmlns:a16="http://schemas.microsoft.com/office/drawing/2014/main" id="{DCBB5CCE-785C-4811-82BE-C0E2DB3466BC}"/>
              </a:ext>
            </a:extLst>
          </p:cNvPr>
          <p:cNvSpPr>
            <a:spLocks noGrp="1"/>
          </p:cNvSpPr>
          <p:nvPr/>
        </p:nvSpPr>
        <p:spPr>
          <a:xfrm>
            <a:off x="5535089" y="1060853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4" name="Circle">
            <a:extLst>
              <a:ext uri="{FF2B5EF4-FFF2-40B4-BE49-F238E27FC236}">
                <a16:creationId xmlns:a16="http://schemas.microsoft.com/office/drawing/2014/main" id="{193362FF-DCEB-4B17-BD6F-6B1A81325151}"/>
              </a:ext>
            </a:extLst>
          </p:cNvPr>
          <p:cNvSpPr>
            <a:spLocks noGrp="1"/>
          </p:cNvSpPr>
          <p:nvPr/>
        </p:nvSpPr>
        <p:spPr>
          <a:xfrm>
            <a:off x="6494537" y="761318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5" name="Circle">
            <a:extLst>
              <a:ext uri="{FF2B5EF4-FFF2-40B4-BE49-F238E27FC236}">
                <a16:creationId xmlns:a16="http://schemas.microsoft.com/office/drawing/2014/main" id="{2BB7A70A-FEB5-4584-B404-1BD2437B216F}"/>
              </a:ext>
            </a:extLst>
          </p:cNvPr>
          <p:cNvSpPr>
            <a:spLocks noGrp="1"/>
          </p:cNvSpPr>
          <p:nvPr/>
        </p:nvSpPr>
        <p:spPr>
          <a:xfrm>
            <a:off x="9443082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6" name="Circle">
            <a:extLst>
              <a:ext uri="{FF2B5EF4-FFF2-40B4-BE49-F238E27FC236}">
                <a16:creationId xmlns:a16="http://schemas.microsoft.com/office/drawing/2014/main" id="{E612E642-9CC6-444D-9214-AB3F8192EAA0}"/>
              </a:ext>
            </a:extLst>
          </p:cNvPr>
          <p:cNvSpPr>
            <a:spLocks noGrp="1"/>
          </p:cNvSpPr>
          <p:nvPr/>
        </p:nvSpPr>
        <p:spPr>
          <a:xfrm>
            <a:off x="13158004" y="3564789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7" name="Circle">
            <a:extLst>
              <a:ext uri="{FF2B5EF4-FFF2-40B4-BE49-F238E27FC236}">
                <a16:creationId xmlns:a16="http://schemas.microsoft.com/office/drawing/2014/main" id="{36F1627D-9F26-4051-87A7-37A0D48B1969}"/>
              </a:ext>
            </a:extLst>
          </p:cNvPr>
          <p:cNvSpPr>
            <a:spLocks noGrp="1"/>
          </p:cNvSpPr>
          <p:nvPr/>
        </p:nvSpPr>
        <p:spPr>
          <a:xfrm>
            <a:off x="16621374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8" name="Circle">
            <a:extLst>
              <a:ext uri="{FF2B5EF4-FFF2-40B4-BE49-F238E27FC236}">
                <a16:creationId xmlns:a16="http://schemas.microsoft.com/office/drawing/2014/main" id="{E451D41C-D695-4E09-97DE-ADE53254667C}"/>
              </a:ext>
            </a:extLst>
          </p:cNvPr>
          <p:cNvSpPr>
            <a:spLocks noGrp="1"/>
          </p:cNvSpPr>
          <p:nvPr/>
        </p:nvSpPr>
        <p:spPr>
          <a:xfrm>
            <a:off x="16012945" y="290955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19" name="Circle">
            <a:extLst>
              <a:ext uri="{FF2B5EF4-FFF2-40B4-BE49-F238E27FC236}">
                <a16:creationId xmlns:a16="http://schemas.microsoft.com/office/drawing/2014/main" id="{A9F2E469-7018-4AC1-AABB-4E00E4281015}"/>
              </a:ext>
            </a:extLst>
          </p:cNvPr>
          <p:cNvSpPr>
            <a:spLocks noGrp="1"/>
          </p:cNvSpPr>
          <p:nvPr/>
        </p:nvSpPr>
        <p:spPr>
          <a:xfrm>
            <a:off x="20225153" y="2628743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0" name="Circle">
            <a:extLst>
              <a:ext uri="{FF2B5EF4-FFF2-40B4-BE49-F238E27FC236}">
                <a16:creationId xmlns:a16="http://schemas.microsoft.com/office/drawing/2014/main" id="{C74EFF70-971C-4B56-9982-4D26E3FD5B5B}"/>
              </a:ext>
            </a:extLst>
          </p:cNvPr>
          <p:cNvSpPr>
            <a:spLocks noGrp="1"/>
          </p:cNvSpPr>
          <p:nvPr/>
        </p:nvSpPr>
        <p:spPr>
          <a:xfrm>
            <a:off x="21839832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1" name="Circle">
            <a:extLst>
              <a:ext uri="{FF2B5EF4-FFF2-40B4-BE49-F238E27FC236}">
                <a16:creationId xmlns:a16="http://schemas.microsoft.com/office/drawing/2014/main" id="{C3F08A07-7968-4599-93A2-4860F2E051CB}"/>
              </a:ext>
            </a:extLst>
          </p:cNvPr>
          <p:cNvSpPr>
            <a:spLocks noGrp="1"/>
          </p:cNvSpPr>
          <p:nvPr/>
        </p:nvSpPr>
        <p:spPr>
          <a:xfrm>
            <a:off x="17674428" y="171609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2" name="Circle">
            <a:extLst>
              <a:ext uri="{FF2B5EF4-FFF2-40B4-BE49-F238E27FC236}">
                <a16:creationId xmlns:a16="http://schemas.microsoft.com/office/drawing/2014/main" id="{24A8836A-6B20-486E-9C47-039FAB47B25A}"/>
              </a:ext>
            </a:extLst>
          </p:cNvPr>
          <p:cNvSpPr>
            <a:spLocks noGrp="1"/>
          </p:cNvSpPr>
          <p:nvPr/>
        </p:nvSpPr>
        <p:spPr>
          <a:xfrm>
            <a:off x="10139257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3" name="Circle">
            <a:extLst>
              <a:ext uri="{FF2B5EF4-FFF2-40B4-BE49-F238E27FC236}">
                <a16:creationId xmlns:a16="http://schemas.microsoft.com/office/drawing/2014/main" id="{D98D096F-C59C-4FD4-82FF-C74ABB4B5E90}"/>
              </a:ext>
            </a:extLst>
          </p:cNvPr>
          <p:cNvSpPr>
            <a:spLocks noGrp="1"/>
          </p:cNvSpPr>
          <p:nvPr/>
        </p:nvSpPr>
        <p:spPr>
          <a:xfrm>
            <a:off x="12155961" y="735577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4" name="Circle">
            <a:extLst>
              <a:ext uri="{FF2B5EF4-FFF2-40B4-BE49-F238E27FC236}">
                <a16:creationId xmlns:a16="http://schemas.microsoft.com/office/drawing/2014/main" id="{39852C4F-3A3F-4035-BFCB-D2261E57C9E5}"/>
              </a:ext>
            </a:extLst>
          </p:cNvPr>
          <p:cNvSpPr>
            <a:spLocks noGrp="1"/>
          </p:cNvSpPr>
          <p:nvPr/>
        </p:nvSpPr>
        <p:spPr>
          <a:xfrm>
            <a:off x="18493468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5" name="Circle">
            <a:extLst>
              <a:ext uri="{FF2B5EF4-FFF2-40B4-BE49-F238E27FC236}">
                <a16:creationId xmlns:a16="http://schemas.microsoft.com/office/drawing/2014/main" id="{C4F86D73-5AA0-499A-884F-22E8C01EFAC2}"/>
              </a:ext>
            </a:extLst>
          </p:cNvPr>
          <p:cNvSpPr>
            <a:spLocks noGrp="1"/>
          </p:cNvSpPr>
          <p:nvPr/>
        </p:nvSpPr>
        <p:spPr>
          <a:xfrm>
            <a:off x="8618182" y="91935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6" name="Circle">
            <a:extLst>
              <a:ext uri="{FF2B5EF4-FFF2-40B4-BE49-F238E27FC236}">
                <a16:creationId xmlns:a16="http://schemas.microsoft.com/office/drawing/2014/main" id="{FFB788F1-6162-4034-9FA4-62945153E3C5}"/>
              </a:ext>
            </a:extLst>
          </p:cNvPr>
          <p:cNvSpPr>
            <a:spLocks noGrp="1"/>
          </p:cNvSpPr>
          <p:nvPr/>
        </p:nvSpPr>
        <p:spPr>
          <a:xfrm>
            <a:off x="7565130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7" name="Circle">
            <a:extLst>
              <a:ext uri="{FF2B5EF4-FFF2-40B4-BE49-F238E27FC236}">
                <a16:creationId xmlns:a16="http://schemas.microsoft.com/office/drawing/2014/main" id="{93290D5D-E261-43F4-B74F-F5E7F2F16BC9}"/>
              </a:ext>
            </a:extLst>
          </p:cNvPr>
          <p:cNvSpPr>
            <a:spLocks noGrp="1"/>
          </p:cNvSpPr>
          <p:nvPr/>
        </p:nvSpPr>
        <p:spPr>
          <a:xfrm>
            <a:off x="14655679" y="62217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28" name="Line">
            <a:extLst>
              <a:ext uri="{FF2B5EF4-FFF2-40B4-BE49-F238E27FC236}">
                <a16:creationId xmlns:a16="http://schemas.microsoft.com/office/drawing/2014/main" id="{A2E66620-027D-436B-91FC-E3A2E1AD90CC}"/>
              </a:ext>
            </a:extLst>
          </p:cNvPr>
          <p:cNvSpPr>
            <a:spLocks noGrp="1"/>
          </p:cNvSpPr>
          <p:nvPr/>
        </p:nvSpPr>
        <p:spPr>
          <a:xfrm flipV="1">
            <a:off x="2290143" y="1132696"/>
            <a:ext cx="20302359" cy="10559984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99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Evaluating Hypotheses">
            <a:extLst>
              <a:ext uri="{FF2B5EF4-FFF2-40B4-BE49-F238E27FC236}">
                <a16:creationId xmlns:a16="http://schemas.microsoft.com/office/drawing/2014/main" id="{34D75879-CC35-4EBB-8932-1EF3E854B8F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Avaliação de Hipóteses</a:t>
            </a:r>
          </a:p>
        </p:txBody>
      </p:sp>
    </p:spTree>
    <p:extLst>
      <p:ext uri="{BB962C8B-B14F-4D97-AF65-F5344CB8AC3E}">
        <p14:creationId xmlns:p14="http://schemas.microsoft.com/office/powerpoint/2010/main" val="6061377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loss function">
            <a:extLst>
              <a:ext uri="{FF2B5EF4-FFF2-40B4-BE49-F238E27FC236}">
                <a16:creationId xmlns:a16="http://schemas.microsoft.com/office/drawing/2014/main" id="{DF381B14-1AFE-4141-9AC4-74412F5D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função de perda</a:t>
            </a:r>
          </a:p>
        </p:txBody>
      </p:sp>
      <p:sp>
        <p:nvSpPr>
          <p:cNvPr id="933" name="function that expresses how poorly our hypothesis performs">
            <a:extLst>
              <a:ext uri="{FF2B5EF4-FFF2-40B4-BE49-F238E27FC236}">
                <a16:creationId xmlns:a16="http://schemas.microsoft.com/office/drawing/2014/main" id="{C0813263-E0F6-4779-B820-5269A91AAD13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que expressa o quanto nossa hipótese apresenta desempenho ruim</a:t>
            </a:r>
          </a:p>
        </p:txBody>
      </p:sp>
    </p:spTree>
    <p:extLst>
      <p:ext uri="{BB962C8B-B14F-4D97-AF65-F5344CB8AC3E}">
        <p14:creationId xmlns:p14="http://schemas.microsoft.com/office/powerpoint/2010/main" val="13229639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0-1 loss function">
            <a:extLst>
              <a:ext uri="{FF2B5EF4-FFF2-40B4-BE49-F238E27FC236}">
                <a16:creationId xmlns:a16="http://schemas.microsoft.com/office/drawing/2014/main" id="{44B7F071-FABB-4EFC-948E-F1113DC3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727889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/>
              <a:t>0-1</a:t>
            </a:r>
            <a:r>
              <a:rPr lang="pt-BR" dirty="0"/>
              <a:t> </a:t>
            </a:r>
            <a:r>
              <a:rPr lang="pt-BR" dirty="0" err="1"/>
              <a:t>loss</a:t>
            </a:r>
            <a:r>
              <a:rPr lang="pt-BR" dirty="0"/>
              <a:t> </a:t>
            </a:r>
            <a:r>
              <a:rPr lang="pt-BR" dirty="0" err="1"/>
              <a:t>function</a:t>
            </a:r>
            <a:endParaRPr dirty="0"/>
          </a:p>
        </p:txBody>
      </p:sp>
      <p:sp>
        <p:nvSpPr>
          <p:cNvPr id="936" name="L(actual, predicted) =…">
            <a:extLst>
              <a:ext uri="{FF2B5EF4-FFF2-40B4-BE49-F238E27FC236}">
                <a16:creationId xmlns:a16="http://schemas.microsoft.com/office/drawing/2014/main" id="{8EE2E41F-CDE7-4CF0-A5D5-E6B7FF852119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50551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L(real, previsto) =</a:t>
            </a:r>
          </a:p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t>        0 se real = previsto,</a:t>
            </a:r>
          </a:p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t>        1, caso contrário</a:t>
            </a:r>
          </a:p>
        </p:txBody>
      </p:sp>
    </p:spTree>
    <p:extLst>
      <p:ext uri="{BB962C8B-B14F-4D97-AF65-F5344CB8AC3E}">
        <p14:creationId xmlns:p14="http://schemas.microsoft.com/office/powerpoint/2010/main" val="1107847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Line">
            <a:extLst>
              <a:ext uri="{FF2B5EF4-FFF2-40B4-BE49-F238E27FC236}">
                <a16:creationId xmlns:a16="http://schemas.microsoft.com/office/drawing/2014/main" id="{53CD2CF6-CC41-41BE-83BF-20ADE676AF10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39" name="Line">
            <a:extLst>
              <a:ext uri="{FF2B5EF4-FFF2-40B4-BE49-F238E27FC236}">
                <a16:creationId xmlns:a16="http://schemas.microsoft.com/office/drawing/2014/main" id="{F808B17B-ED05-4965-BC2C-3F58106FB5C9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0" name="humidity">
            <a:extLst>
              <a:ext uri="{FF2B5EF4-FFF2-40B4-BE49-F238E27FC236}">
                <a16:creationId xmlns:a16="http://schemas.microsoft.com/office/drawing/2014/main" id="{6ACA98A1-8184-4ACA-8C70-01F9F62686E7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941" name="pressure">
            <a:extLst>
              <a:ext uri="{FF2B5EF4-FFF2-40B4-BE49-F238E27FC236}">
                <a16:creationId xmlns:a16="http://schemas.microsoft.com/office/drawing/2014/main" id="{71B22E93-317C-4809-A8C8-075A2EFFFD0E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942" name="Circle">
            <a:extLst>
              <a:ext uri="{FF2B5EF4-FFF2-40B4-BE49-F238E27FC236}">
                <a16:creationId xmlns:a16="http://schemas.microsoft.com/office/drawing/2014/main" id="{6CDA41F9-42AF-42D9-9DDE-B2502DA8CD50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3" name="Circle">
            <a:extLst>
              <a:ext uri="{FF2B5EF4-FFF2-40B4-BE49-F238E27FC236}">
                <a16:creationId xmlns:a16="http://schemas.microsoft.com/office/drawing/2014/main" id="{4EC9CF28-DBF6-4946-933B-322D4192DCB7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4" name="Circle">
            <a:extLst>
              <a:ext uri="{FF2B5EF4-FFF2-40B4-BE49-F238E27FC236}">
                <a16:creationId xmlns:a16="http://schemas.microsoft.com/office/drawing/2014/main" id="{B674EE74-D799-46F6-B920-2F8091CF7E74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5" name="Circle">
            <a:extLst>
              <a:ext uri="{FF2B5EF4-FFF2-40B4-BE49-F238E27FC236}">
                <a16:creationId xmlns:a16="http://schemas.microsoft.com/office/drawing/2014/main" id="{DD8C4CE1-E650-4DA7-810F-5EE56DF9E4A5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6" name="Circle">
            <a:extLst>
              <a:ext uri="{FF2B5EF4-FFF2-40B4-BE49-F238E27FC236}">
                <a16:creationId xmlns:a16="http://schemas.microsoft.com/office/drawing/2014/main" id="{1C604F82-FD81-4239-A56D-E2CEF9AE2133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7" name="Circle">
            <a:extLst>
              <a:ext uri="{FF2B5EF4-FFF2-40B4-BE49-F238E27FC236}">
                <a16:creationId xmlns:a16="http://schemas.microsoft.com/office/drawing/2014/main" id="{A2725C9D-A8AA-4865-A68D-8FB721C09785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8" name="Circle">
            <a:extLst>
              <a:ext uri="{FF2B5EF4-FFF2-40B4-BE49-F238E27FC236}">
                <a16:creationId xmlns:a16="http://schemas.microsoft.com/office/drawing/2014/main" id="{9C0D2E61-C557-4372-935B-A91CCA4F23A8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49" name="Circle">
            <a:extLst>
              <a:ext uri="{FF2B5EF4-FFF2-40B4-BE49-F238E27FC236}">
                <a16:creationId xmlns:a16="http://schemas.microsoft.com/office/drawing/2014/main" id="{025C8F53-597E-499E-A0F2-17EB9A6E9635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0" name="Circle">
            <a:extLst>
              <a:ext uri="{FF2B5EF4-FFF2-40B4-BE49-F238E27FC236}">
                <a16:creationId xmlns:a16="http://schemas.microsoft.com/office/drawing/2014/main" id="{F95115DB-0D91-4305-BA18-B94F9741B93C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1" name="Circle">
            <a:extLst>
              <a:ext uri="{FF2B5EF4-FFF2-40B4-BE49-F238E27FC236}">
                <a16:creationId xmlns:a16="http://schemas.microsoft.com/office/drawing/2014/main" id="{355BA143-19D5-41E8-A9E7-577DDB55E61B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2" name="Circle">
            <a:extLst>
              <a:ext uri="{FF2B5EF4-FFF2-40B4-BE49-F238E27FC236}">
                <a16:creationId xmlns:a16="http://schemas.microsoft.com/office/drawing/2014/main" id="{201D55D3-729D-41CD-91DF-1796DEF2444B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3" name="Circle">
            <a:extLst>
              <a:ext uri="{FF2B5EF4-FFF2-40B4-BE49-F238E27FC236}">
                <a16:creationId xmlns:a16="http://schemas.microsoft.com/office/drawing/2014/main" id="{9E6275D4-16B4-4109-82F6-EBC723D0CB28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4" name="Circle">
            <a:extLst>
              <a:ext uri="{FF2B5EF4-FFF2-40B4-BE49-F238E27FC236}">
                <a16:creationId xmlns:a16="http://schemas.microsoft.com/office/drawing/2014/main" id="{3B982F5B-4C72-4970-8340-B91261443473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5" name="Circle">
            <a:extLst>
              <a:ext uri="{FF2B5EF4-FFF2-40B4-BE49-F238E27FC236}">
                <a16:creationId xmlns:a16="http://schemas.microsoft.com/office/drawing/2014/main" id="{A1EBE66B-3E10-40F6-BDC4-B498E4810C45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6" name="Circle">
            <a:extLst>
              <a:ext uri="{FF2B5EF4-FFF2-40B4-BE49-F238E27FC236}">
                <a16:creationId xmlns:a16="http://schemas.microsoft.com/office/drawing/2014/main" id="{FB8A9DAF-CCC0-474C-B1CF-DA92FEDFA690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7" name="Circle">
            <a:extLst>
              <a:ext uri="{FF2B5EF4-FFF2-40B4-BE49-F238E27FC236}">
                <a16:creationId xmlns:a16="http://schemas.microsoft.com/office/drawing/2014/main" id="{846A312F-06A0-4D41-A3AC-DC858E859355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8" name="Circle">
            <a:extLst>
              <a:ext uri="{FF2B5EF4-FFF2-40B4-BE49-F238E27FC236}">
                <a16:creationId xmlns:a16="http://schemas.microsoft.com/office/drawing/2014/main" id="{E68E998A-5DCC-4581-BB87-0DF6C073464F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59" name="Circle">
            <a:extLst>
              <a:ext uri="{FF2B5EF4-FFF2-40B4-BE49-F238E27FC236}">
                <a16:creationId xmlns:a16="http://schemas.microsoft.com/office/drawing/2014/main" id="{DF39855A-09AF-4B30-901B-5F9E2E4DB4EA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0" name="Circle">
            <a:extLst>
              <a:ext uri="{FF2B5EF4-FFF2-40B4-BE49-F238E27FC236}">
                <a16:creationId xmlns:a16="http://schemas.microsoft.com/office/drawing/2014/main" id="{7C01C003-E188-4410-BB15-3A5E3EB6CF7C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1" name="Circle">
            <a:extLst>
              <a:ext uri="{FF2B5EF4-FFF2-40B4-BE49-F238E27FC236}">
                <a16:creationId xmlns:a16="http://schemas.microsoft.com/office/drawing/2014/main" id="{8DD7AA4F-6D46-4241-BF2C-71EC299459B8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2" name="Circle">
            <a:extLst>
              <a:ext uri="{FF2B5EF4-FFF2-40B4-BE49-F238E27FC236}">
                <a16:creationId xmlns:a16="http://schemas.microsoft.com/office/drawing/2014/main" id="{F9C45E52-3439-448F-8207-54BC42DA0D25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3" name="Circle">
            <a:extLst>
              <a:ext uri="{FF2B5EF4-FFF2-40B4-BE49-F238E27FC236}">
                <a16:creationId xmlns:a16="http://schemas.microsoft.com/office/drawing/2014/main" id="{59958F26-9135-4264-9A77-C3B6EB8F6009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4" name="Circle">
            <a:extLst>
              <a:ext uri="{FF2B5EF4-FFF2-40B4-BE49-F238E27FC236}">
                <a16:creationId xmlns:a16="http://schemas.microsoft.com/office/drawing/2014/main" id="{C9A60276-13F2-4972-97E3-27D42B5CFDDC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5" name="Circle">
            <a:extLst>
              <a:ext uri="{FF2B5EF4-FFF2-40B4-BE49-F238E27FC236}">
                <a16:creationId xmlns:a16="http://schemas.microsoft.com/office/drawing/2014/main" id="{9E6C7113-A0E3-4A31-B158-6384E89F9EF1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6" name="Circle">
            <a:extLst>
              <a:ext uri="{FF2B5EF4-FFF2-40B4-BE49-F238E27FC236}">
                <a16:creationId xmlns:a16="http://schemas.microsoft.com/office/drawing/2014/main" id="{55507E8E-F26D-497A-A041-E7EF49FE8378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7" name="Circle">
            <a:extLst>
              <a:ext uri="{FF2B5EF4-FFF2-40B4-BE49-F238E27FC236}">
                <a16:creationId xmlns:a16="http://schemas.microsoft.com/office/drawing/2014/main" id="{B24EECA8-EDD3-4ECB-92E3-A6FC2C52A5C7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8" name="Circle">
            <a:extLst>
              <a:ext uri="{FF2B5EF4-FFF2-40B4-BE49-F238E27FC236}">
                <a16:creationId xmlns:a16="http://schemas.microsoft.com/office/drawing/2014/main" id="{377D3447-A6CC-43B2-90CB-C23EE020ED49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69" name="Circle">
            <a:extLst>
              <a:ext uri="{FF2B5EF4-FFF2-40B4-BE49-F238E27FC236}">
                <a16:creationId xmlns:a16="http://schemas.microsoft.com/office/drawing/2014/main" id="{08EDDC49-A867-49B2-AD3F-B55741D3E8AE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0" name="Circle">
            <a:extLst>
              <a:ext uri="{FF2B5EF4-FFF2-40B4-BE49-F238E27FC236}">
                <a16:creationId xmlns:a16="http://schemas.microsoft.com/office/drawing/2014/main" id="{952568C6-8E6D-4839-B4C7-67B98568914F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1" name="Line">
            <a:extLst>
              <a:ext uri="{FF2B5EF4-FFF2-40B4-BE49-F238E27FC236}">
                <a16:creationId xmlns:a16="http://schemas.microsoft.com/office/drawing/2014/main" id="{DB631820-47BB-4DF6-AF11-C47A916CDCC3}"/>
              </a:ext>
            </a:extLst>
          </p:cNvPr>
          <p:cNvSpPr>
            <a:spLocks noGrp="1"/>
          </p:cNvSpPr>
          <p:nvPr/>
        </p:nvSpPr>
        <p:spPr>
          <a:xfrm flipV="1">
            <a:off x="3604331" y="1175298"/>
            <a:ext cx="17175338" cy="9978148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972" name="Circle">
            <a:extLst>
              <a:ext uri="{FF2B5EF4-FFF2-40B4-BE49-F238E27FC236}">
                <a16:creationId xmlns:a16="http://schemas.microsoft.com/office/drawing/2014/main" id="{CD327181-7186-424C-A5CB-C9DA71C9E196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1269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Line">
            <a:extLst>
              <a:ext uri="{FF2B5EF4-FFF2-40B4-BE49-F238E27FC236}">
                <a16:creationId xmlns:a16="http://schemas.microsoft.com/office/drawing/2014/main" id="{68ADD927-F598-4DF0-A5D7-F512A6555CDC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75" name="Line">
            <a:extLst>
              <a:ext uri="{FF2B5EF4-FFF2-40B4-BE49-F238E27FC236}">
                <a16:creationId xmlns:a16="http://schemas.microsoft.com/office/drawing/2014/main" id="{C8A9080D-CAFC-487A-90D9-94C7D89F15E8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976" name="humidity">
            <a:extLst>
              <a:ext uri="{FF2B5EF4-FFF2-40B4-BE49-F238E27FC236}">
                <a16:creationId xmlns:a16="http://schemas.microsoft.com/office/drawing/2014/main" id="{4B48DF62-B807-49A9-A243-A38F9999E222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977" name="pressure">
            <a:extLst>
              <a:ext uri="{FF2B5EF4-FFF2-40B4-BE49-F238E27FC236}">
                <a16:creationId xmlns:a16="http://schemas.microsoft.com/office/drawing/2014/main" id="{20D3D724-2C73-47E0-8FF5-1B696EAC7084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978" name="0">
            <a:extLst>
              <a:ext uri="{FF2B5EF4-FFF2-40B4-BE49-F238E27FC236}">
                <a16:creationId xmlns:a16="http://schemas.microsoft.com/office/drawing/2014/main" id="{DDA1A86B-D1B5-4FD9-8E46-D37451171DDC}"/>
              </a:ext>
            </a:extLst>
          </p:cNvPr>
          <p:cNvSpPr>
            <a:spLocks noGrp="1"/>
          </p:cNvSpPr>
          <p:nvPr/>
        </p:nvSpPr>
        <p:spPr>
          <a:xfrm>
            <a:off x="19528978" y="782379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79" name="0">
            <a:extLst>
              <a:ext uri="{FF2B5EF4-FFF2-40B4-BE49-F238E27FC236}">
                <a16:creationId xmlns:a16="http://schemas.microsoft.com/office/drawing/2014/main" id="{BAA5FBCF-3629-4222-A74A-0264850A019F}"/>
              </a:ext>
            </a:extLst>
          </p:cNvPr>
          <p:cNvSpPr>
            <a:spLocks noGrp="1"/>
          </p:cNvSpPr>
          <p:nvPr/>
        </p:nvSpPr>
        <p:spPr>
          <a:xfrm>
            <a:off x="14150294" y="9136454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0" name="0">
            <a:extLst>
              <a:ext uri="{FF2B5EF4-FFF2-40B4-BE49-F238E27FC236}">
                <a16:creationId xmlns:a16="http://schemas.microsoft.com/office/drawing/2014/main" id="{984D89A2-A3F0-48E9-87A0-612A53B8934E}"/>
              </a:ext>
            </a:extLst>
          </p:cNvPr>
          <p:cNvSpPr>
            <a:spLocks noGrp="1"/>
          </p:cNvSpPr>
          <p:nvPr/>
        </p:nvSpPr>
        <p:spPr>
          <a:xfrm>
            <a:off x="16967700" y="683130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1" name="0">
            <a:extLst>
              <a:ext uri="{FF2B5EF4-FFF2-40B4-BE49-F238E27FC236}">
                <a16:creationId xmlns:a16="http://schemas.microsoft.com/office/drawing/2014/main" id="{0B7E380B-3DD3-461E-8862-465A46C53C0F}"/>
              </a:ext>
            </a:extLst>
          </p:cNvPr>
          <p:cNvSpPr>
            <a:spLocks noGrp="1"/>
          </p:cNvSpPr>
          <p:nvPr/>
        </p:nvSpPr>
        <p:spPr>
          <a:xfrm>
            <a:off x="14406422" y="6069732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2" name="0">
            <a:extLst>
              <a:ext uri="{FF2B5EF4-FFF2-40B4-BE49-F238E27FC236}">
                <a16:creationId xmlns:a16="http://schemas.microsoft.com/office/drawing/2014/main" id="{73BCB4FA-C193-4A91-ADBE-7D95846390E3}"/>
              </a:ext>
            </a:extLst>
          </p:cNvPr>
          <p:cNvSpPr>
            <a:spLocks noGrp="1"/>
          </p:cNvSpPr>
          <p:nvPr/>
        </p:nvSpPr>
        <p:spPr>
          <a:xfrm>
            <a:off x="9690653" y="8367007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3" name="0">
            <a:extLst>
              <a:ext uri="{FF2B5EF4-FFF2-40B4-BE49-F238E27FC236}">
                <a16:creationId xmlns:a16="http://schemas.microsoft.com/office/drawing/2014/main" id="{E07E2542-A725-4E4F-B14C-DA92F19C7AFF}"/>
              </a:ext>
            </a:extLst>
          </p:cNvPr>
          <p:cNvSpPr>
            <a:spLocks noGrp="1"/>
          </p:cNvSpPr>
          <p:nvPr/>
        </p:nvSpPr>
        <p:spPr>
          <a:xfrm>
            <a:off x="17694648" y="4718248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4" name="0">
            <a:extLst>
              <a:ext uri="{FF2B5EF4-FFF2-40B4-BE49-F238E27FC236}">
                <a16:creationId xmlns:a16="http://schemas.microsoft.com/office/drawing/2014/main" id="{9D01EEEA-F3B3-409A-B20D-7250F262D607}"/>
              </a:ext>
            </a:extLst>
          </p:cNvPr>
          <p:cNvSpPr>
            <a:spLocks noGrp="1"/>
          </p:cNvSpPr>
          <p:nvPr/>
        </p:nvSpPr>
        <p:spPr>
          <a:xfrm>
            <a:off x="19528978" y="561469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5" name="0">
            <a:extLst>
              <a:ext uri="{FF2B5EF4-FFF2-40B4-BE49-F238E27FC236}">
                <a16:creationId xmlns:a16="http://schemas.microsoft.com/office/drawing/2014/main" id="{8DD6AF98-8D39-454F-A928-46E5E4295A88}"/>
              </a:ext>
            </a:extLst>
          </p:cNvPr>
          <p:cNvSpPr>
            <a:spLocks noGrp="1"/>
          </p:cNvSpPr>
          <p:nvPr/>
        </p:nvSpPr>
        <p:spPr>
          <a:xfrm>
            <a:off x="4022863" y="836700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6" name="0">
            <a:extLst>
              <a:ext uri="{FF2B5EF4-FFF2-40B4-BE49-F238E27FC236}">
                <a16:creationId xmlns:a16="http://schemas.microsoft.com/office/drawing/2014/main" id="{A0DCE2E8-C3DF-4480-AD2C-18DC0A924DB1}"/>
              </a:ext>
            </a:extLst>
          </p:cNvPr>
          <p:cNvSpPr>
            <a:spLocks noGrp="1"/>
          </p:cNvSpPr>
          <p:nvPr/>
        </p:nvSpPr>
        <p:spPr>
          <a:xfrm>
            <a:off x="4887295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7" name="0">
            <a:extLst>
              <a:ext uri="{FF2B5EF4-FFF2-40B4-BE49-F238E27FC236}">
                <a16:creationId xmlns:a16="http://schemas.microsoft.com/office/drawing/2014/main" id="{0FFAAF17-6CB4-4168-B05B-F43BEEEE6C1D}"/>
              </a:ext>
            </a:extLst>
          </p:cNvPr>
          <p:cNvSpPr>
            <a:spLocks noGrp="1"/>
          </p:cNvSpPr>
          <p:nvPr/>
        </p:nvSpPr>
        <p:spPr>
          <a:xfrm>
            <a:off x="7960829" y="595745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8" name="0">
            <a:extLst>
              <a:ext uri="{FF2B5EF4-FFF2-40B4-BE49-F238E27FC236}">
                <a16:creationId xmlns:a16="http://schemas.microsoft.com/office/drawing/2014/main" id="{B310BDB5-A08A-4D85-A552-BCD21EF23392}"/>
              </a:ext>
            </a:extLst>
          </p:cNvPr>
          <p:cNvSpPr>
            <a:spLocks noGrp="1"/>
          </p:cNvSpPr>
          <p:nvPr/>
        </p:nvSpPr>
        <p:spPr>
          <a:xfrm>
            <a:off x="4887295" y="3076014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89" name="0">
            <a:extLst>
              <a:ext uri="{FF2B5EF4-FFF2-40B4-BE49-F238E27FC236}">
                <a16:creationId xmlns:a16="http://schemas.microsoft.com/office/drawing/2014/main" id="{A182050C-2FC0-467A-83A4-A4C5B4917578}"/>
              </a:ext>
            </a:extLst>
          </p:cNvPr>
          <p:cNvSpPr>
            <a:spLocks noGrp="1"/>
          </p:cNvSpPr>
          <p:nvPr/>
        </p:nvSpPr>
        <p:spPr>
          <a:xfrm>
            <a:off x="10266941" y="3332142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0" name="0">
            <a:extLst>
              <a:ext uri="{FF2B5EF4-FFF2-40B4-BE49-F238E27FC236}">
                <a16:creationId xmlns:a16="http://schemas.microsoft.com/office/drawing/2014/main" id="{BE358BE9-A72B-4B19-B5CA-5BC13D578386}"/>
              </a:ext>
            </a:extLst>
          </p:cNvPr>
          <p:cNvSpPr>
            <a:spLocks noGrp="1"/>
          </p:cNvSpPr>
          <p:nvPr/>
        </p:nvSpPr>
        <p:spPr>
          <a:xfrm>
            <a:off x="9966538" y="561469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1" name="0">
            <a:extLst>
              <a:ext uri="{FF2B5EF4-FFF2-40B4-BE49-F238E27FC236}">
                <a16:creationId xmlns:a16="http://schemas.microsoft.com/office/drawing/2014/main" id="{79AFF34C-8BE6-4776-A7A4-42C466113AC5}"/>
              </a:ext>
            </a:extLst>
          </p:cNvPr>
          <p:cNvSpPr>
            <a:spLocks noGrp="1"/>
          </p:cNvSpPr>
          <p:nvPr/>
        </p:nvSpPr>
        <p:spPr>
          <a:xfrm>
            <a:off x="12581511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2" name="0">
            <a:extLst>
              <a:ext uri="{FF2B5EF4-FFF2-40B4-BE49-F238E27FC236}">
                <a16:creationId xmlns:a16="http://schemas.microsoft.com/office/drawing/2014/main" id="{F905724C-02F4-4E0C-8171-8A4FA79B53D8}"/>
              </a:ext>
            </a:extLst>
          </p:cNvPr>
          <p:cNvSpPr>
            <a:spLocks noGrp="1"/>
          </p:cNvSpPr>
          <p:nvPr/>
        </p:nvSpPr>
        <p:spPr>
          <a:xfrm>
            <a:off x="6402427" y="3940446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3" name="0">
            <a:extLst>
              <a:ext uri="{FF2B5EF4-FFF2-40B4-BE49-F238E27FC236}">
                <a16:creationId xmlns:a16="http://schemas.microsoft.com/office/drawing/2014/main" id="{47FBA2DE-1414-4516-A493-A76FFC928E29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4" name="0">
            <a:extLst>
              <a:ext uri="{FF2B5EF4-FFF2-40B4-BE49-F238E27FC236}">
                <a16:creationId xmlns:a16="http://schemas.microsoft.com/office/drawing/2014/main" id="{E1C36C8F-53C3-4E8B-B43B-0A961D476A43}"/>
              </a:ext>
            </a:extLst>
          </p:cNvPr>
          <p:cNvSpPr>
            <a:spLocks noGrp="1"/>
          </p:cNvSpPr>
          <p:nvPr/>
        </p:nvSpPr>
        <p:spPr>
          <a:xfrm>
            <a:off x="11642324" y="1347151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5" name="0">
            <a:extLst>
              <a:ext uri="{FF2B5EF4-FFF2-40B4-BE49-F238E27FC236}">
                <a16:creationId xmlns:a16="http://schemas.microsoft.com/office/drawing/2014/main" id="{68D86AC8-4251-478A-AE00-FAD813E700E9}"/>
              </a:ext>
            </a:extLst>
          </p:cNvPr>
          <p:cNvSpPr>
            <a:spLocks noGrp="1"/>
          </p:cNvSpPr>
          <p:nvPr/>
        </p:nvSpPr>
        <p:spPr>
          <a:xfrm>
            <a:off x="15323818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6" name="0">
            <a:extLst>
              <a:ext uri="{FF2B5EF4-FFF2-40B4-BE49-F238E27FC236}">
                <a16:creationId xmlns:a16="http://schemas.microsoft.com/office/drawing/2014/main" id="{D0C9D912-FD8B-4FD8-AB49-B50EF389A0AE}"/>
              </a:ext>
            </a:extLst>
          </p:cNvPr>
          <p:cNvSpPr>
            <a:spLocks noGrp="1"/>
          </p:cNvSpPr>
          <p:nvPr/>
        </p:nvSpPr>
        <p:spPr>
          <a:xfrm>
            <a:off x="7960829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7" name="0">
            <a:extLst>
              <a:ext uri="{FF2B5EF4-FFF2-40B4-BE49-F238E27FC236}">
                <a16:creationId xmlns:a16="http://schemas.microsoft.com/office/drawing/2014/main" id="{4BA67B44-9A4E-4980-8C7C-F7711D17CAD9}"/>
              </a:ext>
            </a:extLst>
          </p:cNvPr>
          <p:cNvSpPr>
            <a:spLocks noGrp="1"/>
          </p:cNvSpPr>
          <p:nvPr/>
        </p:nvSpPr>
        <p:spPr>
          <a:xfrm>
            <a:off x="11931772" y="10160965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8" name="0">
            <a:extLst>
              <a:ext uri="{FF2B5EF4-FFF2-40B4-BE49-F238E27FC236}">
                <a16:creationId xmlns:a16="http://schemas.microsoft.com/office/drawing/2014/main" id="{5666C660-FA14-4707-A441-DF59DBA0C7DF}"/>
              </a:ext>
            </a:extLst>
          </p:cNvPr>
          <p:cNvSpPr>
            <a:spLocks noGrp="1"/>
          </p:cNvSpPr>
          <p:nvPr/>
        </p:nvSpPr>
        <p:spPr>
          <a:xfrm>
            <a:off x="16967700" y="10160965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999" name="0">
            <a:extLst>
              <a:ext uri="{FF2B5EF4-FFF2-40B4-BE49-F238E27FC236}">
                <a16:creationId xmlns:a16="http://schemas.microsoft.com/office/drawing/2014/main" id="{055FF8FD-12BD-4030-80A7-39AD5A6DC933}"/>
              </a:ext>
            </a:extLst>
          </p:cNvPr>
          <p:cNvSpPr>
            <a:spLocks noGrp="1"/>
          </p:cNvSpPr>
          <p:nvPr/>
        </p:nvSpPr>
        <p:spPr>
          <a:xfrm>
            <a:off x="11775921" y="74075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1000" name="0">
            <a:extLst>
              <a:ext uri="{FF2B5EF4-FFF2-40B4-BE49-F238E27FC236}">
                <a16:creationId xmlns:a16="http://schemas.microsoft.com/office/drawing/2014/main" id="{C2B7DDA7-3F47-4D62-B1B7-D7F87833A5EB}"/>
              </a:ext>
            </a:extLst>
          </p:cNvPr>
          <p:cNvSpPr>
            <a:spLocks noGrp="1"/>
          </p:cNvSpPr>
          <p:nvPr/>
        </p:nvSpPr>
        <p:spPr>
          <a:xfrm>
            <a:off x="13413926" y="7407591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1001" name="0">
            <a:extLst>
              <a:ext uri="{FF2B5EF4-FFF2-40B4-BE49-F238E27FC236}">
                <a16:creationId xmlns:a16="http://schemas.microsoft.com/office/drawing/2014/main" id="{4785EB09-DD11-4FDD-95D5-C2640493526B}"/>
              </a:ext>
            </a:extLst>
          </p:cNvPr>
          <p:cNvSpPr>
            <a:spLocks noGrp="1"/>
          </p:cNvSpPr>
          <p:nvPr/>
        </p:nvSpPr>
        <p:spPr>
          <a:xfrm>
            <a:off x="13483071" y="233964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1002" name="0">
            <a:extLst>
              <a:ext uri="{FF2B5EF4-FFF2-40B4-BE49-F238E27FC236}">
                <a16:creationId xmlns:a16="http://schemas.microsoft.com/office/drawing/2014/main" id="{D93E44B5-9C99-4F22-88DC-4F109637BD39}"/>
              </a:ext>
            </a:extLst>
          </p:cNvPr>
          <p:cNvSpPr>
            <a:spLocks noGrp="1"/>
          </p:cNvSpPr>
          <p:nvPr/>
        </p:nvSpPr>
        <p:spPr>
          <a:xfrm>
            <a:off x="16060413" y="4132542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  <p:sp>
        <p:nvSpPr>
          <p:cNvPr id="1003" name="1">
            <a:extLst>
              <a:ext uri="{FF2B5EF4-FFF2-40B4-BE49-F238E27FC236}">
                <a16:creationId xmlns:a16="http://schemas.microsoft.com/office/drawing/2014/main" id="{CE98C6CB-11C8-4B8F-A397-9C0C948BBB7A}"/>
              </a:ext>
            </a:extLst>
          </p:cNvPr>
          <p:cNvSpPr>
            <a:spLocks noGrp="1"/>
          </p:cNvSpPr>
          <p:nvPr/>
        </p:nvSpPr>
        <p:spPr>
          <a:xfrm>
            <a:off x="5967380" y="748384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1004" name="1">
            <a:extLst>
              <a:ext uri="{FF2B5EF4-FFF2-40B4-BE49-F238E27FC236}">
                <a16:creationId xmlns:a16="http://schemas.microsoft.com/office/drawing/2014/main" id="{1EF1105E-E5E2-4A64-A6D8-495D4F24E4AB}"/>
              </a:ext>
            </a:extLst>
          </p:cNvPr>
          <p:cNvSpPr>
            <a:spLocks noGrp="1"/>
          </p:cNvSpPr>
          <p:nvPr/>
        </p:nvSpPr>
        <p:spPr>
          <a:xfrm>
            <a:off x="5967380" y="10160965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1005" name="1">
            <a:extLst>
              <a:ext uri="{FF2B5EF4-FFF2-40B4-BE49-F238E27FC236}">
                <a16:creationId xmlns:a16="http://schemas.microsoft.com/office/drawing/2014/main" id="{729203A6-9B78-47F6-A0B7-D5C0BA0EDE45}"/>
              </a:ext>
            </a:extLst>
          </p:cNvPr>
          <p:cNvSpPr>
            <a:spLocks noGrp="1"/>
          </p:cNvSpPr>
          <p:nvPr/>
        </p:nvSpPr>
        <p:spPr>
          <a:xfrm>
            <a:off x="11231420" y="4652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1006" name="1">
            <a:extLst>
              <a:ext uri="{FF2B5EF4-FFF2-40B4-BE49-F238E27FC236}">
                <a16:creationId xmlns:a16="http://schemas.microsoft.com/office/drawing/2014/main" id="{128047AA-B34C-48F8-B9FF-5A9F85DD0AA7}"/>
              </a:ext>
            </a:extLst>
          </p:cNvPr>
          <p:cNvSpPr>
            <a:spLocks noGrp="1"/>
          </p:cNvSpPr>
          <p:nvPr/>
        </p:nvSpPr>
        <p:spPr>
          <a:xfrm>
            <a:off x="18173241" y="2787870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1</a:t>
            </a:r>
          </a:p>
        </p:txBody>
      </p:sp>
      <p:sp>
        <p:nvSpPr>
          <p:cNvPr id="1007" name="Line">
            <a:extLst>
              <a:ext uri="{FF2B5EF4-FFF2-40B4-BE49-F238E27FC236}">
                <a16:creationId xmlns:a16="http://schemas.microsoft.com/office/drawing/2014/main" id="{13FA1500-075F-4349-9BAF-2EF1C177C478}"/>
              </a:ext>
            </a:extLst>
          </p:cNvPr>
          <p:cNvSpPr>
            <a:spLocks noGrp="1"/>
          </p:cNvSpPr>
          <p:nvPr/>
        </p:nvSpPr>
        <p:spPr>
          <a:xfrm flipV="1">
            <a:off x="3604331" y="1175298"/>
            <a:ext cx="17175338" cy="9978148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 algn="ctr">
              <a:buNone/>
              <a:defRPr sz="3200" b="0"/>
            </a:pPr>
            <a:endParaRPr/>
          </a:p>
        </p:txBody>
      </p:sp>
      <p:sp>
        <p:nvSpPr>
          <p:cNvPr id="1008" name="0">
            <a:extLst>
              <a:ext uri="{FF2B5EF4-FFF2-40B4-BE49-F238E27FC236}">
                <a16:creationId xmlns:a16="http://schemas.microsoft.com/office/drawing/2014/main" id="{45A4C66B-9CA6-4FB5-A6E1-DC9A2713A5AA}"/>
              </a:ext>
            </a:extLst>
          </p:cNvPr>
          <p:cNvSpPr>
            <a:spLocks noGrp="1"/>
          </p:cNvSpPr>
          <p:nvPr/>
        </p:nvSpPr>
        <p:spPr>
          <a:xfrm>
            <a:off x="19977202" y="182739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530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316174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L1 loss function">
            <a:extLst>
              <a:ext uri="{FF2B5EF4-FFF2-40B4-BE49-F238E27FC236}">
                <a16:creationId xmlns:a16="http://schemas.microsoft.com/office/drawing/2014/main" id="{66D76F0C-0C06-4005-8E46-05975A3B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727889"/>
            <a:ext cx="20828000" cy="2417454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t>função de perda L1</a:t>
            </a:r>
          </a:p>
        </p:txBody>
      </p:sp>
      <p:sp>
        <p:nvSpPr>
          <p:cNvPr id="1011" name="L(actual, predicted) = | actual - predicted |">
            <a:extLst>
              <a:ext uri="{FF2B5EF4-FFF2-40B4-BE49-F238E27FC236}">
                <a16:creationId xmlns:a16="http://schemas.microsoft.com/office/drawing/2014/main" id="{C2C1E7DA-CEFA-4334-989F-2DD04A02C961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50551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L(real, previsto) = | real - previsto |</a:t>
            </a:r>
          </a:p>
        </p:txBody>
      </p:sp>
    </p:spTree>
    <p:extLst>
      <p:ext uri="{BB962C8B-B14F-4D97-AF65-F5344CB8AC3E}">
        <p14:creationId xmlns:p14="http://schemas.microsoft.com/office/powerpoint/2010/main" val="11608719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Line">
            <a:extLst>
              <a:ext uri="{FF2B5EF4-FFF2-40B4-BE49-F238E27FC236}">
                <a16:creationId xmlns:a16="http://schemas.microsoft.com/office/drawing/2014/main" id="{69B67E0A-2E17-4E5C-84F8-C1BDE5524521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4" name="Line">
            <a:extLst>
              <a:ext uri="{FF2B5EF4-FFF2-40B4-BE49-F238E27FC236}">
                <a16:creationId xmlns:a16="http://schemas.microsoft.com/office/drawing/2014/main" id="{B738C935-F02B-46D4-B858-D5C6506CEAF6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5" name="advertising">
            <a:extLst>
              <a:ext uri="{FF2B5EF4-FFF2-40B4-BE49-F238E27FC236}">
                <a16:creationId xmlns:a16="http://schemas.microsoft.com/office/drawing/2014/main" id="{D0B1BD11-CDEF-4832-9525-C9967B9B9385}"/>
              </a:ext>
            </a:extLst>
          </p:cNvPr>
          <p:cNvSpPr>
            <a:spLocks noGrp="1"/>
          </p:cNvSpPr>
          <p:nvPr/>
        </p:nvSpPr>
        <p:spPr>
          <a:xfrm>
            <a:off x="10974790" y="12170558"/>
            <a:ext cx="3860702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publicidade</a:t>
            </a:r>
          </a:p>
        </p:txBody>
      </p:sp>
      <p:sp>
        <p:nvSpPr>
          <p:cNvPr id="1016" name="sales">
            <a:extLst>
              <a:ext uri="{FF2B5EF4-FFF2-40B4-BE49-F238E27FC236}">
                <a16:creationId xmlns:a16="http://schemas.microsoft.com/office/drawing/2014/main" id="{92A8DEA0-55DB-40A1-BF32-09CE01570104}"/>
              </a:ext>
            </a:extLst>
          </p:cNvPr>
          <p:cNvSpPr>
            <a:spLocks noGrp="1"/>
          </p:cNvSpPr>
          <p:nvPr/>
        </p:nvSpPr>
        <p:spPr>
          <a:xfrm rot="16200000">
            <a:off x="65803" y="6343649"/>
            <a:ext cx="1922817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vendas</a:t>
            </a:r>
          </a:p>
        </p:txBody>
      </p:sp>
      <p:sp>
        <p:nvSpPr>
          <p:cNvPr id="1017" name="Circle">
            <a:extLst>
              <a:ext uri="{FF2B5EF4-FFF2-40B4-BE49-F238E27FC236}">
                <a16:creationId xmlns:a16="http://schemas.microsoft.com/office/drawing/2014/main" id="{24F81997-E38B-4EE3-9502-9111378A1C3F}"/>
              </a:ext>
            </a:extLst>
          </p:cNvPr>
          <p:cNvSpPr>
            <a:spLocks noGrp="1"/>
          </p:cNvSpPr>
          <p:nvPr/>
        </p:nvSpPr>
        <p:spPr>
          <a:xfrm>
            <a:off x="4201224" y="95788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8" name="Circle">
            <a:extLst>
              <a:ext uri="{FF2B5EF4-FFF2-40B4-BE49-F238E27FC236}">
                <a16:creationId xmlns:a16="http://schemas.microsoft.com/office/drawing/2014/main" id="{991AC148-0B98-4892-94AD-E2E1B6BE4507}"/>
              </a:ext>
            </a:extLst>
          </p:cNvPr>
          <p:cNvSpPr>
            <a:spLocks noGrp="1"/>
          </p:cNvSpPr>
          <p:nvPr/>
        </p:nvSpPr>
        <p:spPr>
          <a:xfrm>
            <a:off x="5535089" y="1060853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19" name="Circle">
            <a:extLst>
              <a:ext uri="{FF2B5EF4-FFF2-40B4-BE49-F238E27FC236}">
                <a16:creationId xmlns:a16="http://schemas.microsoft.com/office/drawing/2014/main" id="{548CEBC2-C35B-486B-A8A8-965E046C8F74}"/>
              </a:ext>
            </a:extLst>
          </p:cNvPr>
          <p:cNvSpPr>
            <a:spLocks noGrp="1"/>
          </p:cNvSpPr>
          <p:nvPr/>
        </p:nvSpPr>
        <p:spPr>
          <a:xfrm>
            <a:off x="6494537" y="761318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0" name="Circle">
            <a:extLst>
              <a:ext uri="{FF2B5EF4-FFF2-40B4-BE49-F238E27FC236}">
                <a16:creationId xmlns:a16="http://schemas.microsoft.com/office/drawing/2014/main" id="{121D6F4B-41F8-48BF-ACD5-A5D6BB958A71}"/>
              </a:ext>
            </a:extLst>
          </p:cNvPr>
          <p:cNvSpPr>
            <a:spLocks noGrp="1"/>
          </p:cNvSpPr>
          <p:nvPr/>
        </p:nvSpPr>
        <p:spPr>
          <a:xfrm>
            <a:off x="9443082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1" name="Circle">
            <a:extLst>
              <a:ext uri="{FF2B5EF4-FFF2-40B4-BE49-F238E27FC236}">
                <a16:creationId xmlns:a16="http://schemas.microsoft.com/office/drawing/2014/main" id="{F298DDD7-BBAF-408C-8C59-362E93940A14}"/>
              </a:ext>
            </a:extLst>
          </p:cNvPr>
          <p:cNvSpPr>
            <a:spLocks noGrp="1"/>
          </p:cNvSpPr>
          <p:nvPr/>
        </p:nvSpPr>
        <p:spPr>
          <a:xfrm>
            <a:off x="13158004" y="3564789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2" name="Circle">
            <a:extLst>
              <a:ext uri="{FF2B5EF4-FFF2-40B4-BE49-F238E27FC236}">
                <a16:creationId xmlns:a16="http://schemas.microsoft.com/office/drawing/2014/main" id="{F316FD9E-4D97-472C-8B64-5E140E238391}"/>
              </a:ext>
            </a:extLst>
          </p:cNvPr>
          <p:cNvSpPr>
            <a:spLocks noGrp="1"/>
          </p:cNvSpPr>
          <p:nvPr/>
        </p:nvSpPr>
        <p:spPr>
          <a:xfrm>
            <a:off x="16621374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3" name="Circle">
            <a:extLst>
              <a:ext uri="{FF2B5EF4-FFF2-40B4-BE49-F238E27FC236}">
                <a16:creationId xmlns:a16="http://schemas.microsoft.com/office/drawing/2014/main" id="{274BF161-B3DE-4991-83D8-6F0D44DBA20C}"/>
              </a:ext>
            </a:extLst>
          </p:cNvPr>
          <p:cNvSpPr>
            <a:spLocks noGrp="1"/>
          </p:cNvSpPr>
          <p:nvPr/>
        </p:nvSpPr>
        <p:spPr>
          <a:xfrm>
            <a:off x="16012945" y="290955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4" name="Circle">
            <a:extLst>
              <a:ext uri="{FF2B5EF4-FFF2-40B4-BE49-F238E27FC236}">
                <a16:creationId xmlns:a16="http://schemas.microsoft.com/office/drawing/2014/main" id="{00A973FF-0872-42D9-BC10-6B000E0F2BE5}"/>
              </a:ext>
            </a:extLst>
          </p:cNvPr>
          <p:cNvSpPr>
            <a:spLocks noGrp="1"/>
          </p:cNvSpPr>
          <p:nvPr/>
        </p:nvSpPr>
        <p:spPr>
          <a:xfrm>
            <a:off x="20225153" y="2628743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5" name="Circle">
            <a:extLst>
              <a:ext uri="{FF2B5EF4-FFF2-40B4-BE49-F238E27FC236}">
                <a16:creationId xmlns:a16="http://schemas.microsoft.com/office/drawing/2014/main" id="{F115768C-8729-473E-A457-60C655E5296C}"/>
              </a:ext>
            </a:extLst>
          </p:cNvPr>
          <p:cNvSpPr>
            <a:spLocks noGrp="1"/>
          </p:cNvSpPr>
          <p:nvPr/>
        </p:nvSpPr>
        <p:spPr>
          <a:xfrm>
            <a:off x="21839832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6" name="Circle">
            <a:extLst>
              <a:ext uri="{FF2B5EF4-FFF2-40B4-BE49-F238E27FC236}">
                <a16:creationId xmlns:a16="http://schemas.microsoft.com/office/drawing/2014/main" id="{DB0FC89D-CBF3-4C5C-8EB9-673BE14828EB}"/>
              </a:ext>
            </a:extLst>
          </p:cNvPr>
          <p:cNvSpPr>
            <a:spLocks noGrp="1"/>
          </p:cNvSpPr>
          <p:nvPr/>
        </p:nvSpPr>
        <p:spPr>
          <a:xfrm>
            <a:off x="17674428" y="171609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7" name="Circle">
            <a:extLst>
              <a:ext uri="{FF2B5EF4-FFF2-40B4-BE49-F238E27FC236}">
                <a16:creationId xmlns:a16="http://schemas.microsoft.com/office/drawing/2014/main" id="{C8D631B2-0B6C-4023-8C5C-FEA55CE46193}"/>
              </a:ext>
            </a:extLst>
          </p:cNvPr>
          <p:cNvSpPr>
            <a:spLocks noGrp="1"/>
          </p:cNvSpPr>
          <p:nvPr/>
        </p:nvSpPr>
        <p:spPr>
          <a:xfrm>
            <a:off x="10139257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8" name="Circle">
            <a:extLst>
              <a:ext uri="{FF2B5EF4-FFF2-40B4-BE49-F238E27FC236}">
                <a16:creationId xmlns:a16="http://schemas.microsoft.com/office/drawing/2014/main" id="{51193733-5939-43FE-A59D-A97D3C3BF19D}"/>
              </a:ext>
            </a:extLst>
          </p:cNvPr>
          <p:cNvSpPr>
            <a:spLocks noGrp="1"/>
          </p:cNvSpPr>
          <p:nvPr/>
        </p:nvSpPr>
        <p:spPr>
          <a:xfrm>
            <a:off x="12155961" y="735577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29" name="Circle">
            <a:extLst>
              <a:ext uri="{FF2B5EF4-FFF2-40B4-BE49-F238E27FC236}">
                <a16:creationId xmlns:a16="http://schemas.microsoft.com/office/drawing/2014/main" id="{16E021D4-E0B6-48D3-AE8D-77F838E3F69F}"/>
              </a:ext>
            </a:extLst>
          </p:cNvPr>
          <p:cNvSpPr>
            <a:spLocks noGrp="1"/>
          </p:cNvSpPr>
          <p:nvPr/>
        </p:nvSpPr>
        <p:spPr>
          <a:xfrm>
            <a:off x="18493468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0" name="Circle">
            <a:extLst>
              <a:ext uri="{FF2B5EF4-FFF2-40B4-BE49-F238E27FC236}">
                <a16:creationId xmlns:a16="http://schemas.microsoft.com/office/drawing/2014/main" id="{F78D9F51-7C3B-4C7A-AF4C-588F9D91541F}"/>
              </a:ext>
            </a:extLst>
          </p:cNvPr>
          <p:cNvSpPr>
            <a:spLocks noGrp="1"/>
          </p:cNvSpPr>
          <p:nvPr/>
        </p:nvSpPr>
        <p:spPr>
          <a:xfrm>
            <a:off x="8618182" y="91935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1" name="Circle">
            <a:extLst>
              <a:ext uri="{FF2B5EF4-FFF2-40B4-BE49-F238E27FC236}">
                <a16:creationId xmlns:a16="http://schemas.microsoft.com/office/drawing/2014/main" id="{D811C02B-F22E-4F64-85D0-92735C2902C6}"/>
              </a:ext>
            </a:extLst>
          </p:cNvPr>
          <p:cNvSpPr>
            <a:spLocks noGrp="1"/>
          </p:cNvSpPr>
          <p:nvPr/>
        </p:nvSpPr>
        <p:spPr>
          <a:xfrm>
            <a:off x="7565130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2" name="Circle">
            <a:extLst>
              <a:ext uri="{FF2B5EF4-FFF2-40B4-BE49-F238E27FC236}">
                <a16:creationId xmlns:a16="http://schemas.microsoft.com/office/drawing/2014/main" id="{E6BAE277-B8C3-4D3C-A97C-F7B82508FA24}"/>
              </a:ext>
            </a:extLst>
          </p:cNvPr>
          <p:cNvSpPr>
            <a:spLocks noGrp="1"/>
          </p:cNvSpPr>
          <p:nvPr/>
        </p:nvSpPr>
        <p:spPr>
          <a:xfrm>
            <a:off x="14655679" y="62217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3" name="Line">
            <a:extLst>
              <a:ext uri="{FF2B5EF4-FFF2-40B4-BE49-F238E27FC236}">
                <a16:creationId xmlns:a16="http://schemas.microsoft.com/office/drawing/2014/main" id="{AC10B5C9-34A2-4694-B251-2980C9DA4516}"/>
              </a:ext>
            </a:extLst>
          </p:cNvPr>
          <p:cNvSpPr>
            <a:spLocks noGrp="1"/>
          </p:cNvSpPr>
          <p:nvPr/>
        </p:nvSpPr>
        <p:spPr>
          <a:xfrm flipV="1">
            <a:off x="2290143" y="1132696"/>
            <a:ext cx="20302359" cy="10559984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8188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">
            <a:extLst>
              <a:ext uri="{FF2B5EF4-FFF2-40B4-BE49-F238E27FC236}">
                <a16:creationId xmlns:a16="http://schemas.microsoft.com/office/drawing/2014/main" id="{77F7915F-E2CB-4795-A9FA-64D6BCF8CF8C}"/>
              </a:ext>
            </a:extLst>
          </p:cNvPr>
          <p:cNvSpPr>
            <a:spLocks noGrp="1"/>
          </p:cNvSpPr>
          <p:nvPr/>
        </p:nvSpPr>
        <p:spPr>
          <a:xfrm flipV="1">
            <a:off x="22125195" y="1373267"/>
            <a:ext cx="1" cy="29038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6" name="Line">
            <a:extLst>
              <a:ext uri="{FF2B5EF4-FFF2-40B4-BE49-F238E27FC236}">
                <a16:creationId xmlns:a16="http://schemas.microsoft.com/office/drawing/2014/main" id="{08A3CB38-7E7D-40BA-BE99-A3A6898E109C}"/>
              </a:ext>
            </a:extLst>
          </p:cNvPr>
          <p:cNvSpPr>
            <a:spLocks noGrp="1"/>
          </p:cNvSpPr>
          <p:nvPr/>
        </p:nvSpPr>
        <p:spPr>
          <a:xfrm flipV="1">
            <a:off x="20510514" y="2184039"/>
            <a:ext cx="1" cy="83512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7" name="Line">
            <a:extLst>
              <a:ext uri="{FF2B5EF4-FFF2-40B4-BE49-F238E27FC236}">
                <a16:creationId xmlns:a16="http://schemas.microsoft.com/office/drawing/2014/main" id="{07377BF5-BC81-4586-B223-5AEE42754EC3}"/>
              </a:ext>
            </a:extLst>
          </p:cNvPr>
          <p:cNvSpPr>
            <a:spLocks noGrp="1"/>
          </p:cNvSpPr>
          <p:nvPr/>
        </p:nvSpPr>
        <p:spPr>
          <a:xfrm flipV="1">
            <a:off x="18782629" y="3120085"/>
            <a:ext cx="1" cy="362321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8" name="Line">
            <a:extLst>
              <a:ext uri="{FF2B5EF4-FFF2-40B4-BE49-F238E27FC236}">
                <a16:creationId xmlns:a16="http://schemas.microsoft.com/office/drawing/2014/main" id="{E2E4180D-2ACD-43AF-B3A8-95F60E4BE71B}"/>
              </a:ext>
            </a:extLst>
          </p:cNvPr>
          <p:cNvSpPr>
            <a:spLocks noGrp="1"/>
          </p:cNvSpPr>
          <p:nvPr/>
        </p:nvSpPr>
        <p:spPr>
          <a:xfrm flipV="1">
            <a:off x="17959789" y="2095139"/>
            <a:ext cx="1" cy="146013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9" name="Line">
            <a:extLst>
              <a:ext uri="{FF2B5EF4-FFF2-40B4-BE49-F238E27FC236}">
                <a16:creationId xmlns:a16="http://schemas.microsoft.com/office/drawing/2014/main" id="{7F65E0A6-5431-4A5A-B43B-A66B56590700}"/>
              </a:ext>
            </a:extLst>
          </p:cNvPr>
          <p:cNvSpPr>
            <a:spLocks noGrp="1"/>
          </p:cNvSpPr>
          <p:nvPr/>
        </p:nvSpPr>
        <p:spPr>
          <a:xfrm flipV="1">
            <a:off x="16906736" y="4048395"/>
            <a:ext cx="1" cy="1766592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0" name="Line">
            <a:extLst>
              <a:ext uri="{FF2B5EF4-FFF2-40B4-BE49-F238E27FC236}">
                <a16:creationId xmlns:a16="http://schemas.microsoft.com/office/drawing/2014/main" id="{6C462E9E-8165-42C2-9548-116DBF9C9FE5}"/>
              </a:ext>
            </a:extLst>
          </p:cNvPr>
          <p:cNvSpPr>
            <a:spLocks noGrp="1"/>
          </p:cNvSpPr>
          <p:nvPr/>
        </p:nvSpPr>
        <p:spPr>
          <a:xfrm flipV="1">
            <a:off x="16298307" y="3112687"/>
            <a:ext cx="1" cy="130382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1" name="Line">
            <a:extLst>
              <a:ext uri="{FF2B5EF4-FFF2-40B4-BE49-F238E27FC236}">
                <a16:creationId xmlns:a16="http://schemas.microsoft.com/office/drawing/2014/main" id="{87718533-571C-4EDF-81EC-19E482FCD3FD}"/>
              </a:ext>
            </a:extLst>
          </p:cNvPr>
          <p:cNvSpPr>
            <a:spLocks noGrp="1"/>
          </p:cNvSpPr>
          <p:nvPr/>
        </p:nvSpPr>
        <p:spPr>
          <a:xfrm flipV="1">
            <a:off x="14941041" y="5129633"/>
            <a:ext cx="1" cy="130382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2" name="Line">
            <a:extLst>
              <a:ext uri="{FF2B5EF4-FFF2-40B4-BE49-F238E27FC236}">
                <a16:creationId xmlns:a16="http://schemas.microsoft.com/office/drawing/2014/main" id="{99709AEB-1A77-49FB-8D30-590CA9A742D9}"/>
              </a:ext>
            </a:extLst>
          </p:cNvPr>
          <p:cNvSpPr>
            <a:spLocks noGrp="1"/>
          </p:cNvSpPr>
          <p:nvPr/>
        </p:nvSpPr>
        <p:spPr>
          <a:xfrm flipV="1">
            <a:off x="13443366" y="3906414"/>
            <a:ext cx="1" cy="197435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3" name="Line">
            <a:extLst>
              <a:ext uri="{FF2B5EF4-FFF2-40B4-BE49-F238E27FC236}">
                <a16:creationId xmlns:a16="http://schemas.microsoft.com/office/drawing/2014/main" id="{88936FBA-3DCF-4D92-89C7-770A188EC81F}"/>
              </a:ext>
            </a:extLst>
          </p:cNvPr>
          <p:cNvSpPr>
            <a:spLocks noGrp="1"/>
          </p:cNvSpPr>
          <p:nvPr/>
        </p:nvSpPr>
        <p:spPr>
          <a:xfrm flipV="1">
            <a:off x="12441322" y="6391327"/>
            <a:ext cx="1" cy="130382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4" name="Line">
            <a:extLst>
              <a:ext uri="{FF2B5EF4-FFF2-40B4-BE49-F238E27FC236}">
                <a16:creationId xmlns:a16="http://schemas.microsoft.com/office/drawing/2014/main" id="{E9CB7EC9-0270-4931-8D52-234822791B70}"/>
              </a:ext>
            </a:extLst>
          </p:cNvPr>
          <p:cNvSpPr>
            <a:spLocks noGrp="1"/>
          </p:cNvSpPr>
          <p:nvPr/>
        </p:nvSpPr>
        <p:spPr>
          <a:xfrm flipV="1">
            <a:off x="10424618" y="4294344"/>
            <a:ext cx="1" cy="317340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5" name="Line">
            <a:extLst>
              <a:ext uri="{FF2B5EF4-FFF2-40B4-BE49-F238E27FC236}">
                <a16:creationId xmlns:a16="http://schemas.microsoft.com/office/drawing/2014/main" id="{E0C4995C-ADE7-4564-A05E-6F5248CFAB17}"/>
              </a:ext>
            </a:extLst>
          </p:cNvPr>
          <p:cNvSpPr>
            <a:spLocks noGrp="1"/>
          </p:cNvSpPr>
          <p:nvPr/>
        </p:nvSpPr>
        <p:spPr>
          <a:xfrm flipV="1">
            <a:off x="9728444" y="6866322"/>
            <a:ext cx="1" cy="9524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6" name="Line">
            <a:extLst>
              <a:ext uri="{FF2B5EF4-FFF2-40B4-BE49-F238E27FC236}">
                <a16:creationId xmlns:a16="http://schemas.microsoft.com/office/drawing/2014/main" id="{95BF282B-507D-4139-BBC1-5159D102A893}"/>
              </a:ext>
            </a:extLst>
          </p:cNvPr>
          <p:cNvSpPr>
            <a:spLocks noGrp="1"/>
          </p:cNvSpPr>
          <p:nvPr/>
        </p:nvSpPr>
        <p:spPr>
          <a:xfrm flipV="1">
            <a:off x="7850492" y="5855215"/>
            <a:ext cx="1" cy="294539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7" name="Line">
            <a:extLst>
              <a:ext uri="{FF2B5EF4-FFF2-40B4-BE49-F238E27FC236}">
                <a16:creationId xmlns:a16="http://schemas.microsoft.com/office/drawing/2014/main" id="{A42665B5-7984-44D5-A782-56DAEC84F922}"/>
              </a:ext>
            </a:extLst>
          </p:cNvPr>
          <p:cNvSpPr>
            <a:spLocks noGrp="1"/>
          </p:cNvSpPr>
          <p:nvPr/>
        </p:nvSpPr>
        <p:spPr>
          <a:xfrm flipV="1">
            <a:off x="8903544" y="8234146"/>
            <a:ext cx="1" cy="1303828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8" name="Line">
            <a:extLst>
              <a:ext uri="{FF2B5EF4-FFF2-40B4-BE49-F238E27FC236}">
                <a16:creationId xmlns:a16="http://schemas.microsoft.com/office/drawing/2014/main" id="{47597ABC-D828-4E09-9476-2C5B97FC34E1}"/>
              </a:ext>
            </a:extLst>
          </p:cNvPr>
          <p:cNvSpPr>
            <a:spLocks noGrp="1"/>
          </p:cNvSpPr>
          <p:nvPr/>
        </p:nvSpPr>
        <p:spPr>
          <a:xfrm flipV="1">
            <a:off x="6779899" y="8069142"/>
            <a:ext cx="1" cy="1303828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9" name="Line">
            <a:extLst>
              <a:ext uri="{FF2B5EF4-FFF2-40B4-BE49-F238E27FC236}">
                <a16:creationId xmlns:a16="http://schemas.microsoft.com/office/drawing/2014/main" id="{5661B6B5-3938-4A2F-87F3-B84852493E5C}"/>
              </a:ext>
            </a:extLst>
          </p:cNvPr>
          <p:cNvSpPr>
            <a:spLocks noGrp="1"/>
          </p:cNvSpPr>
          <p:nvPr/>
        </p:nvSpPr>
        <p:spPr>
          <a:xfrm flipV="1">
            <a:off x="5820451" y="9874012"/>
            <a:ext cx="1" cy="102997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0" name="Line">
            <a:extLst>
              <a:ext uri="{FF2B5EF4-FFF2-40B4-BE49-F238E27FC236}">
                <a16:creationId xmlns:a16="http://schemas.microsoft.com/office/drawing/2014/main" id="{06149716-DCDF-4A89-9BA0-8062043E7A79}"/>
              </a:ext>
            </a:extLst>
          </p:cNvPr>
          <p:cNvSpPr>
            <a:spLocks noGrp="1"/>
          </p:cNvSpPr>
          <p:nvPr/>
        </p:nvSpPr>
        <p:spPr>
          <a:xfrm flipV="1">
            <a:off x="4486585" y="9732843"/>
            <a:ext cx="1" cy="83512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1" name="Line">
            <a:extLst>
              <a:ext uri="{FF2B5EF4-FFF2-40B4-BE49-F238E27FC236}">
                <a16:creationId xmlns:a16="http://schemas.microsoft.com/office/drawing/2014/main" id="{56AC97F0-40AA-431B-BA71-85DC5F5EB0C3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2" name="Line">
            <a:extLst>
              <a:ext uri="{FF2B5EF4-FFF2-40B4-BE49-F238E27FC236}">
                <a16:creationId xmlns:a16="http://schemas.microsoft.com/office/drawing/2014/main" id="{BD4ABA6E-17E7-41B5-A281-8078B8A1593A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3" name="advertising">
            <a:extLst>
              <a:ext uri="{FF2B5EF4-FFF2-40B4-BE49-F238E27FC236}">
                <a16:creationId xmlns:a16="http://schemas.microsoft.com/office/drawing/2014/main" id="{31E5690E-89E5-43A6-B691-AC8FFA9C600F}"/>
              </a:ext>
            </a:extLst>
          </p:cNvPr>
          <p:cNvSpPr>
            <a:spLocks noGrp="1"/>
          </p:cNvSpPr>
          <p:nvPr/>
        </p:nvSpPr>
        <p:spPr>
          <a:xfrm>
            <a:off x="10974790" y="12170558"/>
            <a:ext cx="3860702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publicidade</a:t>
            </a:r>
          </a:p>
        </p:txBody>
      </p:sp>
      <p:sp>
        <p:nvSpPr>
          <p:cNvPr id="1054" name="sales">
            <a:extLst>
              <a:ext uri="{FF2B5EF4-FFF2-40B4-BE49-F238E27FC236}">
                <a16:creationId xmlns:a16="http://schemas.microsoft.com/office/drawing/2014/main" id="{6931575E-0807-4C95-8F9C-2788FA91A904}"/>
              </a:ext>
            </a:extLst>
          </p:cNvPr>
          <p:cNvSpPr>
            <a:spLocks noGrp="1"/>
          </p:cNvSpPr>
          <p:nvPr/>
        </p:nvSpPr>
        <p:spPr>
          <a:xfrm rot="16200000">
            <a:off x="65803" y="6343649"/>
            <a:ext cx="1922817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vendas</a:t>
            </a:r>
          </a:p>
        </p:txBody>
      </p:sp>
      <p:sp>
        <p:nvSpPr>
          <p:cNvPr id="1055" name="Circle">
            <a:extLst>
              <a:ext uri="{FF2B5EF4-FFF2-40B4-BE49-F238E27FC236}">
                <a16:creationId xmlns:a16="http://schemas.microsoft.com/office/drawing/2014/main" id="{5DE8FDC2-71FF-4323-B3AF-70239F2F21FB}"/>
              </a:ext>
            </a:extLst>
          </p:cNvPr>
          <p:cNvSpPr>
            <a:spLocks noGrp="1"/>
          </p:cNvSpPr>
          <p:nvPr/>
        </p:nvSpPr>
        <p:spPr>
          <a:xfrm>
            <a:off x="4201224" y="95788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6" name="Circle">
            <a:extLst>
              <a:ext uri="{FF2B5EF4-FFF2-40B4-BE49-F238E27FC236}">
                <a16:creationId xmlns:a16="http://schemas.microsoft.com/office/drawing/2014/main" id="{450C02C0-B4D4-4663-9E6B-A4B725243F3F}"/>
              </a:ext>
            </a:extLst>
          </p:cNvPr>
          <p:cNvSpPr>
            <a:spLocks noGrp="1"/>
          </p:cNvSpPr>
          <p:nvPr/>
        </p:nvSpPr>
        <p:spPr>
          <a:xfrm>
            <a:off x="5535089" y="1060853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7" name="Circle">
            <a:extLst>
              <a:ext uri="{FF2B5EF4-FFF2-40B4-BE49-F238E27FC236}">
                <a16:creationId xmlns:a16="http://schemas.microsoft.com/office/drawing/2014/main" id="{DD0F0330-3396-4A7A-9977-BF39847A2DD9}"/>
              </a:ext>
            </a:extLst>
          </p:cNvPr>
          <p:cNvSpPr>
            <a:spLocks noGrp="1"/>
          </p:cNvSpPr>
          <p:nvPr/>
        </p:nvSpPr>
        <p:spPr>
          <a:xfrm>
            <a:off x="6494537" y="761318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8" name="Circle">
            <a:extLst>
              <a:ext uri="{FF2B5EF4-FFF2-40B4-BE49-F238E27FC236}">
                <a16:creationId xmlns:a16="http://schemas.microsoft.com/office/drawing/2014/main" id="{1A287073-3D19-40E3-94CD-BD0AEF75991E}"/>
              </a:ext>
            </a:extLst>
          </p:cNvPr>
          <p:cNvSpPr>
            <a:spLocks noGrp="1"/>
          </p:cNvSpPr>
          <p:nvPr/>
        </p:nvSpPr>
        <p:spPr>
          <a:xfrm>
            <a:off x="9443082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9" name="Circle">
            <a:extLst>
              <a:ext uri="{FF2B5EF4-FFF2-40B4-BE49-F238E27FC236}">
                <a16:creationId xmlns:a16="http://schemas.microsoft.com/office/drawing/2014/main" id="{0F74BDA4-BC3A-4B76-AF05-345F8E2C77A0}"/>
              </a:ext>
            </a:extLst>
          </p:cNvPr>
          <p:cNvSpPr>
            <a:spLocks noGrp="1"/>
          </p:cNvSpPr>
          <p:nvPr/>
        </p:nvSpPr>
        <p:spPr>
          <a:xfrm>
            <a:off x="13158004" y="3564789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0" name="Circle">
            <a:extLst>
              <a:ext uri="{FF2B5EF4-FFF2-40B4-BE49-F238E27FC236}">
                <a16:creationId xmlns:a16="http://schemas.microsoft.com/office/drawing/2014/main" id="{DC6A71FD-1043-4586-8EFD-5AE4B636D40D}"/>
              </a:ext>
            </a:extLst>
          </p:cNvPr>
          <p:cNvSpPr>
            <a:spLocks noGrp="1"/>
          </p:cNvSpPr>
          <p:nvPr/>
        </p:nvSpPr>
        <p:spPr>
          <a:xfrm>
            <a:off x="16621374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1" name="Circle">
            <a:extLst>
              <a:ext uri="{FF2B5EF4-FFF2-40B4-BE49-F238E27FC236}">
                <a16:creationId xmlns:a16="http://schemas.microsoft.com/office/drawing/2014/main" id="{A113E7B2-80F5-4E20-B4B7-C509E58EDA8E}"/>
              </a:ext>
            </a:extLst>
          </p:cNvPr>
          <p:cNvSpPr>
            <a:spLocks noGrp="1"/>
          </p:cNvSpPr>
          <p:nvPr/>
        </p:nvSpPr>
        <p:spPr>
          <a:xfrm>
            <a:off x="16012945" y="290955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2" name="Circle">
            <a:extLst>
              <a:ext uri="{FF2B5EF4-FFF2-40B4-BE49-F238E27FC236}">
                <a16:creationId xmlns:a16="http://schemas.microsoft.com/office/drawing/2014/main" id="{A6523371-3661-4C69-A432-1E3196BEF466}"/>
              </a:ext>
            </a:extLst>
          </p:cNvPr>
          <p:cNvSpPr>
            <a:spLocks noGrp="1"/>
          </p:cNvSpPr>
          <p:nvPr/>
        </p:nvSpPr>
        <p:spPr>
          <a:xfrm>
            <a:off x="20225153" y="2628743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3" name="Circle">
            <a:extLst>
              <a:ext uri="{FF2B5EF4-FFF2-40B4-BE49-F238E27FC236}">
                <a16:creationId xmlns:a16="http://schemas.microsoft.com/office/drawing/2014/main" id="{5F1CFEF6-279C-4AEA-B061-E8870A1DD5E8}"/>
              </a:ext>
            </a:extLst>
          </p:cNvPr>
          <p:cNvSpPr>
            <a:spLocks noGrp="1"/>
          </p:cNvSpPr>
          <p:nvPr/>
        </p:nvSpPr>
        <p:spPr>
          <a:xfrm>
            <a:off x="21839832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4" name="Circle">
            <a:extLst>
              <a:ext uri="{FF2B5EF4-FFF2-40B4-BE49-F238E27FC236}">
                <a16:creationId xmlns:a16="http://schemas.microsoft.com/office/drawing/2014/main" id="{C92995AB-8885-43A5-93E7-DEEF3A32610F}"/>
              </a:ext>
            </a:extLst>
          </p:cNvPr>
          <p:cNvSpPr>
            <a:spLocks noGrp="1"/>
          </p:cNvSpPr>
          <p:nvPr/>
        </p:nvSpPr>
        <p:spPr>
          <a:xfrm>
            <a:off x="17674428" y="171609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5" name="Circle">
            <a:extLst>
              <a:ext uri="{FF2B5EF4-FFF2-40B4-BE49-F238E27FC236}">
                <a16:creationId xmlns:a16="http://schemas.microsoft.com/office/drawing/2014/main" id="{50EAD546-A8AE-4B35-94A0-9578A276732F}"/>
              </a:ext>
            </a:extLst>
          </p:cNvPr>
          <p:cNvSpPr>
            <a:spLocks noGrp="1"/>
          </p:cNvSpPr>
          <p:nvPr/>
        </p:nvSpPr>
        <p:spPr>
          <a:xfrm>
            <a:off x="10139257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6" name="Circle">
            <a:extLst>
              <a:ext uri="{FF2B5EF4-FFF2-40B4-BE49-F238E27FC236}">
                <a16:creationId xmlns:a16="http://schemas.microsoft.com/office/drawing/2014/main" id="{0CE2CB1D-1CE8-4D19-938C-CA9BEAC5A68C}"/>
              </a:ext>
            </a:extLst>
          </p:cNvPr>
          <p:cNvSpPr>
            <a:spLocks noGrp="1"/>
          </p:cNvSpPr>
          <p:nvPr/>
        </p:nvSpPr>
        <p:spPr>
          <a:xfrm>
            <a:off x="12155961" y="735577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7" name="Circle">
            <a:extLst>
              <a:ext uri="{FF2B5EF4-FFF2-40B4-BE49-F238E27FC236}">
                <a16:creationId xmlns:a16="http://schemas.microsoft.com/office/drawing/2014/main" id="{D24B29C9-00C8-419C-A723-9C196E63FBE0}"/>
              </a:ext>
            </a:extLst>
          </p:cNvPr>
          <p:cNvSpPr>
            <a:spLocks noGrp="1"/>
          </p:cNvSpPr>
          <p:nvPr/>
        </p:nvSpPr>
        <p:spPr>
          <a:xfrm>
            <a:off x="18493468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8" name="Circle">
            <a:extLst>
              <a:ext uri="{FF2B5EF4-FFF2-40B4-BE49-F238E27FC236}">
                <a16:creationId xmlns:a16="http://schemas.microsoft.com/office/drawing/2014/main" id="{548CD1BA-E9DE-4B41-B2BF-213B55BB1220}"/>
              </a:ext>
            </a:extLst>
          </p:cNvPr>
          <p:cNvSpPr>
            <a:spLocks noGrp="1"/>
          </p:cNvSpPr>
          <p:nvPr/>
        </p:nvSpPr>
        <p:spPr>
          <a:xfrm>
            <a:off x="8618182" y="91935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9" name="Circle">
            <a:extLst>
              <a:ext uri="{FF2B5EF4-FFF2-40B4-BE49-F238E27FC236}">
                <a16:creationId xmlns:a16="http://schemas.microsoft.com/office/drawing/2014/main" id="{FB58F74F-E91E-4437-84E2-4E1E5AC67602}"/>
              </a:ext>
            </a:extLst>
          </p:cNvPr>
          <p:cNvSpPr>
            <a:spLocks noGrp="1"/>
          </p:cNvSpPr>
          <p:nvPr/>
        </p:nvSpPr>
        <p:spPr>
          <a:xfrm>
            <a:off x="7565130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0" name="Circle">
            <a:extLst>
              <a:ext uri="{FF2B5EF4-FFF2-40B4-BE49-F238E27FC236}">
                <a16:creationId xmlns:a16="http://schemas.microsoft.com/office/drawing/2014/main" id="{9BA7A61D-2255-4622-974D-82B1EAF3D895}"/>
              </a:ext>
            </a:extLst>
          </p:cNvPr>
          <p:cNvSpPr>
            <a:spLocks noGrp="1"/>
          </p:cNvSpPr>
          <p:nvPr/>
        </p:nvSpPr>
        <p:spPr>
          <a:xfrm>
            <a:off x="14655679" y="62217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1" name="Line">
            <a:extLst>
              <a:ext uri="{FF2B5EF4-FFF2-40B4-BE49-F238E27FC236}">
                <a16:creationId xmlns:a16="http://schemas.microsoft.com/office/drawing/2014/main" id="{FE56072A-7549-4B61-AF6E-86C44868BB14}"/>
              </a:ext>
            </a:extLst>
          </p:cNvPr>
          <p:cNvSpPr>
            <a:spLocks noGrp="1"/>
          </p:cNvSpPr>
          <p:nvPr/>
        </p:nvSpPr>
        <p:spPr>
          <a:xfrm flipV="1">
            <a:off x="2290143" y="1132696"/>
            <a:ext cx="20302359" cy="10559984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36059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L2 loss function">
            <a:extLst>
              <a:ext uri="{FF2B5EF4-FFF2-40B4-BE49-F238E27FC236}">
                <a16:creationId xmlns:a16="http://schemas.microsoft.com/office/drawing/2014/main" id="{F2415469-B638-4F98-A40D-2CEBD37B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727889"/>
            <a:ext cx="20828000" cy="2417454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t>função de perda L2</a:t>
            </a:r>
          </a:p>
        </p:txBody>
      </p:sp>
      <p:sp>
        <p:nvSpPr>
          <p:cNvPr id="1074" name="L(actual, predicted) = (actual - predicted)2">
            <a:extLst>
              <a:ext uri="{FF2B5EF4-FFF2-40B4-BE49-F238E27FC236}">
                <a16:creationId xmlns:a16="http://schemas.microsoft.com/office/drawing/2014/main" id="{55B98852-BFA3-4232-A957-F7EEF7039F2B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50551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rPr i="1" dirty="0"/>
              <a:t>L(real, </a:t>
            </a:r>
            <a:r>
              <a:rPr i="1" dirty="0" err="1"/>
              <a:t>previsto</a:t>
            </a:r>
            <a:r>
              <a:rPr i="1" dirty="0"/>
              <a:t>) = (real - </a:t>
            </a:r>
            <a:r>
              <a:rPr i="1" dirty="0" err="1"/>
              <a:t>previsto</a:t>
            </a:r>
            <a:r>
              <a:rPr i="1" dirty="0"/>
              <a:t>)</a:t>
            </a:r>
            <a:r>
              <a:rPr i="1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6816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6C6E-314D-5213-0D86-0956D26F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">
            <a:extLst>
              <a:ext uri="{FF2B5EF4-FFF2-40B4-BE49-F238E27FC236}">
                <a16:creationId xmlns:a16="http://schemas.microsoft.com/office/drawing/2014/main" id="{F7790EBC-4776-06EB-7FB0-0F63A4254CB9}"/>
              </a:ext>
            </a:extLst>
          </p:cNvPr>
          <p:cNvSpPr>
            <a:spLocks noGrp="1"/>
          </p:cNvSpPr>
          <p:nvPr/>
        </p:nvSpPr>
        <p:spPr>
          <a:xfrm flipV="1">
            <a:off x="22125195" y="1373267"/>
            <a:ext cx="1" cy="29038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6" name="Line">
            <a:extLst>
              <a:ext uri="{FF2B5EF4-FFF2-40B4-BE49-F238E27FC236}">
                <a16:creationId xmlns:a16="http://schemas.microsoft.com/office/drawing/2014/main" id="{9A2E5102-F160-7F75-D8CA-20E9A386C929}"/>
              </a:ext>
            </a:extLst>
          </p:cNvPr>
          <p:cNvSpPr>
            <a:spLocks noGrp="1"/>
          </p:cNvSpPr>
          <p:nvPr/>
        </p:nvSpPr>
        <p:spPr>
          <a:xfrm flipV="1">
            <a:off x="20510514" y="2184039"/>
            <a:ext cx="1" cy="83512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7" name="Line">
            <a:extLst>
              <a:ext uri="{FF2B5EF4-FFF2-40B4-BE49-F238E27FC236}">
                <a16:creationId xmlns:a16="http://schemas.microsoft.com/office/drawing/2014/main" id="{670C7FD6-CAEA-C600-4E93-838216FD4BA2}"/>
              </a:ext>
            </a:extLst>
          </p:cNvPr>
          <p:cNvSpPr>
            <a:spLocks noGrp="1"/>
          </p:cNvSpPr>
          <p:nvPr/>
        </p:nvSpPr>
        <p:spPr>
          <a:xfrm flipV="1">
            <a:off x="18782629" y="3120085"/>
            <a:ext cx="1" cy="362321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8" name="Line">
            <a:extLst>
              <a:ext uri="{FF2B5EF4-FFF2-40B4-BE49-F238E27FC236}">
                <a16:creationId xmlns:a16="http://schemas.microsoft.com/office/drawing/2014/main" id="{33AAB1E2-4AF8-7DC3-3479-DD0FC57F21A3}"/>
              </a:ext>
            </a:extLst>
          </p:cNvPr>
          <p:cNvSpPr>
            <a:spLocks noGrp="1"/>
          </p:cNvSpPr>
          <p:nvPr/>
        </p:nvSpPr>
        <p:spPr>
          <a:xfrm flipV="1">
            <a:off x="17959789" y="2095139"/>
            <a:ext cx="1" cy="146013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39" name="Line">
            <a:extLst>
              <a:ext uri="{FF2B5EF4-FFF2-40B4-BE49-F238E27FC236}">
                <a16:creationId xmlns:a16="http://schemas.microsoft.com/office/drawing/2014/main" id="{5484082E-A851-8999-CC7A-ABF98328B284}"/>
              </a:ext>
            </a:extLst>
          </p:cNvPr>
          <p:cNvSpPr>
            <a:spLocks noGrp="1"/>
          </p:cNvSpPr>
          <p:nvPr/>
        </p:nvSpPr>
        <p:spPr>
          <a:xfrm flipV="1">
            <a:off x="16906736" y="4048395"/>
            <a:ext cx="1" cy="1766592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0" name="Line">
            <a:extLst>
              <a:ext uri="{FF2B5EF4-FFF2-40B4-BE49-F238E27FC236}">
                <a16:creationId xmlns:a16="http://schemas.microsoft.com/office/drawing/2014/main" id="{9EB019B4-4A64-F914-27A0-20D33FC95B7B}"/>
              </a:ext>
            </a:extLst>
          </p:cNvPr>
          <p:cNvSpPr>
            <a:spLocks noGrp="1"/>
          </p:cNvSpPr>
          <p:nvPr/>
        </p:nvSpPr>
        <p:spPr>
          <a:xfrm flipV="1">
            <a:off x="16298307" y="3112687"/>
            <a:ext cx="1" cy="130382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1" name="Line">
            <a:extLst>
              <a:ext uri="{FF2B5EF4-FFF2-40B4-BE49-F238E27FC236}">
                <a16:creationId xmlns:a16="http://schemas.microsoft.com/office/drawing/2014/main" id="{B4F2E216-3864-23CA-5666-2BADE1731B77}"/>
              </a:ext>
            </a:extLst>
          </p:cNvPr>
          <p:cNvSpPr>
            <a:spLocks noGrp="1"/>
          </p:cNvSpPr>
          <p:nvPr/>
        </p:nvSpPr>
        <p:spPr>
          <a:xfrm flipV="1">
            <a:off x="14941041" y="5129633"/>
            <a:ext cx="1" cy="130382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2" name="Line">
            <a:extLst>
              <a:ext uri="{FF2B5EF4-FFF2-40B4-BE49-F238E27FC236}">
                <a16:creationId xmlns:a16="http://schemas.microsoft.com/office/drawing/2014/main" id="{3C6F594C-72F1-2F8B-6F6A-E76DF911932E}"/>
              </a:ext>
            </a:extLst>
          </p:cNvPr>
          <p:cNvSpPr>
            <a:spLocks noGrp="1"/>
          </p:cNvSpPr>
          <p:nvPr/>
        </p:nvSpPr>
        <p:spPr>
          <a:xfrm flipV="1">
            <a:off x="13443366" y="3906414"/>
            <a:ext cx="1" cy="197435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3" name="Line">
            <a:extLst>
              <a:ext uri="{FF2B5EF4-FFF2-40B4-BE49-F238E27FC236}">
                <a16:creationId xmlns:a16="http://schemas.microsoft.com/office/drawing/2014/main" id="{EE781EA1-5C5F-5E78-FED0-05F851495125}"/>
              </a:ext>
            </a:extLst>
          </p:cNvPr>
          <p:cNvSpPr>
            <a:spLocks noGrp="1"/>
          </p:cNvSpPr>
          <p:nvPr/>
        </p:nvSpPr>
        <p:spPr>
          <a:xfrm flipV="1">
            <a:off x="12441322" y="6391327"/>
            <a:ext cx="1" cy="130382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4" name="Line">
            <a:extLst>
              <a:ext uri="{FF2B5EF4-FFF2-40B4-BE49-F238E27FC236}">
                <a16:creationId xmlns:a16="http://schemas.microsoft.com/office/drawing/2014/main" id="{D734DEB8-4C1B-6E81-4110-F94E853AD117}"/>
              </a:ext>
            </a:extLst>
          </p:cNvPr>
          <p:cNvSpPr>
            <a:spLocks noGrp="1"/>
          </p:cNvSpPr>
          <p:nvPr/>
        </p:nvSpPr>
        <p:spPr>
          <a:xfrm flipV="1">
            <a:off x="10424618" y="4294344"/>
            <a:ext cx="1" cy="317340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5" name="Line">
            <a:extLst>
              <a:ext uri="{FF2B5EF4-FFF2-40B4-BE49-F238E27FC236}">
                <a16:creationId xmlns:a16="http://schemas.microsoft.com/office/drawing/2014/main" id="{A286966C-DAFE-A45D-431A-F431D3530699}"/>
              </a:ext>
            </a:extLst>
          </p:cNvPr>
          <p:cNvSpPr>
            <a:spLocks noGrp="1"/>
          </p:cNvSpPr>
          <p:nvPr/>
        </p:nvSpPr>
        <p:spPr>
          <a:xfrm flipV="1">
            <a:off x="9728444" y="6866322"/>
            <a:ext cx="1" cy="9524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6" name="Line">
            <a:extLst>
              <a:ext uri="{FF2B5EF4-FFF2-40B4-BE49-F238E27FC236}">
                <a16:creationId xmlns:a16="http://schemas.microsoft.com/office/drawing/2014/main" id="{8E31D9B0-F651-CB09-2B98-BE9208E748B2}"/>
              </a:ext>
            </a:extLst>
          </p:cNvPr>
          <p:cNvSpPr>
            <a:spLocks noGrp="1"/>
          </p:cNvSpPr>
          <p:nvPr/>
        </p:nvSpPr>
        <p:spPr>
          <a:xfrm flipV="1">
            <a:off x="7850492" y="5855215"/>
            <a:ext cx="1" cy="294539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7" name="Line">
            <a:extLst>
              <a:ext uri="{FF2B5EF4-FFF2-40B4-BE49-F238E27FC236}">
                <a16:creationId xmlns:a16="http://schemas.microsoft.com/office/drawing/2014/main" id="{BFF1C389-AFDE-64DA-BF89-0F76A2494B8B}"/>
              </a:ext>
            </a:extLst>
          </p:cNvPr>
          <p:cNvSpPr>
            <a:spLocks noGrp="1"/>
          </p:cNvSpPr>
          <p:nvPr/>
        </p:nvSpPr>
        <p:spPr>
          <a:xfrm flipV="1">
            <a:off x="8903544" y="8234146"/>
            <a:ext cx="1" cy="1303828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8" name="Line">
            <a:extLst>
              <a:ext uri="{FF2B5EF4-FFF2-40B4-BE49-F238E27FC236}">
                <a16:creationId xmlns:a16="http://schemas.microsoft.com/office/drawing/2014/main" id="{929DAD2A-BC51-5FBC-782C-1ED228360B3D}"/>
              </a:ext>
            </a:extLst>
          </p:cNvPr>
          <p:cNvSpPr>
            <a:spLocks noGrp="1"/>
          </p:cNvSpPr>
          <p:nvPr/>
        </p:nvSpPr>
        <p:spPr>
          <a:xfrm flipV="1">
            <a:off x="6779899" y="8069142"/>
            <a:ext cx="1" cy="1303828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49" name="Line">
            <a:extLst>
              <a:ext uri="{FF2B5EF4-FFF2-40B4-BE49-F238E27FC236}">
                <a16:creationId xmlns:a16="http://schemas.microsoft.com/office/drawing/2014/main" id="{0C4F3502-C53E-DF0F-A70F-680AECD8F36E}"/>
              </a:ext>
            </a:extLst>
          </p:cNvPr>
          <p:cNvSpPr>
            <a:spLocks noGrp="1"/>
          </p:cNvSpPr>
          <p:nvPr/>
        </p:nvSpPr>
        <p:spPr>
          <a:xfrm flipV="1">
            <a:off x="5820451" y="9874012"/>
            <a:ext cx="1" cy="102997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0" name="Line">
            <a:extLst>
              <a:ext uri="{FF2B5EF4-FFF2-40B4-BE49-F238E27FC236}">
                <a16:creationId xmlns:a16="http://schemas.microsoft.com/office/drawing/2014/main" id="{C829B954-E842-2594-0730-BF860BE1CC8C}"/>
              </a:ext>
            </a:extLst>
          </p:cNvPr>
          <p:cNvSpPr>
            <a:spLocks noGrp="1"/>
          </p:cNvSpPr>
          <p:nvPr/>
        </p:nvSpPr>
        <p:spPr>
          <a:xfrm flipV="1">
            <a:off x="4486585" y="9732843"/>
            <a:ext cx="1" cy="83512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1" name="Line">
            <a:extLst>
              <a:ext uri="{FF2B5EF4-FFF2-40B4-BE49-F238E27FC236}">
                <a16:creationId xmlns:a16="http://schemas.microsoft.com/office/drawing/2014/main" id="{A056ADEE-EF0C-B4F7-89D4-FB11C2D5F254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2" name="Line">
            <a:extLst>
              <a:ext uri="{FF2B5EF4-FFF2-40B4-BE49-F238E27FC236}">
                <a16:creationId xmlns:a16="http://schemas.microsoft.com/office/drawing/2014/main" id="{C5DCC153-01D9-4B64-98E3-2A20BA682840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3" name="advertising">
            <a:extLst>
              <a:ext uri="{FF2B5EF4-FFF2-40B4-BE49-F238E27FC236}">
                <a16:creationId xmlns:a16="http://schemas.microsoft.com/office/drawing/2014/main" id="{0732F1E8-CDA2-C305-9203-352559F6954B}"/>
              </a:ext>
            </a:extLst>
          </p:cNvPr>
          <p:cNvSpPr>
            <a:spLocks noGrp="1"/>
          </p:cNvSpPr>
          <p:nvPr/>
        </p:nvSpPr>
        <p:spPr>
          <a:xfrm>
            <a:off x="10974790" y="12170558"/>
            <a:ext cx="3860702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publicidade</a:t>
            </a:r>
          </a:p>
        </p:txBody>
      </p:sp>
      <p:sp>
        <p:nvSpPr>
          <p:cNvPr id="1054" name="sales">
            <a:extLst>
              <a:ext uri="{FF2B5EF4-FFF2-40B4-BE49-F238E27FC236}">
                <a16:creationId xmlns:a16="http://schemas.microsoft.com/office/drawing/2014/main" id="{F7C87393-F70F-18AC-AEDB-8B47666D19EB}"/>
              </a:ext>
            </a:extLst>
          </p:cNvPr>
          <p:cNvSpPr>
            <a:spLocks noGrp="1"/>
          </p:cNvSpPr>
          <p:nvPr/>
        </p:nvSpPr>
        <p:spPr>
          <a:xfrm rot="16200000">
            <a:off x="65803" y="6343649"/>
            <a:ext cx="1922817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vendas</a:t>
            </a:r>
          </a:p>
        </p:txBody>
      </p:sp>
      <p:sp>
        <p:nvSpPr>
          <p:cNvPr id="1055" name="Circle">
            <a:extLst>
              <a:ext uri="{FF2B5EF4-FFF2-40B4-BE49-F238E27FC236}">
                <a16:creationId xmlns:a16="http://schemas.microsoft.com/office/drawing/2014/main" id="{AC0CC51A-E049-DD9D-E7F9-1AFF0BD4FF7D}"/>
              </a:ext>
            </a:extLst>
          </p:cNvPr>
          <p:cNvSpPr>
            <a:spLocks noGrp="1"/>
          </p:cNvSpPr>
          <p:nvPr/>
        </p:nvSpPr>
        <p:spPr>
          <a:xfrm>
            <a:off x="4201224" y="95788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6" name="Circle">
            <a:extLst>
              <a:ext uri="{FF2B5EF4-FFF2-40B4-BE49-F238E27FC236}">
                <a16:creationId xmlns:a16="http://schemas.microsoft.com/office/drawing/2014/main" id="{035F34F7-9E1F-E200-7F65-7E72AB2D7E78}"/>
              </a:ext>
            </a:extLst>
          </p:cNvPr>
          <p:cNvSpPr>
            <a:spLocks noGrp="1"/>
          </p:cNvSpPr>
          <p:nvPr/>
        </p:nvSpPr>
        <p:spPr>
          <a:xfrm>
            <a:off x="5535089" y="1060853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7" name="Circle">
            <a:extLst>
              <a:ext uri="{FF2B5EF4-FFF2-40B4-BE49-F238E27FC236}">
                <a16:creationId xmlns:a16="http://schemas.microsoft.com/office/drawing/2014/main" id="{34BA04CC-75FD-2428-2290-2282FD9C4FB1}"/>
              </a:ext>
            </a:extLst>
          </p:cNvPr>
          <p:cNvSpPr>
            <a:spLocks noGrp="1"/>
          </p:cNvSpPr>
          <p:nvPr/>
        </p:nvSpPr>
        <p:spPr>
          <a:xfrm>
            <a:off x="6494537" y="761318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8" name="Circle">
            <a:extLst>
              <a:ext uri="{FF2B5EF4-FFF2-40B4-BE49-F238E27FC236}">
                <a16:creationId xmlns:a16="http://schemas.microsoft.com/office/drawing/2014/main" id="{2EEDDA67-F400-4324-E7F9-A98DB8497A1C}"/>
              </a:ext>
            </a:extLst>
          </p:cNvPr>
          <p:cNvSpPr>
            <a:spLocks noGrp="1"/>
          </p:cNvSpPr>
          <p:nvPr/>
        </p:nvSpPr>
        <p:spPr>
          <a:xfrm>
            <a:off x="9443082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59" name="Circle">
            <a:extLst>
              <a:ext uri="{FF2B5EF4-FFF2-40B4-BE49-F238E27FC236}">
                <a16:creationId xmlns:a16="http://schemas.microsoft.com/office/drawing/2014/main" id="{9C2C3C00-56CB-FB55-0706-91382118BF83}"/>
              </a:ext>
            </a:extLst>
          </p:cNvPr>
          <p:cNvSpPr>
            <a:spLocks noGrp="1"/>
          </p:cNvSpPr>
          <p:nvPr/>
        </p:nvSpPr>
        <p:spPr>
          <a:xfrm>
            <a:off x="13158004" y="3564789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0" name="Circle">
            <a:extLst>
              <a:ext uri="{FF2B5EF4-FFF2-40B4-BE49-F238E27FC236}">
                <a16:creationId xmlns:a16="http://schemas.microsoft.com/office/drawing/2014/main" id="{40135C13-1C34-3ADC-B743-8085AC2C6FFF}"/>
              </a:ext>
            </a:extLst>
          </p:cNvPr>
          <p:cNvSpPr>
            <a:spLocks noGrp="1"/>
          </p:cNvSpPr>
          <p:nvPr/>
        </p:nvSpPr>
        <p:spPr>
          <a:xfrm>
            <a:off x="16621374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1" name="Circle">
            <a:extLst>
              <a:ext uri="{FF2B5EF4-FFF2-40B4-BE49-F238E27FC236}">
                <a16:creationId xmlns:a16="http://schemas.microsoft.com/office/drawing/2014/main" id="{019ADC45-A124-5B15-E406-6DDC9E21D6B3}"/>
              </a:ext>
            </a:extLst>
          </p:cNvPr>
          <p:cNvSpPr>
            <a:spLocks noGrp="1"/>
          </p:cNvSpPr>
          <p:nvPr/>
        </p:nvSpPr>
        <p:spPr>
          <a:xfrm>
            <a:off x="16012945" y="290955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2" name="Circle">
            <a:extLst>
              <a:ext uri="{FF2B5EF4-FFF2-40B4-BE49-F238E27FC236}">
                <a16:creationId xmlns:a16="http://schemas.microsoft.com/office/drawing/2014/main" id="{E12AA665-C377-1519-7366-7C2EE2168C6E}"/>
              </a:ext>
            </a:extLst>
          </p:cNvPr>
          <p:cNvSpPr>
            <a:spLocks noGrp="1"/>
          </p:cNvSpPr>
          <p:nvPr/>
        </p:nvSpPr>
        <p:spPr>
          <a:xfrm>
            <a:off x="20225153" y="2628743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3" name="Circle">
            <a:extLst>
              <a:ext uri="{FF2B5EF4-FFF2-40B4-BE49-F238E27FC236}">
                <a16:creationId xmlns:a16="http://schemas.microsoft.com/office/drawing/2014/main" id="{BAA46470-8DB0-10FB-E05E-3AC2A175CB51}"/>
              </a:ext>
            </a:extLst>
          </p:cNvPr>
          <p:cNvSpPr>
            <a:spLocks noGrp="1"/>
          </p:cNvSpPr>
          <p:nvPr/>
        </p:nvSpPr>
        <p:spPr>
          <a:xfrm>
            <a:off x="21839832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4" name="Circle">
            <a:extLst>
              <a:ext uri="{FF2B5EF4-FFF2-40B4-BE49-F238E27FC236}">
                <a16:creationId xmlns:a16="http://schemas.microsoft.com/office/drawing/2014/main" id="{4E0D53D0-14BF-CF6E-3A71-212A0579CB3F}"/>
              </a:ext>
            </a:extLst>
          </p:cNvPr>
          <p:cNvSpPr>
            <a:spLocks noGrp="1"/>
          </p:cNvSpPr>
          <p:nvPr/>
        </p:nvSpPr>
        <p:spPr>
          <a:xfrm>
            <a:off x="17674428" y="171609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5" name="Circle">
            <a:extLst>
              <a:ext uri="{FF2B5EF4-FFF2-40B4-BE49-F238E27FC236}">
                <a16:creationId xmlns:a16="http://schemas.microsoft.com/office/drawing/2014/main" id="{76B04D3F-CDB9-DCC1-3C54-967E3A1DCA6E}"/>
              </a:ext>
            </a:extLst>
          </p:cNvPr>
          <p:cNvSpPr>
            <a:spLocks noGrp="1"/>
          </p:cNvSpPr>
          <p:nvPr/>
        </p:nvSpPr>
        <p:spPr>
          <a:xfrm>
            <a:off x="10139257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6" name="Circle">
            <a:extLst>
              <a:ext uri="{FF2B5EF4-FFF2-40B4-BE49-F238E27FC236}">
                <a16:creationId xmlns:a16="http://schemas.microsoft.com/office/drawing/2014/main" id="{0A6A2EA5-509F-DC8B-79B0-6ECBCC5D1D6C}"/>
              </a:ext>
            </a:extLst>
          </p:cNvPr>
          <p:cNvSpPr>
            <a:spLocks noGrp="1"/>
          </p:cNvSpPr>
          <p:nvPr/>
        </p:nvSpPr>
        <p:spPr>
          <a:xfrm>
            <a:off x="12155961" y="735577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7" name="Circle">
            <a:extLst>
              <a:ext uri="{FF2B5EF4-FFF2-40B4-BE49-F238E27FC236}">
                <a16:creationId xmlns:a16="http://schemas.microsoft.com/office/drawing/2014/main" id="{6FB41B48-8008-1A67-41D3-54430E7A590C}"/>
              </a:ext>
            </a:extLst>
          </p:cNvPr>
          <p:cNvSpPr>
            <a:spLocks noGrp="1"/>
          </p:cNvSpPr>
          <p:nvPr/>
        </p:nvSpPr>
        <p:spPr>
          <a:xfrm>
            <a:off x="18493468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8" name="Circle">
            <a:extLst>
              <a:ext uri="{FF2B5EF4-FFF2-40B4-BE49-F238E27FC236}">
                <a16:creationId xmlns:a16="http://schemas.microsoft.com/office/drawing/2014/main" id="{D67248C0-C690-49FF-F3D3-47A70DE98A82}"/>
              </a:ext>
            </a:extLst>
          </p:cNvPr>
          <p:cNvSpPr>
            <a:spLocks noGrp="1"/>
          </p:cNvSpPr>
          <p:nvPr/>
        </p:nvSpPr>
        <p:spPr>
          <a:xfrm>
            <a:off x="8618182" y="91935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69" name="Circle">
            <a:extLst>
              <a:ext uri="{FF2B5EF4-FFF2-40B4-BE49-F238E27FC236}">
                <a16:creationId xmlns:a16="http://schemas.microsoft.com/office/drawing/2014/main" id="{6338138A-6F84-7B8F-C0F3-CD0ACE65D465}"/>
              </a:ext>
            </a:extLst>
          </p:cNvPr>
          <p:cNvSpPr>
            <a:spLocks noGrp="1"/>
          </p:cNvSpPr>
          <p:nvPr/>
        </p:nvSpPr>
        <p:spPr>
          <a:xfrm>
            <a:off x="7565130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0" name="Circle">
            <a:extLst>
              <a:ext uri="{FF2B5EF4-FFF2-40B4-BE49-F238E27FC236}">
                <a16:creationId xmlns:a16="http://schemas.microsoft.com/office/drawing/2014/main" id="{9143E1EC-11B0-A7C1-3720-5CACD3143DF0}"/>
              </a:ext>
            </a:extLst>
          </p:cNvPr>
          <p:cNvSpPr>
            <a:spLocks noGrp="1"/>
          </p:cNvSpPr>
          <p:nvPr/>
        </p:nvSpPr>
        <p:spPr>
          <a:xfrm>
            <a:off x="14655679" y="62217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071" name="Line">
            <a:extLst>
              <a:ext uri="{FF2B5EF4-FFF2-40B4-BE49-F238E27FC236}">
                <a16:creationId xmlns:a16="http://schemas.microsoft.com/office/drawing/2014/main" id="{FFC39030-9275-5D91-49B8-5A8E32A8E05E}"/>
              </a:ext>
            </a:extLst>
          </p:cNvPr>
          <p:cNvSpPr>
            <a:spLocks noGrp="1"/>
          </p:cNvSpPr>
          <p:nvPr/>
        </p:nvSpPr>
        <p:spPr>
          <a:xfrm flipV="1">
            <a:off x="2290143" y="1132696"/>
            <a:ext cx="20302359" cy="10559984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4283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overfitting">
            <a:extLst>
              <a:ext uri="{FF2B5EF4-FFF2-40B4-BE49-F238E27FC236}">
                <a16:creationId xmlns:a16="http://schemas.microsoft.com/office/drawing/2014/main" id="{2754F8EB-8A02-4BFF-AA7D-88328F7B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sobreajuste</a:t>
            </a:r>
          </a:p>
        </p:txBody>
      </p:sp>
      <p:sp>
        <p:nvSpPr>
          <p:cNvPr id="1077" name="a model that fits too closely to a particular data set and therefore may fail to generalize to future data">
            <a:extLst>
              <a:ext uri="{FF2B5EF4-FFF2-40B4-BE49-F238E27FC236}">
                <a16:creationId xmlns:a16="http://schemas.microsoft.com/office/drawing/2014/main" id="{999DD09C-31F0-4884-B45F-06FE6B04A659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modelo que se ajusta demais a um conjunto de dados específico e pode não se generalizar para dados futuros</a:t>
            </a:r>
          </a:p>
        </p:txBody>
      </p:sp>
    </p:spTree>
    <p:extLst>
      <p:ext uri="{BB962C8B-B14F-4D97-AF65-F5344CB8AC3E}">
        <p14:creationId xmlns:p14="http://schemas.microsoft.com/office/powerpoint/2010/main" val="18618041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Line">
            <a:extLst>
              <a:ext uri="{FF2B5EF4-FFF2-40B4-BE49-F238E27FC236}">
                <a16:creationId xmlns:a16="http://schemas.microsoft.com/office/drawing/2014/main" id="{D8048A38-79AE-4C56-B099-BA2132FFE6FF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4" name="Line">
            <a:extLst>
              <a:ext uri="{FF2B5EF4-FFF2-40B4-BE49-F238E27FC236}">
                <a16:creationId xmlns:a16="http://schemas.microsoft.com/office/drawing/2014/main" id="{6D9C53BC-BCB2-4A25-87B9-3E696370FFA6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5" name="humidity">
            <a:extLst>
              <a:ext uri="{FF2B5EF4-FFF2-40B4-BE49-F238E27FC236}">
                <a16:creationId xmlns:a16="http://schemas.microsoft.com/office/drawing/2014/main" id="{87EAE4EE-7AA5-49A0-B3A1-A1D8156DE2BB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1116" name="pressure">
            <a:extLst>
              <a:ext uri="{FF2B5EF4-FFF2-40B4-BE49-F238E27FC236}">
                <a16:creationId xmlns:a16="http://schemas.microsoft.com/office/drawing/2014/main" id="{2ECB193D-FA1A-4764-99ED-C0B655C93425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1117" name="Circle">
            <a:extLst>
              <a:ext uri="{FF2B5EF4-FFF2-40B4-BE49-F238E27FC236}">
                <a16:creationId xmlns:a16="http://schemas.microsoft.com/office/drawing/2014/main" id="{DEA02E18-73AA-4C01-A42B-EE9D9C7F09F3}"/>
              </a:ext>
            </a:extLst>
          </p:cNvPr>
          <p:cNvSpPr>
            <a:spLocks noGrp="1"/>
          </p:cNvSpPr>
          <p:nvPr/>
        </p:nvSpPr>
        <p:spPr>
          <a:xfrm>
            <a:off x="21129724" y="778707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8" name="Circle">
            <a:extLst>
              <a:ext uri="{FF2B5EF4-FFF2-40B4-BE49-F238E27FC236}">
                <a16:creationId xmlns:a16="http://schemas.microsoft.com/office/drawing/2014/main" id="{85AA1655-9B4C-4D08-BC66-D3F940F1B649}"/>
              </a:ext>
            </a:extLst>
          </p:cNvPr>
          <p:cNvSpPr>
            <a:spLocks noGrp="1"/>
          </p:cNvSpPr>
          <p:nvPr/>
        </p:nvSpPr>
        <p:spPr>
          <a:xfrm>
            <a:off x="13376665" y="9164297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19" name="Circle">
            <a:extLst>
              <a:ext uri="{FF2B5EF4-FFF2-40B4-BE49-F238E27FC236}">
                <a16:creationId xmlns:a16="http://schemas.microsoft.com/office/drawing/2014/main" id="{66FD4B96-7584-4845-8325-049793B46F94}"/>
              </a:ext>
            </a:extLst>
          </p:cNvPr>
          <p:cNvSpPr>
            <a:spLocks noGrp="1"/>
          </p:cNvSpPr>
          <p:nvPr/>
        </p:nvSpPr>
        <p:spPr>
          <a:xfrm>
            <a:off x="14403751" y="6859528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0" name="Circle">
            <a:extLst>
              <a:ext uri="{FF2B5EF4-FFF2-40B4-BE49-F238E27FC236}">
                <a16:creationId xmlns:a16="http://schemas.microsoft.com/office/drawing/2014/main" id="{3E5467A2-7123-41DB-89EE-541AB8BBABAA}"/>
              </a:ext>
            </a:extLst>
          </p:cNvPr>
          <p:cNvSpPr>
            <a:spLocks noGrp="1"/>
          </p:cNvSpPr>
          <p:nvPr/>
        </p:nvSpPr>
        <p:spPr>
          <a:xfrm>
            <a:off x="12862508" y="7366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1" name="Circle">
            <a:extLst>
              <a:ext uri="{FF2B5EF4-FFF2-40B4-BE49-F238E27FC236}">
                <a16:creationId xmlns:a16="http://schemas.microsoft.com/office/drawing/2014/main" id="{3ED5FF79-EB9F-4EF3-B701-F9E19445AA6D}"/>
              </a:ext>
            </a:extLst>
          </p:cNvPr>
          <p:cNvSpPr>
            <a:spLocks noGrp="1"/>
          </p:cNvSpPr>
          <p:nvPr/>
        </p:nvSpPr>
        <p:spPr>
          <a:xfrm>
            <a:off x="8917024" y="839485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2" name="Circle">
            <a:extLst>
              <a:ext uri="{FF2B5EF4-FFF2-40B4-BE49-F238E27FC236}">
                <a16:creationId xmlns:a16="http://schemas.microsoft.com/office/drawing/2014/main" id="{A6842218-35F1-44A0-8B4E-FE516359968A}"/>
              </a:ext>
            </a:extLst>
          </p:cNvPr>
          <p:cNvSpPr>
            <a:spLocks noGrp="1"/>
          </p:cNvSpPr>
          <p:nvPr/>
        </p:nvSpPr>
        <p:spPr>
          <a:xfrm>
            <a:off x="19466140" y="892883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3" name="Circle">
            <a:extLst>
              <a:ext uri="{FF2B5EF4-FFF2-40B4-BE49-F238E27FC236}">
                <a16:creationId xmlns:a16="http://schemas.microsoft.com/office/drawing/2014/main" id="{7531B293-6FE5-4B86-BA77-26D412ACA68C}"/>
              </a:ext>
            </a:extLst>
          </p:cNvPr>
          <p:cNvSpPr>
            <a:spLocks noGrp="1"/>
          </p:cNvSpPr>
          <p:nvPr/>
        </p:nvSpPr>
        <p:spPr>
          <a:xfrm>
            <a:off x="21129724" y="557797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4" name="Circle">
            <a:extLst>
              <a:ext uri="{FF2B5EF4-FFF2-40B4-BE49-F238E27FC236}">
                <a16:creationId xmlns:a16="http://schemas.microsoft.com/office/drawing/2014/main" id="{AD4A7479-96A9-41F2-A264-DCAF4940EE21}"/>
              </a:ext>
            </a:extLst>
          </p:cNvPr>
          <p:cNvSpPr>
            <a:spLocks noGrp="1"/>
          </p:cNvSpPr>
          <p:nvPr/>
        </p:nvSpPr>
        <p:spPr>
          <a:xfrm>
            <a:off x="2848984" y="7366379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5" name="Circle">
            <a:extLst>
              <a:ext uri="{FF2B5EF4-FFF2-40B4-BE49-F238E27FC236}">
                <a16:creationId xmlns:a16="http://schemas.microsoft.com/office/drawing/2014/main" id="{AE385BE1-57C8-4B0A-A8F3-09954D76C03B}"/>
              </a:ext>
            </a:extLst>
          </p:cNvPr>
          <p:cNvSpPr>
            <a:spLocks noGrp="1"/>
          </p:cNvSpPr>
          <p:nvPr/>
        </p:nvSpPr>
        <p:spPr>
          <a:xfrm>
            <a:off x="3132295" y="424656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6" name="Circle">
            <a:extLst>
              <a:ext uri="{FF2B5EF4-FFF2-40B4-BE49-F238E27FC236}">
                <a16:creationId xmlns:a16="http://schemas.microsoft.com/office/drawing/2014/main" id="{521B7059-6F7F-4AE8-995B-BD87DF032AF6}"/>
              </a:ext>
            </a:extLst>
          </p:cNvPr>
          <p:cNvSpPr>
            <a:spLocks noGrp="1"/>
          </p:cNvSpPr>
          <p:nvPr/>
        </p:nvSpPr>
        <p:spPr>
          <a:xfrm>
            <a:off x="5153518" y="6308323"/>
            <a:ext cx="1099354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7" name="Circle">
            <a:extLst>
              <a:ext uri="{FF2B5EF4-FFF2-40B4-BE49-F238E27FC236}">
                <a16:creationId xmlns:a16="http://schemas.microsoft.com/office/drawing/2014/main" id="{F0F87FAA-2B05-4F2A-9A35-B7FC6F5E394D}"/>
              </a:ext>
            </a:extLst>
          </p:cNvPr>
          <p:cNvSpPr>
            <a:spLocks noGrp="1"/>
          </p:cNvSpPr>
          <p:nvPr/>
        </p:nvSpPr>
        <p:spPr>
          <a:xfrm>
            <a:off x="4887295" y="118709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8" name="Circle">
            <a:extLst>
              <a:ext uri="{FF2B5EF4-FFF2-40B4-BE49-F238E27FC236}">
                <a16:creationId xmlns:a16="http://schemas.microsoft.com/office/drawing/2014/main" id="{2C70C91A-5477-4305-9D16-9AC57B46597D}"/>
              </a:ext>
            </a:extLst>
          </p:cNvPr>
          <p:cNvSpPr>
            <a:spLocks noGrp="1"/>
          </p:cNvSpPr>
          <p:nvPr/>
        </p:nvSpPr>
        <p:spPr>
          <a:xfrm>
            <a:off x="9666134" y="4893641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29" name="Circle">
            <a:extLst>
              <a:ext uri="{FF2B5EF4-FFF2-40B4-BE49-F238E27FC236}">
                <a16:creationId xmlns:a16="http://schemas.microsoft.com/office/drawing/2014/main" id="{38EA16FD-0180-474B-9CB1-05C5B8509D87}"/>
              </a:ext>
            </a:extLst>
          </p:cNvPr>
          <p:cNvSpPr>
            <a:spLocks noGrp="1"/>
          </p:cNvSpPr>
          <p:nvPr/>
        </p:nvSpPr>
        <p:spPr>
          <a:xfrm>
            <a:off x="6399214" y="3958232"/>
            <a:ext cx="1099354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0" name="Circle">
            <a:extLst>
              <a:ext uri="{FF2B5EF4-FFF2-40B4-BE49-F238E27FC236}">
                <a16:creationId xmlns:a16="http://schemas.microsoft.com/office/drawing/2014/main" id="{0B3F578B-C0E5-432E-92B7-327D4A630236}"/>
              </a:ext>
            </a:extLst>
          </p:cNvPr>
          <p:cNvSpPr>
            <a:spLocks noGrp="1"/>
          </p:cNvSpPr>
          <p:nvPr/>
        </p:nvSpPr>
        <p:spPr>
          <a:xfrm>
            <a:off x="1315977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1" name="Circle">
            <a:extLst>
              <a:ext uri="{FF2B5EF4-FFF2-40B4-BE49-F238E27FC236}">
                <a16:creationId xmlns:a16="http://schemas.microsoft.com/office/drawing/2014/main" id="{8A9BCE11-A477-419D-A014-DEAE2D1C0EF8}"/>
              </a:ext>
            </a:extLst>
          </p:cNvPr>
          <p:cNvSpPr>
            <a:spLocks noGrp="1"/>
          </p:cNvSpPr>
          <p:nvPr/>
        </p:nvSpPr>
        <p:spPr>
          <a:xfrm>
            <a:off x="9801576" y="280024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2" name="Circle">
            <a:extLst>
              <a:ext uri="{FF2B5EF4-FFF2-40B4-BE49-F238E27FC236}">
                <a16:creationId xmlns:a16="http://schemas.microsoft.com/office/drawing/2014/main" id="{CDE287C1-2EA9-4E79-8D0D-6181D11947EF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3" name="Circle">
            <a:extLst>
              <a:ext uri="{FF2B5EF4-FFF2-40B4-BE49-F238E27FC236}">
                <a16:creationId xmlns:a16="http://schemas.microsoft.com/office/drawing/2014/main" id="{FC22A4F8-C3E3-4049-90C9-5C537BB3D941}"/>
              </a:ext>
            </a:extLst>
          </p:cNvPr>
          <p:cNvSpPr>
            <a:spLocks noGrp="1"/>
          </p:cNvSpPr>
          <p:nvPr/>
        </p:nvSpPr>
        <p:spPr>
          <a:xfrm>
            <a:off x="9801576" y="706853"/>
            <a:ext cx="1099354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4" name="Circle">
            <a:extLst>
              <a:ext uri="{FF2B5EF4-FFF2-40B4-BE49-F238E27FC236}">
                <a16:creationId xmlns:a16="http://schemas.microsoft.com/office/drawing/2014/main" id="{365689A3-0982-4E68-B2FD-827D773A11C8}"/>
              </a:ext>
            </a:extLst>
          </p:cNvPr>
          <p:cNvSpPr>
            <a:spLocks noGrp="1"/>
          </p:cNvSpPr>
          <p:nvPr/>
        </p:nvSpPr>
        <p:spPr>
          <a:xfrm>
            <a:off x="14916756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5" name="Circle">
            <a:extLst>
              <a:ext uri="{FF2B5EF4-FFF2-40B4-BE49-F238E27FC236}">
                <a16:creationId xmlns:a16="http://schemas.microsoft.com/office/drawing/2014/main" id="{F41A5015-F49C-4F34-859A-FFD30F10543D}"/>
              </a:ext>
            </a:extLst>
          </p:cNvPr>
          <p:cNvSpPr>
            <a:spLocks noGrp="1"/>
          </p:cNvSpPr>
          <p:nvPr/>
        </p:nvSpPr>
        <p:spPr>
          <a:xfrm>
            <a:off x="7187200" y="10188809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6" name="Circle">
            <a:extLst>
              <a:ext uri="{FF2B5EF4-FFF2-40B4-BE49-F238E27FC236}">
                <a16:creationId xmlns:a16="http://schemas.microsoft.com/office/drawing/2014/main" id="{5BBDAFF6-8FA8-443D-B85B-0447BC99D143}"/>
              </a:ext>
            </a:extLst>
          </p:cNvPr>
          <p:cNvSpPr>
            <a:spLocks noGrp="1"/>
          </p:cNvSpPr>
          <p:nvPr/>
        </p:nvSpPr>
        <p:spPr>
          <a:xfrm>
            <a:off x="11158144" y="1018880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7" name="Circle">
            <a:extLst>
              <a:ext uri="{FF2B5EF4-FFF2-40B4-BE49-F238E27FC236}">
                <a16:creationId xmlns:a16="http://schemas.microsoft.com/office/drawing/2014/main" id="{1DF3F966-5A65-4419-B338-AB5296FE51E0}"/>
              </a:ext>
            </a:extLst>
          </p:cNvPr>
          <p:cNvSpPr>
            <a:spLocks noGrp="1"/>
          </p:cNvSpPr>
          <p:nvPr/>
        </p:nvSpPr>
        <p:spPr>
          <a:xfrm>
            <a:off x="18051895" y="7366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8" name="Circle">
            <a:extLst>
              <a:ext uri="{FF2B5EF4-FFF2-40B4-BE49-F238E27FC236}">
                <a16:creationId xmlns:a16="http://schemas.microsoft.com/office/drawing/2014/main" id="{6C523B6B-499F-4AC9-9C35-D347534C0BBE}"/>
              </a:ext>
            </a:extLst>
          </p:cNvPr>
          <p:cNvSpPr>
            <a:spLocks noGrp="1"/>
          </p:cNvSpPr>
          <p:nvPr/>
        </p:nvSpPr>
        <p:spPr>
          <a:xfrm>
            <a:off x="11002293" y="843157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39" name="Circle">
            <a:extLst>
              <a:ext uri="{FF2B5EF4-FFF2-40B4-BE49-F238E27FC236}">
                <a16:creationId xmlns:a16="http://schemas.microsoft.com/office/drawing/2014/main" id="{B813E2AA-80F0-444F-A8B8-E5EC54D127D9}"/>
              </a:ext>
            </a:extLst>
          </p:cNvPr>
          <p:cNvSpPr>
            <a:spLocks noGrp="1"/>
          </p:cNvSpPr>
          <p:nvPr/>
        </p:nvSpPr>
        <p:spPr>
          <a:xfrm>
            <a:off x="16467473" y="5577970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0" name="Circle">
            <a:extLst>
              <a:ext uri="{FF2B5EF4-FFF2-40B4-BE49-F238E27FC236}">
                <a16:creationId xmlns:a16="http://schemas.microsoft.com/office/drawing/2014/main" id="{F331CD7B-4400-4DD2-9331-BEFBFD11FA6E}"/>
              </a:ext>
            </a:extLst>
          </p:cNvPr>
          <p:cNvSpPr>
            <a:spLocks noGrp="1"/>
          </p:cNvSpPr>
          <p:nvPr/>
        </p:nvSpPr>
        <p:spPr>
          <a:xfrm>
            <a:off x="16969792" y="118709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1" name="Circle">
            <a:extLst>
              <a:ext uri="{FF2B5EF4-FFF2-40B4-BE49-F238E27FC236}">
                <a16:creationId xmlns:a16="http://schemas.microsoft.com/office/drawing/2014/main" id="{C018AFAE-9104-4D43-888A-503ADE9E68A3}"/>
              </a:ext>
            </a:extLst>
          </p:cNvPr>
          <p:cNvSpPr>
            <a:spLocks noGrp="1"/>
          </p:cNvSpPr>
          <p:nvPr/>
        </p:nvSpPr>
        <p:spPr>
          <a:xfrm>
            <a:off x="18928173" y="4970890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2" name="Circle">
            <a:extLst>
              <a:ext uri="{FF2B5EF4-FFF2-40B4-BE49-F238E27FC236}">
                <a16:creationId xmlns:a16="http://schemas.microsoft.com/office/drawing/2014/main" id="{96D48BCD-0544-4212-8579-5E99768E536D}"/>
              </a:ext>
            </a:extLst>
          </p:cNvPr>
          <p:cNvSpPr>
            <a:spLocks noGrp="1"/>
          </p:cNvSpPr>
          <p:nvPr/>
        </p:nvSpPr>
        <p:spPr>
          <a:xfrm>
            <a:off x="2112972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3" name="Line">
            <a:extLst>
              <a:ext uri="{FF2B5EF4-FFF2-40B4-BE49-F238E27FC236}">
                <a16:creationId xmlns:a16="http://schemas.microsoft.com/office/drawing/2014/main" id="{0E43E3AE-2A20-4E3E-A095-2355E9A46B08}"/>
              </a:ext>
            </a:extLst>
          </p:cNvPr>
          <p:cNvSpPr>
            <a:spLocks noGrp="1"/>
          </p:cNvSpPr>
          <p:nvPr/>
        </p:nvSpPr>
        <p:spPr>
          <a:xfrm flipV="1">
            <a:off x="2615212" y="890485"/>
            <a:ext cx="20889233" cy="10240187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4" name="Circle">
            <a:extLst>
              <a:ext uri="{FF2B5EF4-FFF2-40B4-BE49-F238E27FC236}">
                <a16:creationId xmlns:a16="http://schemas.microsoft.com/office/drawing/2014/main" id="{404E7560-E600-44AA-AF7B-77FC44123690}"/>
              </a:ext>
            </a:extLst>
          </p:cNvPr>
          <p:cNvSpPr>
            <a:spLocks noGrp="1"/>
          </p:cNvSpPr>
          <p:nvPr/>
        </p:nvSpPr>
        <p:spPr>
          <a:xfrm>
            <a:off x="16467473" y="9671740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5" name="Circle">
            <a:extLst>
              <a:ext uri="{FF2B5EF4-FFF2-40B4-BE49-F238E27FC236}">
                <a16:creationId xmlns:a16="http://schemas.microsoft.com/office/drawing/2014/main" id="{D4F26D46-B31B-41B6-987F-1FE08BD72FBC}"/>
              </a:ext>
            </a:extLst>
          </p:cNvPr>
          <p:cNvSpPr>
            <a:spLocks noGrp="1"/>
          </p:cNvSpPr>
          <p:nvPr/>
        </p:nvSpPr>
        <p:spPr>
          <a:xfrm>
            <a:off x="20628381" y="10381633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6" name="Circle">
            <a:extLst>
              <a:ext uri="{FF2B5EF4-FFF2-40B4-BE49-F238E27FC236}">
                <a16:creationId xmlns:a16="http://schemas.microsoft.com/office/drawing/2014/main" id="{72731FC6-B5F3-49FE-9C29-A9878E966663}"/>
              </a:ext>
            </a:extLst>
          </p:cNvPr>
          <p:cNvSpPr>
            <a:spLocks noGrp="1"/>
          </p:cNvSpPr>
          <p:nvPr/>
        </p:nvSpPr>
        <p:spPr>
          <a:xfrm>
            <a:off x="14203774" y="1038163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324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Line">
            <a:extLst>
              <a:ext uri="{FF2B5EF4-FFF2-40B4-BE49-F238E27FC236}">
                <a16:creationId xmlns:a16="http://schemas.microsoft.com/office/drawing/2014/main" id="{82D32CEC-0A66-41F8-AFC7-4D5BD4FFCD60}"/>
              </a:ext>
            </a:extLst>
          </p:cNvPr>
          <p:cNvSpPr>
            <a:spLocks noGrp="1"/>
          </p:cNvSpPr>
          <p:nvPr/>
        </p:nvSpPr>
        <p:spPr>
          <a:xfrm>
            <a:off x="2642982" y="891304"/>
            <a:ext cx="20815910" cy="1061853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0794"/>
                </a:moveTo>
                <a:lnTo>
                  <a:pt x="11923" y="9349"/>
                </a:lnTo>
                <a:lnTo>
                  <a:pt x="14477" y="13407"/>
                </a:lnTo>
                <a:lnTo>
                  <a:pt x="12585" y="16098"/>
                </a:lnTo>
                <a:lnTo>
                  <a:pt x="13669" y="21600"/>
                </a:lnTo>
                <a:lnTo>
                  <a:pt x="18067" y="20931"/>
                </a:lnTo>
                <a:lnTo>
                  <a:pt x="15299" y="13190"/>
                </a:lnTo>
                <a:lnTo>
                  <a:pt x="12293" y="9130"/>
                </a:lnTo>
                <a:lnTo>
                  <a:pt x="21600" y="0"/>
                </a:lnTo>
              </a:path>
            </a:pathLst>
          </a:cu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49" name="Line">
            <a:extLst>
              <a:ext uri="{FF2B5EF4-FFF2-40B4-BE49-F238E27FC236}">
                <a16:creationId xmlns:a16="http://schemas.microsoft.com/office/drawing/2014/main" id="{83FB5826-9B41-4F1B-AB8F-006505039734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0" name="Line">
            <a:extLst>
              <a:ext uri="{FF2B5EF4-FFF2-40B4-BE49-F238E27FC236}">
                <a16:creationId xmlns:a16="http://schemas.microsoft.com/office/drawing/2014/main" id="{EBF967B5-933F-4E58-A4B7-3205FF4701EC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1" name="humidity">
            <a:extLst>
              <a:ext uri="{FF2B5EF4-FFF2-40B4-BE49-F238E27FC236}">
                <a16:creationId xmlns:a16="http://schemas.microsoft.com/office/drawing/2014/main" id="{AB28AC8E-479B-44DA-8478-363612B4AC3A}"/>
              </a:ext>
            </a:extLst>
          </p:cNvPr>
          <p:cNvSpPr>
            <a:spLocks noGrp="1"/>
          </p:cNvSpPr>
          <p:nvPr/>
        </p:nvSpPr>
        <p:spPr>
          <a:xfrm>
            <a:off x="11405641" y="12170558"/>
            <a:ext cx="2999000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umidade</a:t>
            </a:r>
          </a:p>
        </p:txBody>
      </p:sp>
      <p:sp>
        <p:nvSpPr>
          <p:cNvPr id="1152" name="pressure">
            <a:extLst>
              <a:ext uri="{FF2B5EF4-FFF2-40B4-BE49-F238E27FC236}">
                <a16:creationId xmlns:a16="http://schemas.microsoft.com/office/drawing/2014/main" id="{108550D2-A0AE-4B7C-B7FF-F482E3EF53CD}"/>
              </a:ext>
            </a:extLst>
          </p:cNvPr>
          <p:cNvSpPr>
            <a:spLocks noGrp="1"/>
          </p:cNvSpPr>
          <p:nvPr/>
        </p:nvSpPr>
        <p:spPr>
          <a:xfrm rot="16200000">
            <a:off x="-536972" y="6343649"/>
            <a:ext cx="3128368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pressão</a:t>
            </a:r>
          </a:p>
        </p:txBody>
      </p:sp>
      <p:sp>
        <p:nvSpPr>
          <p:cNvPr id="1153" name="Circle">
            <a:extLst>
              <a:ext uri="{FF2B5EF4-FFF2-40B4-BE49-F238E27FC236}">
                <a16:creationId xmlns:a16="http://schemas.microsoft.com/office/drawing/2014/main" id="{61C6A138-1761-4F7C-BEC3-A3C271E2B563}"/>
              </a:ext>
            </a:extLst>
          </p:cNvPr>
          <p:cNvSpPr>
            <a:spLocks noGrp="1"/>
          </p:cNvSpPr>
          <p:nvPr/>
        </p:nvSpPr>
        <p:spPr>
          <a:xfrm>
            <a:off x="21129724" y="778707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4" name="Circle">
            <a:extLst>
              <a:ext uri="{FF2B5EF4-FFF2-40B4-BE49-F238E27FC236}">
                <a16:creationId xmlns:a16="http://schemas.microsoft.com/office/drawing/2014/main" id="{0DC5A340-A0FF-44E5-B9EF-9EB108CBAF7D}"/>
              </a:ext>
            </a:extLst>
          </p:cNvPr>
          <p:cNvSpPr>
            <a:spLocks noGrp="1"/>
          </p:cNvSpPr>
          <p:nvPr/>
        </p:nvSpPr>
        <p:spPr>
          <a:xfrm>
            <a:off x="13376665" y="9164297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5" name="Circle">
            <a:extLst>
              <a:ext uri="{FF2B5EF4-FFF2-40B4-BE49-F238E27FC236}">
                <a16:creationId xmlns:a16="http://schemas.microsoft.com/office/drawing/2014/main" id="{6DA63AE8-5ABD-490F-AC9D-E2BB0D5872A6}"/>
              </a:ext>
            </a:extLst>
          </p:cNvPr>
          <p:cNvSpPr>
            <a:spLocks noGrp="1"/>
          </p:cNvSpPr>
          <p:nvPr/>
        </p:nvSpPr>
        <p:spPr>
          <a:xfrm>
            <a:off x="14403751" y="6859528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6" name="Circle">
            <a:extLst>
              <a:ext uri="{FF2B5EF4-FFF2-40B4-BE49-F238E27FC236}">
                <a16:creationId xmlns:a16="http://schemas.microsoft.com/office/drawing/2014/main" id="{F454920C-AE4E-4A60-842D-74A72F01D491}"/>
              </a:ext>
            </a:extLst>
          </p:cNvPr>
          <p:cNvSpPr>
            <a:spLocks noGrp="1"/>
          </p:cNvSpPr>
          <p:nvPr/>
        </p:nvSpPr>
        <p:spPr>
          <a:xfrm>
            <a:off x="12862508" y="7366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7" name="Circle">
            <a:extLst>
              <a:ext uri="{FF2B5EF4-FFF2-40B4-BE49-F238E27FC236}">
                <a16:creationId xmlns:a16="http://schemas.microsoft.com/office/drawing/2014/main" id="{BACED6D3-C1CD-4E4E-87E5-4DF29D52775B}"/>
              </a:ext>
            </a:extLst>
          </p:cNvPr>
          <p:cNvSpPr>
            <a:spLocks noGrp="1"/>
          </p:cNvSpPr>
          <p:nvPr/>
        </p:nvSpPr>
        <p:spPr>
          <a:xfrm>
            <a:off x="8917024" y="839485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8" name="Circle">
            <a:extLst>
              <a:ext uri="{FF2B5EF4-FFF2-40B4-BE49-F238E27FC236}">
                <a16:creationId xmlns:a16="http://schemas.microsoft.com/office/drawing/2014/main" id="{2685BEB7-B138-49FD-9C83-B857E05F6265}"/>
              </a:ext>
            </a:extLst>
          </p:cNvPr>
          <p:cNvSpPr>
            <a:spLocks noGrp="1"/>
          </p:cNvSpPr>
          <p:nvPr/>
        </p:nvSpPr>
        <p:spPr>
          <a:xfrm>
            <a:off x="19466140" y="8928833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59" name="Circle">
            <a:extLst>
              <a:ext uri="{FF2B5EF4-FFF2-40B4-BE49-F238E27FC236}">
                <a16:creationId xmlns:a16="http://schemas.microsoft.com/office/drawing/2014/main" id="{533F333C-6CA2-4434-ACD0-E761E6BE492E}"/>
              </a:ext>
            </a:extLst>
          </p:cNvPr>
          <p:cNvSpPr>
            <a:spLocks noGrp="1"/>
          </p:cNvSpPr>
          <p:nvPr/>
        </p:nvSpPr>
        <p:spPr>
          <a:xfrm>
            <a:off x="21129724" y="5577970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0" name="Circle">
            <a:extLst>
              <a:ext uri="{FF2B5EF4-FFF2-40B4-BE49-F238E27FC236}">
                <a16:creationId xmlns:a16="http://schemas.microsoft.com/office/drawing/2014/main" id="{EAAE1ABC-1057-45A0-A211-B24D7C300310}"/>
              </a:ext>
            </a:extLst>
          </p:cNvPr>
          <p:cNvSpPr>
            <a:spLocks noGrp="1"/>
          </p:cNvSpPr>
          <p:nvPr/>
        </p:nvSpPr>
        <p:spPr>
          <a:xfrm>
            <a:off x="2848984" y="7366379"/>
            <a:ext cx="1099353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1" name="Circle">
            <a:extLst>
              <a:ext uri="{FF2B5EF4-FFF2-40B4-BE49-F238E27FC236}">
                <a16:creationId xmlns:a16="http://schemas.microsoft.com/office/drawing/2014/main" id="{238BBEB2-3A4C-4134-BB59-5D78FC1336B7}"/>
              </a:ext>
            </a:extLst>
          </p:cNvPr>
          <p:cNvSpPr>
            <a:spLocks noGrp="1"/>
          </p:cNvSpPr>
          <p:nvPr/>
        </p:nvSpPr>
        <p:spPr>
          <a:xfrm>
            <a:off x="3132295" y="4246567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2" name="Circle">
            <a:extLst>
              <a:ext uri="{FF2B5EF4-FFF2-40B4-BE49-F238E27FC236}">
                <a16:creationId xmlns:a16="http://schemas.microsoft.com/office/drawing/2014/main" id="{B81F6443-9738-4867-8E79-30D69A968268}"/>
              </a:ext>
            </a:extLst>
          </p:cNvPr>
          <p:cNvSpPr>
            <a:spLocks noGrp="1"/>
          </p:cNvSpPr>
          <p:nvPr/>
        </p:nvSpPr>
        <p:spPr>
          <a:xfrm>
            <a:off x="5153518" y="6308323"/>
            <a:ext cx="1099354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3" name="Circle">
            <a:extLst>
              <a:ext uri="{FF2B5EF4-FFF2-40B4-BE49-F238E27FC236}">
                <a16:creationId xmlns:a16="http://schemas.microsoft.com/office/drawing/2014/main" id="{0134F1D1-6672-462D-BADC-8C76D51D010E}"/>
              </a:ext>
            </a:extLst>
          </p:cNvPr>
          <p:cNvSpPr>
            <a:spLocks noGrp="1"/>
          </p:cNvSpPr>
          <p:nvPr/>
        </p:nvSpPr>
        <p:spPr>
          <a:xfrm>
            <a:off x="4887295" y="118709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4" name="Circle">
            <a:extLst>
              <a:ext uri="{FF2B5EF4-FFF2-40B4-BE49-F238E27FC236}">
                <a16:creationId xmlns:a16="http://schemas.microsoft.com/office/drawing/2014/main" id="{BAB5C914-3E2E-436A-837B-925FB749F5CD}"/>
              </a:ext>
            </a:extLst>
          </p:cNvPr>
          <p:cNvSpPr>
            <a:spLocks noGrp="1"/>
          </p:cNvSpPr>
          <p:nvPr/>
        </p:nvSpPr>
        <p:spPr>
          <a:xfrm>
            <a:off x="9666134" y="4893641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5" name="Circle">
            <a:extLst>
              <a:ext uri="{FF2B5EF4-FFF2-40B4-BE49-F238E27FC236}">
                <a16:creationId xmlns:a16="http://schemas.microsoft.com/office/drawing/2014/main" id="{3CEC4ADD-0C54-4FAC-A79C-F8690290CEDE}"/>
              </a:ext>
            </a:extLst>
          </p:cNvPr>
          <p:cNvSpPr>
            <a:spLocks noGrp="1"/>
          </p:cNvSpPr>
          <p:nvPr/>
        </p:nvSpPr>
        <p:spPr>
          <a:xfrm>
            <a:off x="6399214" y="3958232"/>
            <a:ext cx="1099354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6" name="Circle">
            <a:extLst>
              <a:ext uri="{FF2B5EF4-FFF2-40B4-BE49-F238E27FC236}">
                <a16:creationId xmlns:a16="http://schemas.microsoft.com/office/drawing/2014/main" id="{1C81C78F-0BBA-4AE4-A632-07BEEA11FD7E}"/>
              </a:ext>
            </a:extLst>
          </p:cNvPr>
          <p:cNvSpPr>
            <a:spLocks noGrp="1"/>
          </p:cNvSpPr>
          <p:nvPr/>
        </p:nvSpPr>
        <p:spPr>
          <a:xfrm>
            <a:off x="1315977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7" name="Circle">
            <a:extLst>
              <a:ext uri="{FF2B5EF4-FFF2-40B4-BE49-F238E27FC236}">
                <a16:creationId xmlns:a16="http://schemas.microsoft.com/office/drawing/2014/main" id="{006DF786-F2CB-4CAD-9A7F-D1F333A95ED0}"/>
              </a:ext>
            </a:extLst>
          </p:cNvPr>
          <p:cNvSpPr>
            <a:spLocks noGrp="1"/>
          </p:cNvSpPr>
          <p:nvPr/>
        </p:nvSpPr>
        <p:spPr>
          <a:xfrm>
            <a:off x="9801576" y="2800247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8" name="Circle">
            <a:extLst>
              <a:ext uri="{FF2B5EF4-FFF2-40B4-BE49-F238E27FC236}">
                <a16:creationId xmlns:a16="http://schemas.microsoft.com/office/drawing/2014/main" id="{7251854B-1C22-49E0-8909-649B1367130A}"/>
              </a:ext>
            </a:extLst>
          </p:cNvPr>
          <p:cNvSpPr>
            <a:spLocks noGrp="1"/>
          </p:cNvSpPr>
          <p:nvPr/>
        </p:nvSpPr>
        <p:spPr>
          <a:xfrm>
            <a:off x="7960829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69" name="Circle">
            <a:extLst>
              <a:ext uri="{FF2B5EF4-FFF2-40B4-BE49-F238E27FC236}">
                <a16:creationId xmlns:a16="http://schemas.microsoft.com/office/drawing/2014/main" id="{6DF38797-D71C-4B38-8CA3-8ABD3FFD7728}"/>
              </a:ext>
            </a:extLst>
          </p:cNvPr>
          <p:cNvSpPr>
            <a:spLocks noGrp="1"/>
          </p:cNvSpPr>
          <p:nvPr/>
        </p:nvSpPr>
        <p:spPr>
          <a:xfrm>
            <a:off x="9801576" y="706853"/>
            <a:ext cx="1099354" cy="1099354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0" name="Circle">
            <a:extLst>
              <a:ext uri="{FF2B5EF4-FFF2-40B4-BE49-F238E27FC236}">
                <a16:creationId xmlns:a16="http://schemas.microsoft.com/office/drawing/2014/main" id="{E64A9FB3-59D0-4CC5-9254-8C5BF51DD9CD}"/>
              </a:ext>
            </a:extLst>
          </p:cNvPr>
          <p:cNvSpPr>
            <a:spLocks noGrp="1"/>
          </p:cNvSpPr>
          <p:nvPr/>
        </p:nvSpPr>
        <p:spPr>
          <a:xfrm>
            <a:off x="14916756" y="1827391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1" name="Circle">
            <a:extLst>
              <a:ext uri="{FF2B5EF4-FFF2-40B4-BE49-F238E27FC236}">
                <a16:creationId xmlns:a16="http://schemas.microsoft.com/office/drawing/2014/main" id="{028E0C35-2D25-4009-B792-BE98A1589591}"/>
              </a:ext>
            </a:extLst>
          </p:cNvPr>
          <p:cNvSpPr>
            <a:spLocks noGrp="1"/>
          </p:cNvSpPr>
          <p:nvPr/>
        </p:nvSpPr>
        <p:spPr>
          <a:xfrm>
            <a:off x="7187200" y="10188809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2" name="Circle">
            <a:extLst>
              <a:ext uri="{FF2B5EF4-FFF2-40B4-BE49-F238E27FC236}">
                <a16:creationId xmlns:a16="http://schemas.microsoft.com/office/drawing/2014/main" id="{7FD52DF8-E1B3-459C-8812-93C90E533D7C}"/>
              </a:ext>
            </a:extLst>
          </p:cNvPr>
          <p:cNvSpPr>
            <a:spLocks noGrp="1"/>
          </p:cNvSpPr>
          <p:nvPr/>
        </p:nvSpPr>
        <p:spPr>
          <a:xfrm>
            <a:off x="11158144" y="10188809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3" name="Circle">
            <a:extLst>
              <a:ext uri="{FF2B5EF4-FFF2-40B4-BE49-F238E27FC236}">
                <a16:creationId xmlns:a16="http://schemas.microsoft.com/office/drawing/2014/main" id="{A8729761-3550-4FAD-85F6-4E0569637C75}"/>
              </a:ext>
            </a:extLst>
          </p:cNvPr>
          <p:cNvSpPr>
            <a:spLocks noGrp="1"/>
          </p:cNvSpPr>
          <p:nvPr/>
        </p:nvSpPr>
        <p:spPr>
          <a:xfrm>
            <a:off x="18051895" y="7366379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4" name="Circle">
            <a:extLst>
              <a:ext uri="{FF2B5EF4-FFF2-40B4-BE49-F238E27FC236}">
                <a16:creationId xmlns:a16="http://schemas.microsoft.com/office/drawing/2014/main" id="{2683A502-BFE3-43A6-BC84-4D635D18C484}"/>
              </a:ext>
            </a:extLst>
          </p:cNvPr>
          <p:cNvSpPr>
            <a:spLocks noGrp="1"/>
          </p:cNvSpPr>
          <p:nvPr/>
        </p:nvSpPr>
        <p:spPr>
          <a:xfrm>
            <a:off x="11002293" y="8431576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5" name="Circle">
            <a:extLst>
              <a:ext uri="{FF2B5EF4-FFF2-40B4-BE49-F238E27FC236}">
                <a16:creationId xmlns:a16="http://schemas.microsoft.com/office/drawing/2014/main" id="{CD7710BD-1D7E-430A-8C56-D76F5DC8011C}"/>
              </a:ext>
            </a:extLst>
          </p:cNvPr>
          <p:cNvSpPr>
            <a:spLocks noGrp="1"/>
          </p:cNvSpPr>
          <p:nvPr/>
        </p:nvSpPr>
        <p:spPr>
          <a:xfrm>
            <a:off x="16467473" y="5577970"/>
            <a:ext cx="1099354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6" name="Circle">
            <a:extLst>
              <a:ext uri="{FF2B5EF4-FFF2-40B4-BE49-F238E27FC236}">
                <a16:creationId xmlns:a16="http://schemas.microsoft.com/office/drawing/2014/main" id="{5222D688-CC2D-4FC0-AE58-9DB1C4FDAEBE}"/>
              </a:ext>
            </a:extLst>
          </p:cNvPr>
          <p:cNvSpPr>
            <a:spLocks noGrp="1"/>
          </p:cNvSpPr>
          <p:nvPr/>
        </p:nvSpPr>
        <p:spPr>
          <a:xfrm>
            <a:off x="16969792" y="1187093"/>
            <a:ext cx="1099353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7" name="Circle">
            <a:extLst>
              <a:ext uri="{FF2B5EF4-FFF2-40B4-BE49-F238E27FC236}">
                <a16:creationId xmlns:a16="http://schemas.microsoft.com/office/drawing/2014/main" id="{F4E5D84A-3FF3-4241-A3CE-B91659BC7B9B}"/>
              </a:ext>
            </a:extLst>
          </p:cNvPr>
          <p:cNvSpPr>
            <a:spLocks noGrp="1"/>
          </p:cNvSpPr>
          <p:nvPr/>
        </p:nvSpPr>
        <p:spPr>
          <a:xfrm>
            <a:off x="18928173" y="4970890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8" name="Circle">
            <a:extLst>
              <a:ext uri="{FF2B5EF4-FFF2-40B4-BE49-F238E27FC236}">
                <a16:creationId xmlns:a16="http://schemas.microsoft.com/office/drawing/2014/main" id="{BC49640D-7259-4E72-AE04-AE23F4C77487}"/>
              </a:ext>
            </a:extLst>
          </p:cNvPr>
          <p:cNvSpPr>
            <a:spLocks noGrp="1"/>
          </p:cNvSpPr>
          <p:nvPr/>
        </p:nvSpPr>
        <p:spPr>
          <a:xfrm>
            <a:off x="21129724" y="3682481"/>
            <a:ext cx="1099353" cy="1099353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79" name="Circle">
            <a:extLst>
              <a:ext uri="{FF2B5EF4-FFF2-40B4-BE49-F238E27FC236}">
                <a16:creationId xmlns:a16="http://schemas.microsoft.com/office/drawing/2014/main" id="{138F5512-336C-4A4B-9D29-2A78434248F6}"/>
              </a:ext>
            </a:extLst>
          </p:cNvPr>
          <p:cNvSpPr>
            <a:spLocks noGrp="1"/>
          </p:cNvSpPr>
          <p:nvPr/>
        </p:nvSpPr>
        <p:spPr>
          <a:xfrm>
            <a:off x="16467473" y="9671740"/>
            <a:ext cx="1099354" cy="1099353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0" name="Circle">
            <a:extLst>
              <a:ext uri="{FF2B5EF4-FFF2-40B4-BE49-F238E27FC236}">
                <a16:creationId xmlns:a16="http://schemas.microsoft.com/office/drawing/2014/main" id="{62559B30-EA70-4D0F-9547-2469B87BBEF7}"/>
              </a:ext>
            </a:extLst>
          </p:cNvPr>
          <p:cNvSpPr>
            <a:spLocks noGrp="1"/>
          </p:cNvSpPr>
          <p:nvPr/>
        </p:nvSpPr>
        <p:spPr>
          <a:xfrm>
            <a:off x="20628381" y="10381633"/>
            <a:ext cx="1099353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1" name="Circle">
            <a:extLst>
              <a:ext uri="{FF2B5EF4-FFF2-40B4-BE49-F238E27FC236}">
                <a16:creationId xmlns:a16="http://schemas.microsoft.com/office/drawing/2014/main" id="{5C2362F6-6445-4CA6-BAB1-EDAEE23D03D3}"/>
              </a:ext>
            </a:extLst>
          </p:cNvPr>
          <p:cNvSpPr>
            <a:spLocks noGrp="1"/>
          </p:cNvSpPr>
          <p:nvPr/>
        </p:nvSpPr>
        <p:spPr>
          <a:xfrm>
            <a:off x="14203774" y="10381633"/>
            <a:ext cx="1099354" cy="1099354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8715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Line">
            <a:extLst>
              <a:ext uri="{FF2B5EF4-FFF2-40B4-BE49-F238E27FC236}">
                <a16:creationId xmlns:a16="http://schemas.microsoft.com/office/drawing/2014/main" id="{A088BF36-795C-4FCC-8805-4EF81EDEAC62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4" name="Line">
            <a:extLst>
              <a:ext uri="{FF2B5EF4-FFF2-40B4-BE49-F238E27FC236}">
                <a16:creationId xmlns:a16="http://schemas.microsoft.com/office/drawing/2014/main" id="{C4382B53-A93A-48D5-9534-E2FDFFD3B9EF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5" name="advertising">
            <a:extLst>
              <a:ext uri="{FF2B5EF4-FFF2-40B4-BE49-F238E27FC236}">
                <a16:creationId xmlns:a16="http://schemas.microsoft.com/office/drawing/2014/main" id="{D266441B-335E-459A-A8FB-62DC44818F92}"/>
              </a:ext>
            </a:extLst>
          </p:cNvPr>
          <p:cNvSpPr>
            <a:spLocks noGrp="1"/>
          </p:cNvSpPr>
          <p:nvPr/>
        </p:nvSpPr>
        <p:spPr>
          <a:xfrm>
            <a:off x="10974790" y="12170558"/>
            <a:ext cx="3860702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publicidade</a:t>
            </a:r>
          </a:p>
        </p:txBody>
      </p:sp>
      <p:sp>
        <p:nvSpPr>
          <p:cNvPr id="1186" name="sales">
            <a:extLst>
              <a:ext uri="{FF2B5EF4-FFF2-40B4-BE49-F238E27FC236}">
                <a16:creationId xmlns:a16="http://schemas.microsoft.com/office/drawing/2014/main" id="{F7034EC5-3506-4309-8E70-1C42D083A65D}"/>
              </a:ext>
            </a:extLst>
          </p:cNvPr>
          <p:cNvSpPr>
            <a:spLocks noGrp="1"/>
          </p:cNvSpPr>
          <p:nvPr/>
        </p:nvSpPr>
        <p:spPr>
          <a:xfrm rot="16200000">
            <a:off x="65803" y="6343649"/>
            <a:ext cx="1922817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vendas</a:t>
            </a:r>
          </a:p>
        </p:txBody>
      </p:sp>
      <p:sp>
        <p:nvSpPr>
          <p:cNvPr id="1187" name="Circle">
            <a:extLst>
              <a:ext uri="{FF2B5EF4-FFF2-40B4-BE49-F238E27FC236}">
                <a16:creationId xmlns:a16="http://schemas.microsoft.com/office/drawing/2014/main" id="{D3F7A9EA-6B21-42DF-891D-B232043E07AF}"/>
              </a:ext>
            </a:extLst>
          </p:cNvPr>
          <p:cNvSpPr>
            <a:spLocks noGrp="1"/>
          </p:cNvSpPr>
          <p:nvPr/>
        </p:nvSpPr>
        <p:spPr>
          <a:xfrm>
            <a:off x="4201224" y="95788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8" name="Circle">
            <a:extLst>
              <a:ext uri="{FF2B5EF4-FFF2-40B4-BE49-F238E27FC236}">
                <a16:creationId xmlns:a16="http://schemas.microsoft.com/office/drawing/2014/main" id="{984B5624-635B-402D-83D7-F6AF992C9029}"/>
              </a:ext>
            </a:extLst>
          </p:cNvPr>
          <p:cNvSpPr>
            <a:spLocks noGrp="1"/>
          </p:cNvSpPr>
          <p:nvPr/>
        </p:nvSpPr>
        <p:spPr>
          <a:xfrm>
            <a:off x="5535089" y="1060853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89" name="Circle">
            <a:extLst>
              <a:ext uri="{FF2B5EF4-FFF2-40B4-BE49-F238E27FC236}">
                <a16:creationId xmlns:a16="http://schemas.microsoft.com/office/drawing/2014/main" id="{323A77A5-AFCB-4311-962D-29CD8F5715F5}"/>
              </a:ext>
            </a:extLst>
          </p:cNvPr>
          <p:cNvSpPr>
            <a:spLocks noGrp="1"/>
          </p:cNvSpPr>
          <p:nvPr/>
        </p:nvSpPr>
        <p:spPr>
          <a:xfrm>
            <a:off x="6494537" y="761318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0" name="Circle">
            <a:extLst>
              <a:ext uri="{FF2B5EF4-FFF2-40B4-BE49-F238E27FC236}">
                <a16:creationId xmlns:a16="http://schemas.microsoft.com/office/drawing/2014/main" id="{E75634A2-0331-473A-AF6E-7C72F197D384}"/>
              </a:ext>
            </a:extLst>
          </p:cNvPr>
          <p:cNvSpPr>
            <a:spLocks noGrp="1"/>
          </p:cNvSpPr>
          <p:nvPr/>
        </p:nvSpPr>
        <p:spPr>
          <a:xfrm>
            <a:off x="9443082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1" name="Circle">
            <a:extLst>
              <a:ext uri="{FF2B5EF4-FFF2-40B4-BE49-F238E27FC236}">
                <a16:creationId xmlns:a16="http://schemas.microsoft.com/office/drawing/2014/main" id="{34672658-2E37-498C-B337-93F77D291DC7}"/>
              </a:ext>
            </a:extLst>
          </p:cNvPr>
          <p:cNvSpPr>
            <a:spLocks noGrp="1"/>
          </p:cNvSpPr>
          <p:nvPr/>
        </p:nvSpPr>
        <p:spPr>
          <a:xfrm>
            <a:off x="13158004" y="3564789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2" name="Circle">
            <a:extLst>
              <a:ext uri="{FF2B5EF4-FFF2-40B4-BE49-F238E27FC236}">
                <a16:creationId xmlns:a16="http://schemas.microsoft.com/office/drawing/2014/main" id="{09821FA0-494F-4F9C-8CD1-3C7DA18040A9}"/>
              </a:ext>
            </a:extLst>
          </p:cNvPr>
          <p:cNvSpPr>
            <a:spLocks noGrp="1"/>
          </p:cNvSpPr>
          <p:nvPr/>
        </p:nvSpPr>
        <p:spPr>
          <a:xfrm>
            <a:off x="16621374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3" name="Circle">
            <a:extLst>
              <a:ext uri="{FF2B5EF4-FFF2-40B4-BE49-F238E27FC236}">
                <a16:creationId xmlns:a16="http://schemas.microsoft.com/office/drawing/2014/main" id="{F70F0C33-2C0D-4E3F-AAE4-B66D1E10C5A0}"/>
              </a:ext>
            </a:extLst>
          </p:cNvPr>
          <p:cNvSpPr>
            <a:spLocks noGrp="1"/>
          </p:cNvSpPr>
          <p:nvPr/>
        </p:nvSpPr>
        <p:spPr>
          <a:xfrm>
            <a:off x="16012945" y="290955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4" name="Circle">
            <a:extLst>
              <a:ext uri="{FF2B5EF4-FFF2-40B4-BE49-F238E27FC236}">
                <a16:creationId xmlns:a16="http://schemas.microsoft.com/office/drawing/2014/main" id="{26DFE1DF-D454-4764-8153-0B5ABA5ABA55}"/>
              </a:ext>
            </a:extLst>
          </p:cNvPr>
          <p:cNvSpPr>
            <a:spLocks noGrp="1"/>
          </p:cNvSpPr>
          <p:nvPr/>
        </p:nvSpPr>
        <p:spPr>
          <a:xfrm>
            <a:off x="20225153" y="2628743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5" name="Circle">
            <a:extLst>
              <a:ext uri="{FF2B5EF4-FFF2-40B4-BE49-F238E27FC236}">
                <a16:creationId xmlns:a16="http://schemas.microsoft.com/office/drawing/2014/main" id="{EBCCF592-D81C-45DB-B429-C872CCD03665}"/>
              </a:ext>
            </a:extLst>
          </p:cNvPr>
          <p:cNvSpPr>
            <a:spLocks noGrp="1"/>
          </p:cNvSpPr>
          <p:nvPr/>
        </p:nvSpPr>
        <p:spPr>
          <a:xfrm>
            <a:off x="21839832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6" name="Circle">
            <a:extLst>
              <a:ext uri="{FF2B5EF4-FFF2-40B4-BE49-F238E27FC236}">
                <a16:creationId xmlns:a16="http://schemas.microsoft.com/office/drawing/2014/main" id="{8E838546-9FC7-43D6-BA8E-923C1B85923E}"/>
              </a:ext>
            </a:extLst>
          </p:cNvPr>
          <p:cNvSpPr>
            <a:spLocks noGrp="1"/>
          </p:cNvSpPr>
          <p:nvPr/>
        </p:nvSpPr>
        <p:spPr>
          <a:xfrm>
            <a:off x="17674428" y="171609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7" name="Circle">
            <a:extLst>
              <a:ext uri="{FF2B5EF4-FFF2-40B4-BE49-F238E27FC236}">
                <a16:creationId xmlns:a16="http://schemas.microsoft.com/office/drawing/2014/main" id="{95A0D320-F9CE-419F-9EB5-0E0838C7CEF0}"/>
              </a:ext>
            </a:extLst>
          </p:cNvPr>
          <p:cNvSpPr>
            <a:spLocks noGrp="1"/>
          </p:cNvSpPr>
          <p:nvPr/>
        </p:nvSpPr>
        <p:spPr>
          <a:xfrm>
            <a:off x="10139257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8" name="Circle">
            <a:extLst>
              <a:ext uri="{FF2B5EF4-FFF2-40B4-BE49-F238E27FC236}">
                <a16:creationId xmlns:a16="http://schemas.microsoft.com/office/drawing/2014/main" id="{AAB9D333-2A13-457A-B856-D5A056FF7262}"/>
              </a:ext>
            </a:extLst>
          </p:cNvPr>
          <p:cNvSpPr>
            <a:spLocks noGrp="1"/>
          </p:cNvSpPr>
          <p:nvPr/>
        </p:nvSpPr>
        <p:spPr>
          <a:xfrm>
            <a:off x="12155961" y="735577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199" name="Circle">
            <a:extLst>
              <a:ext uri="{FF2B5EF4-FFF2-40B4-BE49-F238E27FC236}">
                <a16:creationId xmlns:a16="http://schemas.microsoft.com/office/drawing/2014/main" id="{5ADB54D8-9C2A-4DA6-8327-BA142D6057C0}"/>
              </a:ext>
            </a:extLst>
          </p:cNvPr>
          <p:cNvSpPr>
            <a:spLocks noGrp="1"/>
          </p:cNvSpPr>
          <p:nvPr/>
        </p:nvSpPr>
        <p:spPr>
          <a:xfrm>
            <a:off x="18493468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0" name="Circle">
            <a:extLst>
              <a:ext uri="{FF2B5EF4-FFF2-40B4-BE49-F238E27FC236}">
                <a16:creationId xmlns:a16="http://schemas.microsoft.com/office/drawing/2014/main" id="{49E55705-C3FE-4E5D-986D-0BB06C6779B0}"/>
              </a:ext>
            </a:extLst>
          </p:cNvPr>
          <p:cNvSpPr>
            <a:spLocks noGrp="1"/>
          </p:cNvSpPr>
          <p:nvPr/>
        </p:nvSpPr>
        <p:spPr>
          <a:xfrm>
            <a:off x="8618182" y="91935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1" name="Circle">
            <a:extLst>
              <a:ext uri="{FF2B5EF4-FFF2-40B4-BE49-F238E27FC236}">
                <a16:creationId xmlns:a16="http://schemas.microsoft.com/office/drawing/2014/main" id="{2AB8512F-074B-4B68-A865-0DE566D55463}"/>
              </a:ext>
            </a:extLst>
          </p:cNvPr>
          <p:cNvSpPr>
            <a:spLocks noGrp="1"/>
          </p:cNvSpPr>
          <p:nvPr/>
        </p:nvSpPr>
        <p:spPr>
          <a:xfrm>
            <a:off x="7565130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2" name="Circle">
            <a:extLst>
              <a:ext uri="{FF2B5EF4-FFF2-40B4-BE49-F238E27FC236}">
                <a16:creationId xmlns:a16="http://schemas.microsoft.com/office/drawing/2014/main" id="{D9C4ACAE-5D5D-4ED2-9C37-B296A7A65BF1}"/>
              </a:ext>
            </a:extLst>
          </p:cNvPr>
          <p:cNvSpPr>
            <a:spLocks noGrp="1"/>
          </p:cNvSpPr>
          <p:nvPr/>
        </p:nvSpPr>
        <p:spPr>
          <a:xfrm>
            <a:off x="14655679" y="62217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3" name="Line">
            <a:extLst>
              <a:ext uri="{FF2B5EF4-FFF2-40B4-BE49-F238E27FC236}">
                <a16:creationId xmlns:a16="http://schemas.microsoft.com/office/drawing/2014/main" id="{DE42C049-680B-4828-AA61-86A269376044}"/>
              </a:ext>
            </a:extLst>
          </p:cNvPr>
          <p:cNvSpPr>
            <a:spLocks noGrp="1"/>
          </p:cNvSpPr>
          <p:nvPr/>
        </p:nvSpPr>
        <p:spPr>
          <a:xfrm flipV="1">
            <a:off x="2290143" y="1132696"/>
            <a:ext cx="20302359" cy="10559984"/>
          </a:xfrm>
          <a:prstGeom prst="line">
            <a:avLst/>
          </a:pr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195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Line">
            <a:extLst>
              <a:ext uri="{FF2B5EF4-FFF2-40B4-BE49-F238E27FC236}">
                <a16:creationId xmlns:a16="http://schemas.microsoft.com/office/drawing/2014/main" id="{5ECF18B2-303F-43FF-8A06-5EDB4DB87CAD}"/>
              </a:ext>
            </a:extLst>
          </p:cNvPr>
          <p:cNvSpPr>
            <a:spLocks noGrp="1"/>
          </p:cNvSpPr>
          <p:nvPr/>
        </p:nvSpPr>
        <p:spPr>
          <a:xfrm>
            <a:off x="2238923" y="1984209"/>
            <a:ext cx="20021101" cy="975969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lnTo>
                  <a:pt x="1219" y="19574"/>
                </a:lnTo>
                <a:lnTo>
                  <a:pt x="2437" y="17548"/>
                </a:lnTo>
                <a:lnTo>
                  <a:pt x="3946" y="19915"/>
                </a:lnTo>
                <a:lnTo>
                  <a:pt x="4911" y="13125"/>
                </a:lnTo>
                <a:lnTo>
                  <a:pt x="6042" y="8272"/>
                </a:lnTo>
                <a:lnTo>
                  <a:pt x="7097" y="16414"/>
                </a:lnTo>
                <a:lnTo>
                  <a:pt x="8093" y="10934"/>
                </a:lnTo>
                <a:lnTo>
                  <a:pt x="8825" y="4942"/>
                </a:lnTo>
                <a:lnTo>
                  <a:pt x="10989" y="12527"/>
                </a:lnTo>
                <a:lnTo>
                  <a:pt x="12117" y="3978"/>
                </a:lnTo>
                <a:lnTo>
                  <a:pt x="13762" y="10106"/>
                </a:lnTo>
                <a:lnTo>
                  <a:pt x="15174" y="2596"/>
                </a:lnTo>
                <a:lnTo>
                  <a:pt x="15817" y="8507"/>
                </a:lnTo>
                <a:lnTo>
                  <a:pt x="16959" y="0"/>
                </a:lnTo>
                <a:lnTo>
                  <a:pt x="17849" y="10896"/>
                </a:lnTo>
                <a:lnTo>
                  <a:pt x="19764" y="1960"/>
                </a:lnTo>
                <a:lnTo>
                  <a:pt x="21600" y="5049"/>
                </a:lnTo>
              </a:path>
            </a:pathLst>
          </a:custGeom>
          <a:ln w="88900">
            <a:solidFill>
              <a:schemeClr val="accent4">
                <a:lumOff val="10196"/>
              </a:schemeClr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6" name="Line">
            <a:extLst>
              <a:ext uri="{FF2B5EF4-FFF2-40B4-BE49-F238E27FC236}">
                <a16:creationId xmlns:a16="http://schemas.microsoft.com/office/drawing/2014/main" id="{255388BF-B378-4753-85BC-A066E1CAD4A0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7" name="Line">
            <a:extLst>
              <a:ext uri="{FF2B5EF4-FFF2-40B4-BE49-F238E27FC236}">
                <a16:creationId xmlns:a16="http://schemas.microsoft.com/office/drawing/2014/main" id="{D0832D6A-4E34-40CE-BB27-B0BFB425BAD8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08" name="advertising">
            <a:extLst>
              <a:ext uri="{FF2B5EF4-FFF2-40B4-BE49-F238E27FC236}">
                <a16:creationId xmlns:a16="http://schemas.microsoft.com/office/drawing/2014/main" id="{EC0C2ABA-58CA-4E1D-8D3B-721F459BF295}"/>
              </a:ext>
            </a:extLst>
          </p:cNvPr>
          <p:cNvSpPr>
            <a:spLocks noGrp="1"/>
          </p:cNvSpPr>
          <p:nvPr/>
        </p:nvSpPr>
        <p:spPr>
          <a:xfrm>
            <a:off x="10974790" y="12170558"/>
            <a:ext cx="3860702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publicidade</a:t>
            </a:r>
          </a:p>
        </p:txBody>
      </p:sp>
      <p:sp>
        <p:nvSpPr>
          <p:cNvPr id="1209" name="sales">
            <a:extLst>
              <a:ext uri="{FF2B5EF4-FFF2-40B4-BE49-F238E27FC236}">
                <a16:creationId xmlns:a16="http://schemas.microsoft.com/office/drawing/2014/main" id="{87FE3ACC-D34A-41FA-B26D-A9E23CDAAC2C}"/>
              </a:ext>
            </a:extLst>
          </p:cNvPr>
          <p:cNvSpPr>
            <a:spLocks noGrp="1"/>
          </p:cNvSpPr>
          <p:nvPr/>
        </p:nvSpPr>
        <p:spPr>
          <a:xfrm rot="16200000">
            <a:off x="65803" y="6343649"/>
            <a:ext cx="1922817" cy="10312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1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vendas</a:t>
            </a:r>
          </a:p>
        </p:txBody>
      </p:sp>
      <p:sp>
        <p:nvSpPr>
          <p:cNvPr id="1210" name="Circle">
            <a:extLst>
              <a:ext uri="{FF2B5EF4-FFF2-40B4-BE49-F238E27FC236}">
                <a16:creationId xmlns:a16="http://schemas.microsoft.com/office/drawing/2014/main" id="{6B18615D-5587-4AF2-816C-939E5C3B2759}"/>
              </a:ext>
            </a:extLst>
          </p:cNvPr>
          <p:cNvSpPr>
            <a:spLocks noGrp="1"/>
          </p:cNvSpPr>
          <p:nvPr/>
        </p:nvSpPr>
        <p:spPr>
          <a:xfrm>
            <a:off x="4201224" y="95788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1" name="Circle">
            <a:extLst>
              <a:ext uri="{FF2B5EF4-FFF2-40B4-BE49-F238E27FC236}">
                <a16:creationId xmlns:a16="http://schemas.microsoft.com/office/drawing/2014/main" id="{3B547893-C5E1-41F1-899E-90300004A115}"/>
              </a:ext>
            </a:extLst>
          </p:cNvPr>
          <p:cNvSpPr>
            <a:spLocks noGrp="1"/>
          </p:cNvSpPr>
          <p:nvPr/>
        </p:nvSpPr>
        <p:spPr>
          <a:xfrm>
            <a:off x="5535089" y="1060853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2" name="Circle">
            <a:extLst>
              <a:ext uri="{FF2B5EF4-FFF2-40B4-BE49-F238E27FC236}">
                <a16:creationId xmlns:a16="http://schemas.microsoft.com/office/drawing/2014/main" id="{6DBF8752-257A-469B-9975-EB5F2C784A6C}"/>
              </a:ext>
            </a:extLst>
          </p:cNvPr>
          <p:cNvSpPr>
            <a:spLocks noGrp="1"/>
          </p:cNvSpPr>
          <p:nvPr/>
        </p:nvSpPr>
        <p:spPr>
          <a:xfrm>
            <a:off x="6494537" y="761318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3" name="Circle">
            <a:extLst>
              <a:ext uri="{FF2B5EF4-FFF2-40B4-BE49-F238E27FC236}">
                <a16:creationId xmlns:a16="http://schemas.microsoft.com/office/drawing/2014/main" id="{2478D30D-9544-411A-A01F-5D71416A4760}"/>
              </a:ext>
            </a:extLst>
          </p:cNvPr>
          <p:cNvSpPr>
            <a:spLocks noGrp="1"/>
          </p:cNvSpPr>
          <p:nvPr/>
        </p:nvSpPr>
        <p:spPr>
          <a:xfrm>
            <a:off x="9443082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4" name="Circle">
            <a:extLst>
              <a:ext uri="{FF2B5EF4-FFF2-40B4-BE49-F238E27FC236}">
                <a16:creationId xmlns:a16="http://schemas.microsoft.com/office/drawing/2014/main" id="{71EF0520-6E01-4131-8675-357B75B8C136}"/>
              </a:ext>
            </a:extLst>
          </p:cNvPr>
          <p:cNvSpPr>
            <a:spLocks noGrp="1"/>
          </p:cNvSpPr>
          <p:nvPr/>
        </p:nvSpPr>
        <p:spPr>
          <a:xfrm>
            <a:off x="13158004" y="3564789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5" name="Circle">
            <a:extLst>
              <a:ext uri="{FF2B5EF4-FFF2-40B4-BE49-F238E27FC236}">
                <a16:creationId xmlns:a16="http://schemas.microsoft.com/office/drawing/2014/main" id="{539B96EA-9886-438E-8533-F58BCED72326}"/>
              </a:ext>
            </a:extLst>
          </p:cNvPr>
          <p:cNvSpPr>
            <a:spLocks noGrp="1"/>
          </p:cNvSpPr>
          <p:nvPr/>
        </p:nvSpPr>
        <p:spPr>
          <a:xfrm>
            <a:off x="16621374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6" name="Circle">
            <a:extLst>
              <a:ext uri="{FF2B5EF4-FFF2-40B4-BE49-F238E27FC236}">
                <a16:creationId xmlns:a16="http://schemas.microsoft.com/office/drawing/2014/main" id="{1565AE88-A9A7-4E2B-B1AB-A79C3004ABA8}"/>
              </a:ext>
            </a:extLst>
          </p:cNvPr>
          <p:cNvSpPr>
            <a:spLocks noGrp="1"/>
          </p:cNvSpPr>
          <p:nvPr/>
        </p:nvSpPr>
        <p:spPr>
          <a:xfrm>
            <a:off x="16012945" y="290955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7" name="Circle">
            <a:extLst>
              <a:ext uri="{FF2B5EF4-FFF2-40B4-BE49-F238E27FC236}">
                <a16:creationId xmlns:a16="http://schemas.microsoft.com/office/drawing/2014/main" id="{961CA5BB-4C0B-4ED1-ADB7-EE07C5B295AF}"/>
              </a:ext>
            </a:extLst>
          </p:cNvPr>
          <p:cNvSpPr>
            <a:spLocks noGrp="1"/>
          </p:cNvSpPr>
          <p:nvPr/>
        </p:nvSpPr>
        <p:spPr>
          <a:xfrm>
            <a:off x="20225153" y="2628743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8" name="Circle">
            <a:extLst>
              <a:ext uri="{FF2B5EF4-FFF2-40B4-BE49-F238E27FC236}">
                <a16:creationId xmlns:a16="http://schemas.microsoft.com/office/drawing/2014/main" id="{1277F811-E2B5-49FA-9CD1-08238A7C59B5}"/>
              </a:ext>
            </a:extLst>
          </p:cNvPr>
          <p:cNvSpPr>
            <a:spLocks noGrp="1"/>
          </p:cNvSpPr>
          <p:nvPr/>
        </p:nvSpPr>
        <p:spPr>
          <a:xfrm>
            <a:off x="21839832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19" name="Circle">
            <a:extLst>
              <a:ext uri="{FF2B5EF4-FFF2-40B4-BE49-F238E27FC236}">
                <a16:creationId xmlns:a16="http://schemas.microsoft.com/office/drawing/2014/main" id="{55885D33-0FCE-4210-8253-DC60E2CA5442}"/>
              </a:ext>
            </a:extLst>
          </p:cNvPr>
          <p:cNvSpPr>
            <a:spLocks noGrp="1"/>
          </p:cNvSpPr>
          <p:nvPr/>
        </p:nvSpPr>
        <p:spPr>
          <a:xfrm>
            <a:off x="17674428" y="171609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0" name="Circle">
            <a:extLst>
              <a:ext uri="{FF2B5EF4-FFF2-40B4-BE49-F238E27FC236}">
                <a16:creationId xmlns:a16="http://schemas.microsoft.com/office/drawing/2014/main" id="{733551B6-87BD-480E-8548-825F442767CA}"/>
              </a:ext>
            </a:extLst>
          </p:cNvPr>
          <p:cNvSpPr>
            <a:spLocks noGrp="1"/>
          </p:cNvSpPr>
          <p:nvPr/>
        </p:nvSpPr>
        <p:spPr>
          <a:xfrm>
            <a:off x="10139257" y="3915806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1" name="Circle">
            <a:extLst>
              <a:ext uri="{FF2B5EF4-FFF2-40B4-BE49-F238E27FC236}">
                <a16:creationId xmlns:a16="http://schemas.microsoft.com/office/drawing/2014/main" id="{2257BF5B-72E7-4059-A662-A7B1B0C20FF9}"/>
              </a:ext>
            </a:extLst>
          </p:cNvPr>
          <p:cNvSpPr>
            <a:spLocks noGrp="1"/>
          </p:cNvSpPr>
          <p:nvPr/>
        </p:nvSpPr>
        <p:spPr>
          <a:xfrm>
            <a:off x="12155961" y="735577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2" name="Circle">
            <a:extLst>
              <a:ext uri="{FF2B5EF4-FFF2-40B4-BE49-F238E27FC236}">
                <a16:creationId xmlns:a16="http://schemas.microsoft.com/office/drawing/2014/main" id="{1EF93923-1756-48F3-BAD3-4FBDAC9C9E93}"/>
              </a:ext>
            </a:extLst>
          </p:cNvPr>
          <p:cNvSpPr>
            <a:spLocks noGrp="1"/>
          </p:cNvSpPr>
          <p:nvPr/>
        </p:nvSpPr>
        <p:spPr>
          <a:xfrm>
            <a:off x="18493468" y="6572638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3" name="Circle">
            <a:extLst>
              <a:ext uri="{FF2B5EF4-FFF2-40B4-BE49-F238E27FC236}">
                <a16:creationId xmlns:a16="http://schemas.microsoft.com/office/drawing/2014/main" id="{7E9E949D-4857-404C-BC7C-A5E2C489F65A}"/>
              </a:ext>
            </a:extLst>
          </p:cNvPr>
          <p:cNvSpPr>
            <a:spLocks noGrp="1"/>
          </p:cNvSpPr>
          <p:nvPr/>
        </p:nvSpPr>
        <p:spPr>
          <a:xfrm>
            <a:off x="8618182" y="91935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4" name="Circle">
            <a:extLst>
              <a:ext uri="{FF2B5EF4-FFF2-40B4-BE49-F238E27FC236}">
                <a16:creationId xmlns:a16="http://schemas.microsoft.com/office/drawing/2014/main" id="{7A202C0B-95A9-4E47-A79E-01D6A2857A44}"/>
              </a:ext>
            </a:extLst>
          </p:cNvPr>
          <p:cNvSpPr>
            <a:spLocks noGrp="1"/>
          </p:cNvSpPr>
          <p:nvPr/>
        </p:nvSpPr>
        <p:spPr>
          <a:xfrm>
            <a:off x="7565130" y="5496185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25" name="Circle">
            <a:extLst>
              <a:ext uri="{FF2B5EF4-FFF2-40B4-BE49-F238E27FC236}">
                <a16:creationId xmlns:a16="http://schemas.microsoft.com/office/drawing/2014/main" id="{96D5F218-4CF5-451E-A666-C33B80F38C51}"/>
              </a:ext>
            </a:extLst>
          </p:cNvPr>
          <p:cNvSpPr>
            <a:spLocks noGrp="1"/>
          </p:cNvSpPr>
          <p:nvPr/>
        </p:nvSpPr>
        <p:spPr>
          <a:xfrm>
            <a:off x="14655679" y="6221767"/>
            <a:ext cx="570725" cy="570725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7272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penalizing hypotheses that are more complex to favor simpler, more general hypotheses…">
            <a:extLst>
              <a:ext uri="{FF2B5EF4-FFF2-40B4-BE49-F238E27FC236}">
                <a16:creationId xmlns:a16="http://schemas.microsoft.com/office/drawing/2014/main" id="{8C62A1D1-DCBD-420B-9598-897956F9267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639785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t>penalizar hipóteses mais complexas para favorecer hipóteses mais simples e gerais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endParaRPr/>
          </a:p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rPr i="1"/>
              <a:t>custo(h) = perda(h)</a:t>
            </a:r>
          </a:p>
        </p:txBody>
      </p:sp>
    </p:spTree>
    <p:extLst>
      <p:ext uri="{BB962C8B-B14F-4D97-AF65-F5344CB8AC3E}">
        <p14:creationId xmlns:p14="http://schemas.microsoft.com/office/powerpoint/2010/main" val="5285736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penalizing hypotheses that are more complex to favor simpler, more general hypotheses…">
            <a:extLst>
              <a:ext uri="{FF2B5EF4-FFF2-40B4-BE49-F238E27FC236}">
                <a16:creationId xmlns:a16="http://schemas.microsoft.com/office/drawing/2014/main" id="{E31F735D-1031-48A0-B638-348D484C9ECA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639785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dirty="0" err="1"/>
              <a:t>penalizar</a:t>
            </a:r>
            <a:r>
              <a:rPr dirty="0"/>
              <a:t> </a:t>
            </a:r>
            <a:r>
              <a:rPr dirty="0" err="1"/>
              <a:t>hipóteses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complexas</a:t>
            </a:r>
            <a:r>
              <a:rPr dirty="0"/>
              <a:t> para </a:t>
            </a:r>
            <a:r>
              <a:rPr dirty="0" err="1"/>
              <a:t>favorecer</a:t>
            </a:r>
            <a:r>
              <a:rPr dirty="0"/>
              <a:t> </a:t>
            </a:r>
            <a:r>
              <a:rPr dirty="0" err="1"/>
              <a:t>hipóteses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simples e </a:t>
            </a:r>
            <a:r>
              <a:rPr dirty="0" err="1"/>
              <a:t>gerais</a:t>
            </a:r>
            <a:endParaRPr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endParaRPr dirty="0"/>
          </a:p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rPr i="1" dirty="0" err="1"/>
              <a:t>custo</a:t>
            </a:r>
            <a:r>
              <a:rPr i="1" dirty="0"/>
              <a:t>(h) = </a:t>
            </a:r>
            <a:r>
              <a:rPr i="1" dirty="0" err="1"/>
              <a:t>perda</a:t>
            </a:r>
            <a:r>
              <a:rPr i="1" dirty="0"/>
              <a:t>(h) + </a:t>
            </a:r>
            <a:r>
              <a:rPr lang="pt-BR" i="1" dirty="0"/>
              <a:t>  </a:t>
            </a:r>
            <a:r>
              <a:rPr i="1" dirty="0" err="1"/>
              <a:t>complexidade</a:t>
            </a:r>
            <a:r>
              <a:rPr i="1" dirty="0"/>
              <a:t>(h)</a:t>
            </a:r>
          </a:p>
        </p:txBody>
      </p:sp>
    </p:spTree>
    <p:extLst>
      <p:ext uri="{BB962C8B-B14F-4D97-AF65-F5344CB8AC3E}">
        <p14:creationId xmlns:p14="http://schemas.microsoft.com/office/powerpoint/2010/main" val="20705012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enalizing hypotheses that are more complex to favor simpler, more general hypotheses…">
            <a:extLst>
              <a:ext uri="{FF2B5EF4-FFF2-40B4-BE49-F238E27FC236}">
                <a16:creationId xmlns:a16="http://schemas.microsoft.com/office/drawing/2014/main" id="{0B4A16C7-8167-4854-9FA1-547CEFD573BB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639785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dirty="0" err="1"/>
              <a:t>penalizar</a:t>
            </a:r>
            <a:r>
              <a:rPr dirty="0"/>
              <a:t> </a:t>
            </a:r>
            <a:r>
              <a:rPr dirty="0" err="1"/>
              <a:t>hipóteses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complexas</a:t>
            </a:r>
            <a:r>
              <a:rPr dirty="0"/>
              <a:t> para </a:t>
            </a:r>
            <a:r>
              <a:rPr dirty="0" err="1"/>
              <a:t>favorecer</a:t>
            </a:r>
            <a:r>
              <a:rPr dirty="0"/>
              <a:t> </a:t>
            </a:r>
            <a:r>
              <a:rPr dirty="0" err="1"/>
              <a:t>hipóteses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simples e </a:t>
            </a:r>
            <a:r>
              <a:rPr dirty="0" err="1"/>
              <a:t>gerais</a:t>
            </a:r>
            <a:endParaRPr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endParaRPr dirty="0"/>
          </a:p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rPr i="1" dirty="0" err="1"/>
              <a:t>custo</a:t>
            </a:r>
            <a:r>
              <a:rPr i="1" dirty="0"/>
              <a:t>(h) = </a:t>
            </a:r>
            <a:r>
              <a:rPr i="1" dirty="0" err="1"/>
              <a:t>perda</a:t>
            </a:r>
            <a:r>
              <a:rPr i="1" dirty="0"/>
              <a:t>(h) + </a:t>
            </a:r>
            <a:r>
              <a:rPr dirty="0" err="1"/>
              <a:t>λ</a:t>
            </a:r>
            <a:r>
              <a:rPr i="1" dirty="0" err="1"/>
              <a:t>complexidade</a:t>
            </a:r>
            <a:r>
              <a:rPr i="1" dirty="0"/>
              <a:t>(h)</a:t>
            </a:r>
          </a:p>
        </p:txBody>
      </p:sp>
    </p:spTree>
    <p:extLst>
      <p:ext uri="{BB962C8B-B14F-4D97-AF65-F5344CB8AC3E}">
        <p14:creationId xmlns:p14="http://schemas.microsoft.com/office/powerpoint/2010/main" val="2535165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regularization">
            <a:extLst>
              <a:ext uri="{FF2B5EF4-FFF2-40B4-BE49-F238E27FC236}">
                <a16:creationId xmlns:a16="http://schemas.microsoft.com/office/drawing/2014/main" id="{D3E2F0A6-B355-41B2-B798-6DA18C97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344188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regularização</a:t>
            </a:r>
            <a:endParaRPr dirty="0"/>
          </a:p>
        </p:txBody>
      </p:sp>
      <p:sp>
        <p:nvSpPr>
          <p:cNvPr id="1234" name="penalizing hypotheses that are more complex to favor simpler, more general hypotheses…">
            <a:extLst>
              <a:ext uri="{FF2B5EF4-FFF2-40B4-BE49-F238E27FC236}">
                <a16:creationId xmlns:a16="http://schemas.microsoft.com/office/drawing/2014/main" id="{EBBAABA3-10CC-4274-A14C-8DD0106AC695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639785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penalizar</a:t>
            </a:r>
            <a:r>
              <a:rPr dirty="0"/>
              <a:t> </a:t>
            </a:r>
            <a:r>
              <a:rPr dirty="0" err="1"/>
              <a:t>hipóteses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complexas</a:t>
            </a:r>
            <a:r>
              <a:rPr dirty="0"/>
              <a:t> para </a:t>
            </a:r>
            <a:r>
              <a:rPr dirty="0" err="1"/>
              <a:t>favorecer</a:t>
            </a:r>
            <a:r>
              <a:rPr dirty="0"/>
              <a:t> </a:t>
            </a:r>
            <a:r>
              <a:rPr dirty="0" err="1"/>
              <a:t>hipóteses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simples e </a:t>
            </a:r>
            <a:r>
              <a:rPr dirty="0" err="1"/>
              <a:t>gerais</a:t>
            </a:r>
            <a:endParaRPr dirty="0"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endParaRPr dirty="0"/>
          </a:p>
          <a:p>
            <a:pPr algn="l">
              <a:buNone/>
              <a:defRPr sz="9100" b="0">
                <a:latin typeface="Times New Roman"/>
                <a:ea typeface="Times New Roman"/>
                <a:cs typeface="Times New Roman"/>
              </a:defRPr>
            </a:pPr>
            <a:r>
              <a:rPr i="1" dirty="0" err="1"/>
              <a:t>custo</a:t>
            </a:r>
            <a:r>
              <a:rPr i="1" dirty="0"/>
              <a:t>(h) = </a:t>
            </a:r>
            <a:r>
              <a:rPr i="1" dirty="0" err="1"/>
              <a:t>perda</a:t>
            </a:r>
            <a:r>
              <a:rPr i="1" dirty="0"/>
              <a:t>(h) + </a:t>
            </a:r>
            <a:r>
              <a:rPr dirty="0" err="1"/>
              <a:t>λ</a:t>
            </a:r>
            <a:r>
              <a:rPr i="1" dirty="0" err="1"/>
              <a:t>complexidade</a:t>
            </a:r>
            <a:r>
              <a:rPr i="1" dirty="0"/>
              <a:t>(h)</a:t>
            </a:r>
          </a:p>
        </p:txBody>
      </p:sp>
    </p:spTree>
    <p:extLst>
      <p:ext uri="{BB962C8B-B14F-4D97-AF65-F5344CB8AC3E}">
        <p14:creationId xmlns:p14="http://schemas.microsoft.com/office/powerpoint/2010/main" val="143528992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holdout cross-validation">
            <a:extLst>
              <a:ext uri="{FF2B5EF4-FFF2-40B4-BE49-F238E27FC236}">
                <a16:creationId xmlns:a16="http://schemas.microsoft.com/office/drawing/2014/main" id="{B4C0A2A6-CFD7-4DF1-AFAC-AC53711C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cruzada</a:t>
            </a:r>
            <a:r>
              <a:rPr dirty="0"/>
              <a:t> holdout</a:t>
            </a:r>
          </a:p>
        </p:txBody>
      </p:sp>
      <p:sp>
        <p:nvSpPr>
          <p:cNvPr id="1237" name="splitting data into a training set and a…">
            <a:extLst>
              <a:ext uri="{FF2B5EF4-FFF2-40B4-BE49-F238E27FC236}">
                <a16:creationId xmlns:a16="http://schemas.microsoft.com/office/drawing/2014/main" id="{7DAEF263-38CA-48A0-8D03-477692F9D6C3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dividir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em</a:t>
            </a:r>
            <a:r>
              <a:rPr dirty="0"/>
              <a:t> conjuntos de </a:t>
            </a:r>
            <a:r>
              <a:rPr dirty="0" err="1"/>
              <a:t>treinamento</a:t>
            </a:r>
            <a:r>
              <a:rPr dirty="0"/>
              <a:t> e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/>
              <a:t>teste, de modo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aprendizado</a:t>
            </a:r>
            <a:r>
              <a:rPr dirty="0"/>
              <a:t> </a:t>
            </a:r>
            <a:r>
              <a:rPr dirty="0" err="1"/>
              <a:t>ocorra</a:t>
            </a:r>
            <a:r>
              <a:rPr dirty="0"/>
              <a:t> no </a:t>
            </a:r>
            <a:r>
              <a:rPr dirty="0" err="1"/>
              <a:t>treinamento</a:t>
            </a:r>
            <a:r>
              <a:rPr dirty="0"/>
              <a:t> e </a:t>
            </a:r>
            <a:r>
              <a:rPr dirty="0" err="1"/>
              <a:t>seja</a:t>
            </a:r>
            <a:r>
              <a:rPr dirty="0"/>
              <a:t> </a:t>
            </a:r>
            <a:r>
              <a:rPr dirty="0" err="1"/>
              <a:t>avaliado</a:t>
            </a:r>
            <a:r>
              <a:rPr dirty="0"/>
              <a:t> no teste</a:t>
            </a:r>
          </a:p>
        </p:txBody>
      </p:sp>
    </p:spTree>
    <p:extLst>
      <p:ext uri="{BB962C8B-B14F-4D97-AF65-F5344CB8AC3E}">
        <p14:creationId xmlns:p14="http://schemas.microsoft.com/office/powerpoint/2010/main" val="14642995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k-fold cross-validation">
            <a:extLst>
              <a:ext uri="{FF2B5EF4-FFF2-40B4-BE49-F238E27FC236}">
                <a16:creationId xmlns:a16="http://schemas.microsoft.com/office/drawing/2014/main" id="{72AD4B3D-839E-4A47-8967-4602DBFB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dirty="0" err="1">
                <a:latin typeface="Helvetica" pitchFamily="2" charset="0"/>
                <a:ea typeface="Times New Roman"/>
                <a:cs typeface="Times New Roman"/>
              </a:rPr>
              <a:t>validação</a:t>
            </a:r>
            <a:r>
              <a:rPr dirty="0">
                <a:latin typeface="Helvetica" pitchFamily="2" charset="0"/>
                <a:ea typeface="Times New Roman"/>
                <a:cs typeface="Times New Roman"/>
              </a:rPr>
              <a:t> </a:t>
            </a:r>
            <a:r>
              <a:rPr dirty="0" err="1">
                <a:latin typeface="Helvetica" pitchFamily="2" charset="0"/>
                <a:ea typeface="Times New Roman"/>
                <a:cs typeface="Times New Roman"/>
              </a:rPr>
              <a:t>cruzada</a:t>
            </a:r>
            <a:r>
              <a:rPr dirty="0">
                <a:latin typeface="Helvetica" pitchFamily="2" charset="0"/>
                <a:ea typeface="Times New Roman"/>
                <a:cs typeface="Times New Roman"/>
              </a:rPr>
              <a:t> k-fold</a:t>
            </a:r>
          </a:p>
        </p:txBody>
      </p:sp>
      <p:sp>
        <p:nvSpPr>
          <p:cNvPr id="1240" name="splitting data into k sets, and experimenting k times, using each set as a test set once, and using remaining data as training set">
            <a:extLst>
              <a:ext uri="{FF2B5EF4-FFF2-40B4-BE49-F238E27FC236}">
                <a16:creationId xmlns:a16="http://schemas.microsoft.com/office/drawing/2014/main" id="{574238E9-777C-4DE5-B236-3FA45BEB2D3B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1257846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/>
              <a:t>use k </a:t>
            </a:r>
            <a:r>
              <a:rPr dirty="0" err="1"/>
              <a:t>partições</a:t>
            </a:r>
            <a:r>
              <a:rPr dirty="0"/>
              <a:t>: </a:t>
            </a:r>
            <a:r>
              <a:rPr dirty="0" err="1"/>
              <a:t>uma</a:t>
            </a:r>
            <a:r>
              <a:rPr dirty="0"/>
              <a:t> para teste e as </a:t>
            </a:r>
            <a:r>
              <a:rPr dirty="0" err="1"/>
              <a:t>demais</a:t>
            </a:r>
            <a:r>
              <a:rPr dirty="0"/>
              <a:t> para </a:t>
            </a:r>
            <a:r>
              <a:rPr dirty="0" err="1"/>
              <a:t>treinamento</a:t>
            </a:r>
            <a:r>
              <a:rPr dirty="0"/>
              <a:t>, </a:t>
            </a:r>
            <a:r>
              <a:rPr dirty="0" err="1"/>
              <a:t>alternando</a:t>
            </a:r>
            <a:r>
              <a:rPr dirty="0"/>
              <a:t> 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experimento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2233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4BAE-DA81-FF61-3D30-5B1EC4C48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0FCB86-D220-1052-C24A-15ED7BB20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391" y="491185"/>
            <a:ext cx="22772076" cy="1281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663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scikit-learn">
            <a:extLst>
              <a:ext uri="{FF2B5EF4-FFF2-40B4-BE49-F238E27FC236}">
                <a16:creationId xmlns:a16="http://schemas.microsoft.com/office/drawing/2014/main" id="{F2E3A01F-5614-4C89-ADD9-AF3EF38665D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18104850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Reinforcement Learning">
            <a:extLst>
              <a:ext uri="{FF2B5EF4-FFF2-40B4-BE49-F238E27FC236}">
                <a16:creationId xmlns:a16="http://schemas.microsoft.com/office/drawing/2014/main" id="{3E641626-E8B6-460C-9CC4-CB28F5D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Aprendizado por Reforço</a:t>
            </a:r>
          </a:p>
        </p:txBody>
      </p:sp>
    </p:spTree>
    <p:extLst>
      <p:ext uri="{BB962C8B-B14F-4D97-AF65-F5344CB8AC3E}">
        <p14:creationId xmlns:p14="http://schemas.microsoft.com/office/powerpoint/2010/main" val="24299287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reinforcement learning">
            <a:extLst>
              <a:ext uri="{FF2B5EF4-FFF2-40B4-BE49-F238E27FC236}">
                <a16:creationId xmlns:a16="http://schemas.microsoft.com/office/drawing/2014/main" id="{BE233701-2269-4CA5-86F8-68417245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aprendizado por reforço</a:t>
            </a:r>
          </a:p>
        </p:txBody>
      </p:sp>
      <p:sp>
        <p:nvSpPr>
          <p:cNvPr id="1247" name="given a set of rewards or punishments, learn what actions to take in the future">
            <a:extLst>
              <a:ext uri="{FF2B5EF4-FFF2-40B4-BE49-F238E27FC236}">
                <a16:creationId xmlns:a16="http://schemas.microsoft.com/office/drawing/2014/main" id="{AA64032F-451B-410D-A954-FF822EFE102C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dado um conjunto de recompensas ou punições, aprender quais ações realizar no futuro</a:t>
            </a:r>
          </a:p>
        </p:txBody>
      </p:sp>
    </p:spTree>
    <p:extLst>
      <p:ext uri="{BB962C8B-B14F-4D97-AF65-F5344CB8AC3E}">
        <p14:creationId xmlns:p14="http://schemas.microsoft.com/office/powerpoint/2010/main" val="197139382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Agent">
            <a:extLst>
              <a:ext uri="{FF2B5EF4-FFF2-40B4-BE49-F238E27FC236}">
                <a16:creationId xmlns:a16="http://schemas.microsoft.com/office/drawing/2014/main" id="{E4501CD1-BCE4-475E-A7D8-AB86F429DFDA}"/>
              </a:ext>
            </a:extLst>
          </p:cNvPr>
          <p:cNvSpPr>
            <a:spLocks noGrp="1"/>
          </p:cNvSpPr>
          <p:nvPr/>
        </p:nvSpPr>
        <p:spPr>
          <a:xfrm>
            <a:off x="7992601" y="8646900"/>
            <a:ext cx="8398798" cy="2447251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Agente</a:t>
            </a:r>
          </a:p>
        </p:txBody>
      </p:sp>
    </p:spTree>
    <p:extLst>
      <p:ext uri="{BB962C8B-B14F-4D97-AF65-F5344CB8AC3E}">
        <p14:creationId xmlns:p14="http://schemas.microsoft.com/office/powerpoint/2010/main" val="131322276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281D6-C94C-D039-17E3-343DC3D3F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Agent">
            <a:extLst>
              <a:ext uri="{FF2B5EF4-FFF2-40B4-BE49-F238E27FC236}">
                <a16:creationId xmlns:a16="http://schemas.microsoft.com/office/drawing/2014/main" id="{BE377236-0E0D-0342-168D-16624FCBCA9B}"/>
              </a:ext>
            </a:extLst>
          </p:cNvPr>
          <p:cNvSpPr>
            <a:spLocks noGrp="1"/>
          </p:cNvSpPr>
          <p:nvPr/>
        </p:nvSpPr>
        <p:spPr>
          <a:xfrm>
            <a:off x="7992601" y="8646900"/>
            <a:ext cx="8398798" cy="2447251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Agente</a:t>
            </a:r>
          </a:p>
        </p:txBody>
      </p:sp>
      <p:sp>
        <p:nvSpPr>
          <p:cNvPr id="1250" name="Environment">
            <a:extLst>
              <a:ext uri="{FF2B5EF4-FFF2-40B4-BE49-F238E27FC236}">
                <a16:creationId xmlns:a16="http://schemas.microsoft.com/office/drawing/2014/main" id="{5373F50E-926E-6FAC-3185-5F9441359B71}"/>
              </a:ext>
            </a:extLst>
          </p:cNvPr>
          <p:cNvSpPr>
            <a:spLocks noGrp="1"/>
          </p:cNvSpPr>
          <p:nvPr/>
        </p:nvSpPr>
        <p:spPr>
          <a:xfrm>
            <a:off x="7992601" y="2621849"/>
            <a:ext cx="8398798" cy="2447252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Ambiente</a:t>
            </a:r>
          </a:p>
        </p:txBody>
      </p:sp>
    </p:spTree>
    <p:extLst>
      <p:ext uri="{BB962C8B-B14F-4D97-AF65-F5344CB8AC3E}">
        <p14:creationId xmlns:p14="http://schemas.microsoft.com/office/powerpoint/2010/main" val="411322586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888A-2278-1713-817A-7E7AD147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Agent">
            <a:extLst>
              <a:ext uri="{FF2B5EF4-FFF2-40B4-BE49-F238E27FC236}">
                <a16:creationId xmlns:a16="http://schemas.microsoft.com/office/drawing/2014/main" id="{D7C16F2B-0956-61AE-D0BB-E57DB213BD42}"/>
              </a:ext>
            </a:extLst>
          </p:cNvPr>
          <p:cNvSpPr>
            <a:spLocks noGrp="1"/>
          </p:cNvSpPr>
          <p:nvPr/>
        </p:nvSpPr>
        <p:spPr>
          <a:xfrm>
            <a:off x="7992601" y="8646900"/>
            <a:ext cx="8398798" cy="2447251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Agente</a:t>
            </a:r>
          </a:p>
        </p:txBody>
      </p:sp>
      <p:sp>
        <p:nvSpPr>
          <p:cNvPr id="1250" name="Environment">
            <a:extLst>
              <a:ext uri="{FF2B5EF4-FFF2-40B4-BE49-F238E27FC236}">
                <a16:creationId xmlns:a16="http://schemas.microsoft.com/office/drawing/2014/main" id="{2FAB8E8B-E2B8-9AA6-D9E6-8BB4276419FE}"/>
              </a:ext>
            </a:extLst>
          </p:cNvPr>
          <p:cNvSpPr>
            <a:spLocks noGrp="1"/>
          </p:cNvSpPr>
          <p:nvPr/>
        </p:nvSpPr>
        <p:spPr>
          <a:xfrm>
            <a:off x="7992601" y="2621849"/>
            <a:ext cx="8398798" cy="2447252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Ambiente</a:t>
            </a:r>
          </a:p>
        </p:txBody>
      </p:sp>
      <p:sp>
        <p:nvSpPr>
          <p:cNvPr id="1258" name="Connection Line">
            <a:extLst>
              <a:ext uri="{FF2B5EF4-FFF2-40B4-BE49-F238E27FC236}">
                <a16:creationId xmlns:a16="http://schemas.microsoft.com/office/drawing/2014/main" id="{1F92E253-04CE-4E09-A572-ED19738B64FF}"/>
              </a:ext>
            </a:extLst>
          </p:cNvPr>
          <p:cNvSpPr>
            <a:spLocks noGrp="1"/>
          </p:cNvSpPr>
          <p:nvPr/>
        </p:nvSpPr>
        <p:spPr>
          <a:xfrm>
            <a:off x="16938490" y="3945057"/>
            <a:ext cx="1279926" cy="5806417"/>
          </a:xfrm>
          <a:custGeom>
            <a:avLst/>
            <a:gdLst/>
            <a:ahLst/>
            <a:cxnLst/>
            <a:rect l="0" t="0" r="r" b="b"/>
            <a:pathLst>
              <a:path w="16214" h="21600">
                <a:moveTo>
                  <a:pt x="0" y="0"/>
                </a:moveTo>
                <a:cubicBezTo>
                  <a:pt x="20987" y="6974"/>
                  <a:pt x="21600" y="14174"/>
                  <a:pt x="1840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252" name="state">
            <a:extLst>
              <a:ext uri="{FF2B5EF4-FFF2-40B4-BE49-F238E27FC236}">
                <a16:creationId xmlns:a16="http://schemas.microsoft.com/office/drawing/2014/main" id="{610F961B-41D3-2FD4-21F6-E5D2D106A02A}"/>
              </a:ext>
            </a:extLst>
          </p:cNvPr>
          <p:cNvSpPr>
            <a:spLocks noGrp="1"/>
          </p:cNvSpPr>
          <p:nvPr/>
        </p:nvSpPr>
        <p:spPr>
          <a:xfrm>
            <a:off x="15619619" y="6345039"/>
            <a:ext cx="2412520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estado</a:t>
            </a:r>
            <a:endParaRPr dirty="0"/>
          </a:p>
        </p:txBody>
      </p:sp>
      <p:sp>
        <p:nvSpPr>
          <p:cNvPr id="1261" name="Connection Line">
            <a:extLst>
              <a:ext uri="{FF2B5EF4-FFF2-40B4-BE49-F238E27FC236}">
                <a16:creationId xmlns:a16="http://schemas.microsoft.com/office/drawing/2014/main" id="{2679E3F7-BD8A-C820-26C7-35D98CBF80F2}"/>
              </a:ext>
            </a:extLst>
          </p:cNvPr>
          <p:cNvSpPr>
            <a:spLocks noGrp="1"/>
          </p:cNvSpPr>
          <p:nvPr/>
        </p:nvSpPr>
        <p:spPr>
          <a:xfrm>
            <a:off x="16938490" y="3945057"/>
            <a:ext cx="1279926" cy="5806417"/>
          </a:xfrm>
          <a:custGeom>
            <a:avLst/>
            <a:gdLst/>
            <a:ahLst/>
            <a:cxnLst/>
            <a:rect l="0" t="0" r="r" b="b"/>
            <a:pathLst>
              <a:path w="16214" h="21600">
                <a:moveTo>
                  <a:pt x="0" y="0"/>
                </a:moveTo>
                <a:cubicBezTo>
                  <a:pt x="20987" y="6974"/>
                  <a:pt x="21600" y="14174"/>
                  <a:pt x="1840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154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0054-B78B-ECF5-AABF-ABED765D0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Agent">
            <a:extLst>
              <a:ext uri="{FF2B5EF4-FFF2-40B4-BE49-F238E27FC236}">
                <a16:creationId xmlns:a16="http://schemas.microsoft.com/office/drawing/2014/main" id="{4B48B97F-D950-D1DA-A3DA-CC503599E37D}"/>
              </a:ext>
            </a:extLst>
          </p:cNvPr>
          <p:cNvSpPr>
            <a:spLocks noGrp="1"/>
          </p:cNvSpPr>
          <p:nvPr/>
        </p:nvSpPr>
        <p:spPr>
          <a:xfrm>
            <a:off x="7992601" y="8646900"/>
            <a:ext cx="8398798" cy="2447251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Agente</a:t>
            </a:r>
          </a:p>
        </p:txBody>
      </p:sp>
      <p:sp>
        <p:nvSpPr>
          <p:cNvPr id="1250" name="Environment">
            <a:extLst>
              <a:ext uri="{FF2B5EF4-FFF2-40B4-BE49-F238E27FC236}">
                <a16:creationId xmlns:a16="http://schemas.microsoft.com/office/drawing/2014/main" id="{68E36370-CEC2-59CD-42C6-56F981955B74}"/>
              </a:ext>
            </a:extLst>
          </p:cNvPr>
          <p:cNvSpPr>
            <a:spLocks noGrp="1"/>
          </p:cNvSpPr>
          <p:nvPr/>
        </p:nvSpPr>
        <p:spPr>
          <a:xfrm>
            <a:off x="7992601" y="2621849"/>
            <a:ext cx="8398798" cy="2447252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Ambiente</a:t>
            </a:r>
          </a:p>
        </p:txBody>
      </p:sp>
      <p:sp>
        <p:nvSpPr>
          <p:cNvPr id="1258" name="Connection Line">
            <a:extLst>
              <a:ext uri="{FF2B5EF4-FFF2-40B4-BE49-F238E27FC236}">
                <a16:creationId xmlns:a16="http://schemas.microsoft.com/office/drawing/2014/main" id="{08C4D405-B098-0CB0-CAF3-0503AA44B1CE}"/>
              </a:ext>
            </a:extLst>
          </p:cNvPr>
          <p:cNvSpPr>
            <a:spLocks noGrp="1"/>
          </p:cNvSpPr>
          <p:nvPr/>
        </p:nvSpPr>
        <p:spPr>
          <a:xfrm>
            <a:off x="16938490" y="3945057"/>
            <a:ext cx="1279926" cy="5806417"/>
          </a:xfrm>
          <a:custGeom>
            <a:avLst/>
            <a:gdLst/>
            <a:ahLst/>
            <a:cxnLst/>
            <a:rect l="0" t="0" r="r" b="b"/>
            <a:pathLst>
              <a:path w="16214" h="21600">
                <a:moveTo>
                  <a:pt x="0" y="0"/>
                </a:moveTo>
                <a:cubicBezTo>
                  <a:pt x="20987" y="6974"/>
                  <a:pt x="21600" y="14174"/>
                  <a:pt x="1840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252" name="state">
            <a:extLst>
              <a:ext uri="{FF2B5EF4-FFF2-40B4-BE49-F238E27FC236}">
                <a16:creationId xmlns:a16="http://schemas.microsoft.com/office/drawing/2014/main" id="{1BA3440C-7C2E-C777-C505-FFAF1A429B9A}"/>
              </a:ext>
            </a:extLst>
          </p:cNvPr>
          <p:cNvSpPr>
            <a:spLocks noGrp="1"/>
          </p:cNvSpPr>
          <p:nvPr/>
        </p:nvSpPr>
        <p:spPr>
          <a:xfrm>
            <a:off x="15619619" y="6345039"/>
            <a:ext cx="2412520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estado</a:t>
            </a:r>
            <a:endParaRPr dirty="0"/>
          </a:p>
        </p:txBody>
      </p:sp>
      <p:sp>
        <p:nvSpPr>
          <p:cNvPr id="1259" name="Connection Line">
            <a:extLst>
              <a:ext uri="{FF2B5EF4-FFF2-40B4-BE49-F238E27FC236}">
                <a16:creationId xmlns:a16="http://schemas.microsoft.com/office/drawing/2014/main" id="{EA5E04D3-06E6-22D9-33E0-5F3F22476239}"/>
              </a:ext>
            </a:extLst>
          </p:cNvPr>
          <p:cNvSpPr>
            <a:spLocks noGrp="1"/>
          </p:cNvSpPr>
          <p:nvPr/>
        </p:nvSpPr>
        <p:spPr>
          <a:xfrm>
            <a:off x="6194137" y="4255449"/>
            <a:ext cx="1279926" cy="5806418"/>
          </a:xfrm>
          <a:custGeom>
            <a:avLst/>
            <a:gdLst/>
            <a:ahLst/>
            <a:cxnLst/>
            <a:rect l="0" t="0" r="r" b="b"/>
            <a:pathLst>
              <a:path w="16214" h="21600">
                <a:moveTo>
                  <a:pt x="16214" y="0"/>
                </a:moveTo>
                <a:cubicBezTo>
                  <a:pt x="-4773" y="6974"/>
                  <a:pt x="-5386" y="14174"/>
                  <a:pt x="14374" y="2160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261" name="Connection Line">
            <a:extLst>
              <a:ext uri="{FF2B5EF4-FFF2-40B4-BE49-F238E27FC236}">
                <a16:creationId xmlns:a16="http://schemas.microsoft.com/office/drawing/2014/main" id="{3B9735A2-6130-4965-845A-4FEA37DA8173}"/>
              </a:ext>
            </a:extLst>
          </p:cNvPr>
          <p:cNvSpPr>
            <a:spLocks noGrp="1"/>
          </p:cNvSpPr>
          <p:nvPr/>
        </p:nvSpPr>
        <p:spPr>
          <a:xfrm>
            <a:off x="16938490" y="3945057"/>
            <a:ext cx="1279926" cy="5806417"/>
          </a:xfrm>
          <a:custGeom>
            <a:avLst/>
            <a:gdLst/>
            <a:ahLst/>
            <a:cxnLst/>
            <a:rect l="0" t="0" r="r" b="b"/>
            <a:pathLst>
              <a:path w="16214" h="21600">
                <a:moveTo>
                  <a:pt x="0" y="0"/>
                </a:moveTo>
                <a:cubicBezTo>
                  <a:pt x="20987" y="6974"/>
                  <a:pt x="21600" y="14174"/>
                  <a:pt x="1840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2" name="action">
            <a:extLst>
              <a:ext uri="{FF2B5EF4-FFF2-40B4-BE49-F238E27FC236}">
                <a16:creationId xmlns:a16="http://schemas.microsoft.com/office/drawing/2014/main" id="{083A5263-9A7A-4DB4-D5AE-86DEA604F5B7}"/>
              </a:ext>
            </a:extLst>
          </p:cNvPr>
          <p:cNvSpPr>
            <a:spLocks noGrp="1"/>
          </p:cNvSpPr>
          <p:nvPr/>
        </p:nvSpPr>
        <p:spPr>
          <a:xfrm>
            <a:off x="3980579" y="6657426"/>
            <a:ext cx="1771318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143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BBD7-3784-0F85-1A5B-B3E9A397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Agent">
            <a:extLst>
              <a:ext uri="{FF2B5EF4-FFF2-40B4-BE49-F238E27FC236}">
                <a16:creationId xmlns:a16="http://schemas.microsoft.com/office/drawing/2014/main" id="{C107DB5E-281F-9363-F76F-4F87A9166F32}"/>
              </a:ext>
            </a:extLst>
          </p:cNvPr>
          <p:cNvSpPr>
            <a:spLocks noGrp="1"/>
          </p:cNvSpPr>
          <p:nvPr/>
        </p:nvSpPr>
        <p:spPr>
          <a:xfrm>
            <a:off x="7992601" y="8646900"/>
            <a:ext cx="8398798" cy="2447251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Agente</a:t>
            </a:r>
          </a:p>
        </p:txBody>
      </p:sp>
      <p:sp>
        <p:nvSpPr>
          <p:cNvPr id="1250" name="Environment">
            <a:extLst>
              <a:ext uri="{FF2B5EF4-FFF2-40B4-BE49-F238E27FC236}">
                <a16:creationId xmlns:a16="http://schemas.microsoft.com/office/drawing/2014/main" id="{E0454796-7A98-67F1-746F-1EBC9AC482B1}"/>
              </a:ext>
            </a:extLst>
          </p:cNvPr>
          <p:cNvSpPr>
            <a:spLocks noGrp="1"/>
          </p:cNvSpPr>
          <p:nvPr/>
        </p:nvSpPr>
        <p:spPr>
          <a:xfrm>
            <a:off x="7992601" y="2621849"/>
            <a:ext cx="8398798" cy="2447252"/>
          </a:xfrm>
          <a:prstGeom prst="roundRect">
            <a:avLst>
              <a:gd name="adj" fmla="val 7784"/>
            </a:avLst>
          </a:prstGeom>
          <a:solidFill>
            <a:srgbClr val="000000"/>
          </a:solidFill>
          <a:ln w="88900">
            <a:solidFill>
              <a:srgbClr val="FFFFFF"/>
            </a:solidFill>
          </a:ln>
        </p:spPr>
        <p:txBody>
          <a:bodyPr lIns="50800" tIns="50800" rIns="50800" bIns="50800" anchor="ctr"/>
          <a:lstStyle>
            <a:lvl1pPr>
              <a:buNone/>
              <a:defRPr sz="8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Ambiente</a:t>
            </a:r>
          </a:p>
        </p:txBody>
      </p:sp>
      <p:sp>
        <p:nvSpPr>
          <p:cNvPr id="1258" name="Connection Line">
            <a:extLst>
              <a:ext uri="{FF2B5EF4-FFF2-40B4-BE49-F238E27FC236}">
                <a16:creationId xmlns:a16="http://schemas.microsoft.com/office/drawing/2014/main" id="{5B620FC2-0ECC-63B3-265B-095B9D28909C}"/>
              </a:ext>
            </a:extLst>
          </p:cNvPr>
          <p:cNvSpPr>
            <a:spLocks noGrp="1"/>
          </p:cNvSpPr>
          <p:nvPr/>
        </p:nvSpPr>
        <p:spPr>
          <a:xfrm>
            <a:off x="16938490" y="3945057"/>
            <a:ext cx="1279926" cy="5806417"/>
          </a:xfrm>
          <a:custGeom>
            <a:avLst/>
            <a:gdLst/>
            <a:ahLst/>
            <a:cxnLst/>
            <a:rect l="0" t="0" r="r" b="b"/>
            <a:pathLst>
              <a:path w="16214" h="21600">
                <a:moveTo>
                  <a:pt x="0" y="0"/>
                </a:moveTo>
                <a:cubicBezTo>
                  <a:pt x="20987" y="6974"/>
                  <a:pt x="21600" y="14174"/>
                  <a:pt x="1840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252" name="state">
            <a:extLst>
              <a:ext uri="{FF2B5EF4-FFF2-40B4-BE49-F238E27FC236}">
                <a16:creationId xmlns:a16="http://schemas.microsoft.com/office/drawing/2014/main" id="{261133B8-948A-6504-96DD-DC71C132A290}"/>
              </a:ext>
            </a:extLst>
          </p:cNvPr>
          <p:cNvSpPr>
            <a:spLocks noGrp="1"/>
          </p:cNvSpPr>
          <p:nvPr/>
        </p:nvSpPr>
        <p:spPr>
          <a:xfrm>
            <a:off x="15619619" y="6345039"/>
            <a:ext cx="2412520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estado</a:t>
            </a:r>
            <a:endParaRPr dirty="0"/>
          </a:p>
        </p:txBody>
      </p:sp>
      <p:sp>
        <p:nvSpPr>
          <p:cNvPr id="1259" name="Connection Line">
            <a:extLst>
              <a:ext uri="{FF2B5EF4-FFF2-40B4-BE49-F238E27FC236}">
                <a16:creationId xmlns:a16="http://schemas.microsoft.com/office/drawing/2014/main" id="{41A051BA-28D0-F4B6-0698-B9E91766E1F8}"/>
              </a:ext>
            </a:extLst>
          </p:cNvPr>
          <p:cNvSpPr>
            <a:spLocks noGrp="1"/>
          </p:cNvSpPr>
          <p:nvPr/>
        </p:nvSpPr>
        <p:spPr>
          <a:xfrm>
            <a:off x="6194137" y="4255449"/>
            <a:ext cx="1279926" cy="5806418"/>
          </a:xfrm>
          <a:custGeom>
            <a:avLst/>
            <a:gdLst/>
            <a:ahLst/>
            <a:cxnLst/>
            <a:rect l="0" t="0" r="r" b="b"/>
            <a:pathLst>
              <a:path w="16214" h="21600">
                <a:moveTo>
                  <a:pt x="16214" y="0"/>
                </a:moveTo>
                <a:cubicBezTo>
                  <a:pt x="-4773" y="6974"/>
                  <a:pt x="-5386" y="14174"/>
                  <a:pt x="14374" y="2160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254" name="action">
            <a:extLst>
              <a:ext uri="{FF2B5EF4-FFF2-40B4-BE49-F238E27FC236}">
                <a16:creationId xmlns:a16="http://schemas.microsoft.com/office/drawing/2014/main" id="{0A9AF892-0DC2-1FB4-00FA-58FDECB65A0E}"/>
              </a:ext>
            </a:extLst>
          </p:cNvPr>
          <p:cNvSpPr>
            <a:spLocks noGrp="1"/>
          </p:cNvSpPr>
          <p:nvPr/>
        </p:nvSpPr>
        <p:spPr>
          <a:xfrm>
            <a:off x="3980579" y="6657426"/>
            <a:ext cx="1771318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rPr dirty="0" err="1"/>
              <a:t>ação</a:t>
            </a:r>
            <a:endParaRPr dirty="0"/>
          </a:p>
        </p:txBody>
      </p:sp>
      <p:sp>
        <p:nvSpPr>
          <p:cNvPr id="1260" name="Connection Line">
            <a:extLst>
              <a:ext uri="{FF2B5EF4-FFF2-40B4-BE49-F238E27FC236}">
                <a16:creationId xmlns:a16="http://schemas.microsoft.com/office/drawing/2014/main" id="{36BE6C92-E501-117C-CED8-FBA166E7ABEB}"/>
              </a:ext>
            </a:extLst>
          </p:cNvPr>
          <p:cNvSpPr>
            <a:spLocks noGrp="1"/>
          </p:cNvSpPr>
          <p:nvPr/>
        </p:nvSpPr>
        <p:spPr>
          <a:xfrm>
            <a:off x="17099374" y="3259876"/>
            <a:ext cx="1924520" cy="7359027"/>
          </a:xfrm>
          <a:custGeom>
            <a:avLst/>
            <a:gdLst/>
            <a:ahLst/>
            <a:cxnLst/>
            <a:rect l="0" t="0" r="r" b="b"/>
            <a:pathLst>
              <a:path w="16200" h="21600">
                <a:moveTo>
                  <a:pt x="0" y="0"/>
                </a:moveTo>
                <a:cubicBezTo>
                  <a:pt x="21506" y="6934"/>
                  <a:pt x="21600" y="14134"/>
                  <a:pt x="282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  <p:sp>
        <p:nvSpPr>
          <p:cNvPr id="1256" name="reward">
            <a:extLst>
              <a:ext uri="{FF2B5EF4-FFF2-40B4-BE49-F238E27FC236}">
                <a16:creationId xmlns:a16="http://schemas.microsoft.com/office/drawing/2014/main" id="{6BF30729-5095-9D81-DAB7-D3C76DB64739}"/>
              </a:ext>
            </a:extLst>
          </p:cNvPr>
          <p:cNvSpPr>
            <a:spLocks noGrp="1"/>
          </p:cNvSpPr>
          <p:nvPr/>
        </p:nvSpPr>
        <p:spPr>
          <a:xfrm>
            <a:off x="19368230" y="6322691"/>
            <a:ext cx="2540760" cy="1025922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 b="0">
                <a:latin typeface="Helvetica"/>
                <a:ea typeface="Helvetica"/>
                <a:cs typeface="Helvetica"/>
              </a:defRPr>
            </a:lvl1pPr>
          </a:lstStyle>
          <a:p>
            <a:pPr algn="ctr">
              <a:buNone/>
            </a:pPr>
            <a:r>
              <a:t>retorno</a:t>
            </a:r>
          </a:p>
        </p:txBody>
      </p:sp>
      <p:sp>
        <p:nvSpPr>
          <p:cNvPr id="1261" name="Connection Line">
            <a:extLst>
              <a:ext uri="{FF2B5EF4-FFF2-40B4-BE49-F238E27FC236}">
                <a16:creationId xmlns:a16="http://schemas.microsoft.com/office/drawing/2014/main" id="{63A0E223-810B-42DE-C425-A387B5BF9583}"/>
              </a:ext>
            </a:extLst>
          </p:cNvPr>
          <p:cNvSpPr>
            <a:spLocks noGrp="1"/>
          </p:cNvSpPr>
          <p:nvPr/>
        </p:nvSpPr>
        <p:spPr>
          <a:xfrm>
            <a:off x="16938490" y="3945057"/>
            <a:ext cx="1279926" cy="5806417"/>
          </a:xfrm>
          <a:custGeom>
            <a:avLst/>
            <a:gdLst/>
            <a:ahLst/>
            <a:cxnLst/>
            <a:rect l="0" t="0" r="r" b="b"/>
            <a:pathLst>
              <a:path w="16214" h="21600">
                <a:moveTo>
                  <a:pt x="0" y="0"/>
                </a:moveTo>
                <a:cubicBezTo>
                  <a:pt x="20987" y="6974"/>
                  <a:pt x="21600" y="14174"/>
                  <a:pt x="1840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954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Markov Decision Process">
            <a:extLst>
              <a:ext uri="{FF2B5EF4-FFF2-40B4-BE49-F238E27FC236}">
                <a16:creationId xmlns:a16="http://schemas.microsoft.com/office/drawing/2014/main" id="{3FA72FE4-D19E-4441-AE71-AEF4A3DE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Processo de Decisão de Markov</a:t>
            </a:r>
          </a:p>
        </p:txBody>
      </p:sp>
      <p:sp>
        <p:nvSpPr>
          <p:cNvPr id="1264" name="model for decision-making, representing states, actions, and their rewards">
            <a:extLst>
              <a:ext uri="{FF2B5EF4-FFF2-40B4-BE49-F238E27FC236}">
                <a16:creationId xmlns:a16="http://schemas.microsoft.com/office/drawing/2014/main" id="{7DF32506-7106-40C2-B260-581B96D5A702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167636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 err="1"/>
              <a:t>modelo</a:t>
            </a:r>
            <a:r>
              <a:rPr dirty="0"/>
              <a:t> para </a:t>
            </a:r>
            <a:r>
              <a:rPr dirty="0" err="1"/>
              <a:t>tomada</a:t>
            </a:r>
            <a:r>
              <a:rPr dirty="0"/>
              <a:t> de </a:t>
            </a:r>
            <a:r>
              <a:rPr dirty="0" err="1"/>
              <a:t>decisões</a:t>
            </a:r>
            <a:r>
              <a:rPr dirty="0"/>
              <a:t>, </a:t>
            </a:r>
            <a:r>
              <a:rPr dirty="0" err="1"/>
              <a:t>representando</a:t>
            </a:r>
            <a:r>
              <a:rPr dirty="0"/>
              <a:t> </a:t>
            </a:r>
            <a:r>
              <a:rPr dirty="0" err="1"/>
              <a:t>estados</a:t>
            </a:r>
            <a:r>
              <a:rPr dirty="0"/>
              <a:t>, </a:t>
            </a:r>
            <a:r>
              <a:rPr dirty="0" err="1"/>
              <a:t>ações</a:t>
            </a:r>
            <a:r>
              <a:rPr dirty="0"/>
              <a:t> e </a:t>
            </a:r>
            <a:r>
              <a:rPr dirty="0" err="1"/>
              <a:t>suas</a:t>
            </a:r>
            <a:r>
              <a:rPr dirty="0"/>
              <a:t> </a:t>
            </a:r>
            <a:r>
              <a:rPr dirty="0" err="1"/>
              <a:t>recompensas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887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Sun">
            <a:extLst>
              <a:ext uri="{FF2B5EF4-FFF2-40B4-BE49-F238E27FC236}">
                <a16:creationId xmlns:a16="http://schemas.microsoft.com/office/drawing/2014/main" id="{B465BDF7-7231-4C42-9DB6-71DCE9284C12}"/>
              </a:ext>
            </a:extLst>
          </p:cNvPr>
          <p:cNvSpPr>
            <a:spLocks noGrp="1"/>
          </p:cNvSpPr>
          <p:nvPr/>
        </p:nvSpPr>
        <p:spPr>
          <a:xfrm>
            <a:off x="1010664" y="5755368"/>
            <a:ext cx="2205264" cy="220526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70" name="X0">
            <a:extLst>
              <a:ext uri="{FF2B5EF4-FFF2-40B4-BE49-F238E27FC236}">
                <a16:creationId xmlns:a16="http://schemas.microsoft.com/office/drawing/2014/main" id="{DF9C0468-B2C7-42A5-B2A7-0CE8BC151433}"/>
              </a:ext>
            </a:extLst>
          </p:cNvPr>
          <p:cNvSpPr>
            <a:spLocks noGrp="1"/>
          </p:cNvSpPr>
          <p:nvPr/>
        </p:nvSpPr>
        <p:spPr>
          <a:xfrm>
            <a:off x="1519951" y="8212587"/>
            <a:ext cx="1186690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X0</a:t>
            </a:r>
          </a:p>
        </p:txBody>
      </p:sp>
      <p:sp>
        <p:nvSpPr>
          <p:cNvPr id="1271" name="Line">
            <a:extLst>
              <a:ext uri="{FF2B5EF4-FFF2-40B4-BE49-F238E27FC236}">
                <a16:creationId xmlns:a16="http://schemas.microsoft.com/office/drawing/2014/main" id="{9E912D41-005F-466F-A8BB-71B61985AB4F}"/>
              </a:ext>
            </a:extLst>
          </p:cNvPr>
          <p:cNvSpPr>
            <a:spLocks noGrp="1"/>
          </p:cNvSpPr>
          <p:nvPr/>
        </p:nvSpPr>
        <p:spPr>
          <a:xfrm>
            <a:off x="3642745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2" name="Sun">
            <a:extLst>
              <a:ext uri="{FF2B5EF4-FFF2-40B4-BE49-F238E27FC236}">
                <a16:creationId xmlns:a16="http://schemas.microsoft.com/office/drawing/2014/main" id="{C67E66AA-05B6-48AF-9F2A-EFDA3A8F1DA7}"/>
              </a:ext>
            </a:extLst>
          </p:cNvPr>
          <p:cNvSpPr>
            <a:spLocks noGrp="1"/>
          </p:cNvSpPr>
          <p:nvPr/>
        </p:nvSpPr>
        <p:spPr>
          <a:xfrm>
            <a:off x="5955722" y="5755368"/>
            <a:ext cx="2205265" cy="220526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chemeClr val="accent4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73" name="X1">
            <a:extLst>
              <a:ext uri="{FF2B5EF4-FFF2-40B4-BE49-F238E27FC236}">
                <a16:creationId xmlns:a16="http://schemas.microsoft.com/office/drawing/2014/main" id="{9D5721F6-EB7E-47BC-9E0C-47D83855CC12}"/>
              </a:ext>
            </a:extLst>
          </p:cNvPr>
          <p:cNvSpPr>
            <a:spLocks noGrp="1"/>
          </p:cNvSpPr>
          <p:nvPr/>
        </p:nvSpPr>
        <p:spPr>
          <a:xfrm>
            <a:off x="6465009" y="8212587"/>
            <a:ext cx="1186691" cy="121414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X1</a:t>
            </a:r>
          </a:p>
        </p:txBody>
      </p:sp>
      <p:sp>
        <p:nvSpPr>
          <p:cNvPr id="1274" name="Line">
            <a:extLst>
              <a:ext uri="{FF2B5EF4-FFF2-40B4-BE49-F238E27FC236}">
                <a16:creationId xmlns:a16="http://schemas.microsoft.com/office/drawing/2014/main" id="{53E3E74C-9435-40DE-A71D-494E72D80A84}"/>
              </a:ext>
            </a:extLst>
          </p:cNvPr>
          <p:cNvSpPr>
            <a:spLocks noGrp="1"/>
          </p:cNvSpPr>
          <p:nvPr/>
        </p:nvSpPr>
        <p:spPr>
          <a:xfrm>
            <a:off x="8587804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5" name="X2">
            <a:extLst>
              <a:ext uri="{FF2B5EF4-FFF2-40B4-BE49-F238E27FC236}">
                <a16:creationId xmlns:a16="http://schemas.microsoft.com/office/drawing/2014/main" id="{1F874645-A0C3-4F60-94DB-A2052E08ADB7}"/>
              </a:ext>
            </a:extLst>
          </p:cNvPr>
          <p:cNvSpPr>
            <a:spLocks noGrp="1"/>
          </p:cNvSpPr>
          <p:nvPr/>
        </p:nvSpPr>
        <p:spPr>
          <a:xfrm>
            <a:off x="11410068" y="8128690"/>
            <a:ext cx="1186690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X2</a:t>
            </a:r>
          </a:p>
        </p:txBody>
      </p:sp>
      <p:sp>
        <p:nvSpPr>
          <p:cNvPr id="1276" name="Line">
            <a:extLst>
              <a:ext uri="{FF2B5EF4-FFF2-40B4-BE49-F238E27FC236}">
                <a16:creationId xmlns:a16="http://schemas.microsoft.com/office/drawing/2014/main" id="{5DC6F627-B12D-4BC6-B18E-3B95326E1465}"/>
              </a:ext>
            </a:extLst>
          </p:cNvPr>
          <p:cNvSpPr>
            <a:spLocks noGrp="1"/>
          </p:cNvSpPr>
          <p:nvPr/>
        </p:nvSpPr>
        <p:spPr>
          <a:xfrm>
            <a:off x="13532862" y="6774103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7" name="X3">
            <a:extLst>
              <a:ext uri="{FF2B5EF4-FFF2-40B4-BE49-F238E27FC236}">
                <a16:creationId xmlns:a16="http://schemas.microsoft.com/office/drawing/2014/main" id="{967AA271-113D-4056-AD29-A824A1194204}"/>
              </a:ext>
            </a:extLst>
          </p:cNvPr>
          <p:cNvSpPr>
            <a:spLocks noGrp="1"/>
          </p:cNvSpPr>
          <p:nvPr/>
        </p:nvSpPr>
        <p:spPr>
          <a:xfrm>
            <a:off x="16355127" y="8100724"/>
            <a:ext cx="1186691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X3</a:t>
            </a:r>
          </a:p>
        </p:txBody>
      </p:sp>
      <p:sp>
        <p:nvSpPr>
          <p:cNvPr id="1278" name="Line">
            <a:extLst>
              <a:ext uri="{FF2B5EF4-FFF2-40B4-BE49-F238E27FC236}">
                <a16:creationId xmlns:a16="http://schemas.microsoft.com/office/drawing/2014/main" id="{B8BEF43E-2626-4A34-8CC0-43616F38E110}"/>
              </a:ext>
            </a:extLst>
          </p:cNvPr>
          <p:cNvSpPr>
            <a:spLocks noGrp="1"/>
          </p:cNvSpPr>
          <p:nvPr/>
        </p:nvSpPr>
        <p:spPr>
          <a:xfrm>
            <a:off x="18477921" y="6746137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79" name="X4">
            <a:extLst>
              <a:ext uri="{FF2B5EF4-FFF2-40B4-BE49-F238E27FC236}">
                <a16:creationId xmlns:a16="http://schemas.microsoft.com/office/drawing/2014/main" id="{AC85EAB3-5106-4F52-AB28-C3651197A1FC}"/>
              </a:ext>
            </a:extLst>
          </p:cNvPr>
          <p:cNvSpPr>
            <a:spLocks noGrp="1"/>
          </p:cNvSpPr>
          <p:nvPr/>
        </p:nvSpPr>
        <p:spPr>
          <a:xfrm>
            <a:off x="21300185" y="8044793"/>
            <a:ext cx="1186690" cy="121414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/>
          <a:p>
            <a:pPr>
              <a:buNone/>
              <a:defRPr sz="8000" b="0">
                <a:latin typeface="Helvetica"/>
                <a:ea typeface="Helvetica"/>
                <a:cs typeface="Helvetica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X4</a:t>
            </a:r>
          </a:p>
        </p:txBody>
      </p:sp>
      <p:sp>
        <p:nvSpPr>
          <p:cNvPr id="1280" name="Line">
            <a:extLst>
              <a:ext uri="{FF2B5EF4-FFF2-40B4-BE49-F238E27FC236}">
                <a16:creationId xmlns:a16="http://schemas.microsoft.com/office/drawing/2014/main" id="{8AEF67DE-E6D6-4183-BF46-B7A627D8C69A}"/>
              </a:ext>
            </a:extLst>
          </p:cNvPr>
          <p:cNvSpPr>
            <a:spLocks noGrp="1"/>
          </p:cNvSpPr>
          <p:nvPr/>
        </p:nvSpPr>
        <p:spPr>
          <a:xfrm>
            <a:off x="23422979" y="6690206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281" name="Water Drop">
            <a:extLst>
              <a:ext uri="{FF2B5EF4-FFF2-40B4-BE49-F238E27FC236}">
                <a16:creationId xmlns:a16="http://schemas.microsoft.com/office/drawing/2014/main" id="{D8029F76-EDB8-4965-B4A1-99621C8E58E8}"/>
              </a:ext>
            </a:extLst>
          </p:cNvPr>
          <p:cNvSpPr>
            <a:spLocks noGrp="1"/>
          </p:cNvSpPr>
          <p:nvPr/>
        </p:nvSpPr>
        <p:spPr>
          <a:xfrm>
            <a:off x="10920742" y="7076047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82" name="Cloud">
            <a:extLst>
              <a:ext uri="{FF2B5EF4-FFF2-40B4-BE49-F238E27FC236}">
                <a16:creationId xmlns:a16="http://schemas.microsoft.com/office/drawing/2014/main" id="{0254D5A1-730E-440A-B143-D403EAD21E9C}"/>
              </a:ext>
            </a:extLst>
          </p:cNvPr>
          <p:cNvSpPr>
            <a:spLocks noGrp="1"/>
          </p:cNvSpPr>
          <p:nvPr/>
        </p:nvSpPr>
        <p:spPr>
          <a:xfrm>
            <a:off x="10900781" y="5652600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83" name="Water Drop">
            <a:extLst>
              <a:ext uri="{FF2B5EF4-FFF2-40B4-BE49-F238E27FC236}">
                <a16:creationId xmlns:a16="http://schemas.microsoft.com/office/drawing/2014/main" id="{F993816A-EBF2-4717-A390-FA8E0E7DB557}"/>
              </a:ext>
            </a:extLst>
          </p:cNvPr>
          <p:cNvSpPr>
            <a:spLocks noGrp="1"/>
          </p:cNvSpPr>
          <p:nvPr/>
        </p:nvSpPr>
        <p:spPr>
          <a:xfrm>
            <a:off x="11471540" y="7514356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84" name="Water Drop">
            <a:extLst>
              <a:ext uri="{FF2B5EF4-FFF2-40B4-BE49-F238E27FC236}">
                <a16:creationId xmlns:a16="http://schemas.microsoft.com/office/drawing/2014/main" id="{4644245E-37AA-4929-A073-502C4C9E0209}"/>
              </a:ext>
            </a:extLst>
          </p:cNvPr>
          <p:cNvSpPr>
            <a:spLocks noGrp="1"/>
          </p:cNvSpPr>
          <p:nvPr/>
        </p:nvSpPr>
        <p:spPr>
          <a:xfrm>
            <a:off x="12022339" y="7076047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85" name="Water Drop">
            <a:extLst>
              <a:ext uri="{FF2B5EF4-FFF2-40B4-BE49-F238E27FC236}">
                <a16:creationId xmlns:a16="http://schemas.microsoft.com/office/drawing/2014/main" id="{489529E1-A464-4747-AB55-A2FF792D5473}"/>
              </a:ext>
            </a:extLst>
          </p:cNvPr>
          <p:cNvSpPr>
            <a:spLocks noGrp="1"/>
          </p:cNvSpPr>
          <p:nvPr/>
        </p:nvSpPr>
        <p:spPr>
          <a:xfrm>
            <a:off x="12573138" y="7293417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87" name="Water Drop">
            <a:extLst>
              <a:ext uri="{FF2B5EF4-FFF2-40B4-BE49-F238E27FC236}">
                <a16:creationId xmlns:a16="http://schemas.microsoft.com/office/drawing/2014/main" id="{279D13E6-7E1A-476B-87E3-4185F881FB66}"/>
              </a:ext>
            </a:extLst>
          </p:cNvPr>
          <p:cNvSpPr>
            <a:spLocks noGrp="1"/>
          </p:cNvSpPr>
          <p:nvPr/>
        </p:nvSpPr>
        <p:spPr>
          <a:xfrm>
            <a:off x="16044654" y="6964185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88" name="Cloud">
            <a:extLst>
              <a:ext uri="{FF2B5EF4-FFF2-40B4-BE49-F238E27FC236}">
                <a16:creationId xmlns:a16="http://schemas.microsoft.com/office/drawing/2014/main" id="{808B89DB-5BA4-47B4-9564-4035C6DDD36C}"/>
              </a:ext>
            </a:extLst>
          </p:cNvPr>
          <p:cNvSpPr>
            <a:spLocks noGrp="1"/>
          </p:cNvSpPr>
          <p:nvPr/>
        </p:nvSpPr>
        <p:spPr>
          <a:xfrm>
            <a:off x="16024693" y="5540738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89" name="Water Drop">
            <a:extLst>
              <a:ext uri="{FF2B5EF4-FFF2-40B4-BE49-F238E27FC236}">
                <a16:creationId xmlns:a16="http://schemas.microsoft.com/office/drawing/2014/main" id="{CC7B9736-7DB8-44F7-B6AF-A78C02D5CAF6}"/>
              </a:ext>
            </a:extLst>
          </p:cNvPr>
          <p:cNvSpPr>
            <a:spLocks noGrp="1"/>
          </p:cNvSpPr>
          <p:nvPr/>
        </p:nvSpPr>
        <p:spPr>
          <a:xfrm>
            <a:off x="16595452" y="7402494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90" name="Water Drop">
            <a:extLst>
              <a:ext uri="{FF2B5EF4-FFF2-40B4-BE49-F238E27FC236}">
                <a16:creationId xmlns:a16="http://schemas.microsoft.com/office/drawing/2014/main" id="{DEF83D27-4057-4EDD-B2A7-BC8E5D37F19C}"/>
              </a:ext>
            </a:extLst>
          </p:cNvPr>
          <p:cNvSpPr>
            <a:spLocks noGrp="1"/>
          </p:cNvSpPr>
          <p:nvPr/>
        </p:nvSpPr>
        <p:spPr>
          <a:xfrm>
            <a:off x="17146251" y="696418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91" name="Water Drop">
            <a:extLst>
              <a:ext uri="{FF2B5EF4-FFF2-40B4-BE49-F238E27FC236}">
                <a16:creationId xmlns:a16="http://schemas.microsoft.com/office/drawing/2014/main" id="{BACA347A-54CE-42FD-A44B-41EC00C1BA14}"/>
              </a:ext>
            </a:extLst>
          </p:cNvPr>
          <p:cNvSpPr>
            <a:spLocks noGrp="1"/>
          </p:cNvSpPr>
          <p:nvPr/>
        </p:nvSpPr>
        <p:spPr>
          <a:xfrm>
            <a:off x="17697050" y="7181555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93" name="Water Drop">
            <a:extLst>
              <a:ext uri="{FF2B5EF4-FFF2-40B4-BE49-F238E27FC236}">
                <a16:creationId xmlns:a16="http://schemas.microsoft.com/office/drawing/2014/main" id="{1A4A405C-6B62-4762-B157-93DD64DEFE9F}"/>
              </a:ext>
            </a:extLst>
          </p:cNvPr>
          <p:cNvSpPr>
            <a:spLocks noGrp="1"/>
          </p:cNvSpPr>
          <p:nvPr/>
        </p:nvSpPr>
        <p:spPr>
          <a:xfrm>
            <a:off x="20810859" y="6908254"/>
            <a:ext cx="334092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94" name="Cloud">
            <a:extLst>
              <a:ext uri="{FF2B5EF4-FFF2-40B4-BE49-F238E27FC236}">
                <a16:creationId xmlns:a16="http://schemas.microsoft.com/office/drawing/2014/main" id="{B89785CB-8DCF-45E1-8ADF-8F94D2040AB5}"/>
              </a:ext>
            </a:extLst>
          </p:cNvPr>
          <p:cNvSpPr>
            <a:spLocks noGrp="1"/>
          </p:cNvSpPr>
          <p:nvPr/>
        </p:nvSpPr>
        <p:spPr>
          <a:xfrm>
            <a:off x="20790898" y="5484807"/>
            <a:ext cx="2026412" cy="122122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79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95" name="Water Drop">
            <a:extLst>
              <a:ext uri="{FF2B5EF4-FFF2-40B4-BE49-F238E27FC236}">
                <a16:creationId xmlns:a16="http://schemas.microsoft.com/office/drawing/2014/main" id="{12219E53-CAA2-4319-9BFD-200BC6F82E58}"/>
              </a:ext>
            </a:extLst>
          </p:cNvPr>
          <p:cNvSpPr>
            <a:spLocks noGrp="1"/>
          </p:cNvSpPr>
          <p:nvPr/>
        </p:nvSpPr>
        <p:spPr>
          <a:xfrm>
            <a:off x="21361657" y="7346563"/>
            <a:ext cx="334093" cy="549044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96" name="Water Drop">
            <a:extLst>
              <a:ext uri="{FF2B5EF4-FFF2-40B4-BE49-F238E27FC236}">
                <a16:creationId xmlns:a16="http://schemas.microsoft.com/office/drawing/2014/main" id="{DA735369-B4C9-4F15-99FC-A34EF8B65171}"/>
              </a:ext>
            </a:extLst>
          </p:cNvPr>
          <p:cNvSpPr>
            <a:spLocks noGrp="1"/>
          </p:cNvSpPr>
          <p:nvPr/>
        </p:nvSpPr>
        <p:spPr>
          <a:xfrm>
            <a:off x="21912456" y="6908254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97" name="Water Drop">
            <a:extLst>
              <a:ext uri="{FF2B5EF4-FFF2-40B4-BE49-F238E27FC236}">
                <a16:creationId xmlns:a16="http://schemas.microsoft.com/office/drawing/2014/main" id="{6311EEE8-61CA-413C-9611-FBAE79767ED8}"/>
              </a:ext>
            </a:extLst>
          </p:cNvPr>
          <p:cNvSpPr>
            <a:spLocks noGrp="1"/>
          </p:cNvSpPr>
          <p:nvPr/>
        </p:nvSpPr>
        <p:spPr>
          <a:xfrm>
            <a:off x="22463255" y="7125624"/>
            <a:ext cx="334093" cy="549043"/>
          </a:xfrm>
          <a:custGeom>
            <a:avLst/>
            <a:gdLst/>
            <a:ahLst/>
            <a:cxnLst/>
            <a:rect l="0" t="0" r="r" b="b"/>
            <a:pathLst>
              <a:path w="21212" h="21327">
                <a:moveTo>
                  <a:pt x="10606" y="0"/>
                </a:moveTo>
                <a:cubicBezTo>
                  <a:pt x="10516" y="127"/>
                  <a:pt x="10450" y="217"/>
                  <a:pt x="10391" y="308"/>
                </a:cubicBezTo>
                <a:cubicBezTo>
                  <a:pt x="9100" y="2277"/>
                  <a:pt x="7638" y="4199"/>
                  <a:pt x="6033" y="6080"/>
                </a:cubicBezTo>
                <a:cubicBezTo>
                  <a:pt x="4443" y="7944"/>
                  <a:pt x="2872" y="9812"/>
                  <a:pt x="1311" y="11685"/>
                </a:cubicBezTo>
                <a:cubicBezTo>
                  <a:pt x="214" y="13000"/>
                  <a:pt x="-253" y="14396"/>
                  <a:pt x="134" y="15863"/>
                </a:cubicBezTo>
                <a:cubicBezTo>
                  <a:pt x="517" y="17310"/>
                  <a:pt x="1577" y="18561"/>
                  <a:pt x="3348" y="19559"/>
                </a:cubicBezTo>
                <a:cubicBezTo>
                  <a:pt x="6003" y="21055"/>
                  <a:pt x="9136" y="21600"/>
                  <a:pt x="12675" y="21200"/>
                </a:cubicBezTo>
                <a:cubicBezTo>
                  <a:pt x="15039" y="20933"/>
                  <a:pt x="17020" y="20211"/>
                  <a:pt x="18599" y="19102"/>
                </a:cubicBezTo>
                <a:cubicBezTo>
                  <a:pt x="20105" y="18045"/>
                  <a:pt x="20987" y="16808"/>
                  <a:pt x="21175" y="15410"/>
                </a:cubicBezTo>
                <a:cubicBezTo>
                  <a:pt x="21347" y="14127"/>
                  <a:pt x="20912" y="12902"/>
                  <a:pt x="19963" y="11753"/>
                </a:cubicBezTo>
                <a:cubicBezTo>
                  <a:pt x="18972" y="10552"/>
                  <a:pt x="17981" y="9352"/>
                  <a:pt x="16951" y="8164"/>
                </a:cubicBezTo>
                <a:cubicBezTo>
                  <a:pt x="15099" y="6028"/>
                  <a:pt x="13203" y="3905"/>
                  <a:pt x="11706" y="1663"/>
                </a:cubicBezTo>
                <a:cubicBezTo>
                  <a:pt x="11345" y="1122"/>
                  <a:pt x="10989" y="580"/>
                  <a:pt x="10606" y="0"/>
                </a:cubicBezTo>
                <a:close/>
              </a:path>
            </a:pathLst>
          </a:custGeom>
          <a:solidFill>
            <a:schemeClr val="accent1">
              <a:lumOff val="13529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99" name="Markov Chain">
            <a:extLst>
              <a:ext uri="{FF2B5EF4-FFF2-40B4-BE49-F238E27FC236}">
                <a16:creationId xmlns:a16="http://schemas.microsoft.com/office/drawing/2014/main" id="{CA14AC38-0A9A-43EC-87DF-02E276E67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Cadeia de Markov</a:t>
            </a:r>
          </a:p>
        </p:txBody>
      </p:sp>
    </p:spTree>
    <p:extLst>
      <p:ext uri="{BB962C8B-B14F-4D97-AF65-F5344CB8AC3E}">
        <p14:creationId xmlns:p14="http://schemas.microsoft.com/office/powerpoint/2010/main" val="11894103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Line">
            <a:extLst>
              <a:ext uri="{FF2B5EF4-FFF2-40B4-BE49-F238E27FC236}">
                <a16:creationId xmlns:a16="http://schemas.microsoft.com/office/drawing/2014/main" id="{32733340-C8E0-43FF-B920-F14EC5139575}"/>
              </a:ext>
            </a:extLst>
          </p:cNvPr>
          <p:cNvSpPr>
            <a:spLocks noGrp="1"/>
          </p:cNvSpPr>
          <p:nvPr/>
        </p:nvSpPr>
        <p:spPr>
          <a:xfrm>
            <a:off x="3642745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2" name="Line">
            <a:extLst>
              <a:ext uri="{FF2B5EF4-FFF2-40B4-BE49-F238E27FC236}">
                <a16:creationId xmlns:a16="http://schemas.microsoft.com/office/drawing/2014/main" id="{5EC73659-401B-446F-BFE2-01F51A4EE8B2}"/>
              </a:ext>
            </a:extLst>
          </p:cNvPr>
          <p:cNvSpPr>
            <a:spLocks noGrp="1"/>
          </p:cNvSpPr>
          <p:nvPr/>
        </p:nvSpPr>
        <p:spPr>
          <a:xfrm>
            <a:off x="8587804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3" name="Line">
            <a:extLst>
              <a:ext uri="{FF2B5EF4-FFF2-40B4-BE49-F238E27FC236}">
                <a16:creationId xmlns:a16="http://schemas.microsoft.com/office/drawing/2014/main" id="{7C4F969D-D914-4DD5-A829-D33E1CADFB38}"/>
              </a:ext>
            </a:extLst>
          </p:cNvPr>
          <p:cNvSpPr>
            <a:spLocks noGrp="1"/>
          </p:cNvSpPr>
          <p:nvPr/>
        </p:nvSpPr>
        <p:spPr>
          <a:xfrm>
            <a:off x="13532862" y="6774103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4" name="Line">
            <a:extLst>
              <a:ext uri="{FF2B5EF4-FFF2-40B4-BE49-F238E27FC236}">
                <a16:creationId xmlns:a16="http://schemas.microsoft.com/office/drawing/2014/main" id="{EBCA263C-0EA5-46EA-91D5-01CABDD563C3}"/>
              </a:ext>
            </a:extLst>
          </p:cNvPr>
          <p:cNvSpPr>
            <a:spLocks noGrp="1"/>
          </p:cNvSpPr>
          <p:nvPr/>
        </p:nvSpPr>
        <p:spPr>
          <a:xfrm>
            <a:off x="18477921" y="6746137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5" name="Line">
            <a:extLst>
              <a:ext uri="{FF2B5EF4-FFF2-40B4-BE49-F238E27FC236}">
                <a16:creationId xmlns:a16="http://schemas.microsoft.com/office/drawing/2014/main" id="{9F4FF581-A1AC-41F4-A9F7-C8181382637A}"/>
              </a:ext>
            </a:extLst>
          </p:cNvPr>
          <p:cNvSpPr>
            <a:spLocks noGrp="1"/>
          </p:cNvSpPr>
          <p:nvPr/>
        </p:nvSpPr>
        <p:spPr>
          <a:xfrm>
            <a:off x="23422979" y="6690206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06" name="Circle">
            <a:extLst>
              <a:ext uri="{FF2B5EF4-FFF2-40B4-BE49-F238E27FC236}">
                <a16:creationId xmlns:a16="http://schemas.microsoft.com/office/drawing/2014/main" id="{E8D01093-5025-405C-BE84-FFF5494B9E9F}"/>
              </a:ext>
            </a:extLst>
          </p:cNvPr>
          <p:cNvSpPr>
            <a:spLocks noGrp="1"/>
          </p:cNvSpPr>
          <p:nvPr/>
        </p:nvSpPr>
        <p:spPr>
          <a:xfrm>
            <a:off x="1284767" y="5940044"/>
            <a:ext cx="1835912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07" name="Circle">
            <a:extLst>
              <a:ext uri="{FF2B5EF4-FFF2-40B4-BE49-F238E27FC236}">
                <a16:creationId xmlns:a16="http://schemas.microsoft.com/office/drawing/2014/main" id="{ED5DB0E2-39DE-4484-8E30-83E4DAE3430E}"/>
              </a:ext>
            </a:extLst>
          </p:cNvPr>
          <p:cNvSpPr>
            <a:spLocks noGrp="1"/>
          </p:cNvSpPr>
          <p:nvPr/>
        </p:nvSpPr>
        <p:spPr>
          <a:xfrm>
            <a:off x="6140399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08" name="Circle">
            <a:extLst>
              <a:ext uri="{FF2B5EF4-FFF2-40B4-BE49-F238E27FC236}">
                <a16:creationId xmlns:a16="http://schemas.microsoft.com/office/drawing/2014/main" id="{77F85AB8-6848-44E9-BF39-4208BD44600F}"/>
              </a:ext>
            </a:extLst>
          </p:cNvPr>
          <p:cNvSpPr>
            <a:spLocks noGrp="1"/>
          </p:cNvSpPr>
          <p:nvPr/>
        </p:nvSpPr>
        <p:spPr>
          <a:xfrm>
            <a:off x="10996031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09" name="Circle">
            <a:extLst>
              <a:ext uri="{FF2B5EF4-FFF2-40B4-BE49-F238E27FC236}">
                <a16:creationId xmlns:a16="http://schemas.microsoft.com/office/drawing/2014/main" id="{FA5BD147-44B8-4919-A364-AEC0BD6C1CA4}"/>
              </a:ext>
            </a:extLst>
          </p:cNvPr>
          <p:cNvSpPr>
            <a:spLocks noGrp="1"/>
          </p:cNvSpPr>
          <p:nvPr/>
        </p:nvSpPr>
        <p:spPr>
          <a:xfrm>
            <a:off x="11085458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10" name="Circle">
            <a:extLst>
              <a:ext uri="{FF2B5EF4-FFF2-40B4-BE49-F238E27FC236}">
                <a16:creationId xmlns:a16="http://schemas.microsoft.com/office/drawing/2014/main" id="{0F761069-4652-411C-917D-6D66C0CFB9E6}"/>
              </a:ext>
            </a:extLst>
          </p:cNvPr>
          <p:cNvSpPr>
            <a:spLocks noGrp="1"/>
          </p:cNvSpPr>
          <p:nvPr/>
        </p:nvSpPr>
        <p:spPr>
          <a:xfrm>
            <a:off x="16030516" y="5856148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11" name="Circle">
            <a:extLst>
              <a:ext uri="{FF2B5EF4-FFF2-40B4-BE49-F238E27FC236}">
                <a16:creationId xmlns:a16="http://schemas.microsoft.com/office/drawing/2014/main" id="{14233CEA-4D3A-4262-AB3A-3E300E59B193}"/>
              </a:ext>
            </a:extLst>
          </p:cNvPr>
          <p:cNvSpPr>
            <a:spLocks noGrp="1"/>
          </p:cNvSpPr>
          <p:nvPr/>
        </p:nvSpPr>
        <p:spPr>
          <a:xfrm>
            <a:off x="20975575" y="5856148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05093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Line">
            <a:extLst>
              <a:ext uri="{FF2B5EF4-FFF2-40B4-BE49-F238E27FC236}">
                <a16:creationId xmlns:a16="http://schemas.microsoft.com/office/drawing/2014/main" id="{C7B68017-3FD8-46A1-BD5F-07BAEB4417F7}"/>
              </a:ext>
            </a:extLst>
          </p:cNvPr>
          <p:cNvSpPr>
            <a:spLocks noGrp="1"/>
          </p:cNvSpPr>
          <p:nvPr/>
        </p:nvSpPr>
        <p:spPr>
          <a:xfrm>
            <a:off x="3642745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4" name="Line">
            <a:extLst>
              <a:ext uri="{FF2B5EF4-FFF2-40B4-BE49-F238E27FC236}">
                <a16:creationId xmlns:a16="http://schemas.microsoft.com/office/drawing/2014/main" id="{04D4FF50-F6C5-426F-90E5-8256BC4B0FB2}"/>
              </a:ext>
            </a:extLst>
          </p:cNvPr>
          <p:cNvSpPr>
            <a:spLocks noGrp="1"/>
          </p:cNvSpPr>
          <p:nvPr/>
        </p:nvSpPr>
        <p:spPr>
          <a:xfrm>
            <a:off x="8587804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5" name="Line">
            <a:extLst>
              <a:ext uri="{FF2B5EF4-FFF2-40B4-BE49-F238E27FC236}">
                <a16:creationId xmlns:a16="http://schemas.microsoft.com/office/drawing/2014/main" id="{9344263E-FDAD-4E0E-B8E7-1B5FA4A048F9}"/>
              </a:ext>
            </a:extLst>
          </p:cNvPr>
          <p:cNvSpPr>
            <a:spLocks noGrp="1"/>
          </p:cNvSpPr>
          <p:nvPr/>
        </p:nvSpPr>
        <p:spPr>
          <a:xfrm>
            <a:off x="13532862" y="6774103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6" name="Line">
            <a:extLst>
              <a:ext uri="{FF2B5EF4-FFF2-40B4-BE49-F238E27FC236}">
                <a16:creationId xmlns:a16="http://schemas.microsoft.com/office/drawing/2014/main" id="{078EDA29-A871-4490-9C91-C85B9BA893E4}"/>
              </a:ext>
            </a:extLst>
          </p:cNvPr>
          <p:cNvSpPr>
            <a:spLocks noGrp="1"/>
          </p:cNvSpPr>
          <p:nvPr/>
        </p:nvSpPr>
        <p:spPr>
          <a:xfrm>
            <a:off x="18477921" y="6746137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7" name="Line">
            <a:extLst>
              <a:ext uri="{FF2B5EF4-FFF2-40B4-BE49-F238E27FC236}">
                <a16:creationId xmlns:a16="http://schemas.microsoft.com/office/drawing/2014/main" id="{F4E469F9-1E8B-455B-B5D5-EBA8A0BCF87C}"/>
              </a:ext>
            </a:extLst>
          </p:cNvPr>
          <p:cNvSpPr>
            <a:spLocks noGrp="1"/>
          </p:cNvSpPr>
          <p:nvPr/>
        </p:nvSpPr>
        <p:spPr>
          <a:xfrm>
            <a:off x="23422979" y="6690206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18" name="Circle">
            <a:extLst>
              <a:ext uri="{FF2B5EF4-FFF2-40B4-BE49-F238E27FC236}">
                <a16:creationId xmlns:a16="http://schemas.microsoft.com/office/drawing/2014/main" id="{FE64F5BA-48CD-48E7-8618-67E3A62A5327}"/>
              </a:ext>
            </a:extLst>
          </p:cNvPr>
          <p:cNvSpPr>
            <a:spLocks noGrp="1"/>
          </p:cNvSpPr>
          <p:nvPr/>
        </p:nvSpPr>
        <p:spPr>
          <a:xfrm>
            <a:off x="1284767" y="5940044"/>
            <a:ext cx="1835912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19" name="Circle">
            <a:extLst>
              <a:ext uri="{FF2B5EF4-FFF2-40B4-BE49-F238E27FC236}">
                <a16:creationId xmlns:a16="http://schemas.microsoft.com/office/drawing/2014/main" id="{1D48B4BA-B48A-465A-86C6-A3B84BD851E5}"/>
              </a:ext>
            </a:extLst>
          </p:cNvPr>
          <p:cNvSpPr>
            <a:spLocks noGrp="1"/>
          </p:cNvSpPr>
          <p:nvPr/>
        </p:nvSpPr>
        <p:spPr>
          <a:xfrm>
            <a:off x="6140399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20" name="Circle">
            <a:extLst>
              <a:ext uri="{FF2B5EF4-FFF2-40B4-BE49-F238E27FC236}">
                <a16:creationId xmlns:a16="http://schemas.microsoft.com/office/drawing/2014/main" id="{B8846962-6AB9-4B76-B697-A791BCBE12A3}"/>
              </a:ext>
            </a:extLst>
          </p:cNvPr>
          <p:cNvSpPr>
            <a:spLocks noGrp="1"/>
          </p:cNvSpPr>
          <p:nvPr/>
        </p:nvSpPr>
        <p:spPr>
          <a:xfrm>
            <a:off x="10996031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21" name="Circle">
            <a:extLst>
              <a:ext uri="{FF2B5EF4-FFF2-40B4-BE49-F238E27FC236}">
                <a16:creationId xmlns:a16="http://schemas.microsoft.com/office/drawing/2014/main" id="{B75AE51E-290E-4DF6-8421-587783D4F4C8}"/>
              </a:ext>
            </a:extLst>
          </p:cNvPr>
          <p:cNvSpPr>
            <a:spLocks noGrp="1"/>
          </p:cNvSpPr>
          <p:nvPr/>
        </p:nvSpPr>
        <p:spPr>
          <a:xfrm>
            <a:off x="11085458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22" name="Circle">
            <a:extLst>
              <a:ext uri="{FF2B5EF4-FFF2-40B4-BE49-F238E27FC236}">
                <a16:creationId xmlns:a16="http://schemas.microsoft.com/office/drawing/2014/main" id="{AA699408-BE6B-4BBC-BDBE-5DD8A3437CE5}"/>
              </a:ext>
            </a:extLst>
          </p:cNvPr>
          <p:cNvSpPr>
            <a:spLocks noGrp="1"/>
          </p:cNvSpPr>
          <p:nvPr/>
        </p:nvSpPr>
        <p:spPr>
          <a:xfrm>
            <a:off x="16030516" y="5856148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23" name="Circle">
            <a:extLst>
              <a:ext uri="{FF2B5EF4-FFF2-40B4-BE49-F238E27FC236}">
                <a16:creationId xmlns:a16="http://schemas.microsoft.com/office/drawing/2014/main" id="{29656198-B2BC-49A8-A4E2-4B653D764220}"/>
              </a:ext>
            </a:extLst>
          </p:cNvPr>
          <p:cNvSpPr>
            <a:spLocks noGrp="1"/>
          </p:cNvSpPr>
          <p:nvPr/>
        </p:nvSpPr>
        <p:spPr>
          <a:xfrm>
            <a:off x="20975575" y="5856148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24" name="Line">
            <a:extLst>
              <a:ext uri="{FF2B5EF4-FFF2-40B4-BE49-F238E27FC236}">
                <a16:creationId xmlns:a16="http://schemas.microsoft.com/office/drawing/2014/main" id="{2F75CB74-F6EA-4CAD-B3AF-CF66C74522B7}"/>
              </a:ext>
            </a:extLst>
          </p:cNvPr>
          <p:cNvSpPr>
            <a:spLocks noGrp="1"/>
          </p:cNvSpPr>
          <p:nvPr/>
        </p:nvSpPr>
        <p:spPr>
          <a:xfrm>
            <a:off x="3463892" y="7662669"/>
            <a:ext cx="1850238" cy="1850239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5" name="Line">
            <a:extLst>
              <a:ext uri="{FF2B5EF4-FFF2-40B4-BE49-F238E27FC236}">
                <a16:creationId xmlns:a16="http://schemas.microsoft.com/office/drawing/2014/main" id="{D6E805DF-7C2F-4CC4-9AFD-768D8F9AE1DD}"/>
              </a:ext>
            </a:extLst>
          </p:cNvPr>
          <p:cNvSpPr>
            <a:spLocks noGrp="1"/>
          </p:cNvSpPr>
          <p:nvPr/>
        </p:nvSpPr>
        <p:spPr>
          <a:xfrm>
            <a:off x="8587804" y="9624931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6" name="Line">
            <a:extLst>
              <a:ext uri="{FF2B5EF4-FFF2-40B4-BE49-F238E27FC236}">
                <a16:creationId xmlns:a16="http://schemas.microsoft.com/office/drawing/2014/main" id="{838ADF0F-EC03-4681-929B-898AF38FB2BC}"/>
              </a:ext>
            </a:extLst>
          </p:cNvPr>
          <p:cNvSpPr>
            <a:spLocks noGrp="1"/>
          </p:cNvSpPr>
          <p:nvPr/>
        </p:nvSpPr>
        <p:spPr>
          <a:xfrm>
            <a:off x="13532862" y="9541035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7" name="Line">
            <a:extLst>
              <a:ext uri="{FF2B5EF4-FFF2-40B4-BE49-F238E27FC236}">
                <a16:creationId xmlns:a16="http://schemas.microsoft.com/office/drawing/2014/main" id="{90D2470A-1689-4359-A7C5-B1EE0B880DDD}"/>
              </a:ext>
            </a:extLst>
          </p:cNvPr>
          <p:cNvSpPr>
            <a:spLocks noGrp="1"/>
          </p:cNvSpPr>
          <p:nvPr/>
        </p:nvSpPr>
        <p:spPr>
          <a:xfrm>
            <a:off x="18477921" y="9513069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8" name="Line">
            <a:extLst>
              <a:ext uri="{FF2B5EF4-FFF2-40B4-BE49-F238E27FC236}">
                <a16:creationId xmlns:a16="http://schemas.microsoft.com/office/drawing/2014/main" id="{A4901F86-CE05-44F7-8ED9-14A27DE86364}"/>
              </a:ext>
            </a:extLst>
          </p:cNvPr>
          <p:cNvSpPr>
            <a:spLocks noGrp="1"/>
          </p:cNvSpPr>
          <p:nvPr/>
        </p:nvSpPr>
        <p:spPr>
          <a:xfrm>
            <a:off x="23422979" y="9457138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29" name="Circle">
            <a:extLst>
              <a:ext uri="{FF2B5EF4-FFF2-40B4-BE49-F238E27FC236}">
                <a16:creationId xmlns:a16="http://schemas.microsoft.com/office/drawing/2014/main" id="{20D8C4F0-6C0F-4400-AF77-F646412B20D0}"/>
              </a:ext>
            </a:extLst>
          </p:cNvPr>
          <p:cNvSpPr>
            <a:spLocks noGrp="1"/>
          </p:cNvSpPr>
          <p:nvPr/>
        </p:nvSpPr>
        <p:spPr>
          <a:xfrm>
            <a:off x="6140399" y="8706976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30" name="Circle">
            <a:extLst>
              <a:ext uri="{FF2B5EF4-FFF2-40B4-BE49-F238E27FC236}">
                <a16:creationId xmlns:a16="http://schemas.microsoft.com/office/drawing/2014/main" id="{2F67112B-B4FC-4F78-B540-A848EDE8DB8F}"/>
              </a:ext>
            </a:extLst>
          </p:cNvPr>
          <p:cNvSpPr>
            <a:spLocks noGrp="1"/>
          </p:cNvSpPr>
          <p:nvPr/>
        </p:nvSpPr>
        <p:spPr>
          <a:xfrm>
            <a:off x="10996031" y="8706976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31" name="Circle">
            <a:extLst>
              <a:ext uri="{FF2B5EF4-FFF2-40B4-BE49-F238E27FC236}">
                <a16:creationId xmlns:a16="http://schemas.microsoft.com/office/drawing/2014/main" id="{B7B97C54-77C2-49D4-98A4-D1B14BB891AA}"/>
              </a:ext>
            </a:extLst>
          </p:cNvPr>
          <p:cNvSpPr>
            <a:spLocks noGrp="1"/>
          </p:cNvSpPr>
          <p:nvPr/>
        </p:nvSpPr>
        <p:spPr>
          <a:xfrm>
            <a:off x="11085458" y="8706976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32" name="Circle">
            <a:extLst>
              <a:ext uri="{FF2B5EF4-FFF2-40B4-BE49-F238E27FC236}">
                <a16:creationId xmlns:a16="http://schemas.microsoft.com/office/drawing/2014/main" id="{E7BAD4D8-6307-408C-B082-05DECAEBD3E0}"/>
              </a:ext>
            </a:extLst>
          </p:cNvPr>
          <p:cNvSpPr>
            <a:spLocks noGrp="1"/>
          </p:cNvSpPr>
          <p:nvPr/>
        </p:nvSpPr>
        <p:spPr>
          <a:xfrm>
            <a:off x="16030516" y="8623079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33" name="Circle">
            <a:extLst>
              <a:ext uri="{FF2B5EF4-FFF2-40B4-BE49-F238E27FC236}">
                <a16:creationId xmlns:a16="http://schemas.microsoft.com/office/drawing/2014/main" id="{8F66F5B8-A023-4562-9626-F2145E047B81}"/>
              </a:ext>
            </a:extLst>
          </p:cNvPr>
          <p:cNvSpPr>
            <a:spLocks noGrp="1"/>
          </p:cNvSpPr>
          <p:nvPr/>
        </p:nvSpPr>
        <p:spPr>
          <a:xfrm>
            <a:off x="20975575" y="8623079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34" name="Line">
            <a:extLst>
              <a:ext uri="{FF2B5EF4-FFF2-40B4-BE49-F238E27FC236}">
                <a16:creationId xmlns:a16="http://schemas.microsoft.com/office/drawing/2014/main" id="{A4076ECA-2390-42F2-9BD6-DA9F65C36AB8}"/>
              </a:ext>
            </a:extLst>
          </p:cNvPr>
          <p:cNvSpPr>
            <a:spLocks noGrp="1"/>
          </p:cNvSpPr>
          <p:nvPr/>
        </p:nvSpPr>
        <p:spPr>
          <a:xfrm flipV="1">
            <a:off x="3678666" y="4076898"/>
            <a:ext cx="1850239" cy="1850239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5" name="Line">
            <a:extLst>
              <a:ext uri="{FF2B5EF4-FFF2-40B4-BE49-F238E27FC236}">
                <a16:creationId xmlns:a16="http://schemas.microsoft.com/office/drawing/2014/main" id="{265B1128-0872-4756-B76A-B92E35322D81}"/>
              </a:ext>
            </a:extLst>
          </p:cNvPr>
          <p:cNvSpPr>
            <a:spLocks noGrp="1"/>
          </p:cNvSpPr>
          <p:nvPr/>
        </p:nvSpPr>
        <p:spPr>
          <a:xfrm>
            <a:off x="8587804" y="4091068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6" name="Line">
            <a:extLst>
              <a:ext uri="{FF2B5EF4-FFF2-40B4-BE49-F238E27FC236}">
                <a16:creationId xmlns:a16="http://schemas.microsoft.com/office/drawing/2014/main" id="{0972B478-6034-413A-A12C-39FC95D831BD}"/>
              </a:ext>
            </a:extLst>
          </p:cNvPr>
          <p:cNvSpPr>
            <a:spLocks noGrp="1"/>
          </p:cNvSpPr>
          <p:nvPr/>
        </p:nvSpPr>
        <p:spPr>
          <a:xfrm>
            <a:off x="13532862" y="4007171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7" name="Line">
            <a:extLst>
              <a:ext uri="{FF2B5EF4-FFF2-40B4-BE49-F238E27FC236}">
                <a16:creationId xmlns:a16="http://schemas.microsoft.com/office/drawing/2014/main" id="{D03D4E73-EEFE-49FA-AF94-A0931B6A2B4E}"/>
              </a:ext>
            </a:extLst>
          </p:cNvPr>
          <p:cNvSpPr>
            <a:spLocks noGrp="1"/>
          </p:cNvSpPr>
          <p:nvPr/>
        </p:nvSpPr>
        <p:spPr>
          <a:xfrm>
            <a:off x="18477921" y="3979205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8" name="Line">
            <a:extLst>
              <a:ext uri="{FF2B5EF4-FFF2-40B4-BE49-F238E27FC236}">
                <a16:creationId xmlns:a16="http://schemas.microsoft.com/office/drawing/2014/main" id="{BB69D542-962C-4FAA-822B-6D7CEFAF46F7}"/>
              </a:ext>
            </a:extLst>
          </p:cNvPr>
          <p:cNvSpPr>
            <a:spLocks noGrp="1"/>
          </p:cNvSpPr>
          <p:nvPr/>
        </p:nvSpPr>
        <p:spPr>
          <a:xfrm>
            <a:off x="23422979" y="3923274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39" name="Circle">
            <a:extLst>
              <a:ext uri="{FF2B5EF4-FFF2-40B4-BE49-F238E27FC236}">
                <a16:creationId xmlns:a16="http://schemas.microsoft.com/office/drawing/2014/main" id="{3EDA4D65-69AD-4631-BAE7-5E82145D6C81}"/>
              </a:ext>
            </a:extLst>
          </p:cNvPr>
          <p:cNvSpPr>
            <a:spLocks noGrp="1"/>
          </p:cNvSpPr>
          <p:nvPr/>
        </p:nvSpPr>
        <p:spPr>
          <a:xfrm>
            <a:off x="6140399" y="3173113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40" name="Circle">
            <a:extLst>
              <a:ext uri="{FF2B5EF4-FFF2-40B4-BE49-F238E27FC236}">
                <a16:creationId xmlns:a16="http://schemas.microsoft.com/office/drawing/2014/main" id="{9B1FF8DB-094E-4426-BF71-02E3710CC05B}"/>
              </a:ext>
            </a:extLst>
          </p:cNvPr>
          <p:cNvSpPr>
            <a:spLocks noGrp="1"/>
          </p:cNvSpPr>
          <p:nvPr/>
        </p:nvSpPr>
        <p:spPr>
          <a:xfrm>
            <a:off x="10996031" y="3173113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41" name="Circle">
            <a:extLst>
              <a:ext uri="{FF2B5EF4-FFF2-40B4-BE49-F238E27FC236}">
                <a16:creationId xmlns:a16="http://schemas.microsoft.com/office/drawing/2014/main" id="{E6464B68-E97E-429B-9423-DD25688205FB}"/>
              </a:ext>
            </a:extLst>
          </p:cNvPr>
          <p:cNvSpPr>
            <a:spLocks noGrp="1"/>
          </p:cNvSpPr>
          <p:nvPr/>
        </p:nvSpPr>
        <p:spPr>
          <a:xfrm>
            <a:off x="11085458" y="3173113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42" name="Circle">
            <a:extLst>
              <a:ext uri="{FF2B5EF4-FFF2-40B4-BE49-F238E27FC236}">
                <a16:creationId xmlns:a16="http://schemas.microsoft.com/office/drawing/2014/main" id="{E92F68D1-F491-4BE5-AB45-140FA595FB74}"/>
              </a:ext>
            </a:extLst>
          </p:cNvPr>
          <p:cNvSpPr>
            <a:spLocks noGrp="1"/>
          </p:cNvSpPr>
          <p:nvPr/>
        </p:nvSpPr>
        <p:spPr>
          <a:xfrm>
            <a:off x="16030516" y="3089216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43" name="Circle">
            <a:extLst>
              <a:ext uri="{FF2B5EF4-FFF2-40B4-BE49-F238E27FC236}">
                <a16:creationId xmlns:a16="http://schemas.microsoft.com/office/drawing/2014/main" id="{8D8CC0EF-30E6-47AF-8321-7E30CF073A8F}"/>
              </a:ext>
            </a:extLst>
          </p:cNvPr>
          <p:cNvSpPr>
            <a:spLocks noGrp="1"/>
          </p:cNvSpPr>
          <p:nvPr/>
        </p:nvSpPr>
        <p:spPr>
          <a:xfrm>
            <a:off x="20975575" y="3089216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108356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Line">
            <a:extLst>
              <a:ext uri="{FF2B5EF4-FFF2-40B4-BE49-F238E27FC236}">
                <a16:creationId xmlns:a16="http://schemas.microsoft.com/office/drawing/2014/main" id="{07FA4121-4ACA-4B36-846F-67F850EA8FD0}"/>
              </a:ext>
            </a:extLst>
          </p:cNvPr>
          <p:cNvSpPr>
            <a:spLocks noGrp="1"/>
          </p:cNvSpPr>
          <p:nvPr/>
        </p:nvSpPr>
        <p:spPr>
          <a:xfrm>
            <a:off x="3642745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6" name="Line">
            <a:extLst>
              <a:ext uri="{FF2B5EF4-FFF2-40B4-BE49-F238E27FC236}">
                <a16:creationId xmlns:a16="http://schemas.microsoft.com/office/drawing/2014/main" id="{6E54E3A9-6FF7-4FC4-8724-F3E04130F6C9}"/>
              </a:ext>
            </a:extLst>
          </p:cNvPr>
          <p:cNvSpPr>
            <a:spLocks noGrp="1"/>
          </p:cNvSpPr>
          <p:nvPr/>
        </p:nvSpPr>
        <p:spPr>
          <a:xfrm>
            <a:off x="8587804" y="6858000"/>
            <a:ext cx="1886160" cy="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7" name="Line">
            <a:extLst>
              <a:ext uri="{FF2B5EF4-FFF2-40B4-BE49-F238E27FC236}">
                <a16:creationId xmlns:a16="http://schemas.microsoft.com/office/drawing/2014/main" id="{21FE150A-0E2B-4914-8051-BF889AF2A102}"/>
              </a:ext>
            </a:extLst>
          </p:cNvPr>
          <p:cNvSpPr>
            <a:spLocks noGrp="1"/>
          </p:cNvSpPr>
          <p:nvPr/>
        </p:nvSpPr>
        <p:spPr>
          <a:xfrm>
            <a:off x="13532862" y="6774103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8" name="Line">
            <a:extLst>
              <a:ext uri="{FF2B5EF4-FFF2-40B4-BE49-F238E27FC236}">
                <a16:creationId xmlns:a16="http://schemas.microsoft.com/office/drawing/2014/main" id="{333F7E54-73DF-4CD5-994A-9F83D7216062}"/>
              </a:ext>
            </a:extLst>
          </p:cNvPr>
          <p:cNvSpPr>
            <a:spLocks noGrp="1"/>
          </p:cNvSpPr>
          <p:nvPr/>
        </p:nvSpPr>
        <p:spPr>
          <a:xfrm>
            <a:off x="18477921" y="6746137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49" name="Line">
            <a:extLst>
              <a:ext uri="{FF2B5EF4-FFF2-40B4-BE49-F238E27FC236}">
                <a16:creationId xmlns:a16="http://schemas.microsoft.com/office/drawing/2014/main" id="{CC919D38-D990-4442-A762-D111C9EEC8E3}"/>
              </a:ext>
            </a:extLst>
          </p:cNvPr>
          <p:cNvSpPr>
            <a:spLocks noGrp="1"/>
          </p:cNvSpPr>
          <p:nvPr/>
        </p:nvSpPr>
        <p:spPr>
          <a:xfrm>
            <a:off x="23422979" y="6690206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0" name="Circle">
            <a:extLst>
              <a:ext uri="{FF2B5EF4-FFF2-40B4-BE49-F238E27FC236}">
                <a16:creationId xmlns:a16="http://schemas.microsoft.com/office/drawing/2014/main" id="{95A9414E-13A0-40F0-AB8E-A4867E4736D3}"/>
              </a:ext>
            </a:extLst>
          </p:cNvPr>
          <p:cNvSpPr>
            <a:spLocks noGrp="1"/>
          </p:cNvSpPr>
          <p:nvPr/>
        </p:nvSpPr>
        <p:spPr>
          <a:xfrm>
            <a:off x="1284767" y="5940044"/>
            <a:ext cx="1835912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51" name="Circle">
            <a:extLst>
              <a:ext uri="{FF2B5EF4-FFF2-40B4-BE49-F238E27FC236}">
                <a16:creationId xmlns:a16="http://schemas.microsoft.com/office/drawing/2014/main" id="{B978D914-E571-4EA2-AF56-C8AA35792533}"/>
              </a:ext>
            </a:extLst>
          </p:cNvPr>
          <p:cNvSpPr>
            <a:spLocks noGrp="1"/>
          </p:cNvSpPr>
          <p:nvPr/>
        </p:nvSpPr>
        <p:spPr>
          <a:xfrm>
            <a:off x="6140399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52" name="Circle">
            <a:extLst>
              <a:ext uri="{FF2B5EF4-FFF2-40B4-BE49-F238E27FC236}">
                <a16:creationId xmlns:a16="http://schemas.microsoft.com/office/drawing/2014/main" id="{ED46D13F-58E2-4546-AE4F-5527EDE5ED1D}"/>
              </a:ext>
            </a:extLst>
          </p:cNvPr>
          <p:cNvSpPr>
            <a:spLocks noGrp="1"/>
          </p:cNvSpPr>
          <p:nvPr/>
        </p:nvSpPr>
        <p:spPr>
          <a:xfrm>
            <a:off x="10996031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53" name="Circle">
            <a:extLst>
              <a:ext uri="{FF2B5EF4-FFF2-40B4-BE49-F238E27FC236}">
                <a16:creationId xmlns:a16="http://schemas.microsoft.com/office/drawing/2014/main" id="{C2492076-6265-44D1-8928-933C52E20423}"/>
              </a:ext>
            </a:extLst>
          </p:cNvPr>
          <p:cNvSpPr>
            <a:spLocks noGrp="1"/>
          </p:cNvSpPr>
          <p:nvPr/>
        </p:nvSpPr>
        <p:spPr>
          <a:xfrm>
            <a:off x="11085458" y="5940044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54" name="Circle">
            <a:extLst>
              <a:ext uri="{FF2B5EF4-FFF2-40B4-BE49-F238E27FC236}">
                <a16:creationId xmlns:a16="http://schemas.microsoft.com/office/drawing/2014/main" id="{CDB02E93-9205-4B97-B250-D16FBF448DB0}"/>
              </a:ext>
            </a:extLst>
          </p:cNvPr>
          <p:cNvSpPr>
            <a:spLocks noGrp="1"/>
          </p:cNvSpPr>
          <p:nvPr/>
        </p:nvSpPr>
        <p:spPr>
          <a:xfrm>
            <a:off x="16030516" y="5856148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55" name="Circle">
            <a:extLst>
              <a:ext uri="{FF2B5EF4-FFF2-40B4-BE49-F238E27FC236}">
                <a16:creationId xmlns:a16="http://schemas.microsoft.com/office/drawing/2014/main" id="{28488406-C672-44B2-A2B8-D902AB07E57F}"/>
              </a:ext>
            </a:extLst>
          </p:cNvPr>
          <p:cNvSpPr>
            <a:spLocks noGrp="1"/>
          </p:cNvSpPr>
          <p:nvPr/>
        </p:nvSpPr>
        <p:spPr>
          <a:xfrm>
            <a:off x="20975575" y="5856148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56" name="Line">
            <a:extLst>
              <a:ext uri="{FF2B5EF4-FFF2-40B4-BE49-F238E27FC236}">
                <a16:creationId xmlns:a16="http://schemas.microsoft.com/office/drawing/2014/main" id="{3CE08D1F-4F18-43FB-BB89-67812D21F014}"/>
              </a:ext>
            </a:extLst>
          </p:cNvPr>
          <p:cNvSpPr>
            <a:spLocks noGrp="1"/>
          </p:cNvSpPr>
          <p:nvPr/>
        </p:nvSpPr>
        <p:spPr>
          <a:xfrm>
            <a:off x="3463892" y="7662669"/>
            <a:ext cx="1850238" cy="1850239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7" name="Line">
            <a:extLst>
              <a:ext uri="{FF2B5EF4-FFF2-40B4-BE49-F238E27FC236}">
                <a16:creationId xmlns:a16="http://schemas.microsoft.com/office/drawing/2014/main" id="{E3BA44CA-1014-429B-9B2B-3673650D2DE9}"/>
              </a:ext>
            </a:extLst>
          </p:cNvPr>
          <p:cNvSpPr>
            <a:spLocks noGrp="1"/>
          </p:cNvSpPr>
          <p:nvPr/>
        </p:nvSpPr>
        <p:spPr>
          <a:xfrm>
            <a:off x="8587804" y="9624931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8" name="Line">
            <a:extLst>
              <a:ext uri="{FF2B5EF4-FFF2-40B4-BE49-F238E27FC236}">
                <a16:creationId xmlns:a16="http://schemas.microsoft.com/office/drawing/2014/main" id="{CC631794-9D33-472B-9C37-3023109DF249}"/>
              </a:ext>
            </a:extLst>
          </p:cNvPr>
          <p:cNvSpPr>
            <a:spLocks noGrp="1"/>
          </p:cNvSpPr>
          <p:nvPr/>
        </p:nvSpPr>
        <p:spPr>
          <a:xfrm>
            <a:off x="13532862" y="9541035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59" name="Line">
            <a:extLst>
              <a:ext uri="{FF2B5EF4-FFF2-40B4-BE49-F238E27FC236}">
                <a16:creationId xmlns:a16="http://schemas.microsoft.com/office/drawing/2014/main" id="{7944D259-0B6F-4E75-AC5A-012F3167575B}"/>
              </a:ext>
            </a:extLst>
          </p:cNvPr>
          <p:cNvSpPr>
            <a:spLocks noGrp="1"/>
          </p:cNvSpPr>
          <p:nvPr/>
        </p:nvSpPr>
        <p:spPr>
          <a:xfrm>
            <a:off x="18477921" y="9513069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0" name="Line">
            <a:extLst>
              <a:ext uri="{FF2B5EF4-FFF2-40B4-BE49-F238E27FC236}">
                <a16:creationId xmlns:a16="http://schemas.microsoft.com/office/drawing/2014/main" id="{F864F57B-5EA9-4F81-9BF3-9BDEDA8F4117}"/>
              </a:ext>
            </a:extLst>
          </p:cNvPr>
          <p:cNvSpPr>
            <a:spLocks noGrp="1"/>
          </p:cNvSpPr>
          <p:nvPr/>
        </p:nvSpPr>
        <p:spPr>
          <a:xfrm>
            <a:off x="23422979" y="9457138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1" name="Circle">
            <a:extLst>
              <a:ext uri="{FF2B5EF4-FFF2-40B4-BE49-F238E27FC236}">
                <a16:creationId xmlns:a16="http://schemas.microsoft.com/office/drawing/2014/main" id="{73E161F0-7699-4625-B4FA-55B9FB9CCE51}"/>
              </a:ext>
            </a:extLst>
          </p:cNvPr>
          <p:cNvSpPr>
            <a:spLocks noGrp="1"/>
          </p:cNvSpPr>
          <p:nvPr/>
        </p:nvSpPr>
        <p:spPr>
          <a:xfrm>
            <a:off x="6140399" y="8706976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62" name="Circle">
            <a:extLst>
              <a:ext uri="{FF2B5EF4-FFF2-40B4-BE49-F238E27FC236}">
                <a16:creationId xmlns:a16="http://schemas.microsoft.com/office/drawing/2014/main" id="{DFD5026D-54AD-414F-9CAA-AF5E05D3D489}"/>
              </a:ext>
            </a:extLst>
          </p:cNvPr>
          <p:cNvSpPr>
            <a:spLocks noGrp="1"/>
          </p:cNvSpPr>
          <p:nvPr/>
        </p:nvSpPr>
        <p:spPr>
          <a:xfrm>
            <a:off x="10996031" y="8706976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63" name="Circle">
            <a:extLst>
              <a:ext uri="{FF2B5EF4-FFF2-40B4-BE49-F238E27FC236}">
                <a16:creationId xmlns:a16="http://schemas.microsoft.com/office/drawing/2014/main" id="{6228D75E-639C-4FBD-A841-52F97E0D4A8C}"/>
              </a:ext>
            </a:extLst>
          </p:cNvPr>
          <p:cNvSpPr>
            <a:spLocks noGrp="1"/>
          </p:cNvSpPr>
          <p:nvPr/>
        </p:nvSpPr>
        <p:spPr>
          <a:xfrm>
            <a:off x="11085458" y="8706976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64" name="Circle">
            <a:extLst>
              <a:ext uri="{FF2B5EF4-FFF2-40B4-BE49-F238E27FC236}">
                <a16:creationId xmlns:a16="http://schemas.microsoft.com/office/drawing/2014/main" id="{7563E17A-3370-44D3-BA82-E06FD2816D7D}"/>
              </a:ext>
            </a:extLst>
          </p:cNvPr>
          <p:cNvSpPr>
            <a:spLocks noGrp="1"/>
          </p:cNvSpPr>
          <p:nvPr/>
        </p:nvSpPr>
        <p:spPr>
          <a:xfrm>
            <a:off x="16030516" y="8623079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65" name="Circle">
            <a:extLst>
              <a:ext uri="{FF2B5EF4-FFF2-40B4-BE49-F238E27FC236}">
                <a16:creationId xmlns:a16="http://schemas.microsoft.com/office/drawing/2014/main" id="{3E4A4CF1-96D9-44A8-A4F4-808DD41424A3}"/>
              </a:ext>
            </a:extLst>
          </p:cNvPr>
          <p:cNvSpPr>
            <a:spLocks noGrp="1"/>
          </p:cNvSpPr>
          <p:nvPr/>
        </p:nvSpPr>
        <p:spPr>
          <a:xfrm>
            <a:off x="20975575" y="8623079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66" name="Line">
            <a:extLst>
              <a:ext uri="{FF2B5EF4-FFF2-40B4-BE49-F238E27FC236}">
                <a16:creationId xmlns:a16="http://schemas.microsoft.com/office/drawing/2014/main" id="{438C84F4-BA4C-40F9-B4E0-702A04DC2B4C}"/>
              </a:ext>
            </a:extLst>
          </p:cNvPr>
          <p:cNvSpPr>
            <a:spLocks noGrp="1"/>
          </p:cNvSpPr>
          <p:nvPr/>
        </p:nvSpPr>
        <p:spPr>
          <a:xfrm flipV="1">
            <a:off x="3678666" y="4076898"/>
            <a:ext cx="1850239" cy="1850239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7" name="Line">
            <a:extLst>
              <a:ext uri="{FF2B5EF4-FFF2-40B4-BE49-F238E27FC236}">
                <a16:creationId xmlns:a16="http://schemas.microsoft.com/office/drawing/2014/main" id="{A51357BD-4144-4161-8559-0B7ABE5C0781}"/>
              </a:ext>
            </a:extLst>
          </p:cNvPr>
          <p:cNvSpPr>
            <a:spLocks noGrp="1"/>
          </p:cNvSpPr>
          <p:nvPr/>
        </p:nvSpPr>
        <p:spPr>
          <a:xfrm>
            <a:off x="8587804" y="4091068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8" name="Line">
            <a:extLst>
              <a:ext uri="{FF2B5EF4-FFF2-40B4-BE49-F238E27FC236}">
                <a16:creationId xmlns:a16="http://schemas.microsoft.com/office/drawing/2014/main" id="{E174F738-CE94-4909-BE55-24720DD80AAD}"/>
              </a:ext>
            </a:extLst>
          </p:cNvPr>
          <p:cNvSpPr>
            <a:spLocks noGrp="1"/>
          </p:cNvSpPr>
          <p:nvPr/>
        </p:nvSpPr>
        <p:spPr>
          <a:xfrm>
            <a:off x="13532862" y="4007171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69" name="Line">
            <a:extLst>
              <a:ext uri="{FF2B5EF4-FFF2-40B4-BE49-F238E27FC236}">
                <a16:creationId xmlns:a16="http://schemas.microsoft.com/office/drawing/2014/main" id="{9CDD182D-D509-4977-8966-C65796B4D5BB}"/>
              </a:ext>
            </a:extLst>
          </p:cNvPr>
          <p:cNvSpPr>
            <a:spLocks noGrp="1"/>
          </p:cNvSpPr>
          <p:nvPr/>
        </p:nvSpPr>
        <p:spPr>
          <a:xfrm>
            <a:off x="18477921" y="3979205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0" name="Line">
            <a:extLst>
              <a:ext uri="{FF2B5EF4-FFF2-40B4-BE49-F238E27FC236}">
                <a16:creationId xmlns:a16="http://schemas.microsoft.com/office/drawing/2014/main" id="{95F33049-6878-43F8-BCF3-0803A1084F68}"/>
              </a:ext>
            </a:extLst>
          </p:cNvPr>
          <p:cNvSpPr>
            <a:spLocks noGrp="1"/>
          </p:cNvSpPr>
          <p:nvPr/>
        </p:nvSpPr>
        <p:spPr>
          <a:xfrm>
            <a:off x="23422979" y="3923274"/>
            <a:ext cx="1886160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371" name="Circle">
            <a:extLst>
              <a:ext uri="{FF2B5EF4-FFF2-40B4-BE49-F238E27FC236}">
                <a16:creationId xmlns:a16="http://schemas.microsoft.com/office/drawing/2014/main" id="{42090C51-6C6A-48D2-B76C-44442B3A174D}"/>
              </a:ext>
            </a:extLst>
          </p:cNvPr>
          <p:cNvSpPr>
            <a:spLocks noGrp="1"/>
          </p:cNvSpPr>
          <p:nvPr/>
        </p:nvSpPr>
        <p:spPr>
          <a:xfrm>
            <a:off x="6140399" y="3173113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72" name="Circle">
            <a:extLst>
              <a:ext uri="{FF2B5EF4-FFF2-40B4-BE49-F238E27FC236}">
                <a16:creationId xmlns:a16="http://schemas.microsoft.com/office/drawing/2014/main" id="{13359901-09F5-46AB-B6A6-D926FCA42C80}"/>
              </a:ext>
            </a:extLst>
          </p:cNvPr>
          <p:cNvSpPr>
            <a:spLocks noGrp="1"/>
          </p:cNvSpPr>
          <p:nvPr/>
        </p:nvSpPr>
        <p:spPr>
          <a:xfrm>
            <a:off x="10996031" y="3173113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73" name="Circle">
            <a:extLst>
              <a:ext uri="{FF2B5EF4-FFF2-40B4-BE49-F238E27FC236}">
                <a16:creationId xmlns:a16="http://schemas.microsoft.com/office/drawing/2014/main" id="{80BB007E-4BAA-410C-9B1E-EE0AC00F92BE}"/>
              </a:ext>
            </a:extLst>
          </p:cNvPr>
          <p:cNvSpPr>
            <a:spLocks noGrp="1"/>
          </p:cNvSpPr>
          <p:nvPr/>
        </p:nvSpPr>
        <p:spPr>
          <a:xfrm>
            <a:off x="11085458" y="3173113"/>
            <a:ext cx="1835911" cy="1835911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74" name="Circle">
            <a:extLst>
              <a:ext uri="{FF2B5EF4-FFF2-40B4-BE49-F238E27FC236}">
                <a16:creationId xmlns:a16="http://schemas.microsoft.com/office/drawing/2014/main" id="{564FEA53-3095-4BD7-8085-73BA076722FB}"/>
              </a:ext>
            </a:extLst>
          </p:cNvPr>
          <p:cNvSpPr>
            <a:spLocks noGrp="1"/>
          </p:cNvSpPr>
          <p:nvPr/>
        </p:nvSpPr>
        <p:spPr>
          <a:xfrm>
            <a:off x="16030516" y="3089216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75" name="Circle">
            <a:extLst>
              <a:ext uri="{FF2B5EF4-FFF2-40B4-BE49-F238E27FC236}">
                <a16:creationId xmlns:a16="http://schemas.microsoft.com/office/drawing/2014/main" id="{66507F9A-46AF-4801-BCF5-842DCA3BE2C5}"/>
              </a:ext>
            </a:extLst>
          </p:cNvPr>
          <p:cNvSpPr>
            <a:spLocks noGrp="1"/>
          </p:cNvSpPr>
          <p:nvPr/>
        </p:nvSpPr>
        <p:spPr>
          <a:xfrm>
            <a:off x="20975575" y="3089216"/>
            <a:ext cx="1835911" cy="1835912"/>
          </a:xfrm>
          <a:prstGeom prst="ellipse">
            <a:avLst/>
          </a:prstGeom>
          <a:solidFill>
            <a:srgbClr val="FFFFFF"/>
          </a:solidFill>
          <a:ln w="1905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5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76" name="r">
            <a:extLst>
              <a:ext uri="{FF2B5EF4-FFF2-40B4-BE49-F238E27FC236}">
                <a16:creationId xmlns:a16="http://schemas.microsoft.com/office/drawing/2014/main" id="{A81FF526-9508-4934-8912-7E88BDAA3B02}"/>
              </a:ext>
            </a:extLst>
          </p:cNvPr>
          <p:cNvSpPr>
            <a:spLocks noGrp="1"/>
          </p:cNvSpPr>
          <p:nvPr/>
        </p:nvSpPr>
        <p:spPr>
          <a:xfrm>
            <a:off x="5528904" y="2927336"/>
            <a:ext cx="460265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77" name="r">
            <a:extLst>
              <a:ext uri="{FF2B5EF4-FFF2-40B4-BE49-F238E27FC236}">
                <a16:creationId xmlns:a16="http://schemas.microsoft.com/office/drawing/2014/main" id="{4F0FA4F8-7184-47FE-A1F0-916CA080219D}"/>
              </a:ext>
            </a:extLst>
          </p:cNvPr>
          <p:cNvSpPr>
            <a:spLocks noGrp="1"/>
          </p:cNvSpPr>
          <p:nvPr/>
        </p:nvSpPr>
        <p:spPr>
          <a:xfrm>
            <a:off x="5528904" y="5602515"/>
            <a:ext cx="460265" cy="10798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78" name="r">
            <a:extLst>
              <a:ext uri="{FF2B5EF4-FFF2-40B4-BE49-F238E27FC236}">
                <a16:creationId xmlns:a16="http://schemas.microsoft.com/office/drawing/2014/main" id="{DF9F978F-DC04-4927-A2DB-9A3E13DFC802}"/>
              </a:ext>
            </a:extLst>
          </p:cNvPr>
          <p:cNvSpPr>
            <a:spLocks noGrp="1"/>
          </p:cNvSpPr>
          <p:nvPr/>
        </p:nvSpPr>
        <p:spPr>
          <a:xfrm>
            <a:off x="5528904" y="8270627"/>
            <a:ext cx="460265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79" name="r">
            <a:extLst>
              <a:ext uri="{FF2B5EF4-FFF2-40B4-BE49-F238E27FC236}">
                <a16:creationId xmlns:a16="http://schemas.microsoft.com/office/drawing/2014/main" id="{EF7340F3-72E2-4BA0-A1E8-8EA7354309D6}"/>
              </a:ext>
            </a:extLst>
          </p:cNvPr>
          <p:cNvSpPr>
            <a:spLocks noGrp="1"/>
          </p:cNvSpPr>
          <p:nvPr/>
        </p:nvSpPr>
        <p:spPr>
          <a:xfrm>
            <a:off x="10243982" y="2800283"/>
            <a:ext cx="460264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80" name="r">
            <a:extLst>
              <a:ext uri="{FF2B5EF4-FFF2-40B4-BE49-F238E27FC236}">
                <a16:creationId xmlns:a16="http://schemas.microsoft.com/office/drawing/2014/main" id="{79B0C899-9B57-4492-9155-643C6FB49BCD}"/>
              </a:ext>
            </a:extLst>
          </p:cNvPr>
          <p:cNvSpPr>
            <a:spLocks noGrp="1"/>
          </p:cNvSpPr>
          <p:nvPr/>
        </p:nvSpPr>
        <p:spPr>
          <a:xfrm>
            <a:off x="15071996" y="2800283"/>
            <a:ext cx="460264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81" name="r">
            <a:extLst>
              <a:ext uri="{FF2B5EF4-FFF2-40B4-BE49-F238E27FC236}">
                <a16:creationId xmlns:a16="http://schemas.microsoft.com/office/drawing/2014/main" id="{5A2113AB-1AF3-4573-A60C-0FFF9FA8B74D}"/>
              </a:ext>
            </a:extLst>
          </p:cNvPr>
          <p:cNvSpPr>
            <a:spLocks noGrp="1"/>
          </p:cNvSpPr>
          <p:nvPr/>
        </p:nvSpPr>
        <p:spPr>
          <a:xfrm>
            <a:off x="20069413" y="2800283"/>
            <a:ext cx="460265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82" name="r">
            <a:extLst>
              <a:ext uri="{FF2B5EF4-FFF2-40B4-BE49-F238E27FC236}">
                <a16:creationId xmlns:a16="http://schemas.microsoft.com/office/drawing/2014/main" id="{BFC32E85-1805-48BB-A9E7-258CADA64118}"/>
              </a:ext>
            </a:extLst>
          </p:cNvPr>
          <p:cNvSpPr>
            <a:spLocks noGrp="1"/>
          </p:cNvSpPr>
          <p:nvPr/>
        </p:nvSpPr>
        <p:spPr>
          <a:xfrm>
            <a:off x="10243982" y="5602515"/>
            <a:ext cx="460264" cy="10798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83" name="r">
            <a:extLst>
              <a:ext uri="{FF2B5EF4-FFF2-40B4-BE49-F238E27FC236}">
                <a16:creationId xmlns:a16="http://schemas.microsoft.com/office/drawing/2014/main" id="{C4B92287-CFD9-40B4-980A-6E5683914A1D}"/>
              </a:ext>
            </a:extLst>
          </p:cNvPr>
          <p:cNvSpPr>
            <a:spLocks noGrp="1"/>
          </p:cNvSpPr>
          <p:nvPr/>
        </p:nvSpPr>
        <p:spPr>
          <a:xfrm>
            <a:off x="15071996" y="5602515"/>
            <a:ext cx="460264" cy="10798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84" name="r">
            <a:extLst>
              <a:ext uri="{FF2B5EF4-FFF2-40B4-BE49-F238E27FC236}">
                <a16:creationId xmlns:a16="http://schemas.microsoft.com/office/drawing/2014/main" id="{37781ED0-F0E1-420A-8C2C-7A9DD2FF04DF}"/>
              </a:ext>
            </a:extLst>
          </p:cNvPr>
          <p:cNvSpPr>
            <a:spLocks noGrp="1"/>
          </p:cNvSpPr>
          <p:nvPr/>
        </p:nvSpPr>
        <p:spPr>
          <a:xfrm>
            <a:off x="20069413" y="5602515"/>
            <a:ext cx="460265" cy="1079835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85" name="r">
            <a:extLst>
              <a:ext uri="{FF2B5EF4-FFF2-40B4-BE49-F238E27FC236}">
                <a16:creationId xmlns:a16="http://schemas.microsoft.com/office/drawing/2014/main" id="{BE682F2A-EE14-4F92-A640-9B47BE7DAE20}"/>
              </a:ext>
            </a:extLst>
          </p:cNvPr>
          <p:cNvSpPr>
            <a:spLocks noGrp="1"/>
          </p:cNvSpPr>
          <p:nvPr/>
        </p:nvSpPr>
        <p:spPr>
          <a:xfrm>
            <a:off x="10243982" y="8527829"/>
            <a:ext cx="460264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86" name="r">
            <a:extLst>
              <a:ext uri="{FF2B5EF4-FFF2-40B4-BE49-F238E27FC236}">
                <a16:creationId xmlns:a16="http://schemas.microsoft.com/office/drawing/2014/main" id="{FE901A78-53F2-4C2E-AFC4-B6EF4D02B804}"/>
              </a:ext>
            </a:extLst>
          </p:cNvPr>
          <p:cNvSpPr>
            <a:spLocks noGrp="1"/>
          </p:cNvSpPr>
          <p:nvPr/>
        </p:nvSpPr>
        <p:spPr>
          <a:xfrm>
            <a:off x="15071996" y="8527829"/>
            <a:ext cx="460264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  <p:sp>
        <p:nvSpPr>
          <p:cNvPr id="1387" name="r">
            <a:extLst>
              <a:ext uri="{FF2B5EF4-FFF2-40B4-BE49-F238E27FC236}">
                <a16:creationId xmlns:a16="http://schemas.microsoft.com/office/drawing/2014/main" id="{7C346AEA-6F16-4D63-8CCB-006B9C831E49}"/>
              </a:ext>
            </a:extLst>
          </p:cNvPr>
          <p:cNvSpPr>
            <a:spLocks noGrp="1"/>
          </p:cNvSpPr>
          <p:nvPr/>
        </p:nvSpPr>
        <p:spPr>
          <a:xfrm>
            <a:off x="20069413" y="8527829"/>
            <a:ext cx="460265" cy="1079836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 b="0" i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654369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Markov Decision Process">
            <a:extLst>
              <a:ext uri="{FF2B5EF4-FFF2-40B4-BE49-F238E27FC236}">
                <a16:creationId xmlns:a16="http://schemas.microsoft.com/office/drawing/2014/main" id="{3B63FD5C-7024-47E9-A056-A5E80E12225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Processo de Decisão de Markov</a:t>
            </a:r>
          </a:p>
        </p:txBody>
      </p:sp>
    </p:spTree>
    <p:extLst>
      <p:ext uri="{BB962C8B-B14F-4D97-AF65-F5344CB8AC3E}">
        <p14:creationId xmlns:p14="http://schemas.microsoft.com/office/powerpoint/2010/main" val="210164077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D6362-499F-4E30-37B0-9F32FB13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Markov Decision Process">
            <a:extLst>
              <a:ext uri="{FF2B5EF4-FFF2-40B4-BE49-F238E27FC236}">
                <a16:creationId xmlns:a16="http://schemas.microsoft.com/office/drawing/2014/main" id="{B16A5C5C-ECBB-C6A1-2E38-6DC38D4AD04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Processo de Decisão de Markov</a:t>
            </a:r>
          </a:p>
        </p:txBody>
      </p:sp>
      <p:sp>
        <p:nvSpPr>
          <p:cNvPr id="1390" name="Set of states S…">
            <a:extLst>
              <a:ext uri="{FF2B5EF4-FFF2-40B4-BE49-F238E27FC236}">
                <a16:creationId xmlns:a16="http://schemas.microsoft.com/office/drawing/2014/main" id="{A85B3755-BD08-26B1-FA4E-6582EF5C3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663440"/>
            <a:ext cx="21005800" cy="7782560"/>
          </a:xfrm>
          <a:prstGeom prst="rect">
            <a:avLst/>
          </a:prstGeom>
        </p:spPr>
        <p:txBody>
          <a:bodyPr anchor="t" anchorCtr="0"/>
          <a:lstStyle/>
          <a:p>
            <a:pPr>
              <a:defRPr sz="8000"/>
            </a:pPr>
            <a:r>
              <a:rPr dirty="0"/>
              <a:t>Conjunto de </a:t>
            </a:r>
            <a:r>
              <a:rPr dirty="0" err="1"/>
              <a:t>estados</a:t>
            </a:r>
            <a:r>
              <a:rPr dirty="0"/>
              <a:t> </a:t>
            </a:r>
            <a:r>
              <a:rPr i="1" dirty="0"/>
              <a:t>S</a:t>
            </a:r>
            <a:endParaRPr i="1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376900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FB3AF-F91A-848C-06C2-127E9478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Markov Decision Process">
            <a:extLst>
              <a:ext uri="{FF2B5EF4-FFF2-40B4-BE49-F238E27FC236}">
                <a16:creationId xmlns:a16="http://schemas.microsoft.com/office/drawing/2014/main" id="{FC2CB891-A415-2022-2BAD-C3E6B327531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Processo de Decisão de Markov</a:t>
            </a:r>
          </a:p>
        </p:txBody>
      </p:sp>
      <p:sp>
        <p:nvSpPr>
          <p:cNvPr id="1390" name="Set of states S…">
            <a:extLst>
              <a:ext uri="{FF2B5EF4-FFF2-40B4-BE49-F238E27FC236}">
                <a16:creationId xmlns:a16="http://schemas.microsoft.com/office/drawing/2014/main" id="{0BCC2D5F-CCB1-DCFA-3419-364CD7FD3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663440"/>
            <a:ext cx="21005800" cy="7782560"/>
          </a:xfrm>
          <a:prstGeom prst="rect">
            <a:avLst/>
          </a:prstGeom>
        </p:spPr>
        <p:txBody>
          <a:bodyPr anchor="t" anchorCtr="0"/>
          <a:lstStyle/>
          <a:p>
            <a:pPr>
              <a:defRPr sz="8000"/>
            </a:pPr>
            <a:r>
              <a:rPr dirty="0"/>
              <a:t>Conjunto de </a:t>
            </a:r>
            <a:r>
              <a:rPr dirty="0" err="1"/>
              <a:t>estados</a:t>
            </a:r>
            <a:r>
              <a:rPr dirty="0"/>
              <a:t> </a:t>
            </a:r>
            <a:r>
              <a:rPr i="1" dirty="0"/>
              <a:t>S</a:t>
            </a:r>
            <a:endParaRPr i="1" dirty="0">
              <a:latin typeface="Times New Roman"/>
              <a:ea typeface="Times New Roman"/>
              <a:cs typeface="Times New Roman"/>
            </a:endParaRPr>
          </a:p>
          <a:p>
            <a:pPr>
              <a:defRPr sz="8000"/>
            </a:pPr>
            <a:r>
              <a:rPr dirty="0"/>
              <a:t>Conjunto de </a:t>
            </a:r>
            <a:r>
              <a:rPr dirty="0" err="1"/>
              <a:t>ações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(</a:t>
            </a:r>
            <a:r>
              <a:rPr lang="pt-BR" i="1" dirty="0" err="1"/>
              <a:t>s</a:t>
            </a:r>
            <a:r>
              <a:rPr dirty="0"/>
              <a:t>)</a:t>
            </a: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02176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8421-9544-7614-15C3-738026CD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Markov Decision Process">
            <a:extLst>
              <a:ext uri="{FF2B5EF4-FFF2-40B4-BE49-F238E27FC236}">
                <a16:creationId xmlns:a16="http://schemas.microsoft.com/office/drawing/2014/main" id="{F0FCB0E1-EE9A-85B2-1E88-D497F9767CC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Processo de Decisão de Markov</a:t>
            </a:r>
          </a:p>
        </p:txBody>
      </p:sp>
      <p:sp>
        <p:nvSpPr>
          <p:cNvPr id="1390" name="Set of states S…">
            <a:extLst>
              <a:ext uri="{FF2B5EF4-FFF2-40B4-BE49-F238E27FC236}">
                <a16:creationId xmlns:a16="http://schemas.microsoft.com/office/drawing/2014/main" id="{8E1664F4-3A4E-1076-79EA-148638D51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663440"/>
            <a:ext cx="21005800" cy="7782560"/>
          </a:xfrm>
          <a:prstGeom prst="rect">
            <a:avLst/>
          </a:prstGeom>
        </p:spPr>
        <p:txBody>
          <a:bodyPr anchor="t" anchorCtr="0"/>
          <a:lstStyle/>
          <a:p>
            <a:pPr>
              <a:defRPr sz="8000"/>
            </a:pPr>
            <a:r>
              <a:rPr dirty="0"/>
              <a:t>Conjunto de </a:t>
            </a:r>
            <a:r>
              <a:rPr dirty="0" err="1"/>
              <a:t>estados</a:t>
            </a:r>
            <a:r>
              <a:rPr dirty="0"/>
              <a:t> </a:t>
            </a:r>
            <a:r>
              <a:rPr i="1" dirty="0"/>
              <a:t>S</a:t>
            </a:r>
            <a:endParaRPr i="1" dirty="0">
              <a:latin typeface="Times New Roman"/>
              <a:ea typeface="Times New Roman"/>
              <a:cs typeface="Times New Roman"/>
            </a:endParaRPr>
          </a:p>
          <a:p>
            <a:pPr>
              <a:defRPr sz="8000"/>
            </a:pPr>
            <a:r>
              <a:rPr dirty="0"/>
              <a:t>Conjunto de </a:t>
            </a:r>
            <a:r>
              <a:rPr dirty="0" err="1"/>
              <a:t>ações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(</a:t>
            </a:r>
            <a:r>
              <a:rPr i="1" dirty="0"/>
              <a:t>s</a:t>
            </a:r>
            <a:r>
              <a:rPr dirty="0"/>
              <a:t>)</a:t>
            </a:r>
            <a:endParaRPr dirty="0">
              <a:latin typeface="Times New Roman"/>
              <a:ea typeface="Times New Roman"/>
              <a:cs typeface="Times New Roman"/>
            </a:endParaRPr>
          </a:p>
          <a:p>
            <a:pPr>
              <a:defRPr sz="8000"/>
            </a:pPr>
            <a:r>
              <a:rPr dirty="0"/>
              <a:t>Modelo de </a:t>
            </a:r>
            <a:r>
              <a:rPr dirty="0" err="1"/>
              <a:t>transição</a:t>
            </a:r>
            <a:r>
              <a:rPr dirty="0"/>
              <a:t> </a:t>
            </a:r>
            <a:r>
              <a:rPr i="1" dirty="0"/>
              <a:t>P</a:t>
            </a:r>
            <a:r>
              <a:rPr dirty="0"/>
              <a:t>(</a:t>
            </a:r>
            <a:r>
              <a:rPr i="1" dirty="0"/>
              <a:t>s'</a:t>
            </a:r>
            <a:r>
              <a:rPr dirty="0"/>
              <a:t> | </a:t>
            </a:r>
            <a:r>
              <a:rPr i="1" dirty="0"/>
              <a:t>s</a:t>
            </a:r>
            <a:r>
              <a:rPr dirty="0"/>
              <a:t>, </a:t>
            </a:r>
            <a:r>
              <a:rPr i="1" dirty="0"/>
              <a:t>a</a:t>
            </a:r>
            <a:r>
              <a:rPr dirty="0"/>
              <a:t>)</a:t>
            </a: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634466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7E59B-19D3-B843-3013-D8BB3F03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Markov Decision Process">
            <a:extLst>
              <a:ext uri="{FF2B5EF4-FFF2-40B4-BE49-F238E27FC236}">
                <a16:creationId xmlns:a16="http://schemas.microsoft.com/office/drawing/2014/main" id="{D643A13B-3001-3615-B6C3-34F7B0BDA32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Processo de Decisão de Markov</a:t>
            </a:r>
          </a:p>
        </p:txBody>
      </p:sp>
      <p:sp>
        <p:nvSpPr>
          <p:cNvPr id="1390" name="Set of states S…">
            <a:extLst>
              <a:ext uri="{FF2B5EF4-FFF2-40B4-BE49-F238E27FC236}">
                <a16:creationId xmlns:a16="http://schemas.microsoft.com/office/drawing/2014/main" id="{F04CCD01-D0AC-5D98-65E0-1BD635186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663440"/>
            <a:ext cx="21005800" cy="7782560"/>
          </a:xfrm>
          <a:prstGeom prst="rect">
            <a:avLst/>
          </a:prstGeom>
        </p:spPr>
        <p:txBody>
          <a:bodyPr anchor="t" anchorCtr="0"/>
          <a:lstStyle/>
          <a:p>
            <a:pPr>
              <a:defRPr sz="8000"/>
            </a:pPr>
            <a:r>
              <a:rPr lang="en-US" dirty="0"/>
              <a:t>Conjunto de </a:t>
            </a:r>
            <a:r>
              <a:rPr lang="en-US" dirty="0" err="1"/>
              <a:t>estados</a:t>
            </a:r>
            <a:r>
              <a:rPr lang="en-US" dirty="0"/>
              <a:t> </a:t>
            </a:r>
            <a:r>
              <a:rPr lang="en-US" i="1" dirty="0"/>
              <a:t>S</a:t>
            </a:r>
            <a:endParaRPr lang="en-US" i="1" dirty="0">
              <a:latin typeface="Times New Roman"/>
              <a:ea typeface="Times New Roman"/>
              <a:cs typeface="Times New Roman"/>
            </a:endParaRPr>
          </a:p>
          <a:p>
            <a:pPr>
              <a:defRPr sz="8000"/>
            </a:pPr>
            <a:r>
              <a:rPr lang="en-US" dirty="0"/>
              <a:t>Conjunto de </a:t>
            </a:r>
            <a:r>
              <a:rPr lang="en-US" dirty="0" err="1"/>
              <a:t>ações</a:t>
            </a:r>
            <a:r>
              <a:rPr lang="en-US" dirty="0"/>
              <a:t> </a:t>
            </a:r>
            <a:r>
              <a:rPr lang="en-US" dirty="0" err="1"/>
              <a:t>Ações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</a:t>
            </a:r>
            <a:endParaRPr lang="en-US" dirty="0">
              <a:latin typeface="Times New Roman"/>
              <a:ea typeface="Times New Roman"/>
              <a:cs typeface="Times New Roman"/>
            </a:endParaRPr>
          </a:p>
          <a:p>
            <a:pPr>
              <a:defRPr sz="8000"/>
            </a:pPr>
            <a:r>
              <a:rPr lang="en-US" dirty="0"/>
              <a:t>Modelo de </a:t>
            </a:r>
            <a:r>
              <a:rPr lang="en-US" dirty="0" err="1"/>
              <a:t>transição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s'</a:t>
            </a:r>
            <a:r>
              <a:rPr lang="en-US" dirty="0"/>
              <a:t> | 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)</a:t>
            </a:r>
            <a:endParaRPr dirty="0">
              <a:latin typeface="Times New Roman"/>
              <a:ea typeface="Times New Roman"/>
              <a:cs typeface="Times New Roman"/>
            </a:endParaRPr>
          </a:p>
          <a:p>
            <a:pPr>
              <a:defRPr sz="8000"/>
            </a:pPr>
            <a:r>
              <a:rPr dirty="0" err="1"/>
              <a:t>Função</a:t>
            </a:r>
            <a:r>
              <a:rPr dirty="0"/>
              <a:t> de </a:t>
            </a:r>
            <a:r>
              <a:rPr dirty="0" err="1"/>
              <a:t>recompensa</a:t>
            </a:r>
            <a:r>
              <a:rPr dirty="0"/>
              <a:t> </a:t>
            </a:r>
            <a:r>
              <a:rPr i="1" dirty="0"/>
              <a:t>R</a:t>
            </a:r>
            <a:r>
              <a:rPr dirty="0"/>
              <a:t>(</a:t>
            </a:r>
            <a:r>
              <a:rPr i="1" dirty="0"/>
              <a:t>s</a:t>
            </a:r>
            <a:r>
              <a:rPr dirty="0"/>
              <a:t>, </a:t>
            </a:r>
            <a:r>
              <a:rPr i="1" dirty="0"/>
              <a:t>a</a:t>
            </a:r>
            <a:r>
              <a:rPr dirty="0"/>
              <a:t>, </a:t>
            </a:r>
            <a:r>
              <a:rPr i="1" dirty="0"/>
              <a:t>s'</a:t>
            </a:r>
            <a:r>
              <a:rPr lang="pt-BR" i="1" dirty="0"/>
              <a:t> 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614677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Square">
            <a:extLst>
              <a:ext uri="{FF2B5EF4-FFF2-40B4-BE49-F238E27FC236}">
                <a16:creationId xmlns:a16="http://schemas.microsoft.com/office/drawing/2014/main" id="{BAA28331-A4E7-49FB-952D-82816E9CB622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93" name="Square">
            <a:extLst>
              <a:ext uri="{FF2B5EF4-FFF2-40B4-BE49-F238E27FC236}">
                <a16:creationId xmlns:a16="http://schemas.microsoft.com/office/drawing/2014/main" id="{A02738CB-B50E-430F-B6E4-C9374B5FCF1C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94" name="Square">
            <a:extLst>
              <a:ext uri="{FF2B5EF4-FFF2-40B4-BE49-F238E27FC236}">
                <a16:creationId xmlns:a16="http://schemas.microsoft.com/office/drawing/2014/main" id="{122F0E99-EC37-4F99-8D22-F101BCB89750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95" name="Square">
            <a:extLst>
              <a:ext uri="{FF2B5EF4-FFF2-40B4-BE49-F238E27FC236}">
                <a16:creationId xmlns:a16="http://schemas.microsoft.com/office/drawing/2014/main" id="{1506248D-1766-40ED-8C87-417F186024EB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96" name="Square">
            <a:extLst>
              <a:ext uri="{FF2B5EF4-FFF2-40B4-BE49-F238E27FC236}">
                <a16:creationId xmlns:a16="http://schemas.microsoft.com/office/drawing/2014/main" id="{306B9C55-3B70-494E-B830-DA259CF88471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97" name="Square">
            <a:extLst>
              <a:ext uri="{FF2B5EF4-FFF2-40B4-BE49-F238E27FC236}">
                <a16:creationId xmlns:a16="http://schemas.microsoft.com/office/drawing/2014/main" id="{B91DFD93-6A94-4BD6-A620-A55A8BB3D09E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98" name="Square">
            <a:extLst>
              <a:ext uri="{FF2B5EF4-FFF2-40B4-BE49-F238E27FC236}">
                <a16:creationId xmlns:a16="http://schemas.microsoft.com/office/drawing/2014/main" id="{42ABDA92-99F6-40B8-AE17-E2B57E4668FB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399" name="Square">
            <a:extLst>
              <a:ext uri="{FF2B5EF4-FFF2-40B4-BE49-F238E27FC236}">
                <a16:creationId xmlns:a16="http://schemas.microsoft.com/office/drawing/2014/main" id="{9E846924-9E98-486B-9398-608AC4E04BE1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0" name="Square">
            <a:extLst>
              <a:ext uri="{FF2B5EF4-FFF2-40B4-BE49-F238E27FC236}">
                <a16:creationId xmlns:a16="http://schemas.microsoft.com/office/drawing/2014/main" id="{52D5A254-0C25-4FAF-97CE-A259EA6D26A3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1" name="Square">
            <a:extLst>
              <a:ext uri="{FF2B5EF4-FFF2-40B4-BE49-F238E27FC236}">
                <a16:creationId xmlns:a16="http://schemas.microsoft.com/office/drawing/2014/main" id="{36D113B4-67C4-4C5A-82BC-4317D811AF38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2" name="Square">
            <a:extLst>
              <a:ext uri="{FF2B5EF4-FFF2-40B4-BE49-F238E27FC236}">
                <a16:creationId xmlns:a16="http://schemas.microsoft.com/office/drawing/2014/main" id="{16164F45-9893-4C0C-8A4C-E7C8D197F3D4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3" name="Square">
            <a:extLst>
              <a:ext uri="{FF2B5EF4-FFF2-40B4-BE49-F238E27FC236}">
                <a16:creationId xmlns:a16="http://schemas.microsoft.com/office/drawing/2014/main" id="{A092C12C-FB8B-4737-89E9-58866523D01D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4" name="Square">
            <a:extLst>
              <a:ext uri="{FF2B5EF4-FFF2-40B4-BE49-F238E27FC236}">
                <a16:creationId xmlns:a16="http://schemas.microsoft.com/office/drawing/2014/main" id="{61546337-BAC3-49BC-8CB5-B88B2B7ACA28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5" name="Square">
            <a:extLst>
              <a:ext uri="{FF2B5EF4-FFF2-40B4-BE49-F238E27FC236}">
                <a16:creationId xmlns:a16="http://schemas.microsoft.com/office/drawing/2014/main" id="{BF7A5034-327B-4624-9B38-949E5EFCBB5D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6" name="Square">
            <a:extLst>
              <a:ext uri="{FF2B5EF4-FFF2-40B4-BE49-F238E27FC236}">
                <a16:creationId xmlns:a16="http://schemas.microsoft.com/office/drawing/2014/main" id="{0B7C030D-F897-4923-AF6B-A057433682E2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7" name="Square">
            <a:extLst>
              <a:ext uri="{FF2B5EF4-FFF2-40B4-BE49-F238E27FC236}">
                <a16:creationId xmlns:a16="http://schemas.microsoft.com/office/drawing/2014/main" id="{A8E6A4E0-594F-4416-B0A9-579878B73B9F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8" name="Square">
            <a:extLst>
              <a:ext uri="{FF2B5EF4-FFF2-40B4-BE49-F238E27FC236}">
                <a16:creationId xmlns:a16="http://schemas.microsoft.com/office/drawing/2014/main" id="{DAAA634A-11D4-4A95-A3F1-CCCB21B2BA21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9" name="Square">
            <a:extLst>
              <a:ext uri="{FF2B5EF4-FFF2-40B4-BE49-F238E27FC236}">
                <a16:creationId xmlns:a16="http://schemas.microsoft.com/office/drawing/2014/main" id="{85BE5A8E-F5D4-4E3A-B7BB-009407AFCA77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0" name="Square">
            <a:extLst>
              <a:ext uri="{FF2B5EF4-FFF2-40B4-BE49-F238E27FC236}">
                <a16:creationId xmlns:a16="http://schemas.microsoft.com/office/drawing/2014/main" id="{822DF3B6-CD22-443F-B1FF-D7AB8E53FF5C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1" name="Square">
            <a:extLst>
              <a:ext uri="{FF2B5EF4-FFF2-40B4-BE49-F238E27FC236}">
                <a16:creationId xmlns:a16="http://schemas.microsoft.com/office/drawing/2014/main" id="{160DC3E5-BF6D-47CF-8CB5-40802E05969B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2" name="Circle">
            <a:extLst>
              <a:ext uri="{FF2B5EF4-FFF2-40B4-BE49-F238E27FC236}">
                <a16:creationId xmlns:a16="http://schemas.microsoft.com/office/drawing/2014/main" id="{BD2780EB-3906-44FD-8680-484B5D78F112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23362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Square">
            <a:extLst>
              <a:ext uri="{FF2B5EF4-FFF2-40B4-BE49-F238E27FC236}">
                <a16:creationId xmlns:a16="http://schemas.microsoft.com/office/drawing/2014/main" id="{407B30AF-FCC9-4655-BBF1-C34A2C0BA6D3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5" name="Square">
            <a:extLst>
              <a:ext uri="{FF2B5EF4-FFF2-40B4-BE49-F238E27FC236}">
                <a16:creationId xmlns:a16="http://schemas.microsoft.com/office/drawing/2014/main" id="{08FB3B21-4831-4E4B-A119-7F001C72E86D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6" name="Square">
            <a:extLst>
              <a:ext uri="{FF2B5EF4-FFF2-40B4-BE49-F238E27FC236}">
                <a16:creationId xmlns:a16="http://schemas.microsoft.com/office/drawing/2014/main" id="{62F7F0AB-428D-4A44-9FF6-6FA105206975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7" name="Square">
            <a:extLst>
              <a:ext uri="{FF2B5EF4-FFF2-40B4-BE49-F238E27FC236}">
                <a16:creationId xmlns:a16="http://schemas.microsoft.com/office/drawing/2014/main" id="{8EF14001-2143-4BC8-B481-E480853C006D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8" name="Square">
            <a:extLst>
              <a:ext uri="{FF2B5EF4-FFF2-40B4-BE49-F238E27FC236}">
                <a16:creationId xmlns:a16="http://schemas.microsoft.com/office/drawing/2014/main" id="{1B0E8145-130C-4FD1-A793-C5869FBD437E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9" name="Square">
            <a:extLst>
              <a:ext uri="{FF2B5EF4-FFF2-40B4-BE49-F238E27FC236}">
                <a16:creationId xmlns:a16="http://schemas.microsoft.com/office/drawing/2014/main" id="{E5EF397B-E04D-4D56-A9FE-8429FB77DAC6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0" name="Square">
            <a:extLst>
              <a:ext uri="{FF2B5EF4-FFF2-40B4-BE49-F238E27FC236}">
                <a16:creationId xmlns:a16="http://schemas.microsoft.com/office/drawing/2014/main" id="{51EFCE0E-75BB-4644-BB31-193F54B72620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1" name="Square">
            <a:extLst>
              <a:ext uri="{FF2B5EF4-FFF2-40B4-BE49-F238E27FC236}">
                <a16:creationId xmlns:a16="http://schemas.microsoft.com/office/drawing/2014/main" id="{D4030510-021C-4F41-8718-5F8A477FAC24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2" name="Square">
            <a:extLst>
              <a:ext uri="{FF2B5EF4-FFF2-40B4-BE49-F238E27FC236}">
                <a16:creationId xmlns:a16="http://schemas.microsoft.com/office/drawing/2014/main" id="{9D0565F5-1D28-40CE-9E0D-0E634352EEF5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3" name="Square">
            <a:extLst>
              <a:ext uri="{FF2B5EF4-FFF2-40B4-BE49-F238E27FC236}">
                <a16:creationId xmlns:a16="http://schemas.microsoft.com/office/drawing/2014/main" id="{A308FEB8-7C8C-4FAC-9C05-0DFF6291309E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4" name="Square">
            <a:extLst>
              <a:ext uri="{FF2B5EF4-FFF2-40B4-BE49-F238E27FC236}">
                <a16:creationId xmlns:a16="http://schemas.microsoft.com/office/drawing/2014/main" id="{83174954-D871-4555-8EA3-1AFAB6D3032D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5" name="Square">
            <a:extLst>
              <a:ext uri="{FF2B5EF4-FFF2-40B4-BE49-F238E27FC236}">
                <a16:creationId xmlns:a16="http://schemas.microsoft.com/office/drawing/2014/main" id="{E23DDEE7-768F-43DB-9680-E0A18BCD56B4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6" name="Square">
            <a:extLst>
              <a:ext uri="{FF2B5EF4-FFF2-40B4-BE49-F238E27FC236}">
                <a16:creationId xmlns:a16="http://schemas.microsoft.com/office/drawing/2014/main" id="{91EFCA8A-5ABF-4A05-801B-B9A3C49223E3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7" name="Square">
            <a:extLst>
              <a:ext uri="{FF2B5EF4-FFF2-40B4-BE49-F238E27FC236}">
                <a16:creationId xmlns:a16="http://schemas.microsoft.com/office/drawing/2014/main" id="{FB01C389-CD47-4386-A409-38E14740A855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8" name="Square">
            <a:extLst>
              <a:ext uri="{FF2B5EF4-FFF2-40B4-BE49-F238E27FC236}">
                <a16:creationId xmlns:a16="http://schemas.microsoft.com/office/drawing/2014/main" id="{4CBBF7FA-F922-4780-B122-A10E2CECAF81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9" name="Square">
            <a:extLst>
              <a:ext uri="{FF2B5EF4-FFF2-40B4-BE49-F238E27FC236}">
                <a16:creationId xmlns:a16="http://schemas.microsoft.com/office/drawing/2014/main" id="{BBCA0D2D-6087-4659-89AD-9F80070DE48D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0" name="Square">
            <a:extLst>
              <a:ext uri="{FF2B5EF4-FFF2-40B4-BE49-F238E27FC236}">
                <a16:creationId xmlns:a16="http://schemas.microsoft.com/office/drawing/2014/main" id="{A7C0515B-B72B-478A-84C9-8E97756BEDD0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1" name="Square">
            <a:extLst>
              <a:ext uri="{FF2B5EF4-FFF2-40B4-BE49-F238E27FC236}">
                <a16:creationId xmlns:a16="http://schemas.microsoft.com/office/drawing/2014/main" id="{C9DA71BA-87AC-4AB7-831C-97AB5B394375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2" name="Square">
            <a:extLst>
              <a:ext uri="{FF2B5EF4-FFF2-40B4-BE49-F238E27FC236}">
                <a16:creationId xmlns:a16="http://schemas.microsoft.com/office/drawing/2014/main" id="{3AAB378D-BCC5-460E-A1C8-BD57B8C99EA7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3" name="Square">
            <a:extLst>
              <a:ext uri="{FF2B5EF4-FFF2-40B4-BE49-F238E27FC236}">
                <a16:creationId xmlns:a16="http://schemas.microsoft.com/office/drawing/2014/main" id="{E4EA69A8-6D03-4E75-AF8D-41C13DACA2FF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4" name="Circle">
            <a:extLst>
              <a:ext uri="{FF2B5EF4-FFF2-40B4-BE49-F238E27FC236}">
                <a16:creationId xmlns:a16="http://schemas.microsoft.com/office/drawing/2014/main" id="{66B4DCD2-CF11-493A-8740-DE8A86EA9BC6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14196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168BE-F284-5677-943F-6E21E9F2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Square">
            <a:extLst>
              <a:ext uri="{FF2B5EF4-FFF2-40B4-BE49-F238E27FC236}">
                <a16:creationId xmlns:a16="http://schemas.microsoft.com/office/drawing/2014/main" id="{3690A79F-376E-E06C-3515-38B861CC1C4E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5" name="Square">
            <a:extLst>
              <a:ext uri="{FF2B5EF4-FFF2-40B4-BE49-F238E27FC236}">
                <a16:creationId xmlns:a16="http://schemas.microsoft.com/office/drawing/2014/main" id="{0CD47491-366C-2747-CED2-D7BEADA1F27F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6" name="Square">
            <a:extLst>
              <a:ext uri="{FF2B5EF4-FFF2-40B4-BE49-F238E27FC236}">
                <a16:creationId xmlns:a16="http://schemas.microsoft.com/office/drawing/2014/main" id="{1409C61B-E6E1-C944-BDFD-EA1F62C1896B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7" name="Square">
            <a:extLst>
              <a:ext uri="{FF2B5EF4-FFF2-40B4-BE49-F238E27FC236}">
                <a16:creationId xmlns:a16="http://schemas.microsoft.com/office/drawing/2014/main" id="{B0294279-D72F-A76A-C160-E14FCE25C60C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8" name="Square">
            <a:extLst>
              <a:ext uri="{FF2B5EF4-FFF2-40B4-BE49-F238E27FC236}">
                <a16:creationId xmlns:a16="http://schemas.microsoft.com/office/drawing/2014/main" id="{7CD19918-ADD4-2989-5F60-C2259C3055D6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9" name="Square">
            <a:extLst>
              <a:ext uri="{FF2B5EF4-FFF2-40B4-BE49-F238E27FC236}">
                <a16:creationId xmlns:a16="http://schemas.microsoft.com/office/drawing/2014/main" id="{A3E60A12-E741-666E-0C44-67D4EC48318C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0" name="Square">
            <a:extLst>
              <a:ext uri="{FF2B5EF4-FFF2-40B4-BE49-F238E27FC236}">
                <a16:creationId xmlns:a16="http://schemas.microsoft.com/office/drawing/2014/main" id="{6365C9A9-BC4D-7EB4-B60E-26EFD2B15192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1" name="Square">
            <a:extLst>
              <a:ext uri="{FF2B5EF4-FFF2-40B4-BE49-F238E27FC236}">
                <a16:creationId xmlns:a16="http://schemas.microsoft.com/office/drawing/2014/main" id="{ABAA963F-0FE3-DFBA-39B1-53EDAD8A300B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2" name="Square">
            <a:extLst>
              <a:ext uri="{FF2B5EF4-FFF2-40B4-BE49-F238E27FC236}">
                <a16:creationId xmlns:a16="http://schemas.microsoft.com/office/drawing/2014/main" id="{E5096C9C-A67C-084D-2C6B-7970E546032F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3" name="Square">
            <a:extLst>
              <a:ext uri="{FF2B5EF4-FFF2-40B4-BE49-F238E27FC236}">
                <a16:creationId xmlns:a16="http://schemas.microsoft.com/office/drawing/2014/main" id="{EAE104D4-AC28-81D5-0C77-EF8AB431DB56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4" name="Square">
            <a:extLst>
              <a:ext uri="{FF2B5EF4-FFF2-40B4-BE49-F238E27FC236}">
                <a16:creationId xmlns:a16="http://schemas.microsoft.com/office/drawing/2014/main" id="{14B2D3F2-E24E-1DFB-3FC3-56F6206C9AC3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5" name="Square">
            <a:extLst>
              <a:ext uri="{FF2B5EF4-FFF2-40B4-BE49-F238E27FC236}">
                <a16:creationId xmlns:a16="http://schemas.microsoft.com/office/drawing/2014/main" id="{760D5B52-3FA1-C789-39F5-CA5C0D1B3DDC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6" name="Square">
            <a:extLst>
              <a:ext uri="{FF2B5EF4-FFF2-40B4-BE49-F238E27FC236}">
                <a16:creationId xmlns:a16="http://schemas.microsoft.com/office/drawing/2014/main" id="{D9DEDF0F-9188-E113-6E3C-F12DC94297A3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7" name="Square">
            <a:extLst>
              <a:ext uri="{FF2B5EF4-FFF2-40B4-BE49-F238E27FC236}">
                <a16:creationId xmlns:a16="http://schemas.microsoft.com/office/drawing/2014/main" id="{3A3B21D4-972D-BE67-9DF9-0105C042AD42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8" name="Square">
            <a:extLst>
              <a:ext uri="{FF2B5EF4-FFF2-40B4-BE49-F238E27FC236}">
                <a16:creationId xmlns:a16="http://schemas.microsoft.com/office/drawing/2014/main" id="{F40AE591-CAD5-6497-69E1-8645413E3206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29" name="Square">
            <a:extLst>
              <a:ext uri="{FF2B5EF4-FFF2-40B4-BE49-F238E27FC236}">
                <a16:creationId xmlns:a16="http://schemas.microsoft.com/office/drawing/2014/main" id="{C4ED5DDD-E7F3-0CF3-7D46-D315CF7AD678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0" name="Square">
            <a:extLst>
              <a:ext uri="{FF2B5EF4-FFF2-40B4-BE49-F238E27FC236}">
                <a16:creationId xmlns:a16="http://schemas.microsoft.com/office/drawing/2014/main" id="{31868195-AC28-24D0-1970-45220D973151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1" name="Square">
            <a:extLst>
              <a:ext uri="{FF2B5EF4-FFF2-40B4-BE49-F238E27FC236}">
                <a16:creationId xmlns:a16="http://schemas.microsoft.com/office/drawing/2014/main" id="{1CC93621-99EB-754F-5390-FA0A58805F48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2" name="Square">
            <a:extLst>
              <a:ext uri="{FF2B5EF4-FFF2-40B4-BE49-F238E27FC236}">
                <a16:creationId xmlns:a16="http://schemas.microsoft.com/office/drawing/2014/main" id="{95951AB0-0BF8-DA11-85CD-05941A1C4242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3" name="Square">
            <a:extLst>
              <a:ext uri="{FF2B5EF4-FFF2-40B4-BE49-F238E27FC236}">
                <a16:creationId xmlns:a16="http://schemas.microsoft.com/office/drawing/2014/main" id="{FBE5E1BA-CF04-09BB-0227-26DBCA7A26D6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4" name="Circle">
            <a:extLst>
              <a:ext uri="{FF2B5EF4-FFF2-40B4-BE49-F238E27FC236}">
                <a16:creationId xmlns:a16="http://schemas.microsoft.com/office/drawing/2014/main" id="{E4DBF8DE-4801-48DA-192F-36A014B1D8A1}"/>
              </a:ext>
            </a:extLst>
          </p:cNvPr>
          <p:cNvSpPr>
            <a:spLocks noGrp="1"/>
          </p:cNvSpPr>
          <p:nvPr/>
        </p:nvSpPr>
        <p:spPr>
          <a:xfrm>
            <a:off x="4717877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546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Square">
            <a:extLst>
              <a:ext uri="{FF2B5EF4-FFF2-40B4-BE49-F238E27FC236}">
                <a16:creationId xmlns:a16="http://schemas.microsoft.com/office/drawing/2014/main" id="{1D7542A2-1D8A-4F55-9FED-10E1A810F244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7" name="Square">
            <a:extLst>
              <a:ext uri="{FF2B5EF4-FFF2-40B4-BE49-F238E27FC236}">
                <a16:creationId xmlns:a16="http://schemas.microsoft.com/office/drawing/2014/main" id="{24883650-5E04-47A8-8962-952817908134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8" name="Square">
            <a:extLst>
              <a:ext uri="{FF2B5EF4-FFF2-40B4-BE49-F238E27FC236}">
                <a16:creationId xmlns:a16="http://schemas.microsoft.com/office/drawing/2014/main" id="{E42E029B-4E48-4F3E-A2F6-E9EA1AF1927B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9" name="Square">
            <a:extLst>
              <a:ext uri="{FF2B5EF4-FFF2-40B4-BE49-F238E27FC236}">
                <a16:creationId xmlns:a16="http://schemas.microsoft.com/office/drawing/2014/main" id="{0DE2EB8D-EB9E-4D6E-ACA9-62935A6680E2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0" name="Square">
            <a:extLst>
              <a:ext uri="{FF2B5EF4-FFF2-40B4-BE49-F238E27FC236}">
                <a16:creationId xmlns:a16="http://schemas.microsoft.com/office/drawing/2014/main" id="{01B2CDE2-45D4-4B13-8B74-CDE58D140332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1" name="Square">
            <a:extLst>
              <a:ext uri="{FF2B5EF4-FFF2-40B4-BE49-F238E27FC236}">
                <a16:creationId xmlns:a16="http://schemas.microsoft.com/office/drawing/2014/main" id="{644C1224-46A9-49DD-AD5D-CDCDDB946412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2" name="Square">
            <a:extLst>
              <a:ext uri="{FF2B5EF4-FFF2-40B4-BE49-F238E27FC236}">
                <a16:creationId xmlns:a16="http://schemas.microsoft.com/office/drawing/2014/main" id="{77FBC248-6D13-4C64-BFA8-B2B461AD54AB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3" name="Square">
            <a:extLst>
              <a:ext uri="{FF2B5EF4-FFF2-40B4-BE49-F238E27FC236}">
                <a16:creationId xmlns:a16="http://schemas.microsoft.com/office/drawing/2014/main" id="{56FD6FF9-1D56-429A-B2B1-EE21B9E52038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4" name="Square">
            <a:extLst>
              <a:ext uri="{FF2B5EF4-FFF2-40B4-BE49-F238E27FC236}">
                <a16:creationId xmlns:a16="http://schemas.microsoft.com/office/drawing/2014/main" id="{D02D430C-C000-4FA5-A414-499AF96FF2C3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5" name="Square">
            <a:extLst>
              <a:ext uri="{FF2B5EF4-FFF2-40B4-BE49-F238E27FC236}">
                <a16:creationId xmlns:a16="http://schemas.microsoft.com/office/drawing/2014/main" id="{8DC071A4-04E5-4BD4-AB56-220E2EC5C46F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6" name="Square">
            <a:extLst>
              <a:ext uri="{FF2B5EF4-FFF2-40B4-BE49-F238E27FC236}">
                <a16:creationId xmlns:a16="http://schemas.microsoft.com/office/drawing/2014/main" id="{37C79CD6-7C2C-4E6B-BC29-39C6104C167B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7" name="Square">
            <a:extLst>
              <a:ext uri="{FF2B5EF4-FFF2-40B4-BE49-F238E27FC236}">
                <a16:creationId xmlns:a16="http://schemas.microsoft.com/office/drawing/2014/main" id="{FC26F2B8-9025-4211-8887-63BE1990C43F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8" name="Square">
            <a:extLst>
              <a:ext uri="{FF2B5EF4-FFF2-40B4-BE49-F238E27FC236}">
                <a16:creationId xmlns:a16="http://schemas.microsoft.com/office/drawing/2014/main" id="{5E71FA61-A939-4D07-ACDF-1B6BF386A99C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9" name="Square">
            <a:extLst>
              <a:ext uri="{FF2B5EF4-FFF2-40B4-BE49-F238E27FC236}">
                <a16:creationId xmlns:a16="http://schemas.microsoft.com/office/drawing/2014/main" id="{702D87C8-E3B7-4DC3-A124-A01359165AC2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0" name="Square">
            <a:extLst>
              <a:ext uri="{FF2B5EF4-FFF2-40B4-BE49-F238E27FC236}">
                <a16:creationId xmlns:a16="http://schemas.microsoft.com/office/drawing/2014/main" id="{8171AFB7-3A50-4C7A-AC3F-A3CA89BE74CF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1" name="Square">
            <a:extLst>
              <a:ext uri="{FF2B5EF4-FFF2-40B4-BE49-F238E27FC236}">
                <a16:creationId xmlns:a16="http://schemas.microsoft.com/office/drawing/2014/main" id="{09248B5C-0E55-4216-ACA2-7396C8D93B91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2" name="Square">
            <a:extLst>
              <a:ext uri="{FF2B5EF4-FFF2-40B4-BE49-F238E27FC236}">
                <a16:creationId xmlns:a16="http://schemas.microsoft.com/office/drawing/2014/main" id="{943FECD8-6710-4A27-BC32-1770638B0081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3" name="Square">
            <a:extLst>
              <a:ext uri="{FF2B5EF4-FFF2-40B4-BE49-F238E27FC236}">
                <a16:creationId xmlns:a16="http://schemas.microsoft.com/office/drawing/2014/main" id="{29C3A2D2-1247-438F-9218-AA59DE43C4C2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4" name="Square">
            <a:extLst>
              <a:ext uri="{FF2B5EF4-FFF2-40B4-BE49-F238E27FC236}">
                <a16:creationId xmlns:a16="http://schemas.microsoft.com/office/drawing/2014/main" id="{F1ED6341-90E4-46B8-8E03-54FABEE38DAA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5" name="Square">
            <a:extLst>
              <a:ext uri="{FF2B5EF4-FFF2-40B4-BE49-F238E27FC236}">
                <a16:creationId xmlns:a16="http://schemas.microsoft.com/office/drawing/2014/main" id="{F6A71F76-AE03-4BE4-A7F4-346E918FDDF4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6" name="Rectangle">
            <a:extLst>
              <a:ext uri="{FF2B5EF4-FFF2-40B4-BE49-F238E27FC236}">
                <a16:creationId xmlns:a16="http://schemas.microsoft.com/office/drawing/2014/main" id="{2919D165-A3FE-4382-95C7-A8D675A33A25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7" name="Circle">
            <a:extLst>
              <a:ext uri="{FF2B5EF4-FFF2-40B4-BE49-F238E27FC236}">
                <a16:creationId xmlns:a16="http://schemas.microsoft.com/office/drawing/2014/main" id="{204BF0F1-BFCB-4CAB-BFE7-264FD2567E00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82043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1C346-7BEF-E22C-9E51-453D4771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Square">
            <a:extLst>
              <a:ext uri="{FF2B5EF4-FFF2-40B4-BE49-F238E27FC236}">
                <a16:creationId xmlns:a16="http://schemas.microsoft.com/office/drawing/2014/main" id="{F47050C2-46CE-D2F6-5E9A-C1AE507C7D44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7" name="Square">
            <a:extLst>
              <a:ext uri="{FF2B5EF4-FFF2-40B4-BE49-F238E27FC236}">
                <a16:creationId xmlns:a16="http://schemas.microsoft.com/office/drawing/2014/main" id="{F9953A7F-1C63-05D2-02C4-8A597D8E0175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8" name="Square">
            <a:extLst>
              <a:ext uri="{FF2B5EF4-FFF2-40B4-BE49-F238E27FC236}">
                <a16:creationId xmlns:a16="http://schemas.microsoft.com/office/drawing/2014/main" id="{E11CD932-3ED2-389B-7F5A-FE1B07212124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9" name="Square">
            <a:extLst>
              <a:ext uri="{FF2B5EF4-FFF2-40B4-BE49-F238E27FC236}">
                <a16:creationId xmlns:a16="http://schemas.microsoft.com/office/drawing/2014/main" id="{19218631-AE4C-51CB-38D1-E9D89B463881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0" name="Square">
            <a:extLst>
              <a:ext uri="{FF2B5EF4-FFF2-40B4-BE49-F238E27FC236}">
                <a16:creationId xmlns:a16="http://schemas.microsoft.com/office/drawing/2014/main" id="{20A32D4D-6976-3981-E81E-B0BC8DCF02EF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1" name="Square">
            <a:extLst>
              <a:ext uri="{FF2B5EF4-FFF2-40B4-BE49-F238E27FC236}">
                <a16:creationId xmlns:a16="http://schemas.microsoft.com/office/drawing/2014/main" id="{D2F2B7F2-AC90-1535-454D-4F4D4E2F4B0C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2" name="Square">
            <a:extLst>
              <a:ext uri="{FF2B5EF4-FFF2-40B4-BE49-F238E27FC236}">
                <a16:creationId xmlns:a16="http://schemas.microsoft.com/office/drawing/2014/main" id="{62680E64-0AF5-5234-E8FA-B82B7232C6E1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3" name="Square">
            <a:extLst>
              <a:ext uri="{FF2B5EF4-FFF2-40B4-BE49-F238E27FC236}">
                <a16:creationId xmlns:a16="http://schemas.microsoft.com/office/drawing/2014/main" id="{BDA42681-DAF6-4CC4-86C5-DDBEDD84F8BE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4" name="Square">
            <a:extLst>
              <a:ext uri="{FF2B5EF4-FFF2-40B4-BE49-F238E27FC236}">
                <a16:creationId xmlns:a16="http://schemas.microsoft.com/office/drawing/2014/main" id="{C1DD3E93-D342-4EDF-F747-83909A1A1E47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5" name="Square">
            <a:extLst>
              <a:ext uri="{FF2B5EF4-FFF2-40B4-BE49-F238E27FC236}">
                <a16:creationId xmlns:a16="http://schemas.microsoft.com/office/drawing/2014/main" id="{5336C6CF-B35D-3306-ED52-3CD60941A9A4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6" name="Square">
            <a:extLst>
              <a:ext uri="{FF2B5EF4-FFF2-40B4-BE49-F238E27FC236}">
                <a16:creationId xmlns:a16="http://schemas.microsoft.com/office/drawing/2014/main" id="{ADD2EDAC-64D9-72A2-F8DA-7C2BE89BAB1C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7" name="Square">
            <a:extLst>
              <a:ext uri="{FF2B5EF4-FFF2-40B4-BE49-F238E27FC236}">
                <a16:creationId xmlns:a16="http://schemas.microsoft.com/office/drawing/2014/main" id="{7DFC843E-55F8-E89C-2510-CC9E2E9A794B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8" name="Square">
            <a:extLst>
              <a:ext uri="{FF2B5EF4-FFF2-40B4-BE49-F238E27FC236}">
                <a16:creationId xmlns:a16="http://schemas.microsoft.com/office/drawing/2014/main" id="{35FB5C24-CE05-38AC-05C5-E7C9AB7F919F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9" name="Square">
            <a:extLst>
              <a:ext uri="{FF2B5EF4-FFF2-40B4-BE49-F238E27FC236}">
                <a16:creationId xmlns:a16="http://schemas.microsoft.com/office/drawing/2014/main" id="{2C00B4EB-5590-0C57-54FD-AAF31BDDE848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0" name="Square">
            <a:extLst>
              <a:ext uri="{FF2B5EF4-FFF2-40B4-BE49-F238E27FC236}">
                <a16:creationId xmlns:a16="http://schemas.microsoft.com/office/drawing/2014/main" id="{187BBA80-EF2B-E15C-F2AC-9AE284D1B675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1" name="Square">
            <a:extLst>
              <a:ext uri="{FF2B5EF4-FFF2-40B4-BE49-F238E27FC236}">
                <a16:creationId xmlns:a16="http://schemas.microsoft.com/office/drawing/2014/main" id="{A2666FE7-16B9-2274-561A-498701C737C7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2" name="Square">
            <a:extLst>
              <a:ext uri="{FF2B5EF4-FFF2-40B4-BE49-F238E27FC236}">
                <a16:creationId xmlns:a16="http://schemas.microsoft.com/office/drawing/2014/main" id="{679884CB-80F2-CAEB-FD72-FE69EA1BE24F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3" name="Square">
            <a:extLst>
              <a:ext uri="{FF2B5EF4-FFF2-40B4-BE49-F238E27FC236}">
                <a16:creationId xmlns:a16="http://schemas.microsoft.com/office/drawing/2014/main" id="{284BD2D4-92A7-052D-87BB-7897500EE505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4" name="Square">
            <a:extLst>
              <a:ext uri="{FF2B5EF4-FFF2-40B4-BE49-F238E27FC236}">
                <a16:creationId xmlns:a16="http://schemas.microsoft.com/office/drawing/2014/main" id="{E6B62303-B352-C4D3-70FB-A81DAC65D414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5" name="Square">
            <a:extLst>
              <a:ext uri="{FF2B5EF4-FFF2-40B4-BE49-F238E27FC236}">
                <a16:creationId xmlns:a16="http://schemas.microsoft.com/office/drawing/2014/main" id="{C12DB776-C81E-5FA1-A232-1749EDBB186A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6" name="Rectangle">
            <a:extLst>
              <a:ext uri="{FF2B5EF4-FFF2-40B4-BE49-F238E27FC236}">
                <a16:creationId xmlns:a16="http://schemas.microsoft.com/office/drawing/2014/main" id="{06BC44A4-92BA-29E6-FE81-C360C7082040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7" name="Circle">
            <a:extLst>
              <a:ext uri="{FF2B5EF4-FFF2-40B4-BE49-F238E27FC236}">
                <a16:creationId xmlns:a16="http://schemas.microsoft.com/office/drawing/2014/main" id="{914F0814-8B61-3650-0ECE-2CAE84C122B9}"/>
              </a:ext>
            </a:extLst>
          </p:cNvPr>
          <p:cNvSpPr>
            <a:spLocks noGrp="1"/>
          </p:cNvSpPr>
          <p:nvPr/>
        </p:nvSpPr>
        <p:spPr>
          <a:xfrm>
            <a:off x="1751034" y="727902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28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EBD4-3559-9738-8584-D9E2B148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Square">
            <a:extLst>
              <a:ext uri="{FF2B5EF4-FFF2-40B4-BE49-F238E27FC236}">
                <a16:creationId xmlns:a16="http://schemas.microsoft.com/office/drawing/2014/main" id="{C6B3F996-C957-34BE-24D5-46EC528269B3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7" name="Square">
            <a:extLst>
              <a:ext uri="{FF2B5EF4-FFF2-40B4-BE49-F238E27FC236}">
                <a16:creationId xmlns:a16="http://schemas.microsoft.com/office/drawing/2014/main" id="{3E1345DC-1EDC-9CD2-9AB6-42793BC5DB6D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8" name="Square">
            <a:extLst>
              <a:ext uri="{FF2B5EF4-FFF2-40B4-BE49-F238E27FC236}">
                <a16:creationId xmlns:a16="http://schemas.microsoft.com/office/drawing/2014/main" id="{221E37F0-998D-E662-5865-76FD201F1B7B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9" name="Square">
            <a:extLst>
              <a:ext uri="{FF2B5EF4-FFF2-40B4-BE49-F238E27FC236}">
                <a16:creationId xmlns:a16="http://schemas.microsoft.com/office/drawing/2014/main" id="{49AD0F0A-9BB2-2225-C271-E87D4FCCFB68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0" name="Square">
            <a:extLst>
              <a:ext uri="{FF2B5EF4-FFF2-40B4-BE49-F238E27FC236}">
                <a16:creationId xmlns:a16="http://schemas.microsoft.com/office/drawing/2014/main" id="{D1FBD4F4-FDCA-785F-C385-8CF71CDCE539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1" name="Square">
            <a:extLst>
              <a:ext uri="{FF2B5EF4-FFF2-40B4-BE49-F238E27FC236}">
                <a16:creationId xmlns:a16="http://schemas.microsoft.com/office/drawing/2014/main" id="{53005647-6475-F5DC-15E0-F504CBE83621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2" name="Square">
            <a:extLst>
              <a:ext uri="{FF2B5EF4-FFF2-40B4-BE49-F238E27FC236}">
                <a16:creationId xmlns:a16="http://schemas.microsoft.com/office/drawing/2014/main" id="{D17164C9-7B18-8AF4-FE42-0464A03FC99A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3" name="Square">
            <a:extLst>
              <a:ext uri="{FF2B5EF4-FFF2-40B4-BE49-F238E27FC236}">
                <a16:creationId xmlns:a16="http://schemas.microsoft.com/office/drawing/2014/main" id="{58E41D03-C7D4-1C56-987E-3B66B7F3D313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4" name="Square">
            <a:extLst>
              <a:ext uri="{FF2B5EF4-FFF2-40B4-BE49-F238E27FC236}">
                <a16:creationId xmlns:a16="http://schemas.microsoft.com/office/drawing/2014/main" id="{E9340271-427F-4228-5412-F5CD55A74D8C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5" name="Square">
            <a:extLst>
              <a:ext uri="{FF2B5EF4-FFF2-40B4-BE49-F238E27FC236}">
                <a16:creationId xmlns:a16="http://schemas.microsoft.com/office/drawing/2014/main" id="{B66CEAB3-24B2-5263-846F-E16BD368B6EC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6" name="Square">
            <a:extLst>
              <a:ext uri="{FF2B5EF4-FFF2-40B4-BE49-F238E27FC236}">
                <a16:creationId xmlns:a16="http://schemas.microsoft.com/office/drawing/2014/main" id="{C2C8AC08-F15E-88EC-96D9-41DD7BA919E2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7" name="Square">
            <a:extLst>
              <a:ext uri="{FF2B5EF4-FFF2-40B4-BE49-F238E27FC236}">
                <a16:creationId xmlns:a16="http://schemas.microsoft.com/office/drawing/2014/main" id="{179B9088-7CBB-AA2C-DD50-7B9A1795B9A9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8" name="Square">
            <a:extLst>
              <a:ext uri="{FF2B5EF4-FFF2-40B4-BE49-F238E27FC236}">
                <a16:creationId xmlns:a16="http://schemas.microsoft.com/office/drawing/2014/main" id="{F1FF70C8-9E82-EA2E-5FC2-880615943609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9" name="Square">
            <a:extLst>
              <a:ext uri="{FF2B5EF4-FFF2-40B4-BE49-F238E27FC236}">
                <a16:creationId xmlns:a16="http://schemas.microsoft.com/office/drawing/2014/main" id="{AAF8B546-044D-B80C-18D7-831A8021662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0" name="Square">
            <a:extLst>
              <a:ext uri="{FF2B5EF4-FFF2-40B4-BE49-F238E27FC236}">
                <a16:creationId xmlns:a16="http://schemas.microsoft.com/office/drawing/2014/main" id="{2C186791-B640-109B-831D-63450A1A78ED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1" name="Square">
            <a:extLst>
              <a:ext uri="{FF2B5EF4-FFF2-40B4-BE49-F238E27FC236}">
                <a16:creationId xmlns:a16="http://schemas.microsoft.com/office/drawing/2014/main" id="{0EDA354F-A0D7-A25D-0429-7D5B0C67BC9A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2" name="Square">
            <a:extLst>
              <a:ext uri="{FF2B5EF4-FFF2-40B4-BE49-F238E27FC236}">
                <a16:creationId xmlns:a16="http://schemas.microsoft.com/office/drawing/2014/main" id="{69673FFE-4B08-F2EE-DD91-8DBDE4B76252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3" name="Square">
            <a:extLst>
              <a:ext uri="{FF2B5EF4-FFF2-40B4-BE49-F238E27FC236}">
                <a16:creationId xmlns:a16="http://schemas.microsoft.com/office/drawing/2014/main" id="{6D498957-235E-2DA4-F29A-CD1131B7A135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4" name="Square">
            <a:extLst>
              <a:ext uri="{FF2B5EF4-FFF2-40B4-BE49-F238E27FC236}">
                <a16:creationId xmlns:a16="http://schemas.microsoft.com/office/drawing/2014/main" id="{964C123C-71D3-E3C3-0158-F9CF4B78213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5" name="Square">
            <a:extLst>
              <a:ext uri="{FF2B5EF4-FFF2-40B4-BE49-F238E27FC236}">
                <a16:creationId xmlns:a16="http://schemas.microsoft.com/office/drawing/2014/main" id="{44FB7875-F93C-4CCD-8C97-DA2DF64DBEFC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6" name="Rectangle">
            <a:extLst>
              <a:ext uri="{FF2B5EF4-FFF2-40B4-BE49-F238E27FC236}">
                <a16:creationId xmlns:a16="http://schemas.microsoft.com/office/drawing/2014/main" id="{556662E0-331B-D7BA-6E9E-496BB64D1D39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7" name="Circle">
            <a:extLst>
              <a:ext uri="{FF2B5EF4-FFF2-40B4-BE49-F238E27FC236}">
                <a16:creationId xmlns:a16="http://schemas.microsoft.com/office/drawing/2014/main" id="{39BC8BB8-154E-A6A4-CA21-A224120C1807}"/>
              </a:ext>
            </a:extLst>
          </p:cNvPr>
          <p:cNvSpPr>
            <a:spLocks noGrp="1"/>
          </p:cNvSpPr>
          <p:nvPr/>
        </p:nvSpPr>
        <p:spPr>
          <a:xfrm>
            <a:off x="4717876" y="727902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494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D3BF9-2D60-C3FB-4C79-25B44F77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Square">
            <a:extLst>
              <a:ext uri="{FF2B5EF4-FFF2-40B4-BE49-F238E27FC236}">
                <a16:creationId xmlns:a16="http://schemas.microsoft.com/office/drawing/2014/main" id="{D1DCCC64-5959-05EF-5411-D436699F7A4B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7" name="Square">
            <a:extLst>
              <a:ext uri="{FF2B5EF4-FFF2-40B4-BE49-F238E27FC236}">
                <a16:creationId xmlns:a16="http://schemas.microsoft.com/office/drawing/2014/main" id="{713282CA-590E-3753-4518-EB09A561E552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8" name="Square">
            <a:extLst>
              <a:ext uri="{FF2B5EF4-FFF2-40B4-BE49-F238E27FC236}">
                <a16:creationId xmlns:a16="http://schemas.microsoft.com/office/drawing/2014/main" id="{5CD7E1FF-CEC4-344B-B875-BAB5CE3E35FC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39" name="Square">
            <a:extLst>
              <a:ext uri="{FF2B5EF4-FFF2-40B4-BE49-F238E27FC236}">
                <a16:creationId xmlns:a16="http://schemas.microsoft.com/office/drawing/2014/main" id="{02F24D27-3596-BE1A-CF14-95EC9E9F79B9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0" name="Square">
            <a:extLst>
              <a:ext uri="{FF2B5EF4-FFF2-40B4-BE49-F238E27FC236}">
                <a16:creationId xmlns:a16="http://schemas.microsoft.com/office/drawing/2014/main" id="{E55E1E8B-E9F8-F35D-3EF8-D0B27A5429C2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1" name="Square">
            <a:extLst>
              <a:ext uri="{FF2B5EF4-FFF2-40B4-BE49-F238E27FC236}">
                <a16:creationId xmlns:a16="http://schemas.microsoft.com/office/drawing/2014/main" id="{51CACA5C-7BBF-F531-66DC-09F2846A9FD3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2" name="Square">
            <a:extLst>
              <a:ext uri="{FF2B5EF4-FFF2-40B4-BE49-F238E27FC236}">
                <a16:creationId xmlns:a16="http://schemas.microsoft.com/office/drawing/2014/main" id="{9B4DC5CA-21B8-4191-C04C-5B02BC58AA72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3" name="Square">
            <a:extLst>
              <a:ext uri="{FF2B5EF4-FFF2-40B4-BE49-F238E27FC236}">
                <a16:creationId xmlns:a16="http://schemas.microsoft.com/office/drawing/2014/main" id="{C174326E-E75C-9547-CBA4-B430410D6CA7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4" name="Square">
            <a:extLst>
              <a:ext uri="{FF2B5EF4-FFF2-40B4-BE49-F238E27FC236}">
                <a16:creationId xmlns:a16="http://schemas.microsoft.com/office/drawing/2014/main" id="{A411B356-6016-158A-FD64-480FA7AAC282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5" name="Square">
            <a:extLst>
              <a:ext uri="{FF2B5EF4-FFF2-40B4-BE49-F238E27FC236}">
                <a16:creationId xmlns:a16="http://schemas.microsoft.com/office/drawing/2014/main" id="{A03D3FD6-9567-0C0C-418E-EAB43B920C40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6" name="Square">
            <a:extLst>
              <a:ext uri="{FF2B5EF4-FFF2-40B4-BE49-F238E27FC236}">
                <a16:creationId xmlns:a16="http://schemas.microsoft.com/office/drawing/2014/main" id="{A89D2D5B-DB23-5F01-62CB-FA9BEB863215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7" name="Square">
            <a:extLst>
              <a:ext uri="{FF2B5EF4-FFF2-40B4-BE49-F238E27FC236}">
                <a16:creationId xmlns:a16="http://schemas.microsoft.com/office/drawing/2014/main" id="{DF0B20E7-BDAC-4BD0-F3F7-B2A6686540FD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8" name="Square">
            <a:extLst>
              <a:ext uri="{FF2B5EF4-FFF2-40B4-BE49-F238E27FC236}">
                <a16:creationId xmlns:a16="http://schemas.microsoft.com/office/drawing/2014/main" id="{C57F93FD-5E56-3075-0C7B-20D4094F3065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9" name="Square">
            <a:extLst>
              <a:ext uri="{FF2B5EF4-FFF2-40B4-BE49-F238E27FC236}">
                <a16:creationId xmlns:a16="http://schemas.microsoft.com/office/drawing/2014/main" id="{B6E2842D-A55A-94C7-4C5F-3D9C844C1C0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0" name="Square">
            <a:extLst>
              <a:ext uri="{FF2B5EF4-FFF2-40B4-BE49-F238E27FC236}">
                <a16:creationId xmlns:a16="http://schemas.microsoft.com/office/drawing/2014/main" id="{160A4E3C-0BB2-1B03-3F07-BB8A5E45B811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1" name="Square">
            <a:extLst>
              <a:ext uri="{FF2B5EF4-FFF2-40B4-BE49-F238E27FC236}">
                <a16:creationId xmlns:a16="http://schemas.microsoft.com/office/drawing/2014/main" id="{F406F2CE-53DF-9403-5A70-2F78F71F1D74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2" name="Square">
            <a:extLst>
              <a:ext uri="{FF2B5EF4-FFF2-40B4-BE49-F238E27FC236}">
                <a16:creationId xmlns:a16="http://schemas.microsoft.com/office/drawing/2014/main" id="{723DD9F6-F7D5-96E3-805B-22E0555DCEB6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3" name="Square">
            <a:extLst>
              <a:ext uri="{FF2B5EF4-FFF2-40B4-BE49-F238E27FC236}">
                <a16:creationId xmlns:a16="http://schemas.microsoft.com/office/drawing/2014/main" id="{A0D0D375-BEBD-9C3E-0E79-41D941EAABAE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4" name="Square">
            <a:extLst>
              <a:ext uri="{FF2B5EF4-FFF2-40B4-BE49-F238E27FC236}">
                <a16:creationId xmlns:a16="http://schemas.microsoft.com/office/drawing/2014/main" id="{65EDB223-7058-6A70-7F6C-442EFDB77207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5" name="Square">
            <a:extLst>
              <a:ext uri="{FF2B5EF4-FFF2-40B4-BE49-F238E27FC236}">
                <a16:creationId xmlns:a16="http://schemas.microsoft.com/office/drawing/2014/main" id="{D37E686B-269B-197E-3694-5359927F8184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6" name="Rectangle">
            <a:extLst>
              <a:ext uri="{FF2B5EF4-FFF2-40B4-BE49-F238E27FC236}">
                <a16:creationId xmlns:a16="http://schemas.microsoft.com/office/drawing/2014/main" id="{99BB7EFD-B217-D843-6A06-68942F448208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57" name="Circle">
            <a:extLst>
              <a:ext uri="{FF2B5EF4-FFF2-40B4-BE49-F238E27FC236}">
                <a16:creationId xmlns:a16="http://schemas.microsoft.com/office/drawing/2014/main" id="{37B61C27-E416-A506-0617-A39CB5C77D76}"/>
              </a:ext>
            </a:extLst>
          </p:cNvPr>
          <p:cNvSpPr>
            <a:spLocks noGrp="1"/>
          </p:cNvSpPr>
          <p:nvPr/>
        </p:nvSpPr>
        <p:spPr>
          <a:xfrm>
            <a:off x="4717876" y="10320276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4305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Square">
            <a:extLst>
              <a:ext uri="{FF2B5EF4-FFF2-40B4-BE49-F238E27FC236}">
                <a16:creationId xmlns:a16="http://schemas.microsoft.com/office/drawing/2014/main" id="{B6485768-B26B-44EC-AFE3-E2295FF2B0E5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0" name="Square">
            <a:extLst>
              <a:ext uri="{FF2B5EF4-FFF2-40B4-BE49-F238E27FC236}">
                <a16:creationId xmlns:a16="http://schemas.microsoft.com/office/drawing/2014/main" id="{A6EE0F7E-7D60-434B-B80C-D10EC26C3233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1" name="Square">
            <a:extLst>
              <a:ext uri="{FF2B5EF4-FFF2-40B4-BE49-F238E27FC236}">
                <a16:creationId xmlns:a16="http://schemas.microsoft.com/office/drawing/2014/main" id="{38BC0AEF-5CB3-42C4-B8B0-834B0ECC2819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2" name="Square">
            <a:extLst>
              <a:ext uri="{FF2B5EF4-FFF2-40B4-BE49-F238E27FC236}">
                <a16:creationId xmlns:a16="http://schemas.microsoft.com/office/drawing/2014/main" id="{FEEF4C62-4488-45FB-8498-630C0C7A085B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3" name="Square">
            <a:extLst>
              <a:ext uri="{FF2B5EF4-FFF2-40B4-BE49-F238E27FC236}">
                <a16:creationId xmlns:a16="http://schemas.microsoft.com/office/drawing/2014/main" id="{7BE6DDDB-D32B-400F-B90F-9887B5B1339A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4" name="Square">
            <a:extLst>
              <a:ext uri="{FF2B5EF4-FFF2-40B4-BE49-F238E27FC236}">
                <a16:creationId xmlns:a16="http://schemas.microsoft.com/office/drawing/2014/main" id="{154A2B6F-5F2F-48F7-AC87-4470A6375D51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5" name="Square">
            <a:extLst>
              <a:ext uri="{FF2B5EF4-FFF2-40B4-BE49-F238E27FC236}">
                <a16:creationId xmlns:a16="http://schemas.microsoft.com/office/drawing/2014/main" id="{C617C4DD-4E9A-4EF4-AF45-A8F7833F7F3E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6" name="Square">
            <a:extLst>
              <a:ext uri="{FF2B5EF4-FFF2-40B4-BE49-F238E27FC236}">
                <a16:creationId xmlns:a16="http://schemas.microsoft.com/office/drawing/2014/main" id="{9D82F15B-DDB4-46B9-8FE5-88B950608639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7" name="Square">
            <a:extLst>
              <a:ext uri="{FF2B5EF4-FFF2-40B4-BE49-F238E27FC236}">
                <a16:creationId xmlns:a16="http://schemas.microsoft.com/office/drawing/2014/main" id="{A9F19CCA-DE1F-4023-9751-F593CDD06C9D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8" name="Square">
            <a:extLst>
              <a:ext uri="{FF2B5EF4-FFF2-40B4-BE49-F238E27FC236}">
                <a16:creationId xmlns:a16="http://schemas.microsoft.com/office/drawing/2014/main" id="{5AC41FCB-8E05-452C-BCBA-205BF495AEEC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9" name="Square">
            <a:extLst>
              <a:ext uri="{FF2B5EF4-FFF2-40B4-BE49-F238E27FC236}">
                <a16:creationId xmlns:a16="http://schemas.microsoft.com/office/drawing/2014/main" id="{23987090-E5EC-4C18-9B5F-1C25D203F93A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0" name="Square">
            <a:extLst>
              <a:ext uri="{FF2B5EF4-FFF2-40B4-BE49-F238E27FC236}">
                <a16:creationId xmlns:a16="http://schemas.microsoft.com/office/drawing/2014/main" id="{271FE025-E6CA-4A98-AD5B-C33C7107E08C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1" name="Square">
            <a:extLst>
              <a:ext uri="{FF2B5EF4-FFF2-40B4-BE49-F238E27FC236}">
                <a16:creationId xmlns:a16="http://schemas.microsoft.com/office/drawing/2014/main" id="{C5F4ED73-D916-4634-98AB-25ABEF26BBEF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2" name="Square">
            <a:extLst>
              <a:ext uri="{FF2B5EF4-FFF2-40B4-BE49-F238E27FC236}">
                <a16:creationId xmlns:a16="http://schemas.microsoft.com/office/drawing/2014/main" id="{9A389557-9782-418C-9783-36FE589FE782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3" name="Square">
            <a:extLst>
              <a:ext uri="{FF2B5EF4-FFF2-40B4-BE49-F238E27FC236}">
                <a16:creationId xmlns:a16="http://schemas.microsoft.com/office/drawing/2014/main" id="{923D4BCD-99F9-47B6-8990-8DA0C98C557E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4" name="Square">
            <a:extLst>
              <a:ext uri="{FF2B5EF4-FFF2-40B4-BE49-F238E27FC236}">
                <a16:creationId xmlns:a16="http://schemas.microsoft.com/office/drawing/2014/main" id="{0E0F0CD8-A53F-418E-9AE3-B65F007328E4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5" name="Square">
            <a:extLst>
              <a:ext uri="{FF2B5EF4-FFF2-40B4-BE49-F238E27FC236}">
                <a16:creationId xmlns:a16="http://schemas.microsoft.com/office/drawing/2014/main" id="{82121865-F7E7-4CC0-B5D7-EEDA664044AE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6" name="Square">
            <a:extLst>
              <a:ext uri="{FF2B5EF4-FFF2-40B4-BE49-F238E27FC236}">
                <a16:creationId xmlns:a16="http://schemas.microsoft.com/office/drawing/2014/main" id="{6EAFD637-9825-42F6-A6B4-56FADFF011EE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7" name="Square">
            <a:extLst>
              <a:ext uri="{FF2B5EF4-FFF2-40B4-BE49-F238E27FC236}">
                <a16:creationId xmlns:a16="http://schemas.microsoft.com/office/drawing/2014/main" id="{967227CC-D7FB-4A4E-A6AD-2E89E744EF6E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8" name="Square">
            <a:extLst>
              <a:ext uri="{FF2B5EF4-FFF2-40B4-BE49-F238E27FC236}">
                <a16:creationId xmlns:a16="http://schemas.microsoft.com/office/drawing/2014/main" id="{5416F63E-7C1B-4E76-9BC3-6C9687490709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9" name="Rectangle">
            <a:extLst>
              <a:ext uri="{FF2B5EF4-FFF2-40B4-BE49-F238E27FC236}">
                <a16:creationId xmlns:a16="http://schemas.microsoft.com/office/drawing/2014/main" id="{680E8FF7-8075-41D9-BF49-774AE58F12DE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0" name="Rectangle">
            <a:extLst>
              <a:ext uri="{FF2B5EF4-FFF2-40B4-BE49-F238E27FC236}">
                <a16:creationId xmlns:a16="http://schemas.microsoft.com/office/drawing/2014/main" id="{430D91C4-664B-406C-B570-565073C99A15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1" name="Circle">
            <a:extLst>
              <a:ext uri="{FF2B5EF4-FFF2-40B4-BE49-F238E27FC236}">
                <a16:creationId xmlns:a16="http://schemas.microsoft.com/office/drawing/2014/main" id="{F6BFD45D-27CC-492A-8024-3E305BBA8393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88447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29B9-0521-D5C5-05D0-B4ECFCD9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Square">
            <a:extLst>
              <a:ext uri="{FF2B5EF4-FFF2-40B4-BE49-F238E27FC236}">
                <a16:creationId xmlns:a16="http://schemas.microsoft.com/office/drawing/2014/main" id="{027CE42E-C290-FB0A-F75C-805EA64A11E0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0" name="Square">
            <a:extLst>
              <a:ext uri="{FF2B5EF4-FFF2-40B4-BE49-F238E27FC236}">
                <a16:creationId xmlns:a16="http://schemas.microsoft.com/office/drawing/2014/main" id="{85155169-3D79-3112-F208-27E4B21E2C29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1" name="Square">
            <a:extLst>
              <a:ext uri="{FF2B5EF4-FFF2-40B4-BE49-F238E27FC236}">
                <a16:creationId xmlns:a16="http://schemas.microsoft.com/office/drawing/2014/main" id="{3B74AA44-348C-22A8-4D13-0C54EEB6E04C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2" name="Square">
            <a:extLst>
              <a:ext uri="{FF2B5EF4-FFF2-40B4-BE49-F238E27FC236}">
                <a16:creationId xmlns:a16="http://schemas.microsoft.com/office/drawing/2014/main" id="{00450433-870A-993E-4C03-7E94E0A970B8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3" name="Square">
            <a:extLst>
              <a:ext uri="{FF2B5EF4-FFF2-40B4-BE49-F238E27FC236}">
                <a16:creationId xmlns:a16="http://schemas.microsoft.com/office/drawing/2014/main" id="{65E59A16-6F14-EF02-4E87-C26361782AE2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4" name="Square">
            <a:extLst>
              <a:ext uri="{FF2B5EF4-FFF2-40B4-BE49-F238E27FC236}">
                <a16:creationId xmlns:a16="http://schemas.microsoft.com/office/drawing/2014/main" id="{C06C2CC0-E529-0A2C-EAC5-09288073436A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5" name="Square">
            <a:extLst>
              <a:ext uri="{FF2B5EF4-FFF2-40B4-BE49-F238E27FC236}">
                <a16:creationId xmlns:a16="http://schemas.microsoft.com/office/drawing/2014/main" id="{C48FB17F-E2F7-6525-89F7-5D891988503F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6" name="Square">
            <a:extLst>
              <a:ext uri="{FF2B5EF4-FFF2-40B4-BE49-F238E27FC236}">
                <a16:creationId xmlns:a16="http://schemas.microsoft.com/office/drawing/2014/main" id="{2AD3C79C-C52D-8640-2298-97498C4FE3FF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7" name="Square">
            <a:extLst>
              <a:ext uri="{FF2B5EF4-FFF2-40B4-BE49-F238E27FC236}">
                <a16:creationId xmlns:a16="http://schemas.microsoft.com/office/drawing/2014/main" id="{F72A721B-8070-484E-73DE-63A7433096EB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8" name="Square">
            <a:extLst>
              <a:ext uri="{FF2B5EF4-FFF2-40B4-BE49-F238E27FC236}">
                <a16:creationId xmlns:a16="http://schemas.microsoft.com/office/drawing/2014/main" id="{3ECF0A1B-D516-B16B-DAEF-37878D6D8A89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9" name="Square">
            <a:extLst>
              <a:ext uri="{FF2B5EF4-FFF2-40B4-BE49-F238E27FC236}">
                <a16:creationId xmlns:a16="http://schemas.microsoft.com/office/drawing/2014/main" id="{9B8003DB-B6FF-BEAD-53D4-96223918868E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0" name="Square">
            <a:extLst>
              <a:ext uri="{FF2B5EF4-FFF2-40B4-BE49-F238E27FC236}">
                <a16:creationId xmlns:a16="http://schemas.microsoft.com/office/drawing/2014/main" id="{1C91424E-2E37-67D4-D470-61500EBC9669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1" name="Square">
            <a:extLst>
              <a:ext uri="{FF2B5EF4-FFF2-40B4-BE49-F238E27FC236}">
                <a16:creationId xmlns:a16="http://schemas.microsoft.com/office/drawing/2014/main" id="{AAAC70E7-69B9-1564-5DAE-1589C004CB18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2" name="Square">
            <a:extLst>
              <a:ext uri="{FF2B5EF4-FFF2-40B4-BE49-F238E27FC236}">
                <a16:creationId xmlns:a16="http://schemas.microsoft.com/office/drawing/2014/main" id="{34E8C1AE-E4A2-86EE-1A81-DAD7911E19B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3" name="Square">
            <a:extLst>
              <a:ext uri="{FF2B5EF4-FFF2-40B4-BE49-F238E27FC236}">
                <a16:creationId xmlns:a16="http://schemas.microsoft.com/office/drawing/2014/main" id="{6BD1C75B-B419-DDB3-B209-7C82D2C63CFF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4" name="Square">
            <a:extLst>
              <a:ext uri="{FF2B5EF4-FFF2-40B4-BE49-F238E27FC236}">
                <a16:creationId xmlns:a16="http://schemas.microsoft.com/office/drawing/2014/main" id="{0B6AEAED-CAF9-692E-E568-2DBF5377B810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5" name="Square">
            <a:extLst>
              <a:ext uri="{FF2B5EF4-FFF2-40B4-BE49-F238E27FC236}">
                <a16:creationId xmlns:a16="http://schemas.microsoft.com/office/drawing/2014/main" id="{4D566D14-6D6C-0723-5E21-2FCF1C611AD6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6" name="Square">
            <a:extLst>
              <a:ext uri="{FF2B5EF4-FFF2-40B4-BE49-F238E27FC236}">
                <a16:creationId xmlns:a16="http://schemas.microsoft.com/office/drawing/2014/main" id="{3C660873-4B07-5BC5-6EB1-6760F8486B25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7" name="Square">
            <a:extLst>
              <a:ext uri="{FF2B5EF4-FFF2-40B4-BE49-F238E27FC236}">
                <a16:creationId xmlns:a16="http://schemas.microsoft.com/office/drawing/2014/main" id="{B7091817-C4CA-1714-5321-AD9849600B6A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8" name="Square">
            <a:extLst>
              <a:ext uri="{FF2B5EF4-FFF2-40B4-BE49-F238E27FC236}">
                <a16:creationId xmlns:a16="http://schemas.microsoft.com/office/drawing/2014/main" id="{C26B9E79-AEA2-91DC-0260-C92B0B074A6C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9" name="Rectangle">
            <a:extLst>
              <a:ext uri="{FF2B5EF4-FFF2-40B4-BE49-F238E27FC236}">
                <a16:creationId xmlns:a16="http://schemas.microsoft.com/office/drawing/2014/main" id="{08DCD3D5-B6E8-13AE-7746-67CC0D2D169C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0" name="Rectangle">
            <a:extLst>
              <a:ext uri="{FF2B5EF4-FFF2-40B4-BE49-F238E27FC236}">
                <a16:creationId xmlns:a16="http://schemas.microsoft.com/office/drawing/2014/main" id="{874C12D8-70D9-BB0E-68E1-BC0D396C115F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1" name="Circle">
            <a:extLst>
              <a:ext uri="{FF2B5EF4-FFF2-40B4-BE49-F238E27FC236}">
                <a16:creationId xmlns:a16="http://schemas.microsoft.com/office/drawing/2014/main" id="{9F76E1E1-4CE7-6CD4-A8BB-184D95051FA9}"/>
              </a:ext>
            </a:extLst>
          </p:cNvPr>
          <p:cNvSpPr>
            <a:spLocks noGrp="1"/>
          </p:cNvSpPr>
          <p:nvPr/>
        </p:nvSpPr>
        <p:spPr>
          <a:xfrm>
            <a:off x="1751034" y="731312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852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F72B-3E09-AFBB-3F84-00A3AE5CC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Square">
            <a:extLst>
              <a:ext uri="{FF2B5EF4-FFF2-40B4-BE49-F238E27FC236}">
                <a16:creationId xmlns:a16="http://schemas.microsoft.com/office/drawing/2014/main" id="{FAE29E26-FFA3-F344-FF05-C20D9A3BD97A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0" name="Square">
            <a:extLst>
              <a:ext uri="{FF2B5EF4-FFF2-40B4-BE49-F238E27FC236}">
                <a16:creationId xmlns:a16="http://schemas.microsoft.com/office/drawing/2014/main" id="{D9891A7D-E388-5C33-431A-374F0D2A0206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1" name="Square">
            <a:extLst>
              <a:ext uri="{FF2B5EF4-FFF2-40B4-BE49-F238E27FC236}">
                <a16:creationId xmlns:a16="http://schemas.microsoft.com/office/drawing/2014/main" id="{28ADD8F8-DC74-14E1-3EE8-A35932C7AE78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2" name="Square">
            <a:extLst>
              <a:ext uri="{FF2B5EF4-FFF2-40B4-BE49-F238E27FC236}">
                <a16:creationId xmlns:a16="http://schemas.microsoft.com/office/drawing/2014/main" id="{39DFB25A-0388-40BC-45EF-3231A15483FC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3" name="Square">
            <a:extLst>
              <a:ext uri="{FF2B5EF4-FFF2-40B4-BE49-F238E27FC236}">
                <a16:creationId xmlns:a16="http://schemas.microsoft.com/office/drawing/2014/main" id="{5362E9B8-6C34-2655-8760-90BB8802B808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4" name="Square">
            <a:extLst>
              <a:ext uri="{FF2B5EF4-FFF2-40B4-BE49-F238E27FC236}">
                <a16:creationId xmlns:a16="http://schemas.microsoft.com/office/drawing/2014/main" id="{98FCB51B-76A8-C3DE-994F-0AC300BF4381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5" name="Square">
            <a:extLst>
              <a:ext uri="{FF2B5EF4-FFF2-40B4-BE49-F238E27FC236}">
                <a16:creationId xmlns:a16="http://schemas.microsoft.com/office/drawing/2014/main" id="{BF725C7B-2976-8F6F-D585-8F89C67CD304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6" name="Square">
            <a:extLst>
              <a:ext uri="{FF2B5EF4-FFF2-40B4-BE49-F238E27FC236}">
                <a16:creationId xmlns:a16="http://schemas.microsoft.com/office/drawing/2014/main" id="{F7178216-BA6C-9D16-1803-5D05B1EE1D7E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7" name="Square">
            <a:extLst>
              <a:ext uri="{FF2B5EF4-FFF2-40B4-BE49-F238E27FC236}">
                <a16:creationId xmlns:a16="http://schemas.microsoft.com/office/drawing/2014/main" id="{D9C9F058-D209-5982-B43B-0950B207F230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8" name="Square">
            <a:extLst>
              <a:ext uri="{FF2B5EF4-FFF2-40B4-BE49-F238E27FC236}">
                <a16:creationId xmlns:a16="http://schemas.microsoft.com/office/drawing/2014/main" id="{ED6FB6FA-45C4-1376-50AE-69403A36A505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9" name="Square">
            <a:extLst>
              <a:ext uri="{FF2B5EF4-FFF2-40B4-BE49-F238E27FC236}">
                <a16:creationId xmlns:a16="http://schemas.microsoft.com/office/drawing/2014/main" id="{C675504E-EC25-874C-FB73-8A16A2BB560E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0" name="Square">
            <a:extLst>
              <a:ext uri="{FF2B5EF4-FFF2-40B4-BE49-F238E27FC236}">
                <a16:creationId xmlns:a16="http://schemas.microsoft.com/office/drawing/2014/main" id="{764EAE98-8106-34AE-4D52-F22F82BDE26C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1" name="Square">
            <a:extLst>
              <a:ext uri="{FF2B5EF4-FFF2-40B4-BE49-F238E27FC236}">
                <a16:creationId xmlns:a16="http://schemas.microsoft.com/office/drawing/2014/main" id="{2C2A40F0-A655-D735-D9E2-37850E4D1009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2" name="Square">
            <a:extLst>
              <a:ext uri="{FF2B5EF4-FFF2-40B4-BE49-F238E27FC236}">
                <a16:creationId xmlns:a16="http://schemas.microsoft.com/office/drawing/2014/main" id="{F71CB0C5-CBEC-14CF-B235-52F66A4D7F39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3" name="Square">
            <a:extLst>
              <a:ext uri="{FF2B5EF4-FFF2-40B4-BE49-F238E27FC236}">
                <a16:creationId xmlns:a16="http://schemas.microsoft.com/office/drawing/2014/main" id="{43552416-FD91-0455-3FE3-642A4A66EADC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4" name="Square">
            <a:extLst>
              <a:ext uri="{FF2B5EF4-FFF2-40B4-BE49-F238E27FC236}">
                <a16:creationId xmlns:a16="http://schemas.microsoft.com/office/drawing/2014/main" id="{2DED7532-63A2-D910-B80E-252D97F5AB5F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5" name="Square">
            <a:extLst>
              <a:ext uri="{FF2B5EF4-FFF2-40B4-BE49-F238E27FC236}">
                <a16:creationId xmlns:a16="http://schemas.microsoft.com/office/drawing/2014/main" id="{F12B46D4-CFDA-0B2C-56DB-3FCD1C19E3F2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6" name="Square">
            <a:extLst>
              <a:ext uri="{FF2B5EF4-FFF2-40B4-BE49-F238E27FC236}">
                <a16:creationId xmlns:a16="http://schemas.microsoft.com/office/drawing/2014/main" id="{A971F537-E9BA-0222-5FEB-1D6BB85B5488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7" name="Square">
            <a:extLst>
              <a:ext uri="{FF2B5EF4-FFF2-40B4-BE49-F238E27FC236}">
                <a16:creationId xmlns:a16="http://schemas.microsoft.com/office/drawing/2014/main" id="{72917F27-889D-51EB-3556-584DB006BF54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8" name="Square">
            <a:extLst>
              <a:ext uri="{FF2B5EF4-FFF2-40B4-BE49-F238E27FC236}">
                <a16:creationId xmlns:a16="http://schemas.microsoft.com/office/drawing/2014/main" id="{E4AF56DC-57C4-F603-FC60-4797452FA9E3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9" name="Rectangle">
            <a:extLst>
              <a:ext uri="{FF2B5EF4-FFF2-40B4-BE49-F238E27FC236}">
                <a16:creationId xmlns:a16="http://schemas.microsoft.com/office/drawing/2014/main" id="{AF9979A8-E149-B83B-6DF0-20154558BCCB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0" name="Rectangle">
            <a:extLst>
              <a:ext uri="{FF2B5EF4-FFF2-40B4-BE49-F238E27FC236}">
                <a16:creationId xmlns:a16="http://schemas.microsoft.com/office/drawing/2014/main" id="{7D054892-13F8-DC7E-0B4C-916CFC237D14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1" name="Circle">
            <a:extLst>
              <a:ext uri="{FF2B5EF4-FFF2-40B4-BE49-F238E27FC236}">
                <a16:creationId xmlns:a16="http://schemas.microsoft.com/office/drawing/2014/main" id="{8621A9E0-708E-B1DC-1FA2-5722A5E59ACB}"/>
              </a:ext>
            </a:extLst>
          </p:cNvPr>
          <p:cNvSpPr>
            <a:spLocks noGrp="1"/>
          </p:cNvSpPr>
          <p:nvPr/>
        </p:nvSpPr>
        <p:spPr>
          <a:xfrm>
            <a:off x="4717877" y="726740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259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5C6D-5D04-8E82-0150-8584BA96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Square">
            <a:extLst>
              <a:ext uri="{FF2B5EF4-FFF2-40B4-BE49-F238E27FC236}">
                <a16:creationId xmlns:a16="http://schemas.microsoft.com/office/drawing/2014/main" id="{5ABA3739-9C2C-9513-DA37-0EB3FBDC843B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0" name="Square">
            <a:extLst>
              <a:ext uri="{FF2B5EF4-FFF2-40B4-BE49-F238E27FC236}">
                <a16:creationId xmlns:a16="http://schemas.microsoft.com/office/drawing/2014/main" id="{7146C36D-E3D3-7E6E-F425-BDA76515A76C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1" name="Square">
            <a:extLst>
              <a:ext uri="{FF2B5EF4-FFF2-40B4-BE49-F238E27FC236}">
                <a16:creationId xmlns:a16="http://schemas.microsoft.com/office/drawing/2014/main" id="{57A2E39C-E2E3-678F-45F5-2AA1C219A2ED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2" name="Square">
            <a:extLst>
              <a:ext uri="{FF2B5EF4-FFF2-40B4-BE49-F238E27FC236}">
                <a16:creationId xmlns:a16="http://schemas.microsoft.com/office/drawing/2014/main" id="{C4EFB9B8-DBC4-6F1F-E6EB-AE694F39C09E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3" name="Square">
            <a:extLst>
              <a:ext uri="{FF2B5EF4-FFF2-40B4-BE49-F238E27FC236}">
                <a16:creationId xmlns:a16="http://schemas.microsoft.com/office/drawing/2014/main" id="{347DD9E9-0118-1CFD-DB0E-F4C045640C07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4" name="Square">
            <a:extLst>
              <a:ext uri="{FF2B5EF4-FFF2-40B4-BE49-F238E27FC236}">
                <a16:creationId xmlns:a16="http://schemas.microsoft.com/office/drawing/2014/main" id="{206819D7-1782-ABC9-51AD-C8313E8F05E2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5" name="Square">
            <a:extLst>
              <a:ext uri="{FF2B5EF4-FFF2-40B4-BE49-F238E27FC236}">
                <a16:creationId xmlns:a16="http://schemas.microsoft.com/office/drawing/2014/main" id="{D3262AD8-B85C-1BE9-F726-8D263BE0C4BE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6" name="Square">
            <a:extLst>
              <a:ext uri="{FF2B5EF4-FFF2-40B4-BE49-F238E27FC236}">
                <a16:creationId xmlns:a16="http://schemas.microsoft.com/office/drawing/2014/main" id="{9EBD3165-2781-CB46-CCDF-E1AFDBA3F8B7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7" name="Square">
            <a:extLst>
              <a:ext uri="{FF2B5EF4-FFF2-40B4-BE49-F238E27FC236}">
                <a16:creationId xmlns:a16="http://schemas.microsoft.com/office/drawing/2014/main" id="{24B3235A-19FC-9B43-AFD0-9554A7300CDF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8" name="Square">
            <a:extLst>
              <a:ext uri="{FF2B5EF4-FFF2-40B4-BE49-F238E27FC236}">
                <a16:creationId xmlns:a16="http://schemas.microsoft.com/office/drawing/2014/main" id="{CEC81AE5-EBBE-CB8A-FC48-3EACE10CC841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69" name="Square">
            <a:extLst>
              <a:ext uri="{FF2B5EF4-FFF2-40B4-BE49-F238E27FC236}">
                <a16:creationId xmlns:a16="http://schemas.microsoft.com/office/drawing/2014/main" id="{20D78413-EF8B-CDAF-4CDC-5233B7CACC3F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0" name="Square">
            <a:extLst>
              <a:ext uri="{FF2B5EF4-FFF2-40B4-BE49-F238E27FC236}">
                <a16:creationId xmlns:a16="http://schemas.microsoft.com/office/drawing/2014/main" id="{9F4BD8E5-9DA1-B261-C143-88FBE83EAAF5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1" name="Square">
            <a:extLst>
              <a:ext uri="{FF2B5EF4-FFF2-40B4-BE49-F238E27FC236}">
                <a16:creationId xmlns:a16="http://schemas.microsoft.com/office/drawing/2014/main" id="{E28EB1D0-41B4-8EF0-73E9-C08C37A2F4DB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2" name="Square">
            <a:extLst>
              <a:ext uri="{FF2B5EF4-FFF2-40B4-BE49-F238E27FC236}">
                <a16:creationId xmlns:a16="http://schemas.microsoft.com/office/drawing/2014/main" id="{21320AA7-C5A5-632D-EDDD-C1042A68F9C3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3" name="Square">
            <a:extLst>
              <a:ext uri="{FF2B5EF4-FFF2-40B4-BE49-F238E27FC236}">
                <a16:creationId xmlns:a16="http://schemas.microsoft.com/office/drawing/2014/main" id="{C871DEF9-111B-F0A1-B794-E1BA9254A153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4" name="Square">
            <a:extLst>
              <a:ext uri="{FF2B5EF4-FFF2-40B4-BE49-F238E27FC236}">
                <a16:creationId xmlns:a16="http://schemas.microsoft.com/office/drawing/2014/main" id="{FD7A0EDE-653C-522B-E61B-591E83A6D581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5" name="Square">
            <a:extLst>
              <a:ext uri="{FF2B5EF4-FFF2-40B4-BE49-F238E27FC236}">
                <a16:creationId xmlns:a16="http://schemas.microsoft.com/office/drawing/2014/main" id="{4DF8E857-8335-B7BA-EB7C-AFA3CED1D5E7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6" name="Square">
            <a:extLst>
              <a:ext uri="{FF2B5EF4-FFF2-40B4-BE49-F238E27FC236}">
                <a16:creationId xmlns:a16="http://schemas.microsoft.com/office/drawing/2014/main" id="{B8C92AE9-D3D3-81EC-D7E2-90E229DCC9DA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7" name="Square">
            <a:extLst>
              <a:ext uri="{FF2B5EF4-FFF2-40B4-BE49-F238E27FC236}">
                <a16:creationId xmlns:a16="http://schemas.microsoft.com/office/drawing/2014/main" id="{4BF9198F-4424-1E38-6B29-DD447040E92D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8" name="Square">
            <a:extLst>
              <a:ext uri="{FF2B5EF4-FFF2-40B4-BE49-F238E27FC236}">
                <a16:creationId xmlns:a16="http://schemas.microsoft.com/office/drawing/2014/main" id="{757151FA-616A-089A-0F15-ABE20671F787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79" name="Rectangle">
            <a:extLst>
              <a:ext uri="{FF2B5EF4-FFF2-40B4-BE49-F238E27FC236}">
                <a16:creationId xmlns:a16="http://schemas.microsoft.com/office/drawing/2014/main" id="{F6D2FA66-4383-7F6A-3A35-A4B40F16B87A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0" name="Rectangle">
            <a:extLst>
              <a:ext uri="{FF2B5EF4-FFF2-40B4-BE49-F238E27FC236}">
                <a16:creationId xmlns:a16="http://schemas.microsoft.com/office/drawing/2014/main" id="{7D69610D-82F7-29BF-DB06-77D53F2DBEE2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1" name="Circle">
            <a:extLst>
              <a:ext uri="{FF2B5EF4-FFF2-40B4-BE49-F238E27FC236}">
                <a16:creationId xmlns:a16="http://schemas.microsoft.com/office/drawing/2014/main" id="{B4550D92-11A4-CD04-6C2C-7CC8DDB0A56B}"/>
              </a:ext>
            </a:extLst>
          </p:cNvPr>
          <p:cNvSpPr>
            <a:spLocks noGrp="1"/>
          </p:cNvSpPr>
          <p:nvPr/>
        </p:nvSpPr>
        <p:spPr>
          <a:xfrm>
            <a:off x="4717877" y="4235170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690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Square">
            <a:extLst>
              <a:ext uri="{FF2B5EF4-FFF2-40B4-BE49-F238E27FC236}">
                <a16:creationId xmlns:a16="http://schemas.microsoft.com/office/drawing/2014/main" id="{50955913-0399-4992-8F30-B552F53B8906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4" name="Square">
            <a:extLst>
              <a:ext uri="{FF2B5EF4-FFF2-40B4-BE49-F238E27FC236}">
                <a16:creationId xmlns:a16="http://schemas.microsoft.com/office/drawing/2014/main" id="{02A12397-5EE6-4039-84EC-5440796384BF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5" name="Square">
            <a:extLst>
              <a:ext uri="{FF2B5EF4-FFF2-40B4-BE49-F238E27FC236}">
                <a16:creationId xmlns:a16="http://schemas.microsoft.com/office/drawing/2014/main" id="{8CC213DF-CC44-4BFE-8A0B-CDE262B7C2D6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6" name="Square">
            <a:extLst>
              <a:ext uri="{FF2B5EF4-FFF2-40B4-BE49-F238E27FC236}">
                <a16:creationId xmlns:a16="http://schemas.microsoft.com/office/drawing/2014/main" id="{D8FC92AD-6F96-4403-957A-4CDAAC3697BE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7" name="Square">
            <a:extLst>
              <a:ext uri="{FF2B5EF4-FFF2-40B4-BE49-F238E27FC236}">
                <a16:creationId xmlns:a16="http://schemas.microsoft.com/office/drawing/2014/main" id="{94642327-95AF-48E4-9D46-F783DF304047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8" name="Square">
            <a:extLst>
              <a:ext uri="{FF2B5EF4-FFF2-40B4-BE49-F238E27FC236}">
                <a16:creationId xmlns:a16="http://schemas.microsoft.com/office/drawing/2014/main" id="{DB45F061-E693-4B41-9F07-4B17F9B58D8C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9" name="Square">
            <a:extLst>
              <a:ext uri="{FF2B5EF4-FFF2-40B4-BE49-F238E27FC236}">
                <a16:creationId xmlns:a16="http://schemas.microsoft.com/office/drawing/2014/main" id="{10FC8DAB-254A-4449-AD10-7D36DE62DB93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0" name="Square">
            <a:extLst>
              <a:ext uri="{FF2B5EF4-FFF2-40B4-BE49-F238E27FC236}">
                <a16:creationId xmlns:a16="http://schemas.microsoft.com/office/drawing/2014/main" id="{62A009E2-327A-4478-B3DA-312D020D61F9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1" name="Square">
            <a:extLst>
              <a:ext uri="{FF2B5EF4-FFF2-40B4-BE49-F238E27FC236}">
                <a16:creationId xmlns:a16="http://schemas.microsoft.com/office/drawing/2014/main" id="{24AC7308-768C-43FA-ABFB-E96B03BA1FBE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2" name="Square">
            <a:extLst>
              <a:ext uri="{FF2B5EF4-FFF2-40B4-BE49-F238E27FC236}">
                <a16:creationId xmlns:a16="http://schemas.microsoft.com/office/drawing/2014/main" id="{E566B2FD-0576-45A1-B8E7-B10A4AB01DF4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3" name="Square">
            <a:extLst>
              <a:ext uri="{FF2B5EF4-FFF2-40B4-BE49-F238E27FC236}">
                <a16:creationId xmlns:a16="http://schemas.microsoft.com/office/drawing/2014/main" id="{5F4DBFC1-1749-4FE8-9D3E-31AB408229FD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4" name="Square">
            <a:extLst>
              <a:ext uri="{FF2B5EF4-FFF2-40B4-BE49-F238E27FC236}">
                <a16:creationId xmlns:a16="http://schemas.microsoft.com/office/drawing/2014/main" id="{F04272AC-B8FC-4DF8-A796-F240F311D048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5" name="Square">
            <a:extLst>
              <a:ext uri="{FF2B5EF4-FFF2-40B4-BE49-F238E27FC236}">
                <a16:creationId xmlns:a16="http://schemas.microsoft.com/office/drawing/2014/main" id="{C6E6FCBE-EA2F-4B29-91EC-51D1F991C180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6" name="Square">
            <a:extLst>
              <a:ext uri="{FF2B5EF4-FFF2-40B4-BE49-F238E27FC236}">
                <a16:creationId xmlns:a16="http://schemas.microsoft.com/office/drawing/2014/main" id="{350B2854-9786-4357-A04F-0C59FE4109DB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7" name="Square">
            <a:extLst>
              <a:ext uri="{FF2B5EF4-FFF2-40B4-BE49-F238E27FC236}">
                <a16:creationId xmlns:a16="http://schemas.microsoft.com/office/drawing/2014/main" id="{D9E30041-9D78-4E44-A4BC-FDBF29E174AF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8" name="Square">
            <a:extLst>
              <a:ext uri="{FF2B5EF4-FFF2-40B4-BE49-F238E27FC236}">
                <a16:creationId xmlns:a16="http://schemas.microsoft.com/office/drawing/2014/main" id="{E181786B-A44E-483B-88B8-2AD1DD881FB3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9" name="Square">
            <a:extLst>
              <a:ext uri="{FF2B5EF4-FFF2-40B4-BE49-F238E27FC236}">
                <a16:creationId xmlns:a16="http://schemas.microsoft.com/office/drawing/2014/main" id="{B325FF95-D9C2-4A4E-82BF-36384E38259F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0" name="Square">
            <a:extLst>
              <a:ext uri="{FF2B5EF4-FFF2-40B4-BE49-F238E27FC236}">
                <a16:creationId xmlns:a16="http://schemas.microsoft.com/office/drawing/2014/main" id="{92EBD840-D030-4986-ACDB-2E44DD13BB33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1" name="Square">
            <a:extLst>
              <a:ext uri="{FF2B5EF4-FFF2-40B4-BE49-F238E27FC236}">
                <a16:creationId xmlns:a16="http://schemas.microsoft.com/office/drawing/2014/main" id="{694B9A05-C7BD-4D57-B324-351A8BBECB5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2" name="Square">
            <a:extLst>
              <a:ext uri="{FF2B5EF4-FFF2-40B4-BE49-F238E27FC236}">
                <a16:creationId xmlns:a16="http://schemas.microsoft.com/office/drawing/2014/main" id="{D07D7EB0-BA39-4515-963F-CA2C3036BA8F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3" name="Rectangle">
            <a:extLst>
              <a:ext uri="{FF2B5EF4-FFF2-40B4-BE49-F238E27FC236}">
                <a16:creationId xmlns:a16="http://schemas.microsoft.com/office/drawing/2014/main" id="{FACCDA81-9111-4B7A-B45C-992F6B2E5BC8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4" name="Rectangle">
            <a:extLst>
              <a:ext uri="{FF2B5EF4-FFF2-40B4-BE49-F238E27FC236}">
                <a16:creationId xmlns:a16="http://schemas.microsoft.com/office/drawing/2014/main" id="{5F0D072E-49C4-41A0-86F5-16EB0BDB9B06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5" name="Rectangle">
            <a:extLst>
              <a:ext uri="{FF2B5EF4-FFF2-40B4-BE49-F238E27FC236}">
                <a16:creationId xmlns:a16="http://schemas.microsoft.com/office/drawing/2014/main" id="{5041F1DE-E670-4B1E-AA4A-4F1CF97A6DA4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6" name="Circle">
            <a:extLst>
              <a:ext uri="{FF2B5EF4-FFF2-40B4-BE49-F238E27FC236}">
                <a16:creationId xmlns:a16="http://schemas.microsoft.com/office/drawing/2014/main" id="{0915FA09-E623-453C-B44D-4678722193E2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24320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B801B-9C0F-04CF-4E7B-D0B1187C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Square">
            <a:extLst>
              <a:ext uri="{FF2B5EF4-FFF2-40B4-BE49-F238E27FC236}">
                <a16:creationId xmlns:a16="http://schemas.microsoft.com/office/drawing/2014/main" id="{193FB327-BD63-3390-E680-BD0612DE619B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4" name="Square">
            <a:extLst>
              <a:ext uri="{FF2B5EF4-FFF2-40B4-BE49-F238E27FC236}">
                <a16:creationId xmlns:a16="http://schemas.microsoft.com/office/drawing/2014/main" id="{A39BD549-9872-0B56-514A-E3F1A074CEF0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5" name="Square">
            <a:extLst>
              <a:ext uri="{FF2B5EF4-FFF2-40B4-BE49-F238E27FC236}">
                <a16:creationId xmlns:a16="http://schemas.microsoft.com/office/drawing/2014/main" id="{F184C312-EC72-B5B3-344B-99A111904677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6" name="Square">
            <a:extLst>
              <a:ext uri="{FF2B5EF4-FFF2-40B4-BE49-F238E27FC236}">
                <a16:creationId xmlns:a16="http://schemas.microsoft.com/office/drawing/2014/main" id="{58DB0974-435D-2216-AC39-A632F6058535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7" name="Square">
            <a:extLst>
              <a:ext uri="{FF2B5EF4-FFF2-40B4-BE49-F238E27FC236}">
                <a16:creationId xmlns:a16="http://schemas.microsoft.com/office/drawing/2014/main" id="{D3BDCEA8-ECA9-8788-BCE3-19AF5C66DF30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8" name="Square">
            <a:extLst>
              <a:ext uri="{FF2B5EF4-FFF2-40B4-BE49-F238E27FC236}">
                <a16:creationId xmlns:a16="http://schemas.microsoft.com/office/drawing/2014/main" id="{B490D75E-7137-9D8F-87CE-E7B167CB50F8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9" name="Square">
            <a:extLst>
              <a:ext uri="{FF2B5EF4-FFF2-40B4-BE49-F238E27FC236}">
                <a16:creationId xmlns:a16="http://schemas.microsoft.com/office/drawing/2014/main" id="{AF1A5CB2-2531-3337-8403-C5555CCB2BAB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0" name="Square">
            <a:extLst>
              <a:ext uri="{FF2B5EF4-FFF2-40B4-BE49-F238E27FC236}">
                <a16:creationId xmlns:a16="http://schemas.microsoft.com/office/drawing/2014/main" id="{A29D9BB7-4FE2-729A-DD73-92408A8077BD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1" name="Square">
            <a:extLst>
              <a:ext uri="{FF2B5EF4-FFF2-40B4-BE49-F238E27FC236}">
                <a16:creationId xmlns:a16="http://schemas.microsoft.com/office/drawing/2014/main" id="{F29F219D-C6A9-6AFF-E827-E616E1F1CCC5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2" name="Square">
            <a:extLst>
              <a:ext uri="{FF2B5EF4-FFF2-40B4-BE49-F238E27FC236}">
                <a16:creationId xmlns:a16="http://schemas.microsoft.com/office/drawing/2014/main" id="{2540EEF1-270E-283C-E156-A12E3F9C407E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3" name="Square">
            <a:extLst>
              <a:ext uri="{FF2B5EF4-FFF2-40B4-BE49-F238E27FC236}">
                <a16:creationId xmlns:a16="http://schemas.microsoft.com/office/drawing/2014/main" id="{614592C0-863D-A4F9-655B-B4B627513419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4" name="Square">
            <a:extLst>
              <a:ext uri="{FF2B5EF4-FFF2-40B4-BE49-F238E27FC236}">
                <a16:creationId xmlns:a16="http://schemas.microsoft.com/office/drawing/2014/main" id="{C6F2A983-5EAC-3342-B719-B3F16941612F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5" name="Square">
            <a:extLst>
              <a:ext uri="{FF2B5EF4-FFF2-40B4-BE49-F238E27FC236}">
                <a16:creationId xmlns:a16="http://schemas.microsoft.com/office/drawing/2014/main" id="{E1864ECF-8354-47D4-EB39-8CFA97876093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6" name="Square">
            <a:extLst>
              <a:ext uri="{FF2B5EF4-FFF2-40B4-BE49-F238E27FC236}">
                <a16:creationId xmlns:a16="http://schemas.microsoft.com/office/drawing/2014/main" id="{CF666891-03BA-5A20-AC9F-23FCF3638F72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7" name="Square">
            <a:extLst>
              <a:ext uri="{FF2B5EF4-FFF2-40B4-BE49-F238E27FC236}">
                <a16:creationId xmlns:a16="http://schemas.microsoft.com/office/drawing/2014/main" id="{10CCE941-5B17-D84A-13F6-5ECE45A4DFBC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8" name="Square">
            <a:extLst>
              <a:ext uri="{FF2B5EF4-FFF2-40B4-BE49-F238E27FC236}">
                <a16:creationId xmlns:a16="http://schemas.microsoft.com/office/drawing/2014/main" id="{481A830A-9CDF-1B61-DA0A-2BB13E0EC18F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9" name="Square">
            <a:extLst>
              <a:ext uri="{FF2B5EF4-FFF2-40B4-BE49-F238E27FC236}">
                <a16:creationId xmlns:a16="http://schemas.microsoft.com/office/drawing/2014/main" id="{E8FC6F77-2D86-776C-C224-F915F0924529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0" name="Square">
            <a:extLst>
              <a:ext uri="{FF2B5EF4-FFF2-40B4-BE49-F238E27FC236}">
                <a16:creationId xmlns:a16="http://schemas.microsoft.com/office/drawing/2014/main" id="{52DC88E5-0BC2-FFEE-C7DF-FFDBBEFC47C0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1" name="Square">
            <a:extLst>
              <a:ext uri="{FF2B5EF4-FFF2-40B4-BE49-F238E27FC236}">
                <a16:creationId xmlns:a16="http://schemas.microsoft.com/office/drawing/2014/main" id="{6746084A-472A-D6C4-7E3D-DFA4E099FE65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2" name="Square">
            <a:extLst>
              <a:ext uri="{FF2B5EF4-FFF2-40B4-BE49-F238E27FC236}">
                <a16:creationId xmlns:a16="http://schemas.microsoft.com/office/drawing/2014/main" id="{243B23CD-4417-F491-13DC-B5069A14B862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3" name="Rectangle">
            <a:extLst>
              <a:ext uri="{FF2B5EF4-FFF2-40B4-BE49-F238E27FC236}">
                <a16:creationId xmlns:a16="http://schemas.microsoft.com/office/drawing/2014/main" id="{C472AA26-297B-0A1F-2CFC-3AA84257AC18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4" name="Rectangle">
            <a:extLst>
              <a:ext uri="{FF2B5EF4-FFF2-40B4-BE49-F238E27FC236}">
                <a16:creationId xmlns:a16="http://schemas.microsoft.com/office/drawing/2014/main" id="{266BE017-27F4-F130-CDE1-F606CFF624B5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5" name="Rectangle">
            <a:extLst>
              <a:ext uri="{FF2B5EF4-FFF2-40B4-BE49-F238E27FC236}">
                <a16:creationId xmlns:a16="http://schemas.microsoft.com/office/drawing/2014/main" id="{4311E960-106E-3E36-7981-F7345DA2D2F0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6" name="Circle">
            <a:extLst>
              <a:ext uri="{FF2B5EF4-FFF2-40B4-BE49-F238E27FC236}">
                <a16:creationId xmlns:a16="http://schemas.microsoft.com/office/drawing/2014/main" id="{5561A79C-9922-A706-EC38-02570362AE8A}"/>
              </a:ext>
            </a:extLst>
          </p:cNvPr>
          <p:cNvSpPr>
            <a:spLocks noGrp="1"/>
          </p:cNvSpPr>
          <p:nvPr/>
        </p:nvSpPr>
        <p:spPr>
          <a:xfrm>
            <a:off x="1751034" y="731312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8725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4E5F-E689-9547-67EA-097D0A27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Square">
            <a:extLst>
              <a:ext uri="{FF2B5EF4-FFF2-40B4-BE49-F238E27FC236}">
                <a16:creationId xmlns:a16="http://schemas.microsoft.com/office/drawing/2014/main" id="{570AA1C9-6E34-8544-34B4-25E0AC17E420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4" name="Square">
            <a:extLst>
              <a:ext uri="{FF2B5EF4-FFF2-40B4-BE49-F238E27FC236}">
                <a16:creationId xmlns:a16="http://schemas.microsoft.com/office/drawing/2014/main" id="{9843C64D-5A24-A6D3-B997-E28900C35C8D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5" name="Square">
            <a:extLst>
              <a:ext uri="{FF2B5EF4-FFF2-40B4-BE49-F238E27FC236}">
                <a16:creationId xmlns:a16="http://schemas.microsoft.com/office/drawing/2014/main" id="{43F9253F-9EAA-A198-F79D-BFCBE9BB45EF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6" name="Square">
            <a:extLst>
              <a:ext uri="{FF2B5EF4-FFF2-40B4-BE49-F238E27FC236}">
                <a16:creationId xmlns:a16="http://schemas.microsoft.com/office/drawing/2014/main" id="{2481145E-4C66-9314-EE89-68FE03801F7D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7" name="Square">
            <a:extLst>
              <a:ext uri="{FF2B5EF4-FFF2-40B4-BE49-F238E27FC236}">
                <a16:creationId xmlns:a16="http://schemas.microsoft.com/office/drawing/2014/main" id="{2FC97B5B-5B90-3274-8BEA-5299092448C6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8" name="Square">
            <a:extLst>
              <a:ext uri="{FF2B5EF4-FFF2-40B4-BE49-F238E27FC236}">
                <a16:creationId xmlns:a16="http://schemas.microsoft.com/office/drawing/2014/main" id="{FE1824B9-5759-6709-92BC-B614FD6F5F76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9" name="Square">
            <a:extLst>
              <a:ext uri="{FF2B5EF4-FFF2-40B4-BE49-F238E27FC236}">
                <a16:creationId xmlns:a16="http://schemas.microsoft.com/office/drawing/2014/main" id="{44DAF4BA-104A-733F-08BC-92B996A0EBF9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0" name="Square">
            <a:extLst>
              <a:ext uri="{FF2B5EF4-FFF2-40B4-BE49-F238E27FC236}">
                <a16:creationId xmlns:a16="http://schemas.microsoft.com/office/drawing/2014/main" id="{CD0D858B-38A7-440A-2FBB-2592A2F5CBAB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1" name="Square">
            <a:extLst>
              <a:ext uri="{FF2B5EF4-FFF2-40B4-BE49-F238E27FC236}">
                <a16:creationId xmlns:a16="http://schemas.microsoft.com/office/drawing/2014/main" id="{FDA4F6E7-390F-4CA1-F846-C4CECF609E2F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2" name="Square">
            <a:extLst>
              <a:ext uri="{FF2B5EF4-FFF2-40B4-BE49-F238E27FC236}">
                <a16:creationId xmlns:a16="http://schemas.microsoft.com/office/drawing/2014/main" id="{8254C2DC-9576-4691-7ED7-7ACDA9D40644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3" name="Square">
            <a:extLst>
              <a:ext uri="{FF2B5EF4-FFF2-40B4-BE49-F238E27FC236}">
                <a16:creationId xmlns:a16="http://schemas.microsoft.com/office/drawing/2014/main" id="{0AFDE534-9B7A-5D05-855D-2303595A0D5C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4" name="Square">
            <a:extLst>
              <a:ext uri="{FF2B5EF4-FFF2-40B4-BE49-F238E27FC236}">
                <a16:creationId xmlns:a16="http://schemas.microsoft.com/office/drawing/2014/main" id="{A9BC3E8F-99E9-D781-6D14-4657A0462283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5" name="Square">
            <a:extLst>
              <a:ext uri="{FF2B5EF4-FFF2-40B4-BE49-F238E27FC236}">
                <a16:creationId xmlns:a16="http://schemas.microsoft.com/office/drawing/2014/main" id="{3CDC8C16-2258-5158-6A37-2F4CBFB0117D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6" name="Square">
            <a:extLst>
              <a:ext uri="{FF2B5EF4-FFF2-40B4-BE49-F238E27FC236}">
                <a16:creationId xmlns:a16="http://schemas.microsoft.com/office/drawing/2014/main" id="{8D6FA609-BDC7-3B04-BB1B-FFF8A1E4B580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7" name="Square">
            <a:extLst>
              <a:ext uri="{FF2B5EF4-FFF2-40B4-BE49-F238E27FC236}">
                <a16:creationId xmlns:a16="http://schemas.microsoft.com/office/drawing/2014/main" id="{C8D43C98-AA0E-E3C4-4BA1-C2679340FF67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8" name="Square">
            <a:extLst>
              <a:ext uri="{FF2B5EF4-FFF2-40B4-BE49-F238E27FC236}">
                <a16:creationId xmlns:a16="http://schemas.microsoft.com/office/drawing/2014/main" id="{B20BD3F1-C8C3-F3EC-7370-9E8A6601ADC9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9" name="Square">
            <a:extLst>
              <a:ext uri="{FF2B5EF4-FFF2-40B4-BE49-F238E27FC236}">
                <a16:creationId xmlns:a16="http://schemas.microsoft.com/office/drawing/2014/main" id="{23678491-8990-16B0-61F8-D75B5C2234CB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0" name="Square">
            <a:extLst>
              <a:ext uri="{FF2B5EF4-FFF2-40B4-BE49-F238E27FC236}">
                <a16:creationId xmlns:a16="http://schemas.microsoft.com/office/drawing/2014/main" id="{98A48DB9-182A-1FFB-31F2-4AE296EAA202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1" name="Square">
            <a:extLst>
              <a:ext uri="{FF2B5EF4-FFF2-40B4-BE49-F238E27FC236}">
                <a16:creationId xmlns:a16="http://schemas.microsoft.com/office/drawing/2014/main" id="{C315E254-CF4C-BAA7-E632-BCCB07A6B799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2" name="Square">
            <a:extLst>
              <a:ext uri="{FF2B5EF4-FFF2-40B4-BE49-F238E27FC236}">
                <a16:creationId xmlns:a16="http://schemas.microsoft.com/office/drawing/2014/main" id="{5E6DE873-7CB5-2BBF-AA02-EBF1E39CD7D8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3" name="Rectangle">
            <a:extLst>
              <a:ext uri="{FF2B5EF4-FFF2-40B4-BE49-F238E27FC236}">
                <a16:creationId xmlns:a16="http://schemas.microsoft.com/office/drawing/2014/main" id="{7E533A54-5937-DFA8-6150-35B4F64CAB36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4" name="Rectangle">
            <a:extLst>
              <a:ext uri="{FF2B5EF4-FFF2-40B4-BE49-F238E27FC236}">
                <a16:creationId xmlns:a16="http://schemas.microsoft.com/office/drawing/2014/main" id="{2494FB2E-8878-376C-863D-5CFE5BD38927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5" name="Rectangle">
            <a:extLst>
              <a:ext uri="{FF2B5EF4-FFF2-40B4-BE49-F238E27FC236}">
                <a16:creationId xmlns:a16="http://schemas.microsoft.com/office/drawing/2014/main" id="{1A1BB022-28DE-A3A5-7649-EF6CBBE1CEA2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6" name="Circle">
            <a:extLst>
              <a:ext uri="{FF2B5EF4-FFF2-40B4-BE49-F238E27FC236}">
                <a16:creationId xmlns:a16="http://schemas.microsoft.com/office/drawing/2014/main" id="{EE34A90A-7FCC-70C1-37A3-71AF4A721D54}"/>
              </a:ext>
            </a:extLst>
          </p:cNvPr>
          <p:cNvSpPr>
            <a:spLocks noGrp="1"/>
          </p:cNvSpPr>
          <p:nvPr/>
        </p:nvSpPr>
        <p:spPr>
          <a:xfrm>
            <a:off x="4717877" y="726740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581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64498-0392-63C4-32AB-91FDD347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Square">
            <a:extLst>
              <a:ext uri="{FF2B5EF4-FFF2-40B4-BE49-F238E27FC236}">
                <a16:creationId xmlns:a16="http://schemas.microsoft.com/office/drawing/2014/main" id="{F7ED7023-ADE9-F75C-798B-7EDB48B6C234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4" name="Square">
            <a:extLst>
              <a:ext uri="{FF2B5EF4-FFF2-40B4-BE49-F238E27FC236}">
                <a16:creationId xmlns:a16="http://schemas.microsoft.com/office/drawing/2014/main" id="{C4FDC8EB-C667-56CE-3DD1-42B4F4DED2C0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5" name="Square">
            <a:extLst>
              <a:ext uri="{FF2B5EF4-FFF2-40B4-BE49-F238E27FC236}">
                <a16:creationId xmlns:a16="http://schemas.microsoft.com/office/drawing/2014/main" id="{EC39353D-EE3D-AC8E-DB1D-3F70DC3309CA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6" name="Square">
            <a:extLst>
              <a:ext uri="{FF2B5EF4-FFF2-40B4-BE49-F238E27FC236}">
                <a16:creationId xmlns:a16="http://schemas.microsoft.com/office/drawing/2014/main" id="{D7F0306D-D923-5200-3BC1-8208C5B51A7F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7" name="Square">
            <a:extLst>
              <a:ext uri="{FF2B5EF4-FFF2-40B4-BE49-F238E27FC236}">
                <a16:creationId xmlns:a16="http://schemas.microsoft.com/office/drawing/2014/main" id="{39A372D8-3174-A9C0-2EFD-84C5BDAE50DD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8" name="Square">
            <a:extLst>
              <a:ext uri="{FF2B5EF4-FFF2-40B4-BE49-F238E27FC236}">
                <a16:creationId xmlns:a16="http://schemas.microsoft.com/office/drawing/2014/main" id="{86A9AC46-8473-D619-6119-AD7709C46EF2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9" name="Square">
            <a:extLst>
              <a:ext uri="{FF2B5EF4-FFF2-40B4-BE49-F238E27FC236}">
                <a16:creationId xmlns:a16="http://schemas.microsoft.com/office/drawing/2014/main" id="{5119FD1B-C6CC-A1D3-2593-B8EA345A8553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0" name="Square">
            <a:extLst>
              <a:ext uri="{FF2B5EF4-FFF2-40B4-BE49-F238E27FC236}">
                <a16:creationId xmlns:a16="http://schemas.microsoft.com/office/drawing/2014/main" id="{AA2FA23C-2AE6-1EFD-A5A6-ED4DC2DE3CBD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1" name="Square">
            <a:extLst>
              <a:ext uri="{FF2B5EF4-FFF2-40B4-BE49-F238E27FC236}">
                <a16:creationId xmlns:a16="http://schemas.microsoft.com/office/drawing/2014/main" id="{0D18D31F-7FAB-7CEA-6CFC-1495524BF280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2" name="Square">
            <a:extLst>
              <a:ext uri="{FF2B5EF4-FFF2-40B4-BE49-F238E27FC236}">
                <a16:creationId xmlns:a16="http://schemas.microsoft.com/office/drawing/2014/main" id="{12B2DC0B-080D-555A-3D59-CBDCACFDD9A2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3" name="Square">
            <a:extLst>
              <a:ext uri="{FF2B5EF4-FFF2-40B4-BE49-F238E27FC236}">
                <a16:creationId xmlns:a16="http://schemas.microsoft.com/office/drawing/2014/main" id="{629BC977-D6E4-72A2-D912-AC1ED8BE8309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4" name="Square">
            <a:extLst>
              <a:ext uri="{FF2B5EF4-FFF2-40B4-BE49-F238E27FC236}">
                <a16:creationId xmlns:a16="http://schemas.microsoft.com/office/drawing/2014/main" id="{CA29199C-498A-B359-5F8F-AE582383D0BF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5" name="Square">
            <a:extLst>
              <a:ext uri="{FF2B5EF4-FFF2-40B4-BE49-F238E27FC236}">
                <a16:creationId xmlns:a16="http://schemas.microsoft.com/office/drawing/2014/main" id="{25F1EC8D-953D-59FA-1391-84A48E288027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6" name="Square">
            <a:extLst>
              <a:ext uri="{FF2B5EF4-FFF2-40B4-BE49-F238E27FC236}">
                <a16:creationId xmlns:a16="http://schemas.microsoft.com/office/drawing/2014/main" id="{FB93D086-38E8-5B70-24E5-FD5837986EA1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7" name="Square">
            <a:extLst>
              <a:ext uri="{FF2B5EF4-FFF2-40B4-BE49-F238E27FC236}">
                <a16:creationId xmlns:a16="http://schemas.microsoft.com/office/drawing/2014/main" id="{1785E56E-92A8-FF72-A40D-A91F6D195262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8" name="Square">
            <a:extLst>
              <a:ext uri="{FF2B5EF4-FFF2-40B4-BE49-F238E27FC236}">
                <a16:creationId xmlns:a16="http://schemas.microsoft.com/office/drawing/2014/main" id="{45B3EBFF-AEA0-ADF9-EF26-CB3EFB0ECCEE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9" name="Square">
            <a:extLst>
              <a:ext uri="{FF2B5EF4-FFF2-40B4-BE49-F238E27FC236}">
                <a16:creationId xmlns:a16="http://schemas.microsoft.com/office/drawing/2014/main" id="{962AAB4D-5AA6-7A30-85CC-A78654E403A1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0" name="Square">
            <a:extLst>
              <a:ext uri="{FF2B5EF4-FFF2-40B4-BE49-F238E27FC236}">
                <a16:creationId xmlns:a16="http://schemas.microsoft.com/office/drawing/2014/main" id="{FB21B8AD-E5D9-9CF8-4864-D4D15F7CF3D0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1" name="Square">
            <a:extLst>
              <a:ext uri="{FF2B5EF4-FFF2-40B4-BE49-F238E27FC236}">
                <a16:creationId xmlns:a16="http://schemas.microsoft.com/office/drawing/2014/main" id="{E8ABE2C3-A6D2-FDF1-9E5E-D40106487DED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2" name="Square">
            <a:extLst>
              <a:ext uri="{FF2B5EF4-FFF2-40B4-BE49-F238E27FC236}">
                <a16:creationId xmlns:a16="http://schemas.microsoft.com/office/drawing/2014/main" id="{78DCCFE6-7BBC-20BD-F18F-75E4F91ED86D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3" name="Rectangle">
            <a:extLst>
              <a:ext uri="{FF2B5EF4-FFF2-40B4-BE49-F238E27FC236}">
                <a16:creationId xmlns:a16="http://schemas.microsoft.com/office/drawing/2014/main" id="{928819E2-9BED-0F2D-7688-4F3DB6C7DAD2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4" name="Rectangle">
            <a:extLst>
              <a:ext uri="{FF2B5EF4-FFF2-40B4-BE49-F238E27FC236}">
                <a16:creationId xmlns:a16="http://schemas.microsoft.com/office/drawing/2014/main" id="{0D9FC809-FCB6-8945-21A2-65E5F1B78C07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5" name="Rectangle">
            <a:extLst>
              <a:ext uri="{FF2B5EF4-FFF2-40B4-BE49-F238E27FC236}">
                <a16:creationId xmlns:a16="http://schemas.microsoft.com/office/drawing/2014/main" id="{26EBFA62-CDFA-5CF2-3865-560C5BE1FF4C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6" name="Circle">
            <a:extLst>
              <a:ext uri="{FF2B5EF4-FFF2-40B4-BE49-F238E27FC236}">
                <a16:creationId xmlns:a16="http://schemas.microsoft.com/office/drawing/2014/main" id="{1360A63A-A012-0F19-31E9-3A0F4999602B}"/>
              </a:ext>
            </a:extLst>
          </p:cNvPr>
          <p:cNvSpPr>
            <a:spLocks noGrp="1"/>
          </p:cNvSpPr>
          <p:nvPr/>
        </p:nvSpPr>
        <p:spPr>
          <a:xfrm>
            <a:off x="7684719" y="726740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389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7CBB0-88BD-7993-FE49-083AA6B2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Square">
            <a:extLst>
              <a:ext uri="{FF2B5EF4-FFF2-40B4-BE49-F238E27FC236}">
                <a16:creationId xmlns:a16="http://schemas.microsoft.com/office/drawing/2014/main" id="{8357B3EE-D471-4091-1D2C-38CB9976577C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4" name="Square">
            <a:extLst>
              <a:ext uri="{FF2B5EF4-FFF2-40B4-BE49-F238E27FC236}">
                <a16:creationId xmlns:a16="http://schemas.microsoft.com/office/drawing/2014/main" id="{F3CB1D56-94AE-71A2-4DD0-A1BDC5FE3048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5" name="Square">
            <a:extLst>
              <a:ext uri="{FF2B5EF4-FFF2-40B4-BE49-F238E27FC236}">
                <a16:creationId xmlns:a16="http://schemas.microsoft.com/office/drawing/2014/main" id="{E0A3CF6F-0AA2-27EE-D7E9-F07E2BAE0E48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6" name="Square">
            <a:extLst>
              <a:ext uri="{FF2B5EF4-FFF2-40B4-BE49-F238E27FC236}">
                <a16:creationId xmlns:a16="http://schemas.microsoft.com/office/drawing/2014/main" id="{3277442A-1237-7959-29DE-1A12E4177D5D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7" name="Square">
            <a:extLst>
              <a:ext uri="{FF2B5EF4-FFF2-40B4-BE49-F238E27FC236}">
                <a16:creationId xmlns:a16="http://schemas.microsoft.com/office/drawing/2014/main" id="{A5139A80-76FB-6109-7B69-88F5FF2832A8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8" name="Square">
            <a:extLst>
              <a:ext uri="{FF2B5EF4-FFF2-40B4-BE49-F238E27FC236}">
                <a16:creationId xmlns:a16="http://schemas.microsoft.com/office/drawing/2014/main" id="{AE97009D-5374-3CA3-A072-B311788BC2A4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89" name="Square">
            <a:extLst>
              <a:ext uri="{FF2B5EF4-FFF2-40B4-BE49-F238E27FC236}">
                <a16:creationId xmlns:a16="http://schemas.microsoft.com/office/drawing/2014/main" id="{AB1F4BA2-4B34-4B46-DE2A-6215DE0FF59A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0" name="Square">
            <a:extLst>
              <a:ext uri="{FF2B5EF4-FFF2-40B4-BE49-F238E27FC236}">
                <a16:creationId xmlns:a16="http://schemas.microsoft.com/office/drawing/2014/main" id="{D422E8DC-1C2B-7DAC-07C4-C26FBE9255B1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1" name="Square">
            <a:extLst>
              <a:ext uri="{FF2B5EF4-FFF2-40B4-BE49-F238E27FC236}">
                <a16:creationId xmlns:a16="http://schemas.microsoft.com/office/drawing/2014/main" id="{3DC5A56E-8CA1-AB2F-A0EB-10AF3347F00A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2" name="Square">
            <a:extLst>
              <a:ext uri="{FF2B5EF4-FFF2-40B4-BE49-F238E27FC236}">
                <a16:creationId xmlns:a16="http://schemas.microsoft.com/office/drawing/2014/main" id="{6F8397C5-2CF5-C011-366E-A8443C9F0D12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3" name="Square">
            <a:extLst>
              <a:ext uri="{FF2B5EF4-FFF2-40B4-BE49-F238E27FC236}">
                <a16:creationId xmlns:a16="http://schemas.microsoft.com/office/drawing/2014/main" id="{6885ABF9-8E1A-C00E-AD34-6FB7479C005F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4" name="Square">
            <a:extLst>
              <a:ext uri="{FF2B5EF4-FFF2-40B4-BE49-F238E27FC236}">
                <a16:creationId xmlns:a16="http://schemas.microsoft.com/office/drawing/2014/main" id="{DE1902A6-EAAC-ABA7-649C-2356C9495395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5" name="Square">
            <a:extLst>
              <a:ext uri="{FF2B5EF4-FFF2-40B4-BE49-F238E27FC236}">
                <a16:creationId xmlns:a16="http://schemas.microsoft.com/office/drawing/2014/main" id="{021C4233-8399-DB41-1B59-EFB95217BA92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6" name="Square">
            <a:extLst>
              <a:ext uri="{FF2B5EF4-FFF2-40B4-BE49-F238E27FC236}">
                <a16:creationId xmlns:a16="http://schemas.microsoft.com/office/drawing/2014/main" id="{7FF2EEA6-9E6E-198C-B9D7-0170DA6417E7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7" name="Square">
            <a:extLst>
              <a:ext uri="{FF2B5EF4-FFF2-40B4-BE49-F238E27FC236}">
                <a16:creationId xmlns:a16="http://schemas.microsoft.com/office/drawing/2014/main" id="{B733284B-D306-0F7F-A6B5-4D5AC8E61AB9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8" name="Square">
            <a:extLst>
              <a:ext uri="{FF2B5EF4-FFF2-40B4-BE49-F238E27FC236}">
                <a16:creationId xmlns:a16="http://schemas.microsoft.com/office/drawing/2014/main" id="{AA8CE6A8-D952-0E16-C0A3-C97C5D97DEB0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99" name="Square">
            <a:extLst>
              <a:ext uri="{FF2B5EF4-FFF2-40B4-BE49-F238E27FC236}">
                <a16:creationId xmlns:a16="http://schemas.microsoft.com/office/drawing/2014/main" id="{99BF5783-3458-9E6F-D5A2-9D3776FCAD5E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0" name="Square">
            <a:extLst>
              <a:ext uri="{FF2B5EF4-FFF2-40B4-BE49-F238E27FC236}">
                <a16:creationId xmlns:a16="http://schemas.microsoft.com/office/drawing/2014/main" id="{80155BBB-AF9C-6C9B-3C74-8939FFAD6F9B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1" name="Square">
            <a:extLst>
              <a:ext uri="{FF2B5EF4-FFF2-40B4-BE49-F238E27FC236}">
                <a16:creationId xmlns:a16="http://schemas.microsoft.com/office/drawing/2014/main" id="{17571453-06C5-42E6-8952-FD7E8A41BEA0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2" name="Square">
            <a:extLst>
              <a:ext uri="{FF2B5EF4-FFF2-40B4-BE49-F238E27FC236}">
                <a16:creationId xmlns:a16="http://schemas.microsoft.com/office/drawing/2014/main" id="{385A7D3D-6D68-3CB4-4C53-99F8AF6D580B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3" name="Rectangle">
            <a:extLst>
              <a:ext uri="{FF2B5EF4-FFF2-40B4-BE49-F238E27FC236}">
                <a16:creationId xmlns:a16="http://schemas.microsoft.com/office/drawing/2014/main" id="{FE01809E-6287-2DA4-1BF1-4ABBA8A5BDD1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4" name="Rectangle">
            <a:extLst>
              <a:ext uri="{FF2B5EF4-FFF2-40B4-BE49-F238E27FC236}">
                <a16:creationId xmlns:a16="http://schemas.microsoft.com/office/drawing/2014/main" id="{DF907A7A-0267-9064-9419-D5BFF7314DC2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5" name="Rectangle">
            <a:extLst>
              <a:ext uri="{FF2B5EF4-FFF2-40B4-BE49-F238E27FC236}">
                <a16:creationId xmlns:a16="http://schemas.microsoft.com/office/drawing/2014/main" id="{24500460-C2B1-3CB4-C081-99B2472AA561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6" name="Circle">
            <a:extLst>
              <a:ext uri="{FF2B5EF4-FFF2-40B4-BE49-F238E27FC236}">
                <a16:creationId xmlns:a16="http://schemas.microsoft.com/office/drawing/2014/main" id="{6CBE5B04-84B2-FE35-9C92-BBFBE1E1646B}"/>
              </a:ext>
            </a:extLst>
          </p:cNvPr>
          <p:cNvSpPr>
            <a:spLocks noGrp="1"/>
          </p:cNvSpPr>
          <p:nvPr/>
        </p:nvSpPr>
        <p:spPr>
          <a:xfrm>
            <a:off x="10651563" y="731312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557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5228E0FE-92B2-4E9C-B13E-BA8DB445B3D6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6342E72D-14C5-4BD1-8922-A0B7693EAE56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C86A6D0D-0042-47BA-801D-74F94B687570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18C2EF41-A198-45AB-8E74-24CFECBD3BCB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0C638997-526C-422F-8C62-A05CF1271DE1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FECBCC13-ADAC-47BC-A113-45CE4ACF9ACF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A274F661-4675-4AC5-B31F-6992FB28E8C4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D3DDCD6D-034B-45A3-A333-1D951B8D0BD0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31B9F5F7-EABE-4CFB-A38C-DB6EF7AA7C23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570FCC79-C748-4210-A171-E152C4E4214C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175AE487-0D92-4E38-868F-C2B6C886C1CB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7FBFFB33-A1AC-4F49-96F4-991243F07B93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AA6A542C-B59E-4F8A-8902-81D0704A9076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23EC48EE-57F0-4F0C-B820-AF49AAC00EA5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EF8A0C0F-D40B-441E-916A-12D2172F41A3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58DA2CF4-BDE5-46A3-8D79-2DF26F520294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061AC9F1-165D-4A3B-812D-0FB0C49E5F12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3B665079-D302-406A-A9FE-0311EA51A885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CB2C8448-F4E4-4391-AAD0-D21E62E2D4C7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87C1E804-9E88-47E5-9D65-E8BD2A7759EC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FFD960A9-A02C-44B4-9529-ADD8FA3560EB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56C15C41-821C-4023-8B8C-C4CA4A4CC123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53570661-9837-4BF3-93EF-E9F40A2F1A76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32D8AD53-0DFF-469A-92A6-2B26F4C7886C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9FA0C4B8-C3F4-47AB-98F3-C7F1593C687A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59393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B563-881F-5AC0-A6BA-BC93EF70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8DEAA4FE-1859-F5B2-4914-8255F32CE529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F01533B6-9D3A-EA3F-9E6E-911D3D246C61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DCCEC5DD-90F4-4A5A-5EF5-02FC2FFAC30F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5D265F4F-1303-7D02-6D75-ABDE69032234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90832517-AE45-AD68-A73C-D3A987073695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962133A7-1369-5F79-2931-F82BCA5138CD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1BB0F677-D1F6-2AE4-547F-C125C71B7BDF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273FC666-65C3-0A9A-2E5B-15B63F0DB11A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A39A02CF-C249-E45E-7854-79017E90D374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062DEE6B-B298-82A1-3E65-BD050B9CA477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8DB5F554-E45B-FE9F-7C4A-AE7723F3440B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95FD7516-D582-A6C4-2779-13B3BF730906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8E200F8D-42A1-0A31-0C9C-D30739E64B04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64C35B2F-689C-E56C-BA65-BD6A9F9AF84A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356926DD-AB7A-03A6-E4C4-0614F04E3D2D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0E6331BA-BFCD-CF06-5C66-2B051641C23E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D81CF1C7-E287-21FF-EEC6-A975F47CB7E6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4F1D6F13-2F6A-47CB-FC56-4A62A577FCAD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D5EBB3EC-5602-3FA2-469C-798A3091D4F8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38C3349E-8AAE-9F74-C056-BB9E43661C15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320117FF-EEB6-2382-2217-A97C505BCB50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AF12AE86-4FF9-EF47-D797-568648395092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F8656780-93FF-0169-E5DA-C99FE19DC2B1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BDD05A1F-D9BC-32CC-4CE3-7B941275890E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E8AC9631-F8C3-44CB-6AF8-C38D3ED422A3}"/>
              </a:ext>
            </a:extLst>
          </p:cNvPr>
          <p:cNvSpPr>
            <a:spLocks noGrp="1"/>
          </p:cNvSpPr>
          <p:nvPr/>
        </p:nvSpPr>
        <p:spPr>
          <a:xfrm>
            <a:off x="1751034" y="731312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717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EC005-3E00-DA3C-7138-925B81997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C19FB045-BFF0-1DEB-8347-95C604D1A498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14CAD4F6-B1BE-20D9-C6AD-BC6B06B3C6BC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23B1CCA8-3F8D-871D-39F9-C433C66172CE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6D3A321B-7EE1-E940-E31D-ACD8CCA7672C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C13929B2-A5D9-E738-E0EA-A645230B287D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0AC5D8B5-2A3A-8666-8085-24DC7E027E6E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CC65E645-236B-1D06-5692-4F0C8EEBB934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A1716FDF-6000-E3D2-3E1F-8061165D9B9B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A124E3D5-EDBB-C006-5E0F-9A428EF57211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DF37B362-96D3-DB25-261A-669AE9372EC3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0BD87E3C-1845-6DF8-EC3D-4AD1CF420676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6AF51BDD-0BE2-B091-B777-D0B9F7C00BFB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32287CD2-A5D3-C17A-D92D-551A8FECF99C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E97419B8-101F-C920-1A46-E0827133AF8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D3C37ED9-5376-E3C7-0A57-A1EE8E5529AE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0B1F1218-2324-761A-B423-3036AFC65BFE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18AA844B-85F4-AB0E-CF21-EF39B9C7DCE7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C73A649E-7EBD-9138-BCD8-C5891123DDD1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B9727CDF-E734-D750-BA80-CB4325697421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24DB9247-1C6F-58BC-8E11-3A6829997EEF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4D70AA03-DD34-12EB-3EFC-A0406E1B1984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35E1E6CC-EDC9-0862-DD9B-640E328E5C9F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89F4F42D-610E-F2C8-1280-427275E48B91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6E87CF78-C4DE-78FD-A55C-AF8CDBAFA756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A7D0ECD0-5E39-B930-6941-43158A1BF357}"/>
              </a:ext>
            </a:extLst>
          </p:cNvPr>
          <p:cNvSpPr>
            <a:spLocks noGrp="1"/>
          </p:cNvSpPr>
          <p:nvPr/>
        </p:nvSpPr>
        <p:spPr>
          <a:xfrm>
            <a:off x="4717876" y="726740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0906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8597-872D-AA22-F9A3-8267972E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FF944162-EA8E-B7BE-BA65-B3B5AAE222CB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E16ED4D8-C871-E9D6-E855-49D2852084C2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AC6DEE31-5955-2F00-49D8-930BB48CFDEE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121C3DDD-56DA-1EF8-970D-898A6CEF2C08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1E6C0705-6E32-7800-4FE3-05D9AAF66CF6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87F7B45A-B28C-4D57-5253-23FC9FD25012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F983D017-03AD-51DF-7520-6444F43D4141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085BAEF7-C135-20CD-C99E-584CF42C6250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01768E06-1CBC-DE61-40A3-A4D33C6D924A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12891F15-9E3E-9126-3DA9-08E530875F44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0FFA3ADD-995F-26E0-8B3D-ED85CE56D3F4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14F1E104-8C48-615C-7DFC-F470FA051564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75EE5944-D0B2-A999-C282-81CD41920085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D93D2321-7D23-EF59-09CE-A3AB2F1C0E0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499CA821-7C78-ABBE-C128-1568C7D9DABF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B3C360EB-C17A-7B94-F31D-E1193A85BC84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61E82D3F-8351-7710-5DC4-F0B0EAEF7CEA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4AFC15E8-75FB-930E-53D3-C3C80CAB3694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42D24682-CF31-3879-C419-5BBF5B655B3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79103F77-9AC6-F39B-EF93-C3DA65CEB941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33069D5D-3DEA-97AD-2A37-E14FECEC49B8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CCDD2F88-2BFD-8AF0-C833-C1F9BE30E906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BF4F2460-3D65-CF89-8479-42A8017BEDEA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8BBC247B-91C6-2171-A90B-872731DB9455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B36413A5-967B-7B7C-1671-80759ED6207F}"/>
              </a:ext>
            </a:extLst>
          </p:cNvPr>
          <p:cNvSpPr>
            <a:spLocks noGrp="1"/>
          </p:cNvSpPr>
          <p:nvPr/>
        </p:nvSpPr>
        <p:spPr>
          <a:xfrm>
            <a:off x="7638999" y="726740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879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3383-EE26-71B5-3C60-12BAD550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FD790448-22F9-0FF7-2366-078F43A49346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45274616-64F2-2D2F-833C-86FA3605B13D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C4823EC7-4B21-9E33-B541-A5595203688F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43DD9515-F100-3790-EB55-958CA2F83A12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14338E4F-A641-06A2-43B4-43AD36B4693A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08918850-E41B-C474-F3F0-64A96E90E45A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1448A314-D966-9CB8-5262-BA8BC97059FF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5FE76314-1A99-1EEB-5CC0-42504C5787AA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4C921FA0-CFC8-CF16-AA8E-8BD4B16F1DBE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A112C846-7842-C29A-AD57-CAF68587294B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4F7BCE50-DC87-6C45-5A18-BF5EAABCCC0E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6CFB0685-52A1-C113-B71D-F0318E17A796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4A75D55B-5825-F9F9-45AC-CF29DDD54830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F9190BFE-A419-1BE0-750A-7DF4A15F9531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4880DB57-567D-03E8-D48B-839C0EA0CE58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1121D6CA-D9D1-6391-2F51-1E72F6DA072B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8519395F-FBA0-6BAF-3E52-D497899621C6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57890899-59E7-B43A-06EA-8CED0361BDF8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821610E9-264E-5818-8A53-5FEB27440E6A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F7D856EE-038E-8A06-9EC0-C78C655F4D21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EB8428F0-E3DD-3721-1D7F-D9465BACC649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5DC26AD8-BF36-AC2F-9E3E-27BEB7D964BA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BD9BEC16-467F-1B65-BB29-404A9461E2EA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BA0C623E-E1A6-55DE-CD6A-F719B056C566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AAB45B26-5DC7-C511-276E-BC2703CF6CD5}"/>
              </a:ext>
            </a:extLst>
          </p:cNvPr>
          <p:cNvSpPr>
            <a:spLocks noGrp="1"/>
          </p:cNvSpPr>
          <p:nvPr/>
        </p:nvSpPr>
        <p:spPr>
          <a:xfrm>
            <a:off x="7730439" y="10320276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4721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FD5D-7B5B-307D-8501-E4C94EDB3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C2504342-A6C5-54AE-7D25-90C9AC2193B4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9447C24A-82BE-DC42-7BEA-4ABCBE74A010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8A749252-5262-792E-0E71-4CD726D4B87C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05B3C42A-1D86-5B40-BB6F-ADD36A47F568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6EF42DD7-8C59-FAFE-77B9-9293339C1CCF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1670CA1F-6D97-03A2-FD2D-B8EE6548EE8C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6AEB51B7-11A2-EA53-C6AB-F56BBE8AE5C0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2ED05F40-5277-EAA0-141B-FF0A6518D1F7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4E8003F8-B2CF-C005-60C8-48E26EC36ABA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94EBB00E-6C61-A71D-A97E-4697FFF7B6FC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17980F41-2FAC-67FC-0AEB-5E7EFEB5DC99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464F54EC-0C21-A198-F5D2-A0FC6B7AC28F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47FD1262-BFBC-9FD6-395D-E5DE167C92A2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19B1B40C-F6DD-30FF-CCC3-C9D7D3B47AB5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C94D0C8B-8B93-2BA2-4E45-6BE89C3F4568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1A4A06C0-397F-F9FF-F506-B39722D31887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ED6D50E0-65BF-C2B8-C1E6-3B151D58D790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36E2E0C9-47D0-0179-545F-F8A3493CB46C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7C1434BF-5811-5D24-BEAC-BC646E93495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79E91888-20C0-19B8-D115-85C6BA338A5F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22DF8706-B705-48C4-AF55-1CC3EA20D654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D4BB0706-4565-3B99-9429-5EFF7F164816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F4A6084E-8676-7C23-B45C-AF0F901F31D0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32A99C50-F6D6-8F86-F3DE-47EEB9A020CC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82569948-324C-C3CE-8B38-5CE00DC7024F}"/>
              </a:ext>
            </a:extLst>
          </p:cNvPr>
          <p:cNvSpPr>
            <a:spLocks noGrp="1"/>
          </p:cNvSpPr>
          <p:nvPr/>
        </p:nvSpPr>
        <p:spPr>
          <a:xfrm>
            <a:off x="10651563" y="10320276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898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1C80-44B3-A070-3085-8FF03AD79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9B3D0D24-55AC-ADFC-5C92-C5BBDFEBD406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FD9BA653-046A-09EC-8B2D-EF0BA8BBD12D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14E1DFC4-8513-0AB6-3722-07A5F099AEDE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210AD87C-60A7-5721-2ED2-22F58172448A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98D130C8-7120-29F9-A662-21D0C90465CB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AC0F2EBA-A452-BFF1-D33E-8819C1786683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531909A9-AA00-6A5F-40D1-D63A24A20F64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725072C5-F4A9-DB1F-E284-62F64ED628AC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F0282B15-F1AD-920F-E636-6AF50E46FEA7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05700CBF-41AA-277C-1F31-2B647609BA76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CBBD004B-2D25-D27D-EB28-32FD2B47FBD6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01B080CC-9075-454E-2967-DF8A5B3EB9A7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9FE25A58-7CE2-11FA-B636-695DDF1AEA7D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0CAAF85C-73EC-1931-D430-6C2F75217E32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07636E69-E189-8CC4-3573-9653CD21AB74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39CE6CFB-8FE0-16B1-3CA4-FA6568D5CB19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B7CBB5FB-34CE-CE31-EF53-4C79F9D30B50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14479E0E-BC0E-FF7E-3B14-F29AA5D558C9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D2219EE8-C804-EBC0-A924-2C6C0EFF79F0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0278B5B7-FEE2-E826-1FEF-20F8CF297311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09E45237-0241-6E93-E104-43B1B548315D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37B440B5-70D0-DB21-47A8-7DC467177044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A85EF93F-9A50-86E4-2284-9F4B3449C511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8F7F7C39-44DA-EDA7-041C-919CBAD408FD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D17321A9-A52C-AEC9-3DD9-A4C7847275B9}"/>
              </a:ext>
            </a:extLst>
          </p:cNvPr>
          <p:cNvSpPr>
            <a:spLocks noGrp="1"/>
          </p:cNvSpPr>
          <p:nvPr/>
        </p:nvSpPr>
        <p:spPr>
          <a:xfrm>
            <a:off x="13618405" y="10320276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657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19A06-3C2E-4EB9-91B9-957A838B0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6D3ECA01-D28E-D61F-1480-CACDE4E132B7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3794094D-79A7-346D-D2B5-729464741065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3016F32F-2E7A-4BB1-5097-7918C683061D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C8B9CD2F-B3DB-4721-4F9E-0B59A9B254C1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F3CDFE64-2B09-04A9-18FA-93951760C1C4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FB6ADD31-0E1E-6695-5936-57E693B6975E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363A6EEA-83BA-947A-95DF-435DF5EC92BE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E484DD00-D1A8-152F-EFDE-D0674E7AC41E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5C70B976-6E2D-FD34-079E-DE1B38416121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4789D0AF-8AEF-C004-51A7-104A08476437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70A4C287-2F73-1FB9-A385-B5CBD4A54CF9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A3A992D5-8B07-2270-82A5-F572C12E91D1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69A6D7DD-2969-83AC-CC49-03FD67E2F4DC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DE85CED0-7D79-3BB3-3DA1-7EE7DC06AE52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ABBC8DF1-177B-D0B1-5FFE-C75A75B0E369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4945A035-A912-CC9E-424D-93D055E20A2E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F7CA9BA0-EE38-D710-BB05-689B67832EE3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6671421B-E40B-50EB-1784-29BDC04FAC8B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3BF35A31-E10C-0109-BC47-F7357197BF82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3023B2AF-8189-2C90-BB4D-5A91903DFA93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B29018C6-65A4-3BF0-ED1F-BFF9D1703BFB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9A9BE822-D237-617C-2F61-7BCF71464F41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A4135610-FBC0-AD7C-3037-91BA2C413158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9FCBAF90-71F4-9F05-FB8D-8214B519FFA4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B3671C4D-3636-CEF5-BF41-CADCD8716DD8}"/>
              </a:ext>
            </a:extLst>
          </p:cNvPr>
          <p:cNvSpPr>
            <a:spLocks noGrp="1"/>
          </p:cNvSpPr>
          <p:nvPr/>
        </p:nvSpPr>
        <p:spPr>
          <a:xfrm>
            <a:off x="13618405" y="7313129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3202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55CA-C591-0AB9-7BF3-5A561F69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67C42BE3-A140-E8C4-8E56-B67C23456E2C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9BC483C7-0650-7DD0-E520-CA9500430B79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5A7A5D0E-680B-163D-BF62-81D59B1E5C82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248E977D-9673-7548-E826-A1E1603E64C1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1DCAE185-B12D-43D2-AD26-F3DF1E8C4C9C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F063CBC3-4AFE-4C11-828F-AC95881B6E8B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070750AF-135F-2036-874E-9B4EEAE12BB0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47CC0D30-15C3-8B75-43E6-2B61CA4E128F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A413ADCE-1E72-DA76-F8FB-A80344624245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45B1973D-D0C4-4E8E-6313-4BE49F6CDA86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570376C0-37E4-E703-78C2-C4A7716D9B12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39548ED3-A1D3-921A-13BB-180B53F8A47E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736B7705-98CC-71F2-F2D6-082FA3A42606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6AD58750-E6D1-0E59-84BB-63B9C1EFFDF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D24AB7BC-0DC1-D77A-2516-E287C4889503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DDA1F37A-8CE2-C267-30F7-5E2462921A71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D6C548BD-96C3-AB6A-21DC-5D1B079BABB5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E4FA0544-23BD-254D-FBFB-9AB633E8CD05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030A3645-24A0-59BC-1324-6A8D74E1D8BA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36E3B174-0E34-083E-35F1-4508CD3361CD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4568C5B5-08B3-3841-D9AC-3BD2F5396A8C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0A516516-FF39-C11C-1A59-B88F97C239C6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1CC28A81-4541-62F4-077A-C205C3CB1829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5AEEEBC5-9AE8-059A-1415-00A206B79FDF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E412C351-797A-8D94-4751-3CB9DA4C9449}"/>
              </a:ext>
            </a:extLst>
          </p:cNvPr>
          <p:cNvSpPr>
            <a:spLocks noGrp="1"/>
          </p:cNvSpPr>
          <p:nvPr/>
        </p:nvSpPr>
        <p:spPr>
          <a:xfrm>
            <a:off x="13618405" y="4237781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942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0414-072A-D726-A6AC-E4C09280A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62566183-A407-037C-1F7E-F55B43949FE2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38F9D404-2BF0-51F0-B91B-8C4FF6D030DA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22C44C5C-E10F-A8DD-E894-6920BE94CC17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0C77A39F-5163-BE6D-BDB9-B9F367EB2950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9963090B-B918-21DF-2238-5B87BC66D035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99A18D56-8CC7-EC90-FD95-2B6A03F5E971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CE4A2F4F-FE6B-9B56-16CA-7963AE1FEA85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7A20A6B2-76FF-37F2-CD00-3A76FFBEEA82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8DE577EF-706E-56A1-29BF-AECD9027D308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650C0F84-D43F-0FCB-BAF6-8E00ACB5733B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6001F4C9-201B-C899-7BC9-D6D987A7C9B7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72D56DE2-FDA4-5049-1928-05DA0202C930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C766D07E-4E99-657C-FA7B-A675E2686DFD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E05A3831-CC13-DB07-E9AF-410BD750D410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1BF8781C-CBFA-EA6B-0A72-87F21C3790FF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E64D4C19-378B-936E-001B-2A613CADF666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D6B97833-1F4D-65F2-7C7D-4659A0926FB8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92ABAB0F-C8FE-8381-3103-52299D3EE24E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4D4D621E-D106-C66A-3F14-67D240BD1B66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2742976D-F75F-B045-4BEF-58D2F404A364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A21341D6-F7E7-0051-E65C-662D2A018179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41564392-F121-362E-F189-3C1BBB0C2A7B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9D813D4C-96E7-9328-6565-6255A100C33C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870DEB67-050A-EFCE-D8AD-12BB78AC94C3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CA6AA364-034D-D451-62B4-CF437425CC17}"/>
              </a:ext>
            </a:extLst>
          </p:cNvPr>
          <p:cNvSpPr>
            <a:spLocks noGrp="1"/>
          </p:cNvSpPr>
          <p:nvPr/>
        </p:nvSpPr>
        <p:spPr>
          <a:xfrm>
            <a:off x="10651562" y="4237781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253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07E5E-86CF-2C78-4462-7F0456A1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quare">
            <a:extLst>
              <a:ext uri="{FF2B5EF4-FFF2-40B4-BE49-F238E27FC236}">
                <a16:creationId xmlns:a16="http://schemas.microsoft.com/office/drawing/2014/main" id="{4872C55F-56A8-9007-C084-1DB881445C60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09" name="Square">
            <a:extLst>
              <a:ext uri="{FF2B5EF4-FFF2-40B4-BE49-F238E27FC236}">
                <a16:creationId xmlns:a16="http://schemas.microsoft.com/office/drawing/2014/main" id="{C1010FC5-7D28-74AE-7ABB-5248295B8F48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0" name="Square">
            <a:extLst>
              <a:ext uri="{FF2B5EF4-FFF2-40B4-BE49-F238E27FC236}">
                <a16:creationId xmlns:a16="http://schemas.microsoft.com/office/drawing/2014/main" id="{30D1E374-8955-A147-A5CA-79D2E96284B2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1" name="Square">
            <a:extLst>
              <a:ext uri="{FF2B5EF4-FFF2-40B4-BE49-F238E27FC236}">
                <a16:creationId xmlns:a16="http://schemas.microsoft.com/office/drawing/2014/main" id="{44D30392-B939-5887-76D3-8C30DF22B905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2" name="Square">
            <a:extLst>
              <a:ext uri="{FF2B5EF4-FFF2-40B4-BE49-F238E27FC236}">
                <a16:creationId xmlns:a16="http://schemas.microsoft.com/office/drawing/2014/main" id="{4CC23111-E63A-2952-AA7C-1A7D06F7685D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3" name="Square">
            <a:extLst>
              <a:ext uri="{FF2B5EF4-FFF2-40B4-BE49-F238E27FC236}">
                <a16:creationId xmlns:a16="http://schemas.microsoft.com/office/drawing/2014/main" id="{B0051098-B391-A033-60A2-F59608DBABF0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4" name="Square">
            <a:extLst>
              <a:ext uri="{FF2B5EF4-FFF2-40B4-BE49-F238E27FC236}">
                <a16:creationId xmlns:a16="http://schemas.microsoft.com/office/drawing/2014/main" id="{3B0024D9-DC9D-2B3A-273E-5F13486DAB0C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5" name="Square">
            <a:extLst>
              <a:ext uri="{FF2B5EF4-FFF2-40B4-BE49-F238E27FC236}">
                <a16:creationId xmlns:a16="http://schemas.microsoft.com/office/drawing/2014/main" id="{ED090660-6DB1-1326-9AE3-F7E7FFC74C1C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6" name="Square">
            <a:extLst>
              <a:ext uri="{FF2B5EF4-FFF2-40B4-BE49-F238E27FC236}">
                <a16:creationId xmlns:a16="http://schemas.microsoft.com/office/drawing/2014/main" id="{A686330A-EF36-0A49-0BFA-5161D21B9AC5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7" name="Square">
            <a:extLst>
              <a:ext uri="{FF2B5EF4-FFF2-40B4-BE49-F238E27FC236}">
                <a16:creationId xmlns:a16="http://schemas.microsoft.com/office/drawing/2014/main" id="{0F85101A-8E2A-F35E-1402-B593D0218490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8" name="Square">
            <a:extLst>
              <a:ext uri="{FF2B5EF4-FFF2-40B4-BE49-F238E27FC236}">
                <a16:creationId xmlns:a16="http://schemas.microsoft.com/office/drawing/2014/main" id="{E24876B2-A296-216E-B383-005595889C26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19" name="Square">
            <a:extLst>
              <a:ext uri="{FF2B5EF4-FFF2-40B4-BE49-F238E27FC236}">
                <a16:creationId xmlns:a16="http://schemas.microsoft.com/office/drawing/2014/main" id="{71ECB397-72C8-713E-0870-1A66361E1B91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0" name="Square">
            <a:extLst>
              <a:ext uri="{FF2B5EF4-FFF2-40B4-BE49-F238E27FC236}">
                <a16:creationId xmlns:a16="http://schemas.microsoft.com/office/drawing/2014/main" id="{DD814EEC-4E98-BCFC-D58B-64536349D64B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1" name="Square">
            <a:extLst>
              <a:ext uri="{FF2B5EF4-FFF2-40B4-BE49-F238E27FC236}">
                <a16:creationId xmlns:a16="http://schemas.microsoft.com/office/drawing/2014/main" id="{748D693E-6CB0-6BA1-F89E-E5BA422625FC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" name="Square">
            <a:extLst>
              <a:ext uri="{FF2B5EF4-FFF2-40B4-BE49-F238E27FC236}">
                <a16:creationId xmlns:a16="http://schemas.microsoft.com/office/drawing/2014/main" id="{214F141E-DAB9-AC74-C532-F0D75665E172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3" name="Square">
            <a:extLst>
              <a:ext uri="{FF2B5EF4-FFF2-40B4-BE49-F238E27FC236}">
                <a16:creationId xmlns:a16="http://schemas.microsoft.com/office/drawing/2014/main" id="{9A8DA962-A906-5669-03A9-B369CFD1F557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4" name="Square">
            <a:extLst>
              <a:ext uri="{FF2B5EF4-FFF2-40B4-BE49-F238E27FC236}">
                <a16:creationId xmlns:a16="http://schemas.microsoft.com/office/drawing/2014/main" id="{8EA47ACE-E7F1-0D01-A008-12815C6E459D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5" name="Square">
            <a:extLst>
              <a:ext uri="{FF2B5EF4-FFF2-40B4-BE49-F238E27FC236}">
                <a16:creationId xmlns:a16="http://schemas.microsoft.com/office/drawing/2014/main" id="{A9563B8E-9EC1-5F79-BCA3-15E93E9719CD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6" name="Square">
            <a:extLst>
              <a:ext uri="{FF2B5EF4-FFF2-40B4-BE49-F238E27FC236}">
                <a16:creationId xmlns:a16="http://schemas.microsoft.com/office/drawing/2014/main" id="{E288DCF9-DF77-4B59-8CB3-B79197E600C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7" name="Square">
            <a:extLst>
              <a:ext uri="{FF2B5EF4-FFF2-40B4-BE49-F238E27FC236}">
                <a16:creationId xmlns:a16="http://schemas.microsoft.com/office/drawing/2014/main" id="{BF5A9846-D4EF-5F17-1402-451047A6A923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8" name="Rectangle">
            <a:extLst>
              <a:ext uri="{FF2B5EF4-FFF2-40B4-BE49-F238E27FC236}">
                <a16:creationId xmlns:a16="http://schemas.microsoft.com/office/drawing/2014/main" id="{F97609C4-8522-D14B-DB29-F61A02AB84AB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9" name="Rectangle">
            <a:extLst>
              <a:ext uri="{FF2B5EF4-FFF2-40B4-BE49-F238E27FC236}">
                <a16:creationId xmlns:a16="http://schemas.microsoft.com/office/drawing/2014/main" id="{B97225D4-863C-D9C6-AEF4-61B5B1F3DBBB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0" name="Rectangle">
            <a:extLst>
              <a:ext uri="{FF2B5EF4-FFF2-40B4-BE49-F238E27FC236}">
                <a16:creationId xmlns:a16="http://schemas.microsoft.com/office/drawing/2014/main" id="{1E4CB46D-7D6F-6A27-72A4-4B89A20ED80F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1" name="Rectangle">
            <a:extLst>
              <a:ext uri="{FF2B5EF4-FFF2-40B4-BE49-F238E27FC236}">
                <a16:creationId xmlns:a16="http://schemas.microsoft.com/office/drawing/2014/main" id="{6AC90A4E-4F78-D821-E832-1BD414425DE9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2" name="Circle">
            <a:extLst>
              <a:ext uri="{FF2B5EF4-FFF2-40B4-BE49-F238E27FC236}">
                <a16:creationId xmlns:a16="http://schemas.microsoft.com/office/drawing/2014/main" id="{B83CEF9A-3D7F-6FDC-1D03-324E90CEB4C0}"/>
              </a:ext>
            </a:extLst>
          </p:cNvPr>
          <p:cNvSpPr>
            <a:spLocks noGrp="1"/>
          </p:cNvSpPr>
          <p:nvPr/>
        </p:nvSpPr>
        <p:spPr>
          <a:xfrm>
            <a:off x="10651562" y="1230633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349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Square">
            <a:extLst>
              <a:ext uri="{FF2B5EF4-FFF2-40B4-BE49-F238E27FC236}">
                <a16:creationId xmlns:a16="http://schemas.microsoft.com/office/drawing/2014/main" id="{2A91EB1A-EA17-4867-995A-54C1F235D023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5" name="Square">
            <a:extLst>
              <a:ext uri="{FF2B5EF4-FFF2-40B4-BE49-F238E27FC236}">
                <a16:creationId xmlns:a16="http://schemas.microsoft.com/office/drawing/2014/main" id="{5CFCA83D-C7F4-4AA9-9312-60412E03188B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6" name="Square">
            <a:extLst>
              <a:ext uri="{FF2B5EF4-FFF2-40B4-BE49-F238E27FC236}">
                <a16:creationId xmlns:a16="http://schemas.microsoft.com/office/drawing/2014/main" id="{D5DDC387-9F42-4306-8C8C-3E5BE233C169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7" name="Square">
            <a:extLst>
              <a:ext uri="{FF2B5EF4-FFF2-40B4-BE49-F238E27FC236}">
                <a16:creationId xmlns:a16="http://schemas.microsoft.com/office/drawing/2014/main" id="{84CB8F43-1AA7-425A-9A5F-849269826ED9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8" name="Square">
            <a:extLst>
              <a:ext uri="{FF2B5EF4-FFF2-40B4-BE49-F238E27FC236}">
                <a16:creationId xmlns:a16="http://schemas.microsoft.com/office/drawing/2014/main" id="{C5F727DD-9BF4-4D57-99BB-D0B58D3C3CD3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39" name="Square">
            <a:extLst>
              <a:ext uri="{FF2B5EF4-FFF2-40B4-BE49-F238E27FC236}">
                <a16:creationId xmlns:a16="http://schemas.microsoft.com/office/drawing/2014/main" id="{355A1BED-A2F2-4593-B54B-2F014059FC4E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0" name="Square">
            <a:extLst>
              <a:ext uri="{FF2B5EF4-FFF2-40B4-BE49-F238E27FC236}">
                <a16:creationId xmlns:a16="http://schemas.microsoft.com/office/drawing/2014/main" id="{32759047-C846-4981-ABF7-B7BB6332DB69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1" name="Square">
            <a:extLst>
              <a:ext uri="{FF2B5EF4-FFF2-40B4-BE49-F238E27FC236}">
                <a16:creationId xmlns:a16="http://schemas.microsoft.com/office/drawing/2014/main" id="{79AE38FC-0285-42A6-AA18-898599AF2341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2" name="Square">
            <a:extLst>
              <a:ext uri="{FF2B5EF4-FFF2-40B4-BE49-F238E27FC236}">
                <a16:creationId xmlns:a16="http://schemas.microsoft.com/office/drawing/2014/main" id="{92F5F515-DA5A-4D98-8AFD-72171B6C8B61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3" name="Square">
            <a:extLst>
              <a:ext uri="{FF2B5EF4-FFF2-40B4-BE49-F238E27FC236}">
                <a16:creationId xmlns:a16="http://schemas.microsoft.com/office/drawing/2014/main" id="{20D6F557-A1F2-49D6-8970-0EBAFE8DE036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4" name="Square">
            <a:extLst>
              <a:ext uri="{FF2B5EF4-FFF2-40B4-BE49-F238E27FC236}">
                <a16:creationId xmlns:a16="http://schemas.microsoft.com/office/drawing/2014/main" id="{B4DA8001-E8DF-4CB3-9349-3BCF039BB4CC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5" name="Square">
            <a:extLst>
              <a:ext uri="{FF2B5EF4-FFF2-40B4-BE49-F238E27FC236}">
                <a16:creationId xmlns:a16="http://schemas.microsoft.com/office/drawing/2014/main" id="{3D65C90F-A087-42DF-8E81-C5293100D5BA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6" name="Square">
            <a:extLst>
              <a:ext uri="{FF2B5EF4-FFF2-40B4-BE49-F238E27FC236}">
                <a16:creationId xmlns:a16="http://schemas.microsoft.com/office/drawing/2014/main" id="{0FEA9FF2-4E77-458A-BBFA-F6B50C187095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7" name="Square">
            <a:extLst>
              <a:ext uri="{FF2B5EF4-FFF2-40B4-BE49-F238E27FC236}">
                <a16:creationId xmlns:a16="http://schemas.microsoft.com/office/drawing/2014/main" id="{80BAFC32-1F62-477F-BE30-5629054CBB5E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8" name="Square">
            <a:extLst>
              <a:ext uri="{FF2B5EF4-FFF2-40B4-BE49-F238E27FC236}">
                <a16:creationId xmlns:a16="http://schemas.microsoft.com/office/drawing/2014/main" id="{CF521A51-4A6A-4229-A9ED-D1343F75CC0C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49" name="Square">
            <a:extLst>
              <a:ext uri="{FF2B5EF4-FFF2-40B4-BE49-F238E27FC236}">
                <a16:creationId xmlns:a16="http://schemas.microsoft.com/office/drawing/2014/main" id="{9F78BE1E-51DD-415B-8364-6520C6822014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0" name="Square">
            <a:extLst>
              <a:ext uri="{FF2B5EF4-FFF2-40B4-BE49-F238E27FC236}">
                <a16:creationId xmlns:a16="http://schemas.microsoft.com/office/drawing/2014/main" id="{74C1CD67-D446-4D20-B02B-1743F468D046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1" name="Square">
            <a:extLst>
              <a:ext uri="{FF2B5EF4-FFF2-40B4-BE49-F238E27FC236}">
                <a16:creationId xmlns:a16="http://schemas.microsoft.com/office/drawing/2014/main" id="{F489191A-96DC-41D1-A91D-B3C7AE60C5CC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2" name="Square">
            <a:extLst>
              <a:ext uri="{FF2B5EF4-FFF2-40B4-BE49-F238E27FC236}">
                <a16:creationId xmlns:a16="http://schemas.microsoft.com/office/drawing/2014/main" id="{DF00FD37-EE3B-4C3D-9E8D-D9359290FA93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3" name="Square">
            <a:extLst>
              <a:ext uri="{FF2B5EF4-FFF2-40B4-BE49-F238E27FC236}">
                <a16:creationId xmlns:a16="http://schemas.microsoft.com/office/drawing/2014/main" id="{08FFBBAB-A15D-40CD-92C4-655DA8B4E7B8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4" name="Rectangle">
            <a:extLst>
              <a:ext uri="{FF2B5EF4-FFF2-40B4-BE49-F238E27FC236}">
                <a16:creationId xmlns:a16="http://schemas.microsoft.com/office/drawing/2014/main" id="{9B99D5D0-7DC8-4E1B-B8ED-E34A52A5714A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5" name="Rectangle">
            <a:extLst>
              <a:ext uri="{FF2B5EF4-FFF2-40B4-BE49-F238E27FC236}">
                <a16:creationId xmlns:a16="http://schemas.microsoft.com/office/drawing/2014/main" id="{4D994592-073D-41B4-94EC-F18044FA9FBC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6" name="Rectangle">
            <a:extLst>
              <a:ext uri="{FF2B5EF4-FFF2-40B4-BE49-F238E27FC236}">
                <a16:creationId xmlns:a16="http://schemas.microsoft.com/office/drawing/2014/main" id="{B83F101D-6D72-452F-B18D-B66CE9D08E5A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7" name="Rectangle">
            <a:extLst>
              <a:ext uri="{FF2B5EF4-FFF2-40B4-BE49-F238E27FC236}">
                <a16:creationId xmlns:a16="http://schemas.microsoft.com/office/drawing/2014/main" id="{EFD1879E-8AA4-4499-8C59-0C4D3FD0CEDE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8" name="Rectangle">
            <a:extLst>
              <a:ext uri="{FF2B5EF4-FFF2-40B4-BE49-F238E27FC236}">
                <a16:creationId xmlns:a16="http://schemas.microsoft.com/office/drawing/2014/main" id="{5EE13E93-E858-4CBD-B4E5-3B5B3A7D7C54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9" name="Rectangle">
            <a:extLst>
              <a:ext uri="{FF2B5EF4-FFF2-40B4-BE49-F238E27FC236}">
                <a16:creationId xmlns:a16="http://schemas.microsoft.com/office/drawing/2014/main" id="{8D71C10C-DF60-4189-9336-EE82023CD165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0" name="Rectangle">
            <a:extLst>
              <a:ext uri="{FF2B5EF4-FFF2-40B4-BE49-F238E27FC236}">
                <a16:creationId xmlns:a16="http://schemas.microsoft.com/office/drawing/2014/main" id="{B9E6A9D1-580B-413E-A37C-8ED272095377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1" name="Rectangle">
            <a:extLst>
              <a:ext uri="{FF2B5EF4-FFF2-40B4-BE49-F238E27FC236}">
                <a16:creationId xmlns:a16="http://schemas.microsoft.com/office/drawing/2014/main" id="{AA14A2FA-393E-4AD6-A609-ABCE688AA0E9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2" name="Rectangle">
            <a:extLst>
              <a:ext uri="{FF2B5EF4-FFF2-40B4-BE49-F238E27FC236}">
                <a16:creationId xmlns:a16="http://schemas.microsoft.com/office/drawing/2014/main" id="{29F54500-166A-4163-AB96-F7760D0DC6DB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3" name="Rectangle">
            <a:extLst>
              <a:ext uri="{FF2B5EF4-FFF2-40B4-BE49-F238E27FC236}">
                <a16:creationId xmlns:a16="http://schemas.microsoft.com/office/drawing/2014/main" id="{6A575861-E8E2-4C81-BC08-7A3656F46148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4" name="Rectangle">
            <a:extLst>
              <a:ext uri="{FF2B5EF4-FFF2-40B4-BE49-F238E27FC236}">
                <a16:creationId xmlns:a16="http://schemas.microsoft.com/office/drawing/2014/main" id="{ED9B53E6-F2DB-460E-AA1B-9522B479709C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5" name="Rectangle">
            <a:extLst>
              <a:ext uri="{FF2B5EF4-FFF2-40B4-BE49-F238E27FC236}">
                <a16:creationId xmlns:a16="http://schemas.microsoft.com/office/drawing/2014/main" id="{11E544EC-3D4E-4D29-8EE7-3CB078F1D963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6" name="Rectangle">
            <a:extLst>
              <a:ext uri="{FF2B5EF4-FFF2-40B4-BE49-F238E27FC236}">
                <a16:creationId xmlns:a16="http://schemas.microsoft.com/office/drawing/2014/main" id="{4FD9E29F-FFAE-467B-A171-9B5E19FA499A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7" name="Rectangle">
            <a:extLst>
              <a:ext uri="{FF2B5EF4-FFF2-40B4-BE49-F238E27FC236}">
                <a16:creationId xmlns:a16="http://schemas.microsoft.com/office/drawing/2014/main" id="{737C61BB-3B33-47A8-BE88-8994C1600F46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68" name="Circle">
            <a:extLst>
              <a:ext uri="{FF2B5EF4-FFF2-40B4-BE49-F238E27FC236}">
                <a16:creationId xmlns:a16="http://schemas.microsoft.com/office/drawing/2014/main" id="{FE5956D8-7E0C-4AD1-A397-2B7C363A9DF4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7969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Q-learning">
            <a:extLst>
              <a:ext uri="{FF2B5EF4-FFF2-40B4-BE49-F238E27FC236}">
                <a16:creationId xmlns:a16="http://schemas.microsoft.com/office/drawing/2014/main" id="{40B396B5-ADDC-4F36-8A83-D04E1FCA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Q-learning</a:t>
            </a:r>
          </a:p>
        </p:txBody>
      </p:sp>
      <p:sp>
        <p:nvSpPr>
          <p:cNvPr id="1607" name="method for learning a function Q(s, a),…">
            <a:extLst>
              <a:ext uri="{FF2B5EF4-FFF2-40B4-BE49-F238E27FC236}">
                <a16:creationId xmlns:a16="http://schemas.microsoft.com/office/drawing/2014/main" id="{B84D63A6-511A-413F-AB71-9B3673DF9BAA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dirty="0" err="1"/>
              <a:t>método</a:t>
            </a:r>
            <a:r>
              <a:rPr dirty="0"/>
              <a:t> para </a:t>
            </a:r>
            <a:r>
              <a:rPr dirty="0" err="1"/>
              <a:t>aprender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função</a:t>
            </a:r>
            <a:r>
              <a:rPr dirty="0"/>
              <a:t> </a:t>
            </a:r>
            <a:r>
              <a:rPr b="1" i="1" dirty="0"/>
              <a:t>Q(s, a)</a:t>
            </a:r>
            <a:r>
              <a:rPr dirty="0"/>
              <a:t>,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lang="pt-BR" dirty="0"/>
              <a:t>que estima </a:t>
            </a:r>
            <a:r>
              <a:rPr dirty="0"/>
              <a:t>o valor de </a:t>
            </a:r>
            <a:r>
              <a:rPr dirty="0" err="1"/>
              <a:t>executar</a:t>
            </a:r>
            <a:r>
              <a:rPr dirty="0"/>
              <a:t> </a:t>
            </a:r>
            <a:r>
              <a:rPr b="1" dirty="0"/>
              <a:t>a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 no </a:t>
            </a:r>
            <a:r>
              <a:rPr dirty="0" err="1"/>
              <a:t>estado</a:t>
            </a:r>
            <a:r>
              <a:rPr dirty="0"/>
              <a:t> </a:t>
            </a:r>
            <a:r>
              <a:rPr b="1" i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49240508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Q-learning Overview">
            <a:extLst>
              <a:ext uri="{FF2B5EF4-FFF2-40B4-BE49-F238E27FC236}">
                <a16:creationId xmlns:a16="http://schemas.microsoft.com/office/drawing/2014/main" id="{81797079-FB98-41B0-974C-5CF4D692915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Visão Geral do Q-learning</a:t>
            </a:r>
          </a:p>
        </p:txBody>
      </p:sp>
    </p:spTree>
    <p:extLst>
      <p:ext uri="{BB962C8B-B14F-4D97-AF65-F5344CB8AC3E}">
        <p14:creationId xmlns:p14="http://schemas.microsoft.com/office/powerpoint/2010/main" val="98033971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1B47-3EF1-F8C3-0D9A-B6489BFB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Q-learning Overview">
            <a:extLst>
              <a:ext uri="{FF2B5EF4-FFF2-40B4-BE49-F238E27FC236}">
                <a16:creationId xmlns:a16="http://schemas.microsoft.com/office/drawing/2014/main" id="{5AB3561E-7C65-4ADD-F773-AD756FFB9BC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Visão Geral do Q-learning</a:t>
            </a:r>
          </a:p>
        </p:txBody>
      </p:sp>
      <p:sp>
        <p:nvSpPr>
          <p:cNvPr id="1610" name="Start with Q(s, a) = 0 for all s, a…">
            <a:extLst>
              <a:ext uri="{FF2B5EF4-FFF2-40B4-BE49-F238E27FC236}">
                <a16:creationId xmlns:a16="http://schemas.microsoft.com/office/drawing/2014/main" id="{06AF1978-5C76-F063-FE60-322C4E802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686300"/>
            <a:ext cx="21546752" cy="77597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 err="1"/>
              <a:t>Comece</a:t>
            </a:r>
            <a:r>
              <a:rPr dirty="0"/>
              <a:t> com Q(s, a) = 0 para </a:t>
            </a:r>
            <a:r>
              <a:rPr dirty="0" err="1"/>
              <a:t>todo</a:t>
            </a:r>
            <a:r>
              <a:rPr dirty="0"/>
              <a:t> s, a</a:t>
            </a:r>
            <a:endParaRPr i="1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916229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662F2-DC36-F820-E367-7CAFAF02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Q-learning Overview">
            <a:extLst>
              <a:ext uri="{FF2B5EF4-FFF2-40B4-BE49-F238E27FC236}">
                <a16:creationId xmlns:a16="http://schemas.microsoft.com/office/drawing/2014/main" id="{9DD02EED-F66F-359E-880E-71F56D4A54D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Visão Geral do Q-learning</a:t>
            </a:r>
          </a:p>
        </p:txBody>
      </p:sp>
      <p:sp>
        <p:nvSpPr>
          <p:cNvPr id="1610" name="Start with Q(s, a) = 0 for all s, a…">
            <a:extLst>
              <a:ext uri="{FF2B5EF4-FFF2-40B4-BE49-F238E27FC236}">
                <a16:creationId xmlns:a16="http://schemas.microsoft.com/office/drawing/2014/main" id="{87883821-BB0A-190F-C576-445F69CF3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686300"/>
            <a:ext cx="21546752" cy="77597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 err="1"/>
              <a:t>Comece</a:t>
            </a:r>
            <a:r>
              <a:rPr dirty="0"/>
              <a:t> com Q(s, a) = 0 para </a:t>
            </a:r>
            <a:r>
              <a:rPr dirty="0" err="1"/>
              <a:t>todo</a:t>
            </a:r>
            <a:r>
              <a:rPr dirty="0"/>
              <a:t> s, a</a:t>
            </a:r>
            <a:endParaRPr i="1" dirty="0"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Quando </a:t>
            </a:r>
            <a:r>
              <a:rPr dirty="0" err="1"/>
              <a:t>realizamos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e </a:t>
            </a:r>
            <a:r>
              <a:rPr dirty="0" err="1"/>
              <a:t>recebemos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recompensa</a:t>
            </a:r>
            <a:r>
              <a:rPr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3525471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D2BF4-632C-1201-C70D-74AA89A5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Q-learning Overview">
            <a:extLst>
              <a:ext uri="{FF2B5EF4-FFF2-40B4-BE49-F238E27FC236}">
                <a16:creationId xmlns:a16="http://schemas.microsoft.com/office/drawing/2014/main" id="{B2AFAC55-6C9B-7F70-4738-5552AA2C2A3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Visão Geral do Q-learning</a:t>
            </a:r>
          </a:p>
        </p:txBody>
      </p:sp>
      <p:sp>
        <p:nvSpPr>
          <p:cNvPr id="1610" name="Start with Q(s, a) = 0 for all s, a…">
            <a:extLst>
              <a:ext uri="{FF2B5EF4-FFF2-40B4-BE49-F238E27FC236}">
                <a16:creationId xmlns:a16="http://schemas.microsoft.com/office/drawing/2014/main" id="{1064406E-5FEA-105C-A877-6EAFB23B8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686300"/>
            <a:ext cx="21546752" cy="77597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 err="1"/>
              <a:t>Comece</a:t>
            </a:r>
            <a:r>
              <a:rPr dirty="0"/>
              <a:t> com Q(s, a) = 0 para </a:t>
            </a:r>
            <a:r>
              <a:rPr dirty="0" err="1"/>
              <a:t>todo</a:t>
            </a:r>
            <a:r>
              <a:rPr dirty="0"/>
              <a:t> s, a</a:t>
            </a:r>
            <a:endParaRPr i="1" dirty="0"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Quando </a:t>
            </a:r>
            <a:r>
              <a:rPr dirty="0" err="1"/>
              <a:t>realizamos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e </a:t>
            </a:r>
            <a:r>
              <a:rPr dirty="0" err="1"/>
              <a:t>recebemos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recompensa</a:t>
            </a:r>
            <a:r>
              <a:rPr dirty="0"/>
              <a:t>: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dirty="0"/>
              <a:t>Estime o valor de Q(s, a) com base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recompensa</a:t>
            </a:r>
            <a:r>
              <a:rPr dirty="0"/>
              <a:t> </a:t>
            </a:r>
            <a:r>
              <a:rPr dirty="0" err="1"/>
              <a:t>atual</a:t>
            </a:r>
            <a:r>
              <a:rPr dirty="0"/>
              <a:t> e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recompensas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 </a:t>
            </a:r>
            <a:r>
              <a:rPr dirty="0" err="1"/>
              <a:t>esperadas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960909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5DB3-B160-7524-7D00-EF0C2912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Q-learning Overview">
            <a:extLst>
              <a:ext uri="{FF2B5EF4-FFF2-40B4-BE49-F238E27FC236}">
                <a16:creationId xmlns:a16="http://schemas.microsoft.com/office/drawing/2014/main" id="{EB3A5ABF-36BB-579B-9DAC-7172F09C627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Visão Geral do Q-learning</a:t>
            </a:r>
          </a:p>
        </p:txBody>
      </p:sp>
      <p:sp>
        <p:nvSpPr>
          <p:cNvPr id="1610" name="Start with Q(s, a) = 0 for all s, a…">
            <a:extLst>
              <a:ext uri="{FF2B5EF4-FFF2-40B4-BE49-F238E27FC236}">
                <a16:creationId xmlns:a16="http://schemas.microsoft.com/office/drawing/2014/main" id="{ED3892EB-0A26-A2C3-DFBC-FA4E80C29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686300"/>
            <a:ext cx="21546752" cy="7759700"/>
          </a:xfrm>
          <a:prstGeom prst="rect">
            <a:avLst/>
          </a:prstGeom>
        </p:spPr>
        <p:txBody>
          <a:bodyPr anchor="t" anchorCtr="0"/>
          <a:lstStyle/>
          <a:p>
            <a:r>
              <a:rPr dirty="0" err="1"/>
              <a:t>Comece</a:t>
            </a:r>
            <a:r>
              <a:rPr dirty="0"/>
              <a:t> com Q(s, a) = 0 para </a:t>
            </a:r>
            <a:r>
              <a:rPr dirty="0" err="1"/>
              <a:t>todo</a:t>
            </a:r>
            <a:r>
              <a:rPr dirty="0"/>
              <a:t> s, a</a:t>
            </a:r>
            <a:endParaRPr i="1" dirty="0">
              <a:latin typeface="Times New Roman"/>
              <a:ea typeface="Times New Roman"/>
              <a:cs typeface="Times New Roman"/>
            </a:endParaRPr>
          </a:p>
          <a:p>
            <a:r>
              <a:rPr dirty="0"/>
              <a:t>Quando </a:t>
            </a:r>
            <a:r>
              <a:rPr dirty="0" err="1"/>
              <a:t>realizamos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e </a:t>
            </a:r>
            <a:r>
              <a:rPr dirty="0" err="1"/>
              <a:t>recebemos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recompensa</a:t>
            </a:r>
            <a:r>
              <a:rPr dirty="0"/>
              <a:t>: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dirty="0"/>
              <a:t>Estime o valor de Q(s, a) com base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recompensa</a:t>
            </a:r>
            <a:r>
              <a:rPr dirty="0"/>
              <a:t> </a:t>
            </a:r>
            <a:r>
              <a:rPr dirty="0" err="1"/>
              <a:t>atual</a:t>
            </a:r>
            <a:r>
              <a:rPr dirty="0"/>
              <a:t> e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recompensas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 </a:t>
            </a:r>
            <a:r>
              <a:rPr dirty="0" err="1"/>
              <a:t>esperadas</a:t>
            </a:r>
            <a:endParaRPr dirty="0"/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dirty="0" err="1"/>
              <a:t>Atualize</a:t>
            </a:r>
            <a:r>
              <a:rPr dirty="0"/>
              <a:t> Q(s, a) </a:t>
            </a:r>
            <a:r>
              <a:rPr dirty="0" err="1"/>
              <a:t>considerando</a:t>
            </a:r>
            <a:r>
              <a:rPr dirty="0"/>
              <a:t> a </a:t>
            </a:r>
            <a:r>
              <a:rPr dirty="0" err="1"/>
              <a:t>estimativa</a:t>
            </a:r>
            <a:r>
              <a:rPr dirty="0"/>
              <a:t> </a:t>
            </a:r>
            <a:r>
              <a:rPr dirty="0" err="1"/>
              <a:t>antiga</a:t>
            </a:r>
            <a:r>
              <a:rPr dirty="0"/>
              <a:t> e a nova </a:t>
            </a:r>
            <a:r>
              <a:rPr dirty="0" err="1"/>
              <a:t>estimativa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836738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Q-learning">
            <a:extLst>
              <a:ext uri="{FF2B5EF4-FFF2-40B4-BE49-F238E27FC236}">
                <a16:creationId xmlns:a16="http://schemas.microsoft.com/office/drawing/2014/main" id="{234B2625-3220-4E9D-99F7-FE7A0BBAC48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Q-learning</a:t>
            </a:r>
          </a:p>
        </p:txBody>
      </p:sp>
    </p:spTree>
    <p:extLst>
      <p:ext uri="{BB962C8B-B14F-4D97-AF65-F5344CB8AC3E}">
        <p14:creationId xmlns:p14="http://schemas.microsoft.com/office/powerpoint/2010/main" val="31433827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3E3B-C5EE-1F9F-8C28-689C392E2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Q-learning">
            <a:extLst>
              <a:ext uri="{FF2B5EF4-FFF2-40B4-BE49-F238E27FC236}">
                <a16:creationId xmlns:a16="http://schemas.microsoft.com/office/drawing/2014/main" id="{9D00B73F-28A0-8878-2ABD-F899E0E1DA7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Q-learning</a:t>
            </a:r>
          </a:p>
        </p:txBody>
      </p:sp>
      <p:sp>
        <p:nvSpPr>
          <p:cNvPr id="1613" name="Start with Q(s, a) = 0 for all s, a…">
            <a:extLst>
              <a:ext uri="{FF2B5EF4-FFF2-40B4-BE49-F238E27FC236}">
                <a16:creationId xmlns:a16="http://schemas.microsoft.com/office/drawing/2014/main" id="{FFBDA816-50FF-AC9C-A9F5-A75D8435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069080"/>
            <a:ext cx="21546752" cy="837692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Inicie </a:t>
            </a:r>
            <a:r>
              <a:rPr lang="pt-BR" dirty="0"/>
              <a:t>com </a:t>
            </a:r>
            <a:r>
              <a:rPr dirty="0"/>
              <a:t>Q(s, a) = 0</a:t>
            </a:r>
            <a:r>
              <a:rPr lang="pt-BR" dirty="0"/>
              <a:t>  para todo </a:t>
            </a:r>
            <a:r>
              <a:rPr lang="pt-BR" dirty="0" err="1"/>
              <a:t>s</a:t>
            </a:r>
            <a:r>
              <a:rPr lang="pt-BR" dirty="0"/>
              <a:t>, 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575247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15E7-CCB5-C1E0-1947-DBAD93515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Q-learning">
            <a:extLst>
              <a:ext uri="{FF2B5EF4-FFF2-40B4-BE49-F238E27FC236}">
                <a16:creationId xmlns:a16="http://schemas.microsoft.com/office/drawing/2014/main" id="{D3AE7143-3647-22D9-F281-970EF97BCFA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Q-learning</a:t>
            </a:r>
          </a:p>
        </p:txBody>
      </p:sp>
      <p:sp>
        <p:nvSpPr>
          <p:cNvPr id="1613" name="Start with Q(s, a) = 0 for all s, a…">
            <a:extLst>
              <a:ext uri="{FF2B5EF4-FFF2-40B4-BE49-F238E27FC236}">
                <a16:creationId xmlns:a16="http://schemas.microsoft.com/office/drawing/2014/main" id="{BC9208B0-CC83-474B-431D-82ED26EDB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069080"/>
            <a:ext cx="21546752" cy="837692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Inicie </a:t>
            </a:r>
            <a:r>
              <a:rPr lang="pt-BR" dirty="0"/>
              <a:t>com </a:t>
            </a:r>
            <a:r>
              <a:rPr dirty="0"/>
              <a:t>Q(s, a) = 0</a:t>
            </a:r>
            <a:r>
              <a:rPr lang="pt-BR" dirty="0"/>
              <a:t>  para todo </a:t>
            </a:r>
            <a:r>
              <a:rPr lang="pt-BR" dirty="0" err="1"/>
              <a:t>s</a:t>
            </a:r>
            <a:r>
              <a:rPr lang="pt-BR" dirty="0"/>
              <a:t>, a</a:t>
            </a:r>
          </a:p>
          <a:p>
            <a:r>
              <a:rPr lang="pt-BR" dirty="0"/>
              <a:t>Toda vez que realizamos uma ação a em um estado </a:t>
            </a:r>
            <a:r>
              <a:rPr lang="pt-BR" dirty="0" err="1"/>
              <a:t>s</a:t>
            </a:r>
            <a:r>
              <a:rPr lang="pt-BR" dirty="0"/>
              <a:t> e observamos uma recompensa </a:t>
            </a:r>
            <a:r>
              <a:rPr lang="pt-BR" dirty="0" err="1"/>
              <a:t>r</a:t>
            </a:r>
            <a:r>
              <a:rPr lang="pt-BR" dirty="0"/>
              <a:t>, atualizamos:</a:t>
            </a:r>
          </a:p>
          <a:p>
            <a:endParaRPr lang="pt-BR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633440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54BFF-A22A-5935-7984-BEAEE085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Q-learning">
            <a:extLst>
              <a:ext uri="{FF2B5EF4-FFF2-40B4-BE49-F238E27FC236}">
                <a16:creationId xmlns:a16="http://schemas.microsoft.com/office/drawing/2014/main" id="{D97D973A-78E2-F22D-18E0-73BBB3FE75D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Q-learning</a:t>
            </a:r>
          </a:p>
        </p:txBody>
      </p:sp>
      <p:sp>
        <p:nvSpPr>
          <p:cNvPr id="1613" name="Start with Q(s, a) = 0 for all s, a…">
            <a:extLst>
              <a:ext uri="{FF2B5EF4-FFF2-40B4-BE49-F238E27FC236}">
                <a16:creationId xmlns:a16="http://schemas.microsoft.com/office/drawing/2014/main" id="{96C5956E-7BCA-7EF2-8603-0653EB48D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069080"/>
            <a:ext cx="21546752" cy="837692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Inicie </a:t>
            </a:r>
            <a:r>
              <a:rPr lang="pt-BR" dirty="0"/>
              <a:t>com </a:t>
            </a:r>
            <a:r>
              <a:rPr dirty="0"/>
              <a:t>Q(s, a) = 0</a:t>
            </a:r>
            <a:r>
              <a:rPr lang="pt-BR" dirty="0"/>
              <a:t>  para todo </a:t>
            </a:r>
            <a:r>
              <a:rPr lang="pt-BR" dirty="0" err="1"/>
              <a:t>s</a:t>
            </a:r>
            <a:r>
              <a:rPr lang="pt-BR" dirty="0"/>
              <a:t>, a</a:t>
            </a:r>
          </a:p>
          <a:p>
            <a:r>
              <a:rPr lang="pt-BR" dirty="0"/>
              <a:t>Toda vez que realizamos uma ação a em um estado </a:t>
            </a:r>
            <a:r>
              <a:rPr lang="pt-BR" dirty="0" err="1"/>
              <a:t>s</a:t>
            </a:r>
            <a:r>
              <a:rPr lang="pt-BR" dirty="0"/>
              <a:t> e observamos uma recompensa </a:t>
            </a:r>
            <a:r>
              <a:rPr lang="pt-BR" dirty="0" err="1"/>
              <a:t>r</a:t>
            </a:r>
            <a:r>
              <a:rPr lang="pt-BR" dirty="0"/>
              <a:t>, atualizamos:</a:t>
            </a:r>
          </a:p>
          <a:p>
            <a:endParaRPr lang="pt-BR" dirty="0"/>
          </a:p>
          <a:p>
            <a:pPr marL="0" indent="0">
              <a:buNone/>
            </a:pPr>
            <a:r>
              <a:rPr lang="en-US" dirty="0"/>
              <a:t>   Q(s, a) ← Q(s, a) + </a:t>
            </a:r>
            <a:r>
              <a:rPr lang="el-GR" dirty="0"/>
              <a:t>α(</a:t>
            </a:r>
            <a:r>
              <a:rPr lang="en-US" dirty="0"/>
              <a:t>novo valor - valor </a:t>
            </a:r>
            <a:r>
              <a:rPr lang="en-US" dirty="0" err="1"/>
              <a:t>antigo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565606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867D8-A5F1-A4B5-D548-594FDC30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Q-learning">
            <a:extLst>
              <a:ext uri="{FF2B5EF4-FFF2-40B4-BE49-F238E27FC236}">
                <a16:creationId xmlns:a16="http://schemas.microsoft.com/office/drawing/2014/main" id="{81F4BD0E-2A88-5842-873C-964500FF226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Q-learning</a:t>
            </a:r>
          </a:p>
        </p:txBody>
      </p:sp>
      <p:sp>
        <p:nvSpPr>
          <p:cNvPr id="1613" name="Start with Q(s, a) = 0 for all s, a…">
            <a:extLst>
              <a:ext uri="{FF2B5EF4-FFF2-40B4-BE49-F238E27FC236}">
                <a16:creationId xmlns:a16="http://schemas.microsoft.com/office/drawing/2014/main" id="{9461A557-37A0-769F-E4E1-78DE49216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069080"/>
            <a:ext cx="21546752" cy="837692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Inicie </a:t>
            </a:r>
            <a:r>
              <a:rPr lang="pt-BR" dirty="0"/>
              <a:t>com </a:t>
            </a:r>
            <a:r>
              <a:rPr dirty="0"/>
              <a:t>Q(s, a) = 0</a:t>
            </a:r>
            <a:r>
              <a:rPr lang="pt-BR" dirty="0"/>
              <a:t>  para todo </a:t>
            </a:r>
            <a:r>
              <a:rPr lang="pt-BR" dirty="0" err="1"/>
              <a:t>s</a:t>
            </a:r>
            <a:r>
              <a:rPr lang="pt-BR" dirty="0"/>
              <a:t>, a</a:t>
            </a:r>
          </a:p>
          <a:p>
            <a:r>
              <a:rPr lang="pt-BR" dirty="0"/>
              <a:t>Toda vez que realizamos uma ação a em um estado </a:t>
            </a:r>
            <a:r>
              <a:rPr lang="pt-BR" dirty="0" err="1"/>
              <a:t>s</a:t>
            </a:r>
            <a:r>
              <a:rPr lang="pt-BR" dirty="0"/>
              <a:t> e observamos uma recompensa </a:t>
            </a:r>
            <a:r>
              <a:rPr lang="pt-BR" dirty="0" err="1"/>
              <a:t>r</a:t>
            </a:r>
            <a:r>
              <a:rPr lang="pt-BR" dirty="0"/>
              <a:t>, atualizamos:</a:t>
            </a:r>
          </a:p>
          <a:p>
            <a:endParaRPr lang="pt-BR" dirty="0"/>
          </a:p>
          <a:p>
            <a:pPr marL="0" indent="0">
              <a:buNone/>
            </a:pPr>
            <a:r>
              <a:rPr lang="en-US" dirty="0"/>
              <a:t>   Q(s, a) ← Q(s, a) + </a:t>
            </a:r>
            <a:r>
              <a:rPr lang="el-GR" dirty="0"/>
              <a:t>α(</a:t>
            </a:r>
            <a:r>
              <a:rPr lang="en-US" dirty="0"/>
              <a:t>novo valor - Q(s, a))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774843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E726-5633-DDAF-B24E-6287F031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Q-learning">
            <a:extLst>
              <a:ext uri="{FF2B5EF4-FFF2-40B4-BE49-F238E27FC236}">
                <a16:creationId xmlns:a16="http://schemas.microsoft.com/office/drawing/2014/main" id="{09D1102E-07E3-5D6C-2F40-44B50C10344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Q-learning</a:t>
            </a:r>
          </a:p>
        </p:txBody>
      </p:sp>
      <p:sp>
        <p:nvSpPr>
          <p:cNvPr id="1613" name="Start with Q(s, a) = 0 for all s, a…">
            <a:extLst>
              <a:ext uri="{FF2B5EF4-FFF2-40B4-BE49-F238E27FC236}">
                <a16:creationId xmlns:a16="http://schemas.microsoft.com/office/drawing/2014/main" id="{153375BF-1520-513F-6652-148AA04A1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069080"/>
            <a:ext cx="21546752" cy="837692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Inicie </a:t>
            </a:r>
            <a:r>
              <a:rPr lang="pt-BR" dirty="0"/>
              <a:t>com </a:t>
            </a:r>
            <a:r>
              <a:rPr dirty="0"/>
              <a:t>Q(s, a) = 0</a:t>
            </a:r>
            <a:r>
              <a:rPr lang="pt-BR" dirty="0"/>
              <a:t>  para todo </a:t>
            </a:r>
            <a:r>
              <a:rPr lang="pt-BR" dirty="0" err="1"/>
              <a:t>s</a:t>
            </a:r>
            <a:r>
              <a:rPr lang="pt-BR" dirty="0"/>
              <a:t>, a</a:t>
            </a:r>
          </a:p>
          <a:p>
            <a:r>
              <a:rPr lang="pt-BR" dirty="0"/>
              <a:t>Toda vez que realizamos uma ação a em um estado </a:t>
            </a:r>
            <a:r>
              <a:rPr lang="pt-BR" dirty="0" err="1"/>
              <a:t>s</a:t>
            </a:r>
            <a:r>
              <a:rPr lang="pt-BR" dirty="0"/>
              <a:t> e observamos uma recompensa </a:t>
            </a:r>
            <a:r>
              <a:rPr lang="pt-BR" dirty="0" err="1"/>
              <a:t>r</a:t>
            </a:r>
            <a:r>
              <a:rPr lang="pt-BR" dirty="0"/>
              <a:t>, atualizamos:</a:t>
            </a:r>
          </a:p>
          <a:p>
            <a:endParaRPr lang="pt-BR" dirty="0"/>
          </a:p>
          <a:p>
            <a:pPr marL="0" indent="0">
              <a:buNone/>
            </a:pPr>
            <a:r>
              <a:rPr lang="en-US" dirty="0"/>
              <a:t>   Q(s, a) ← Q(s, a) + </a:t>
            </a:r>
            <a:r>
              <a:rPr lang="el-GR" dirty="0"/>
              <a:t>α((</a:t>
            </a:r>
            <a:r>
              <a:rPr lang="en-US" dirty="0"/>
              <a:t>r + </a:t>
            </a:r>
            <a:r>
              <a:rPr lang="en-US" dirty="0" err="1"/>
              <a:t>retorno</a:t>
            </a:r>
            <a:r>
              <a:rPr lang="en-US" dirty="0"/>
              <a:t> </a:t>
            </a:r>
            <a:r>
              <a:rPr lang="en-US" dirty="0" err="1"/>
              <a:t>futuro</a:t>
            </a:r>
            <a:r>
              <a:rPr lang="en-US" dirty="0"/>
              <a:t>) - Q(s, a))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957293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7289-2FB1-9627-53B6-853FC586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Q-learning">
            <a:extLst>
              <a:ext uri="{FF2B5EF4-FFF2-40B4-BE49-F238E27FC236}">
                <a16:creationId xmlns:a16="http://schemas.microsoft.com/office/drawing/2014/main" id="{3D03AB8C-9C03-017F-3663-C5F4E1549C2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Q-learning</a:t>
            </a:r>
          </a:p>
        </p:txBody>
      </p:sp>
      <p:sp>
        <p:nvSpPr>
          <p:cNvPr id="1613" name="Start with Q(s, a) = 0 for all s, a…">
            <a:extLst>
              <a:ext uri="{FF2B5EF4-FFF2-40B4-BE49-F238E27FC236}">
                <a16:creationId xmlns:a16="http://schemas.microsoft.com/office/drawing/2014/main" id="{EFF14BC3-4FE0-DDC6-5C0C-92932D3E2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069080"/>
            <a:ext cx="21546752" cy="837692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Inicie </a:t>
            </a:r>
            <a:r>
              <a:rPr lang="pt-BR" dirty="0"/>
              <a:t>com </a:t>
            </a:r>
            <a:r>
              <a:rPr dirty="0"/>
              <a:t>Q(s, a) = 0</a:t>
            </a:r>
            <a:r>
              <a:rPr lang="pt-BR" dirty="0"/>
              <a:t>  para todo </a:t>
            </a:r>
            <a:r>
              <a:rPr lang="pt-BR" dirty="0" err="1"/>
              <a:t>s</a:t>
            </a:r>
            <a:r>
              <a:rPr lang="pt-BR" dirty="0"/>
              <a:t>, a</a:t>
            </a:r>
          </a:p>
          <a:p>
            <a:r>
              <a:rPr lang="pt-BR" dirty="0"/>
              <a:t>Toda vez que realizamos uma ação a em um estado </a:t>
            </a:r>
            <a:r>
              <a:rPr lang="pt-BR" dirty="0" err="1"/>
              <a:t>s</a:t>
            </a:r>
            <a:r>
              <a:rPr lang="pt-BR" dirty="0"/>
              <a:t> e observamos uma recompensa </a:t>
            </a:r>
            <a:r>
              <a:rPr lang="pt-BR" dirty="0" err="1"/>
              <a:t>r</a:t>
            </a:r>
            <a:r>
              <a:rPr lang="pt-BR" dirty="0"/>
              <a:t>, atualizamos:</a:t>
            </a:r>
          </a:p>
          <a:p>
            <a:endParaRPr lang="pt-BR" dirty="0"/>
          </a:p>
          <a:p>
            <a:pPr marL="0" indent="0">
              <a:buNone/>
            </a:pPr>
            <a:r>
              <a:rPr lang="en-US" dirty="0"/>
              <a:t>   Q(s, a) ← Q(s, a) + </a:t>
            </a:r>
            <a:r>
              <a:rPr lang="el-GR" dirty="0"/>
              <a:t>α((</a:t>
            </a:r>
            <a:r>
              <a:rPr lang="en-US" dirty="0"/>
              <a:t>r + </a:t>
            </a:r>
            <a:r>
              <a:rPr lang="en-US" dirty="0" err="1"/>
              <a:t>max</a:t>
            </a:r>
            <a:r>
              <a:rPr lang="en-US" baseline="-25000" dirty="0" err="1"/>
              <a:t>a</a:t>
            </a:r>
            <a:r>
              <a:rPr lang="en-US" baseline="-25000" dirty="0"/>
              <a:t>'</a:t>
            </a:r>
            <a:r>
              <a:rPr lang="en-US" dirty="0"/>
              <a:t> Q(s', a')) - Q(s, a))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2608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8CBB-A2D4-5FAF-4519-0B595365B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Q-learning">
            <a:extLst>
              <a:ext uri="{FF2B5EF4-FFF2-40B4-BE49-F238E27FC236}">
                <a16:creationId xmlns:a16="http://schemas.microsoft.com/office/drawing/2014/main" id="{89199D4C-8EFF-784B-6FBC-F8BB4346046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Q-learning</a:t>
            </a:r>
          </a:p>
        </p:txBody>
      </p:sp>
      <p:sp>
        <p:nvSpPr>
          <p:cNvPr id="1613" name="Start with Q(s, a) = 0 for all s, a…">
            <a:extLst>
              <a:ext uri="{FF2B5EF4-FFF2-40B4-BE49-F238E27FC236}">
                <a16:creationId xmlns:a16="http://schemas.microsoft.com/office/drawing/2014/main" id="{E2611ECB-F4B2-FC38-9B87-FBA7631B4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069080"/>
            <a:ext cx="21546752" cy="8376920"/>
          </a:xfrm>
          <a:prstGeom prst="rect">
            <a:avLst/>
          </a:prstGeom>
        </p:spPr>
        <p:txBody>
          <a:bodyPr anchor="t" anchorCtr="0"/>
          <a:lstStyle/>
          <a:p>
            <a:r>
              <a:rPr dirty="0"/>
              <a:t>Inicie </a:t>
            </a:r>
            <a:r>
              <a:rPr lang="pt-BR" dirty="0"/>
              <a:t>com </a:t>
            </a:r>
            <a:r>
              <a:rPr dirty="0"/>
              <a:t>Q(s, a) = 0</a:t>
            </a:r>
            <a:r>
              <a:rPr lang="pt-BR" dirty="0"/>
              <a:t>  para todo </a:t>
            </a:r>
            <a:r>
              <a:rPr lang="pt-BR" dirty="0" err="1"/>
              <a:t>s</a:t>
            </a:r>
            <a:r>
              <a:rPr lang="pt-BR" dirty="0"/>
              <a:t>, a</a:t>
            </a:r>
          </a:p>
          <a:p>
            <a:r>
              <a:rPr lang="pt-BR" dirty="0"/>
              <a:t>Toda vez que realizamos uma ação a em um estado </a:t>
            </a:r>
            <a:r>
              <a:rPr lang="pt-BR" dirty="0" err="1"/>
              <a:t>s</a:t>
            </a:r>
            <a:r>
              <a:rPr lang="pt-BR" dirty="0"/>
              <a:t> e observamos uma recompensa </a:t>
            </a:r>
            <a:r>
              <a:rPr lang="pt-BR" dirty="0" err="1"/>
              <a:t>r</a:t>
            </a:r>
            <a:r>
              <a:rPr lang="pt-BR" dirty="0"/>
              <a:t>, atualizamos:</a:t>
            </a:r>
          </a:p>
          <a:p>
            <a:endParaRPr lang="pt-BR" dirty="0"/>
          </a:p>
          <a:p>
            <a:pPr marL="0" indent="0">
              <a:buNone/>
            </a:pPr>
            <a:r>
              <a:rPr lang="en-US" dirty="0"/>
              <a:t>   Q(s, a) ← Q(s, a) + </a:t>
            </a:r>
            <a:r>
              <a:rPr lang="el-GR" dirty="0"/>
              <a:t>α((</a:t>
            </a:r>
            <a:r>
              <a:rPr lang="en-US" dirty="0"/>
              <a:t>r + </a:t>
            </a:r>
            <a:r>
              <a:rPr lang="el-GR" dirty="0"/>
              <a:t>γ</a:t>
            </a:r>
            <a:r>
              <a:rPr lang="en-US" dirty="0"/>
              <a:t> </a:t>
            </a:r>
            <a:r>
              <a:rPr lang="en-US" dirty="0" err="1"/>
              <a:t>max</a:t>
            </a:r>
            <a:r>
              <a:rPr lang="en-US" baseline="-25000" dirty="0" err="1"/>
              <a:t>a</a:t>
            </a:r>
            <a:r>
              <a:rPr lang="en-US" baseline="-25000" dirty="0"/>
              <a:t>'</a:t>
            </a:r>
            <a:r>
              <a:rPr lang="en-US" dirty="0"/>
              <a:t> Q(s', a')) - Q(s, a))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131085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reedy Decision-Making">
            <a:extLst>
              <a:ext uri="{FF2B5EF4-FFF2-40B4-BE49-F238E27FC236}">
                <a16:creationId xmlns:a16="http://schemas.microsoft.com/office/drawing/2014/main" id="{61352962-4263-41F3-9126-91B1A612654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/>
              <a:t>Tomada de </a:t>
            </a:r>
            <a:r>
              <a:rPr dirty="0" err="1"/>
              <a:t>Decisão</a:t>
            </a:r>
            <a:r>
              <a:rPr dirty="0"/>
              <a:t> </a:t>
            </a:r>
            <a:r>
              <a:rPr dirty="0" err="1"/>
              <a:t>Gulosa</a:t>
            </a:r>
            <a:endParaRPr dirty="0"/>
          </a:p>
        </p:txBody>
      </p:sp>
      <p:sp>
        <p:nvSpPr>
          <p:cNvPr id="1628" name="When in state s, choose action a with highest Q(s, a)">
            <a:extLst>
              <a:ext uri="{FF2B5EF4-FFF2-40B4-BE49-F238E27FC236}">
                <a16:creationId xmlns:a16="http://schemas.microsoft.com/office/drawing/2014/main" id="{22388E7D-2F04-40B5-B8F0-F61F2604B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546752" cy="9296400"/>
          </a:xfrm>
          <a:prstGeom prst="rect">
            <a:avLst/>
          </a:prstGeom>
        </p:spPr>
        <p:txBody>
          <a:bodyPr/>
          <a:lstStyle/>
          <a:p>
            <a:pPr>
              <a:buNone/>
              <a:defRPr sz="6500"/>
            </a:pPr>
            <a:r>
              <a:rPr dirty="0"/>
              <a:t>No </a:t>
            </a:r>
            <a:r>
              <a:rPr dirty="0" err="1"/>
              <a:t>estado</a:t>
            </a:r>
            <a:r>
              <a:rPr dirty="0"/>
              <a:t> </a:t>
            </a:r>
            <a:r>
              <a:rPr i="1" dirty="0"/>
              <a:t>s</a:t>
            </a:r>
            <a:r>
              <a:rPr dirty="0"/>
              <a:t>, </a:t>
            </a:r>
            <a:r>
              <a:rPr dirty="0" err="1"/>
              <a:t>escolha</a:t>
            </a:r>
            <a:r>
              <a:rPr dirty="0"/>
              <a:t> a </a:t>
            </a:r>
            <a:r>
              <a:rPr dirty="0" err="1"/>
              <a:t>ação</a:t>
            </a:r>
            <a:r>
              <a:rPr dirty="0"/>
              <a:t> </a:t>
            </a:r>
            <a:r>
              <a:rPr i="1" dirty="0"/>
              <a:t>a</a:t>
            </a:r>
            <a:r>
              <a:rPr dirty="0"/>
              <a:t> com o </a:t>
            </a:r>
            <a:r>
              <a:rPr dirty="0" err="1"/>
              <a:t>maior</a:t>
            </a:r>
            <a:r>
              <a:rPr dirty="0"/>
              <a:t> </a:t>
            </a:r>
            <a:r>
              <a:rPr i="1" dirty="0"/>
              <a:t>Q(s, a)</a:t>
            </a:r>
          </a:p>
        </p:txBody>
      </p:sp>
    </p:spTree>
    <p:extLst>
      <p:ext uri="{BB962C8B-B14F-4D97-AF65-F5344CB8AC3E}">
        <p14:creationId xmlns:p14="http://schemas.microsoft.com/office/powerpoint/2010/main" val="212134543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D4629A00-B12D-4368-9634-45657D72E3A4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D6AB2A74-9FB0-47F4-95D4-DAC4B20B544A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912E0B76-7050-4B5D-8186-AB0E007B5EA7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0C6642E7-1B99-439D-B2C7-F9A65DD4DE36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30DDFC60-9737-4E97-931E-10632FC98145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0FB57E85-173A-4DB5-B8C3-B9EC4304F62A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DB8F5D75-B2C2-4390-86D8-941CA21DAFD5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168FB863-3298-4531-B0FC-4076B35242BF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2A47D3A0-3E28-4136-897C-29C82880B9E7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6462C984-B3D9-488E-AFB3-E2705E6651FB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1CCE42EA-BFFB-4CDE-9D4B-3ADD0F6F370B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9500F051-1F02-44A5-8B3A-5B8F9C333AE4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6D7F3D7F-FA9B-447E-ADC9-F35820FB8E31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B54C8D50-1F53-4F51-BE3B-47FA6F8A7691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AE62DBBF-F37B-4488-B702-4563FD19E292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0B881F09-A552-49EA-9778-29C956FA66D9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895B6976-5E19-42C5-A00A-8D3CDDF73C8B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381EBB77-A21A-4EE0-8D3A-58DF11DBFABE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C5F41C4E-1026-474B-BBB6-CE956570230A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4EEC7F02-7233-490A-A9B1-F0BEA25FE8CF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A87F27CD-79A6-4986-A6C0-649891BFB984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DD9B7312-9D64-4F79-BB07-7DE716212C66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00DCBBEC-4418-450F-AEF2-A6E3767D8D8D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8B047E9E-95DE-4986-B28D-4E93535ACC59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A644518C-3044-450A-AC00-B1DCAC4AC356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4F6657EC-0F20-43D6-8005-D3A6149A8D81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E6F26CE6-E659-4615-864C-F5D2003C8E34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49FD43A9-C7F9-4816-A14C-011967F8C3F7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2E3CA09B-3907-4F3C-BE19-014BF04AA34F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3D9921C4-32C7-4B6C-95FE-9212DD9EFED6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1B3AC1C8-6AD7-4B57-840D-CE4914E81B3E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1DD2653D-F63C-44EA-8429-98D93C59CA4A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A63CA376-D4CC-4F25-BCD3-46C49862DE59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4029D479-F343-468D-9DA6-559A79126490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4F4EEE79-EDC9-49E3-BD18-297B5FD6739A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84718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2C706-E55B-1F5F-74E4-973B75236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66CA4BA4-DF04-6D8D-19EE-1A0E5A415DA0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F441A156-1F4D-FAB7-642B-69FC59817A88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C8D02D5F-8DFD-D3CE-DCA2-54592439B890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79D33FC6-812C-40E1-75AC-338D052067AD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638D3A4E-BF29-DBFD-2BFC-51ACC77B5431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DD1BF92C-E222-1892-FF62-9DC9608B5FBB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A9761D07-206E-6085-CE73-B92F843AB456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6F8B35BF-1DDE-A0B8-3F86-20960C4BB65E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C44CF555-5E5A-1C14-EE1F-BA0A32457A1A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DF1CB9FC-0387-5AAF-0F02-98EC61C8309C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C18FC26A-65BD-C852-BBBB-ABF4C210AB72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5223568F-6510-9AC8-F0CC-BF478299EED1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8E6D07B5-2B33-3A63-518D-57F5A4C844EE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91358A2A-21BB-2E12-9B4F-A501E6883A5D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AE9A7085-0612-D8FB-C1A8-038341E1CFD1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702E9486-86CB-3D6D-D50A-84AD615557E6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81A39585-F26E-6EDF-54F3-9AC7D10E2038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BB55E31C-8FE3-E206-7060-62D5F09ECFEA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68FE9B03-645F-EBFD-8ED4-7E2210B83E6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66BA6EF0-0355-DC1E-AA6B-2B23664FC990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D3B3CC24-A4F2-E7BF-6E13-0F546BC7E0BA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95EA9B62-F877-ADB8-B8A6-1D2C9522FCAD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E4B465DF-240B-A041-6992-941597EC4825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D76DEA83-DD52-2BA0-79EB-39668B4AE571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B0667C76-179D-9533-0827-D8C85BAF09FD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88FD76D7-0BDA-A1FA-4115-1C4AC3168FFC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D7C97B36-9F37-F8DC-E50E-14129D17483C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6AD50630-E462-D94E-8B16-A2FA066AA723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1E7F0209-5631-C92F-4658-9B1304B1DAFC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B962FA8A-9D82-C77A-DACF-03B3AED6326D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1FAA71A1-9282-3ABF-491A-392D749A3BD0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3797F268-87CC-1A2B-1B2D-38056706D703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9F8F8A12-8EC8-D962-80FE-25EBDEFCDEC8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05132EE9-47AB-B676-9FD7-4071FFB10B56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88710835-9496-822E-3959-8776E14B5235}"/>
              </a:ext>
            </a:extLst>
          </p:cNvPr>
          <p:cNvSpPr>
            <a:spLocks noGrp="1"/>
          </p:cNvSpPr>
          <p:nvPr/>
        </p:nvSpPr>
        <p:spPr>
          <a:xfrm>
            <a:off x="1751034" y="7276418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329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6A32-0BBA-FEB8-1BF4-0427055A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088020CF-DA81-6317-012D-DA4A729CC95D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E7C000A8-80CA-86B3-EEF0-BE60AB840E73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3A464DEE-FB15-FDE9-9907-4256FE3A7528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AB723401-3ECC-14EF-B227-69C7CA7C2225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950BFA48-5F95-9E9A-4122-59C8D9B5E106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413DAF2E-AA45-934E-0575-57A1BE29B75D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F2CDBF2B-08BD-967E-D997-2746253DCFB6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74C18E30-906D-EE22-C2C9-CEE11113FD06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F3B940FD-2D4C-BCE7-A6C4-8BD3924539AB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16322D4B-D41D-8831-9C20-249CEB7D5826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ADE233DD-BE7F-3C41-A9C3-463029468388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3B14492F-7E4E-0E31-2DDA-0AE56F5D12C8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244A2333-FA8C-3182-DA5F-8A950CE73602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094E56BC-87DF-4DBC-8335-3ACAA228470A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F4400987-0FE0-81F2-537F-C79DF4797D9A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3174BEEA-100E-DDE1-EDDF-9B3A8D2F1869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9E40C8FF-550D-0501-A543-BCF366566FE5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A391A8FC-6CDA-FC62-DD02-1926D514B5F8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B53F32CF-6A03-894C-CF3C-00602A8FDDFC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9D8AD6F8-A328-B400-5818-D6D7EB699B57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83563695-22A0-E2F2-AF6F-C22A3507EBC4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CE648234-C6B4-14E8-BC5C-C3AFDA6964E5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C3093771-C2A7-F9E4-B27C-88D8DFD051E6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464EEDA8-6885-0D88-7565-C110292DD1C4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7DB0DC52-D65C-CD90-127F-A39D1EF4B98C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448F7A44-1F27-F84D-096E-827A735A1F51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01D9F66E-9BE3-E0B3-3AEE-CCF74BCEBAEC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A6BD35EE-3623-0CC1-7D8D-8EF4BEE60DAB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5916D217-E5EC-0DB2-7D88-EB2F630C9059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F97E1289-81CB-ECE7-3192-12FB67FF325A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2B29BA14-EAB1-1F70-E666-AF943AC6F830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BB980633-1B19-FA69-AE8D-65C97AF02A12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A2D67D7E-824C-876E-1E10-649729C89222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249FE283-AB92-6E15-AC1E-F9629821EFC9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F0AE7F51-EA5F-0B91-FBEE-8E26434B0135}"/>
              </a:ext>
            </a:extLst>
          </p:cNvPr>
          <p:cNvSpPr>
            <a:spLocks noGrp="1"/>
          </p:cNvSpPr>
          <p:nvPr/>
        </p:nvSpPr>
        <p:spPr>
          <a:xfrm>
            <a:off x="4607061" y="7276418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549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8964-7CC0-132B-B459-4BF1A133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9B60BC10-4E72-2137-209A-75C4B9AF10C0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F92D299A-B013-46E5-98A6-CE00E32CC657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0B245A8F-D2DD-5CF5-4F56-52F83641FA95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A121FEC1-68AB-AAA9-7BAE-92D3A50E2460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9E229797-23E9-2178-A8CD-12BE2F97D5EB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34117508-8DF4-FAF7-7B64-A54351370C5C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B14C2019-2119-B1CC-9F0A-32AD2B19859F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5E318BBF-A6A3-344A-9310-28DC8DD0DF03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1DCD8EB8-92C0-B4FD-C85F-C036FF11826F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35CA2CCB-A878-92F6-A7FC-4C70433341F5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3A50DD87-F0EF-EBD5-3092-92F290EFA09B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3B05A1B8-7421-8B8F-80EF-EABC9DF3BD82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AA1C5C1B-8E7F-5959-72BE-2E625FA58C91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A43F520B-66EB-82A4-95CE-798DE1B21B5A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3498F2D2-2522-83AE-B55C-C9BC594D5A03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B3CF2209-64E9-143F-B937-4045B07BEF0D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FE0F905C-6FF5-63DC-4BB7-BAC476E8763B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FCF8AF7B-D91A-D029-5EBF-167942FC312B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422903D4-1014-A90C-FCCE-393033F8FB33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5365CC72-5DBA-EAC2-010C-96FAC832EB9E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034C5FA0-372E-907F-1C56-D8ACE6FB0C5E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A8A5805F-3F10-4E1D-6636-6A93D73098A5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B784CEEA-9375-9577-06DF-1D07CA95A19A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EC21022E-BDEA-CEC6-E12C-1F81483B8A29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F5D658B2-B903-BDE9-819A-32BEE7DEED77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53E8AC15-D7B5-B08C-363C-8677B32C9359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D1A2105A-FFE8-168B-E2CC-B9F86CAB1E1D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111BE5DC-8339-78F8-4D9C-2A039A52BC7F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50DB8C0B-2EB4-F602-886B-ECD5C767321C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9678ACA9-0658-C192-9C8A-F0324291C487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A7365B5B-1270-ED5E-9189-CA5AD4CE8994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8CB3CFCE-4B7B-5E22-FEF0-B858C3201449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B70D48E3-3582-7A66-8C2A-A7493897E491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B6569E41-E959-8F53-CAD1-9957094AA198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D1993EF5-83E8-2EDE-99FB-499FFB456208}"/>
              </a:ext>
            </a:extLst>
          </p:cNvPr>
          <p:cNvSpPr>
            <a:spLocks noGrp="1"/>
          </p:cNvSpPr>
          <p:nvPr/>
        </p:nvSpPr>
        <p:spPr>
          <a:xfrm>
            <a:off x="7573904" y="7276418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98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3AFC2-FCF8-F814-594D-15BDC014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4FD1FAF7-B765-4D95-FE8F-D76013540632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774A134C-1D80-AA7F-8CAB-829CC2DEA986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334BF0E0-B34A-3BF5-0BC8-442743324FFC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95EDF897-A3BD-0785-2CCA-1316E9FBDD67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9EF4F5FE-4FD5-AE11-9418-9C106C737733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03A8557D-D403-2B85-082C-CEBD7CD61EE7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F9891176-C4ED-F2E9-959C-0D49E418FC86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9EA156C5-04D1-1199-0898-609E9127807E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7312ADCD-3BDB-B9B3-12A0-7FB971BF9909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465CED93-E02D-9CE1-B264-A8E95A6CD20B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FF638C27-96EF-5C09-9557-A7255B84EECC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E2F3B280-C7CE-2291-CFBC-82A8DB1767C9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A21D4BEC-F208-3679-DF23-3BFD516CCB16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A8A0D8B0-64FE-B688-3C58-EE6E4E918D2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14375893-D1BA-61FB-DD78-DBF968B88278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14054DC0-3EEF-BC82-D544-F26DE2831502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07846ECA-45E7-830F-D98B-D74DB0077623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643A4066-7375-60CB-A6D7-3BB6924A0032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CE2E6C3F-042B-FB4A-FDF8-F6BEF685EBC5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3E6448FF-0B03-BD25-0FE2-87A47928420E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E467993A-E962-500A-8035-1FF073436484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648FF349-EC1E-6269-BAE9-81B1B7A81B61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4FC9222D-E7EA-2A7C-CB0D-40F09C6523CB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FC94A4B7-7258-A0EE-1836-3BD38F38061C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549138AE-B105-3361-172F-6FE11912E553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2FAAB36A-24F2-68D6-6206-042E1BA74315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A4B8EAAC-824B-3935-B61D-43BDEE7ABCF1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D6370E3F-BA8D-FD30-C0E0-4C67539D82C1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CB55944E-DB43-F017-20FA-53FCAECCD268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02DD90DF-00F2-8D0E-A35D-90356C6953DB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A8C78555-C7B0-C786-203B-9D51D9CCEADF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13DE3A97-C902-5B9A-C765-9BD88FC0A84E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6D94CEE7-80F9-D835-AF8C-5FE64AA32932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15324C44-A1FD-346B-2DEE-AF131EE42E42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7220B7A5-8497-B2CA-638B-71C33020E5C7}"/>
              </a:ext>
            </a:extLst>
          </p:cNvPr>
          <p:cNvSpPr>
            <a:spLocks noGrp="1"/>
          </p:cNvSpPr>
          <p:nvPr/>
        </p:nvSpPr>
        <p:spPr>
          <a:xfrm>
            <a:off x="7573904" y="10320276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283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B26C-3483-B5F6-F756-43A1B6A8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2901B8CF-3CE7-125D-132E-44F2187482AF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B0E4FF62-AB89-F27E-37D2-77BAFF13979A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B4B0B0F4-897E-FCC5-7B46-F48ABF59FFC6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5C155ECE-A6AF-A6E3-4828-CEC05C2FBA6D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ED716900-5509-6DC9-8843-6B2F4CDADFD9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57A16DB3-9B67-3945-78EA-7F611CFC12E0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A1210626-D7FA-6C60-0238-3CF7577B2C18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1C908057-A3C9-452E-AB3A-F45A8343DED3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5D4D832F-8179-D4DB-887A-ED8628FACC8A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CA985C23-2626-F289-3BC7-32DD06ECBCBB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3079F3AD-62A4-A7A9-FD2D-9F1361AB1218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FFA4B334-9707-4C66-ADBB-322C02332BDF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BEA5BE21-287A-6361-F574-1DE587073810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708C19FF-8BBA-FD7E-A778-457859A32CE0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8AD08C15-789A-EAC6-858C-E24E4912D252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6391A766-ACB9-1B6A-63A2-C027700418E1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C733AE72-AD75-B30D-9A3B-E3A3483476D0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0213A0EE-4D2A-CD0C-C65E-5D6EEFE861DC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494BB8A7-30AB-350C-377B-052C57642A2C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79E5A24F-642C-FDCA-F6E5-C26C5A89E31E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5EEB9EF5-567A-171F-97E7-A970E789E4D8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DA1EB019-45D0-1877-16EE-A700CDBBA06A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E54D1BA2-588E-687A-4CBC-83E1EDC22458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6A1479B5-088B-B4D5-7F8D-CAFDB370BF0C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636D6AB8-3A09-E1A4-F91B-A3354D3417B9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C89AD680-F728-C0D6-C6E6-D3D03340DC47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7EAA0E51-4DCD-EAB5-0837-29CCDBA7B93C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C9CFDD33-9666-C3A6-FEA1-5C0F636350B1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A2EEEE19-8A0B-4220-362E-E36DB015CBD0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EED63B4D-B517-D3E6-B7C2-C5C5CB7751E6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71979D05-CBB9-67CC-1065-4B273415F534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4A8ED257-50D5-FC0B-5BB5-DAEB447FCCBD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C4F23464-B9CF-6B01-AB4E-ABB27E6E771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95823B8F-E30D-482A-ABF4-7AEDB3173EE1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25C75474-0A35-D8DD-A926-C108368B08B1}"/>
              </a:ext>
            </a:extLst>
          </p:cNvPr>
          <p:cNvSpPr>
            <a:spLocks noGrp="1"/>
          </p:cNvSpPr>
          <p:nvPr/>
        </p:nvSpPr>
        <p:spPr>
          <a:xfrm>
            <a:off x="10538564" y="10320276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7606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3A593-E23B-B2B8-B66E-E20A7A52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1B31212A-65A2-D97F-C66D-57F0435BE732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E34A5213-7392-524F-C4F5-925D5420D1C3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2D05117B-935E-64A3-A2F5-52331B0DFC2A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E84319C5-5805-4E1D-9B69-706872FE21C7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5282F154-0542-6B2C-1E03-4B0CD9886FE2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D24EC22A-31D5-BC59-DFC1-13DB07AC4837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6F9DC0C9-9005-B3C0-457A-045E1A942C86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54FF81A3-DC3A-7FAD-AD00-4C0622D5F06C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14AC2F68-71A8-001E-E1F1-5B1836706A35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FDD1A835-0D75-F34F-25A2-3108941EB71B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58D7862D-CE76-040C-1C9B-30382179E16B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69814A81-D03D-6646-3649-D38E1066D529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A032033D-E421-6642-AE44-F08A2715120C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CDE42AE4-9D98-8ACE-0513-BAB601AC48BA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FD7D6074-CC2B-E17A-0713-348CB22A63D3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D7D747E2-5845-411D-1C21-B7D271106297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C5C38A73-5FCF-4868-4EAF-675E7D66CA00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2AE3860A-5A60-EF9C-251E-E941F92D0DDC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61D77120-4167-49C2-1D8D-9F47F100A171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6FC5C683-4C75-4DA9-AF2F-0DEF94235953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C7A3DBC5-8715-42B4-00E6-8D0D3FB0F635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B8AE12FD-F91A-056D-FB58-AC5E49403288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74FC7E8E-3B61-7166-2758-7F7A7EFEA91A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D5A7D262-62BD-B1A8-6233-939E37F6FADF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E9128B8F-CC21-D112-94E4-E4AD34ED08AD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BA208568-76E6-26D4-00E2-24AB730022ED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242755B4-2543-BE2F-478F-10B39F4E2A5A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E5C5DBE8-8CD9-29A4-F990-64E1E9184A67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DCABF3E6-D2D4-AFA9-DF03-121936FC3609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B3604AF0-84F7-D786-82F8-B04F1F475EFE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99392A0E-11CE-4146-400B-596F361E4E57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9008118A-FF01-55F0-70EF-6C7CD68C65D4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03566C06-4C13-D04B-E258-154C12B6B5DF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5DED8DEF-D442-4F8C-D335-987CDB9F9E6C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9EE1B105-335A-BC81-4841-02F9B9139ABF}"/>
              </a:ext>
            </a:extLst>
          </p:cNvPr>
          <p:cNvSpPr>
            <a:spLocks noGrp="1"/>
          </p:cNvSpPr>
          <p:nvPr/>
        </p:nvSpPr>
        <p:spPr>
          <a:xfrm>
            <a:off x="13618405" y="1035698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158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27753-4BD4-2227-67C8-A52E4396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3C66E19D-8686-B0C4-7E44-DB1E9CE3B9F7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669A8D8B-6E66-6DE4-F106-867D80EFD70C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E68E82CC-2BD4-3476-DB02-979DDFB24516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A328BC9D-6852-B571-FEC3-3C1266288E43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C93C614D-C7A7-7B12-F168-B3D2CF304DC9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4AC018EF-0B30-0223-B093-85431C4263A1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9B13BC2A-C075-C800-7D78-CABC3E989A8A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AFA373EE-9759-74B0-4D08-C2226725E81E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DD8165DD-6B80-A91B-1271-97D6E43FC423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74855D6C-6490-804F-B5B5-A3842B1EFF0B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C1369DC7-D642-B39B-A99D-E530072C8D39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2C580B6B-B31E-31B4-8448-F0E9CBC65BB4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C556E839-178C-5ED8-0F70-6C62CD72458D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228BF8FA-C741-13B4-4AB9-492200CB6EAC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E925557A-5164-E404-BE6D-D5AC90C05C3A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5D6F9914-29C5-B672-2684-B3978363428A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8E6C03E4-8BE3-42A2-DAE3-B2B6F233C51F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E128B909-9FED-D768-1EC6-53918C77C0C9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8893BEF3-F7EA-0654-6A11-BBA86AC1ACC2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9A33A2A0-3C25-0F22-5AC4-00764A128F84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D61942F7-5A89-AD1D-6CF1-F4452D4671D0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88A55160-5D98-512C-D0A1-D94807BD2A51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4A8FE231-7DEE-504C-877E-A9403853756A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85EA5E6F-6D7C-BCD4-17D8-52DC9BAF07FD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FF4B536D-666A-791A-5A36-E485DA5E8C6D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36B465F7-529B-3E54-A8D5-D64064473AE2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701105C9-9C48-F957-85C3-621D34C10597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C30C79EF-C52D-AED2-5342-2B5B33B8B133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3CF60F31-677B-B72A-1F3F-EC4FA7B27AF2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31B0AFB1-7DFD-AAF5-9BCF-A6445F73CDEC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BE156951-9634-9F2C-21E4-676C4CB83221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465AD461-8E98-69F7-E7EE-4890C9864115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671FD587-A671-54FE-D417-66D58F791361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9BCDF839-3690-27C4-175E-433B54448DD2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651D2B2E-9A7D-4E2D-17FF-673AA8FF6FDF}"/>
              </a:ext>
            </a:extLst>
          </p:cNvPr>
          <p:cNvSpPr>
            <a:spLocks noGrp="1"/>
          </p:cNvSpPr>
          <p:nvPr/>
        </p:nvSpPr>
        <p:spPr>
          <a:xfrm>
            <a:off x="13618405" y="7423945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2978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0C06-65DD-7F37-471A-2F88266E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2CF52FF7-F72E-CF36-3641-2C37ED6E099C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1DFD9410-E12F-62CA-AD49-832CB55A6A71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C0883FA3-1224-53B1-9E72-63D7778CD9A7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79647B7F-A6F2-F127-06A9-826EC5B8378B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CD080E05-6EFF-A01C-7737-5FF966F19FB4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3C627429-949F-4574-03E6-2C6A18FA0E07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761B0844-3C93-5CED-471C-640CD5B6B0D0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AF6A3DE8-D7FB-4225-EE07-E0DBE1C004C9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18D21C19-D6DA-0730-FE02-0B4B90C1DD6E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119693AA-D1B1-7C57-3DFA-BCCB9D9FF264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C09774E9-C6FB-3FE9-B88F-1F2D7237BA5A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3E17F9DB-6572-EC75-2508-6D70763FEF31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DE676565-52EE-DF75-8485-7BA2BB5E2CBE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6D536ADD-C0F6-2379-DAC5-3DCA7091ED6A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88D6F7F6-47DE-268F-6CF5-E38923B70DE9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F4EE3475-56CB-42CC-E135-24EBF98236A8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06D2F5C6-F4FE-0C38-BB3B-5509E819B384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E441E464-2203-F440-B1D1-5DC5998A24D7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CE17C04B-30EA-04DC-35AE-AEA8918003BC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0946AA4A-8A4B-EB61-F95E-987FD553BE38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702C04E9-5014-65DA-A7FF-A86CA1CBB8B6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4466679D-894F-AF0F-05A3-EC5138F5AA08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284EE8BF-FC99-BAB9-E628-45604E38182C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69B14E4F-C615-06DE-E7E5-C9731D5F3D2D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C058E8B4-719A-D554-62B6-DD2DFD94733E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A2D52335-6D82-590B-09F0-236B313EAFE4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40C62C25-9951-C9DE-F799-2352688A5DC6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3595337D-ECA3-5750-DBA6-7EF2691E5554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BD873B47-7A15-68BD-EE8D-32FB23DE23C8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D1BFA976-E35A-56C4-03FB-51AFF6005D73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5CAD029F-B665-E5D0-EE8B-764C3B6564C0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DF987297-E54C-0FA0-A0CB-9B603EBA638B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AAD7F78C-BDF7-3DE2-3857-C43A6D13FE03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797F9C5F-82CB-CC66-5F1A-22123CBB4C02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D85F2B79-B951-6196-FA84-B89C17406713}"/>
              </a:ext>
            </a:extLst>
          </p:cNvPr>
          <p:cNvSpPr>
            <a:spLocks noGrp="1"/>
          </p:cNvSpPr>
          <p:nvPr/>
        </p:nvSpPr>
        <p:spPr>
          <a:xfrm>
            <a:off x="13729222" y="4271881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130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C675B-77F5-378C-0790-2911566B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37769948-A510-40BD-8401-9D38137B8FEE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FA91E12A-7673-1288-E032-DF47409A226E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EF4B8DAC-4BF7-8F1B-8971-E000C97AAE6D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4572A3B6-0A33-53CC-681F-EEE09DBD02FD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618A330A-15B0-138B-DB61-3520110A0F15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3AD67F9E-8937-D6FB-63C8-71DFC284DB62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7E9EF263-3B6E-7061-DE3D-78AB056D245A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37132BA9-C1FD-3454-1D07-87E136527A6D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EF1E49D8-65E6-83C4-9291-18CB703866D8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E0FE855F-D5D4-3308-BBB1-6D07ADDE94B3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F814E3B2-4FB5-75CB-A318-711AE73F2EA5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15F13C92-D0AB-9D6C-B98A-04485B4EC33E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5A2A0A3A-1BCC-9FAA-43B4-A9666B130AD5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097EA242-B3B2-E3CA-D552-5E55243669DB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214B9858-E83C-9D7D-DAED-F0B710B63DDD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CE9A55E7-F036-39FD-B55C-4E34911E8AA1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C9C91743-FDE1-7313-D337-EA4C93C2F5DD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232DBA51-733C-C14C-016B-9079ABC8A97A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272FB1BF-6A0E-F046-EB04-89B9C3C2C9B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AFE06F89-D917-27D6-E471-4A73F3965F64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735C59B6-6532-9E9A-B1C1-A1B66CBE499F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5C17825B-7390-9401-B59E-2E359C70DEE2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7902CE9E-A5F9-C1CA-5DFC-BF3EB737F191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375E95B8-55C6-9945-CA04-7DF36CA4F7A8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EBD37E18-2405-E054-D4B6-24E57774B2FF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AA83436E-CD7D-DC61-329C-D08088CDD6D1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58AF7D93-F1DB-21AA-AD45-706E61FC1C75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FBCB76E7-6174-6DFF-19CB-28A37882A8A9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AC42F5C3-FA20-E180-416B-F9ED6E2703F0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E44BCE8C-21F4-FC02-5E42-DF1D2AC94BFB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DCE9484A-B518-3DE6-C040-592AAB9F0E31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526F7728-2E7C-5380-85E1-682D862E4490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8C281172-3AC3-6B51-2D8B-23EB965DDBB9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89136E00-DBDD-2D25-ED24-D145D6B0C203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676E37C2-3DC2-056F-9A53-776525C09B1B}"/>
              </a:ext>
            </a:extLst>
          </p:cNvPr>
          <p:cNvSpPr>
            <a:spLocks noGrp="1"/>
          </p:cNvSpPr>
          <p:nvPr/>
        </p:nvSpPr>
        <p:spPr>
          <a:xfrm>
            <a:off x="10648953" y="4271881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352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74001-1157-106A-1F3C-FD214A54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46B4079B-1490-B644-76D0-E73F3039FA08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985A94B2-D897-2FE2-8C7B-CD7FF1DC06E8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027A4126-B524-B1FA-49D7-69D341624BBB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3CB958BC-4338-305C-BBE7-4FD18F66596E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5D205F43-B5FA-5166-BD98-F0D58D6DB0AF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2C639728-046A-A4B4-F809-D37994CD1193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F574449F-504E-FE81-EC19-648D4850FDC9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E414B630-A307-78E9-B5BF-DE152F685E3A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087A3498-192F-EA39-1F51-E7BD911AFDFB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4B3920D0-8A01-DA4C-CF4C-3676871C9CF6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3ECAC124-E8F3-0E77-C505-521191BBF760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541918AA-D495-2001-3122-E4F72AF65176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0DFDD946-C39A-195E-890F-79A70C772FD6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D5E73DD0-0752-C81F-35BC-EF098A80FA5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2CE5ADF6-3076-8CB4-2969-E6B8089D6CA7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1B2824B8-231B-42D7-FD04-903D7EBEB154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C05E6E19-1055-8DCD-6ADE-2AC1A63320F0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3B7C0209-5EED-7C86-F7A4-9E6A0B2A5F7F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989DCFC3-F2A0-F812-2CCE-0EBD1A722936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9BECFEC8-B8F9-DBCC-C8F4-4574749C0F56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0B6DE499-6B18-A4D9-FE49-2A659E50D82E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8A5953CD-F5B9-C80F-0EBA-A9E51745CF41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1CCCDF23-FAF4-993F-CCD5-814E15C78771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20DA7215-2B3A-37FB-2D02-DE22A57C9C21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A6309081-B71D-3E71-218F-EE0F2EF40F1D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19F3537C-0AED-121D-8FF6-5731B4B358D2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60D2CB68-4CB0-E156-C7BB-04D512D523B2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0BC3D9EB-BD60-E756-C579-F233F789F8E8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39210283-EE7E-DF91-EED8-4B47D66D1552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79B6645C-175A-7630-23DC-865C62853A1C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4BA94A1C-BDFB-7E00-20B5-118A61FDE367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8AB18775-B817-6038-5FE1-7E5E37A28323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AEB2AB9F-5FB4-C6C1-12B3-2319224EE41C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2D2FC7D4-18DB-D312-C2C1-AD3AE97CCB98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EE65362B-6A1D-3C55-7D16-1B79226D8006}"/>
              </a:ext>
            </a:extLst>
          </p:cNvPr>
          <p:cNvSpPr>
            <a:spLocks noGrp="1"/>
          </p:cNvSpPr>
          <p:nvPr/>
        </p:nvSpPr>
        <p:spPr>
          <a:xfrm>
            <a:off x="10648953" y="1196533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3696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FDB3E-5510-82E3-7835-2F24C078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8CCD1393-03E9-2386-F81D-1879D32469DA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86933792-ADBB-34F5-B877-2A13A13190EA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59DE1D95-3ABD-59A9-0C8A-59B0398EA3A4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A9882FC5-C3BD-298C-4338-C36042AE9FD5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83595BB0-BD7C-FF8C-D53B-DD673477CDC3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4541A2D1-445B-CF55-A662-4883C9C45AF6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B8C58BD5-140D-EFD0-D93F-BC3A8219AE58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A9CC7AF3-66D0-72B6-EBCD-2797DAB48352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77EDA931-B878-6EAE-455A-74C920B9381C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2106EB99-92FB-E6B3-6D55-95C5E6E4ACB7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DC82122A-B4C0-63EF-BE65-F53374C8E4A4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576D3865-5A2A-A791-8160-70DFA45D7CB1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AAC9F76A-86F4-9A1F-FF8C-6ABC767346F6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11053ED8-0236-20E8-99DA-F8FB5282855C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34DFBAF3-A1CE-C4B4-3D13-E421F5859AED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95BA41D2-B8CE-54CD-E5A4-930B6F6A09D6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28972EB1-2F57-E6A7-DB75-684AB6464C0C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D8D443C0-31CC-01CE-3D6F-0C1CBC700E3F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B7BBEA50-33D2-1EF3-3421-DA714702D3A9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EEAAA11D-AED8-62C7-D761-77F845F69644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DB80DDFA-F03D-23C5-1B1E-97F97BC135C7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D65ED638-B40E-5353-0AE0-7CC116877F13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CEC87F27-F377-7E27-7EEE-66DBED759FCA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D296095C-3EFE-8382-06BB-A57FA9FC1E60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31855C56-E98E-AAF9-EB2C-3293854F95CC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67E91187-C877-25B9-A4C9-339D04D93DCA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DB693684-A1A8-45CB-7FEB-8E2620BD4DCA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2D63BCB2-25E1-4919-36E2-222934EF6C98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3DBDB85E-E403-DA88-8CEC-E1AADAC9CC3C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1A5C1E4E-CE64-30C6-276E-855FD604D9A7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CF151530-C83E-7EAF-8756-23FFC28E097E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402324F7-F665-A36D-78AF-5BA8CF428D1F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8EBDFCF3-607A-54FC-D41E-BD1508BAD985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F12BF2ED-1136-06BB-FBA4-7041657130EC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A3756EA1-D83D-6891-F754-2D36123BD243}"/>
              </a:ext>
            </a:extLst>
          </p:cNvPr>
          <p:cNvSpPr>
            <a:spLocks noGrp="1"/>
          </p:cNvSpPr>
          <p:nvPr/>
        </p:nvSpPr>
        <p:spPr>
          <a:xfrm>
            <a:off x="1751034" y="10320277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84359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D919-7E2A-E209-87B9-25CEA552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9FED88C6-9BFE-7EEA-8494-FD85ADE94B0E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6F4B2EE6-17D4-9E98-CEB0-F3B04FA120A0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E25F35B4-9A90-D654-F153-DB0FB9CB6B25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89B48A24-E236-6BB3-6127-2C7863B5E4E5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16CFECAF-FC6F-8693-192E-93C43013F3EB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7F61FAA6-3F99-7CA9-0C68-1E812E5B0F2F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C855CE5B-A677-A61F-869B-624E3ABB0FEA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D4FB71F1-B94C-A345-737B-D323744F9822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91DB9F30-0F5B-3605-9212-A7F449799181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3CEFA2CA-5FBC-3853-B461-B958E844A9A3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E0504395-6600-5617-E779-6737A2E353DD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F5587CDC-8F9A-4166-F7DD-716C19295D33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BAEA9B6D-1933-B989-8F5C-61F66C2CC7C8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52BCEB25-18FB-290C-978E-AE40B4231AF7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393E0B81-3EE4-3611-DBE6-39C42777D385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EB6AAE60-66C7-4947-5F4C-57B49D816C2A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8F974C93-5E79-E7FA-4E27-CAFF20B7BA0B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B44D42F1-8C27-675C-DE9A-AF9D4D8882E5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D9368B30-CF3B-4941-89FA-F9C09A12EC78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FAAD7921-2C31-21CF-DC38-9E8D5F52C443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0A895E0A-BFED-6E32-2CCB-17EC8F338E62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6E211242-4AB5-3719-A1EF-0C0C83EA7DC2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AC91D90F-5A4F-B6C3-6D20-CC4DD7B48CB9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99AED67C-A364-06B0-B855-4E8F2F174F7F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4920B65A-732B-55F5-8F68-0ED7FC1FD220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1C9F35F8-CB9D-D06D-C5BE-271B24A621C9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0937976C-209D-0C67-031E-CD385A564551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34B2F660-922B-9C49-0794-F9B4C171CFA8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CCB8CD23-E6A8-A89D-D34A-BFB5C225BD71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7F3B7A9D-2223-43DA-CE5F-D64A8AA685C3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29D4EF6A-4572-9B75-3B2D-310D0B530142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54C96351-A40C-EC17-A513-6A890191CD14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BB227180-5A50-A609-885A-12931AEEF637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6CDE5465-7073-96CC-D7E1-2F36B780886F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CFBC696E-2B00-C1D8-97E1-60B77989872B}"/>
              </a:ext>
            </a:extLst>
          </p:cNvPr>
          <p:cNvSpPr>
            <a:spLocks noGrp="1"/>
          </p:cNvSpPr>
          <p:nvPr/>
        </p:nvSpPr>
        <p:spPr>
          <a:xfrm>
            <a:off x="1751034" y="7276418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891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0C326-75B8-01BF-5A2D-9D45EA76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778DE2B8-5AF8-3FDC-6B08-31573E5653B0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6CD135D0-89F4-09D1-A653-21A61074D10D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BE47525A-60BA-69BA-3E9D-EF64E1B4E80C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7202F2E4-BB4F-5734-01AC-BB0C9FBF66BF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043D4BB1-AAEE-6248-2F12-49ADC41943AC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0FE67A3B-48C2-EBD2-D7B5-AE2CB4478B57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A4004EED-0261-BA8C-EFCB-2C8730585DE7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F1074FDF-2BEE-9197-22E0-E4958E553923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8F9B0C13-AEE0-0386-D20F-71D6F3B953F9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65D60EB0-480E-BAD7-6E91-5F8876F5F5B2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D64ED92E-E4D9-EDEC-9C59-DD954EB59B34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702B6A0D-C5DF-ED49-D9C6-D34206BED135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DE2FC457-1074-71EA-E599-6048163AF065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D1443B4B-6EA2-1B9E-F4EE-18E272D45CEF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180B57BB-E0B4-8714-02F3-C01E12A4BFCA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19D36A81-F31D-F209-4E51-2E080AF58B00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6BE98985-8E2A-A573-5A88-7ED4ECF9594B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8C8CBF05-00F6-7E7C-E12B-7A6F9530C88F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8921065C-9F09-3045-C0FC-512BA1E1B87B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712DFABC-6F04-3CDD-EAF8-741863F165CE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41271C77-FC36-2EB5-7E86-BA1E0563BF6C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E4FED728-1250-A8A5-3E9C-8D2499C8B4F7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D3DFAB75-E4E4-728A-B392-865E5862FC4A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29F50DA8-C3F5-E98A-3DBB-C5B265CB94F5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A77E9B6C-E111-7A37-A038-81BD523B7584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3F85E931-5AB0-0071-0B35-235AE42F9CDD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CB44D031-9717-0FF7-F841-9F08F87446F3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59024DCA-15E3-869E-5162-7351C699FE17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37AB771F-1133-BAF7-417C-456BD58E06BF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E0AA5C7B-A943-2524-1C6B-AF508AF168C9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215017D5-80D1-618D-FE02-2F21EE17B3D0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ACA4F0A6-2607-884B-1F54-011762C1CCFF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D1EAE46C-113F-85DA-013E-48BD2D988ED4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4995874C-682E-D19A-12EF-6FAE0E35CA6E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A8BE2092-0FF7-F7D5-AE8F-2D364ADE1B93}"/>
              </a:ext>
            </a:extLst>
          </p:cNvPr>
          <p:cNvSpPr>
            <a:spLocks noGrp="1"/>
          </p:cNvSpPr>
          <p:nvPr/>
        </p:nvSpPr>
        <p:spPr>
          <a:xfrm>
            <a:off x="4607061" y="7276418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5049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B7CB4-6251-ADE6-6998-DD177E3E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2A3F7C87-C43A-B4B0-5FC7-9147AD4DF85A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005B9560-FE7E-5DF4-1924-7B7024DA8ABD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E269EC55-5809-D8B6-6DC1-6D2576D73279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6E63D318-5DBB-3F8C-B2D9-27BC0B42022F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56796A4B-C197-74E7-0B05-D968EB6D1422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EDEDDF4C-8F56-9B12-7797-952812311C3D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935FF19F-C598-7FAF-F81E-3098EBFE2F1B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73A9FE0D-6F1F-D139-C39D-669C211032CE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A3858708-5EB7-5040-34E6-71EBBC3B0AF1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FAF836B9-14ED-7770-23BE-1C0A61C37AC1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8CC27EF5-84CB-E58F-551E-6E589DBF8FA6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EA6C3F86-A832-D25E-2C19-2116103D977D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17A0B38E-AC79-DB0A-06B0-DD889D45063D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E7335D61-F4B6-D658-0ED4-CCB66A689C61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94A02C12-24E6-A9BF-3972-1450A35CE272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1684758D-C306-5854-C4E1-B1E30B7A0B60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DAD88EF2-00C2-F8B2-8331-73323A61298A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FF462F25-D9B9-4B59-70D0-60354E4C9DD8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E858BA0E-A42E-D463-5F43-4832DE127BD4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51D19EF4-61BF-3311-6894-B4E994709CEC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C67A2F59-BFA8-69AE-2380-A7DB598BAE07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F84EE711-E551-D22D-0415-D1F23B1D19CE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8350BFBA-528C-82CA-66C1-B34DC72D83FC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770E9165-A35E-8AE0-0C96-03B78E98CC90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44E3F7F5-7FC6-C853-F4C5-73B3FC41EC3E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0CE836C4-D21D-74D9-085F-E89C20A9D473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76BB599B-7B14-5D6B-5A1B-6CE647316744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97992558-1A3D-7CAE-F024-FF0D7D19DE56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D1B7D62E-C261-3DA5-BBF5-1ED45F789E9A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F419AE30-93E3-1FC0-8879-EAED4DC77606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268E3734-3FFE-5EF6-D8BC-66E70C0ADED4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21CF358E-B3AF-4C1B-8080-746098EB7277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A056DBD3-F5F4-C78E-0242-FE186177BA22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68E731E9-B7FB-2287-565E-028590827582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CB89F190-3099-2E44-9663-3A1732EEC864}"/>
              </a:ext>
            </a:extLst>
          </p:cNvPr>
          <p:cNvSpPr>
            <a:spLocks noGrp="1"/>
          </p:cNvSpPr>
          <p:nvPr/>
        </p:nvSpPr>
        <p:spPr>
          <a:xfrm>
            <a:off x="7573904" y="7276418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789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7B4D-17A3-1BF2-2ED0-62ED5248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D55F3A39-1449-DF9B-6F6B-9CBF5E84648A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7FB7CAFC-646E-1FAE-0580-3C3B582DD814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056FAEB2-A175-A728-1F2E-C6DEEE23962D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6FFBDDF3-869D-59B9-5E74-73B25AB12D90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4F0F22A1-A316-62ED-70AE-788DCBFCD7C8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9B570EAF-EB26-3159-038D-3BCDB8400284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38280941-7D29-423E-4CE8-503801C19397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1A74D445-2FF1-2A88-63E9-83A5D4F0C8EE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8EA2B51D-5417-0D99-5073-0A21225E60A1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D35821E6-418C-AD2B-2DD2-E8B8E22DC24F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C69492BE-1D59-22F6-DB1C-5E937F0C25F1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59F9BD6D-0ED2-785A-D568-D93D2A58BA9B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1BFADBDF-66DE-4B1F-A320-C7A2A4941890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BF64C761-E2D0-E079-3A86-FC9DFAA86469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9278C654-970F-1F68-BE42-66ED8AD463AB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D9038A16-4792-7C0B-B485-7E9CE1039FFB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7000AEC6-76E7-31A6-2A02-D4F992835AFB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ECD0D4C8-D76C-ADC6-3126-1C600797545B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188EA910-474F-7091-2CDB-1B87DA4FC1DC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9114FB4B-40B2-2389-9241-D9896117A463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6386F474-5690-23E9-B6E1-135C7A03337C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44CA3104-A250-5F25-6299-F56F9A96D024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2DD5EC0D-B135-C80C-C5A5-C94AC9F08484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E499335E-718B-E1FE-8675-30D27EF4B25E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E126D928-B5ED-1F46-CB73-978B07F309F4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2AF8A6C0-2E29-1C3E-3543-3F45AC15FB41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D06CB999-8E97-CC1A-B855-0A169CC0DC75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C662F999-3940-F312-00B7-D1A07B9CD811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2702A95A-07CB-3D00-3746-C13E185F462A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B4BA55B2-B815-78A0-FA7B-BF6902904A30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9FCB8FB3-1E76-27DC-3716-6008A9A7D756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1DD7E4C3-BFE7-5C77-EFEE-24B08DF3712A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69335E83-C250-648F-A0AC-C152CB0923B2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F562A609-67DA-B3B8-A16C-2439668AA36F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712EE2AD-EE93-1324-6390-8877C92C7E96}"/>
              </a:ext>
            </a:extLst>
          </p:cNvPr>
          <p:cNvSpPr>
            <a:spLocks noGrp="1"/>
          </p:cNvSpPr>
          <p:nvPr/>
        </p:nvSpPr>
        <p:spPr>
          <a:xfrm>
            <a:off x="7682110" y="4237781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4866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A2DD-9335-C12B-7047-D78CE8DC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D0CF649C-F4D0-0FDA-A429-3BF2E55B00D9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D1E21B44-834A-4A4F-62E2-6FBCB1003F15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494741B4-FA50-7821-6740-D16AB1B4AC47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93BA2841-C151-9C6E-1C72-33A115F44B87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1A45ADC9-8DEE-D327-BFE1-C0EC0CE060B4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996B8CB8-5148-385D-88ED-A14E0CF3D4A2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1489ECD9-E0F0-15B6-E6ED-9A8FB3A437C6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01D63A21-8AAE-524E-93E8-98AC924372F3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D57BAF02-C96B-99B8-1205-1FC70BB319FE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3C84A5D9-800B-F42D-E078-0B966D70CF64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52D30D3E-FDDD-378B-FD26-83AD3D67F683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BE609ECB-445D-7304-D397-0334C5762E8C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24A84FC2-D3AE-7ADF-12BE-FEEBCBB6EA0A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4E6C75A3-67B7-B994-6BC7-B0D6AFB35654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86A09A84-9C25-C4CB-72DA-A6324F51E761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FBADF7F6-A998-5A40-BEE2-EDC67BF57471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DD931068-9246-7371-0EAC-97A6D2DE097C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61A21AF4-183B-DF55-3A30-7FC874B8CAD6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ADFCFFF5-76CD-A125-93C3-26BDEF91C51A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9DC15954-0E1D-A5B6-1990-39C2363845D5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375852B2-1EF2-87F9-82EE-2B8F454075C7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563E3EC4-A5E3-13D8-87AF-69BC1F80B627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0A472541-F556-1FA2-117B-463BFEA3A15C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53D79B34-9A3E-B11F-117B-EA707B2884E1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0560B7D0-1CAE-8A19-B29C-65D97D97AD44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68E885DC-3C50-88DA-7175-89BC5D9B1EEE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5F487E11-98DC-EF74-E75A-93225F012FBF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2F4CF6A6-CDB6-8279-A9B7-6B031F981C70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F5E68320-0AAB-3EEF-6EE1-23C533E31BCD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199D827A-62A1-B6B9-CA38-ECF6B790CABD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06C62177-BF2D-FBD6-A99B-4E3EF758DE9A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CD3E69E2-494A-DDED-FE88-94913C8A2180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AD4021EA-7954-4F3C-1623-A57E6BADD651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F566362C-8DE8-7D00-0BE8-83FA2292D238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6F833EAB-5F95-792A-B48B-9A833B959F64}"/>
              </a:ext>
            </a:extLst>
          </p:cNvPr>
          <p:cNvSpPr>
            <a:spLocks noGrp="1"/>
          </p:cNvSpPr>
          <p:nvPr/>
        </p:nvSpPr>
        <p:spPr>
          <a:xfrm>
            <a:off x="10648953" y="4271881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5990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AC750-51AC-5ED7-DA9D-899424A7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quare">
            <a:extLst>
              <a:ext uri="{FF2B5EF4-FFF2-40B4-BE49-F238E27FC236}">
                <a16:creationId xmlns:a16="http://schemas.microsoft.com/office/drawing/2014/main" id="{47D73BD7-F14E-7366-B848-AFD61FB45026}"/>
              </a:ext>
            </a:extLst>
          </p:cNvPr>
          <p:cNvSpPr>
            <a:spLocks noGrp="1"/>
          </p:cNvSpPr>
          <p:nvPr/>
        </p:nvSpPr>
        <p:spPr>
          <a:xfrm>
            <a:off x="1532011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1" name="Square">
            <a:extLst>
              <a:ext uri="{FF2B5EF4-FFF2-40B4-BE49-F238E27FC236}">
                <a16:creationId xmlns:a16="http://schemas.microsoft.com/office/drawing/2014/main" id="{F1C628EF-6744-F06A-D64B-34903ACFB127}"/>
              </a:ext>
            </a:extLst>
          </p:cNvPr>
          <p:cNvSpPr>
            <a:spLocks noGrp="1"/>
          </p:cNvSpPr>
          <p:nvPr/>
        </p:nvSpPr>
        <p:spPr>
          <a:xfrm>
            <a:off x="4498854" y="10101254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2" name="Square">
            <a:extLst>
              <a:ext uri="{FF2B5EF4-FFF2-40B4-BE49-F238E27FC236}">
                <a16:creationId xmlns:a16="http://schemas.microsoft.com/office/drawing/2014/main" id="{CBF1337A-154E-E988-E837-D2139C85902F}"/>
              </a:ext>
            </a:extLst>
          </p:cNvPr>
          <p:cNvSpPr>
            <a:spLocks noGrp="1"/>
          </p:cNvSpPr>
          <p:nvPr/>
        </p:nvSpPr>
        <p:spPr>
          <a:xfrm>
            <a:off x="7465697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3" name="Square">
            <a:extLst>
              <a:ext uri="{FF2B5EF4-FFF2-40B4-BE49-F238E27FC236}">
                <a16:creationId xmlns:a16="http://schemas.microsoft.com/office/drawing/2014/main" id="{5F5A9C5D-581D-FE66-C7A4-4C47A8291EE7}"/>
              </a:ext>
            </a:extLst>
          </p:cNvPr>
          <p:cNvSpPr>
            <a:spLocks noGrp="1"/>
          </p:cNvSpPr>
          <p:nvPr/>
        </p:nvSpPr>
        <p:spPr>
          <a:xfrm>
            <a:off x="10432540" y="10101254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4" name="Square">
            <a:extLst>
              <a:ext uri="{FF2B5EF4-FFF2-40B4-BE49-F238E27FC236}">
                <a16:creationId xmlns:a16="http://schemas.microsoft.com/office/drawing/2014/main" id="{C0F47FCA-06B3-0D0E-708D-EB27EC2DC758}"/>
              </a:ext>
            </a:extLst>
          </p:cNvPr>
          <p:cNvSpPr>
            <a:spLocks noGrp="1"/>
          </p:cNvSpPr>
          <p:nvPr/>
        </p:nvSpPr>
        <p:spPr>
          <a:xfrm>
            <a:off x="1532011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5" name="Square">
            <a:extLst>
              <a:ext uri="{FF2B5EF4-FFF2-40B4-BE49-F238E27FC236}">
                <a16:creationId xmlns:a16="http://schemas.microsoft.com/office/drawing/2014/main" id="{AF902B1E-1581-C891-6E4D-D1F57AEF18C5}"/>
              </a:ext>
            </a:extLst>
          </p:cNvPr>
          <p:cNvSpPr>
            <a:spLocks noGrp="1"/>
          </p:cNvSpPr>
          <p:nvPr/>
        </p:nvSpPr>
        <p:spPr>
          <a:xfrm>
            <a:off x="4498854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6" name="Square">
            <a:extLst>
              <a:ext uri="{FF2B5EF4-FFF2-40B4-BE49-F238E27FC236}">
                <a16:creationId xmlns:a16="http://schemas.microsoft.com/office/drawing/2014/main" id="{C2E67A3E-5E4C-0741-4E48-3B5DBF15E4B9}"/>
              </a:ext>
            </a:extLst>
          </p:cNvPr>
          <p:cNvSpPr>
            <a:spLocks noGrp="1"/>
          </p:cNvSpPr>
          <p:nvPr/>
        </p:nvSpPr>
        <p:spPr>
          <a:xfrm>
            <a:off x="7465697" y="70600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7" name="Square">
            <a:extLst>
              <a:ext uri="{FF2B5EF4-FFF2-40B4-BE49-F238E27FC236}">
                <a16:creationId xmlns:a16="http://schemas.microsoft.com/office/drawing/2014/main" id="{F357E0A4-5247-B119-0B6B-02E093496760}"/>
              </a:ext>
            </a:extLst>
          </p:cNvPr>
          <p:cNvSpPr>
            <a:spLocks noGrp="1"/>
          </p:cNvSpPr>
          <p:nvPr/>
        </p:nvSpPr>
        <p:spPr>
          <a:xfrm>
            <a:off x="10432540" y="7060007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8" name="Square">
            <a:extLst>
              <a:ext uri="{FF2B5EF4-FFF2-40B4-BE49-F238E27FC236}">
                <a16:creationId xmlns:a16="http://schemas.microsoft.com/office/drawing/2014/main" id="{74D715CD-EA86-7575-F16C-4EFE86CFF162}"/>
              </a:ext>
            </a:extLst>
          </p:cNvPr>
          <p:cNvSpPr>
            <a:spLocks noGrp="1"/>
          </p:cNvSpPr>
          <p:nvPr/>
        </p:nvSpPr>
        <p:spPr>
          <a:xfrm>
            <a:off x="1532011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39" name="Square">
            <a:extLst>
              <a:ext uri="{FF2B5EF4-FFF2-40B4-BE49-F238E27FC236}">
                <a16:creationId xmlns:a16="http://schemas.microsoft.com/office/drawing/2014/main" id="{C7EF19BD-435F-163A-CBCC-86CD9435E022}"/>
              </a:ext>
            </a:extLst>
          </p:cNvPr>
          <p:cNvSpPr>
            <a:spLocks noGrp="1"/>
          </p:cNvSpPr>
          <p:nvPr/>
        </p:nvSpPr>
        <p:spPr>
          <a:xfrm>
            <a:off x="4498854" y="4018759"/>
            <a:ext cx="2569034" cy="2569034"/>
          </a:xfrm>
          <a:prstGeom prst="rect">
            <a:avLst/>
          </a:prstGeom>
          <a:solidFill>
            <a:schemeClr val="accent5">
              <a:lumOff val="162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0" name="Square">
            <a:extLst>
              <a:ext uri="{FF2B5EF4-FFF2-40B4-BE49-F238E27FC236}">
                <a16:creationId xmlns:a16="http://schemas.microsoft.com/office/drawing/2014/main" id="{94E1D9DE-BB00-A6AA-1690-77E05DBC3773}"/>
              </a:ext>
            </a:extLst>
          </p:cNvPr>
          <p:cNvSpPr>
            <a:spLocks noGrp="1"/>
          </p:cNvSpPr>
          <p:nvPr/>
        </p:nvSpPr>
        <p:spPr>
          <a:xfrm>
            <a:off x="7465697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" name="Square">
            <a:extLst>
              <a:ext uri="{FF2B5EF4-FFF2-40B4-BE49-F238E27FC236}">
                <a16:creationId xmlns:a16="http://schemas.microsoft.com/office/drawing/2014/main" id="{95EA7806-D4EB-7DEA-1F35-B6C56B3EB8A6}"/>
              </a:ext>
            </a:extLst>
          </p:cNvPr>
          <p:cNvSpPr>
            <a:spLocks noGrp="1"/>
          </p:cNvSpPr>
          <p:nvPr/>
        </p:nvSpPr>
        <p:spPr>
          <a:xfrm>
            <a:off x="10432540" y="40187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2" name="Square">
            <a:extLst>
              <a:ext uri="{FF2B5EF4-FFF2-40B4-BE49-F238E27FC236}">
                <a16:creationId xmlns:a16="http://schemas.microsoft.com/office/drawing/2014/main" id="{5E3A9980-1F64-9FD2-6FF1-A26DB095940F}"/>
              </a:ext>
            </a:extLst>
          </p:cNvPr>
          <p:cNvSpPr>
            <a:spLocks noGrp="1"/>
          </p:cNvSpPr>
          <p:nvPr/>
        </p:nvSpPr>
        <p:spPr>
          <a:xfrm>
            <a:off x="1532011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3" name="Square">
            <a:extLst>
              <a:ext uri="{FF2B5EF4-FFF2-40B4-BE49-F238E27FC236}">
                <a16:creationId xmlns:a16="http://schemas.microsoft.com/office/drawing/2014/main" id="{DE7C9FCB-97AB-5D3F-A5F1-DFA19A8FA1F3}"/>
              </a:ext>
            </a:extLst>
          </p:cNvPr>
          <p:cNvSpPr>
            <a:spLocks noGrp="1"/>
          </p:cNvSpPr>
          <p:nvPr/>
        </p:nvSpPr>
        <p:spPr>
          <a:xfrm>
            <a:off x="4498854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4" name="Square">
            <a:extLst>
              <a:ext uri="{FF2B5EF4-FFF2-40B4-BE49-F238E27FC236}">
                <a16:creationId xmlns:a16="http://schemas.microsoft.com/office/drawing/2014/main" id="{507FA32C-9201-3E24-6F9A-C6FA299714CA}"/>
              </a:ext>
            </a:extLst>
          </p:cNvPr>
          <p:cNvSpPr>
            <a:spLocks noGrp="1"/>
          </p:cNvSpPr>
          <p:nvPr/>
        </p:nvSpPr>
        <p:spPr>
          <a:xfrm>
            <a:off x="7465697" y="9775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5" name="Square">
            <a:extLst>
              <a:ext uri="{FF2B5EF4-FFF2-40B4-BE49-F238E27FC236}">
                <a16:creationId xmlns:a16="http://schemas.microsoft.com/office/drawing/2014/main" id="{D7825809-A628-8B8D-1788-04D302089915}"/>
              </a:ext>
            </a:extLst>
          </p:cNvPr>
          <p:cNvSpPr>
            <a:spLocks noGrp="1"/>
          </p:cNvSpPr>
          <p:nvPr/>
        </p:nvSpPr>
        <p:spPr>
          <a:xfrm>
            <a:off x="10432540" y="977511"/>
            <a:ext cx="2569034" cy="2569034"/>
          </a:xfrm>
          <a:prstGeom prst="rect">
            <a:avLst/>
          </a:prstGeom>
          <a:solidFill>
            <a:schemeClr val="accent3">
              <a:lumOff val="18235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6" name="Square">
            <a:extLst>
              <a:ext uri="{FF2B5EF4-FFF2-40B4-BE49-F238E27FC236}">
                <a16:creationId xmlns:a16="http://schemas.microsoft.com/office/drawing/2014/main" id="{9C2FC2BF-F2D0-B9D9-893F-78D41511D3FA}"/>
              </a:ext>
            </a:extLst>
          </p:cNvPr>
          <p:cNvSpPr>
            <a:spLocks noGrp="1"/>
          </p:cNvSpPr>
          <p:nvPr/>
        </p:nvSpPr>
        <p:spPr>
          <a:xfrm>
            <a:off x="13399383" y="10135354"/>
            <a:ext cx="2569034" cy="2569035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7" name="Square">
            <a:extLst>
              <a:ext uri="{FF2B5EF4-FFF2-40B4-BE49-F238E27FC236}">
                <a16:creationId xmlns:a16="http://schemas.microsoft.com/office/drawing/2014/main" id="{D17A5E13-C866-18F5-3039-24D6C7581F1B}"/>
              </a:ext>
            </a:extLst>
          </p:cNvPr>
          <p:cNvSpPr>
            <a:spLocks noGrp="1"/>
          </p:cNvSpPr>
          <p:nvPr/>
        </p:nvSpPr>
        <p:spPr>
          <a:xfrm>
            <a:off x="13399383" y="7094107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8" name="Square">
            <a:extLst>
              <a:ext uri="{FF2B5EF4-FFF2-40B4-BE49-F238E27FC236}">
                <a16:creationId xmlns:a16="http://schemas.microsoft.com/office/drawing/2014/main" id="{308B8107-98DD-6EB9-C12D-4CE96297D2B9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9" name="Square">
            <a:extLst>
              <a:ext uri="{FF2B5EF4-FFF2-40B4-BE49-F238E27FC236}">
                <a16:creationId xmlns:a16="http://schemas.microsoft.com/office/drawing/2014/main" id="{939219B3-0642-48DB-3B7D-9DF52F98DFF0}"/>
              </a:ext>
            </a:extLst>
          </p:cNvPr>
          <p:cNvSpPr>
            <a:spLocks noGrp="1"/>
          </p:cNvSpPr>
          <p:nvPr/>
        </p:nvSpPr>
        <p:spPr>
          <a:xfrm>
            <a:off x="13399383" y="1011611"/>
            <a:ext cx="2569034" cy="2569034"/>
          </a:xfrm>
          <a:prstGeom prst="rect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0" name="Rectangle">
            <a:extLst>
              <a:ext uri="{FF2B5EF4-FFF2-40B4-BE49-F238E27FC236}">
                <a16:creationId xmlns:a16="http://schemas.microsoft.com/office/drawing/2014/main" id="{D3E1F56B-919E-67A2-C027-6E655A7A2883}"/>
              </a:ext>
            </a:extLst>
          </p:cNvPr>
          <p:cNvSpPr>
            <a:spLocks noGrp="1"/>
          </p:cNvSpPr>
          <p:nvPr/>
        </p:nvSpPr>
        <p:spPr>
          <a:xfrm>
            <a:off x="3879413" y="10101254"/>
            <a:ext cx="221632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1" name="Rectangle">
            <a:extLst>
              <a:ext uri="{FF2B5EF4-FFF2-40B4-BE49-F238E27FC236}">
                <a16:creationId xmlns:a16="http://schemas.microsoft.com/office/drawing/2014/main" id="{43554A1D-7BEA-86A9-CB67-ECEB1B676263}"/>
              </a:ext>
            </a:extLst>
          </p:cNvPr>
          <p:cNvSpPr>
            <a:spLocks noGrp="1"/>
          </p:cNvSpPr>
          <p:nvPr/>
        </p:nvSpPr>
        <p:spPr>
          <a:xfrm rot="16200000">
            <a:off x="5672555" y="82337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2" name="Rectangle">
            <a:extLst>
              <a:ext uri="{FF2B5EF4-FFF2-40B4-BE49-F238E27FC236}">
                <a16:creationId xmlns:a16="http://schemas.microsoft.com/office/drawing/2014/main" id="{C3AE539B-5040-1517-E8DD-30B601FD726D}"/>
              </a:ext>
            </a:extLst>
          </p:cNvPr>
          <p:cNvSpPr>
            <a:spLocks noGrp="1"/>
          </p:cNvSpPr>
          <p:nvPr/>
        </p:nvSpPr>
        <p:spPr>
          <a:xfrm rot="16200000">
            <a:off x="5672555" y="5886306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3" name="Rectangle">
            <a:extLst>
              <a:ext uri="{FF2B5EF4-FFF2-40B4-BE49-F238E27FC236}">
                <a16:creationId xmlns:a16="http://schemas.microsoft.com/office/drawing/2014/main" id="{9381F16E-38FB-5457-341B-0933246C2331}"/>
              </a:ext>
            </a:extLst>
          </p:cNvPr>
          <p:cNvSpPr>
            <a:spLocks noGrp="1"/>
          </p:cNvSpPr>
          <p:nvPr/>
        </p:nvSpPr>
        <p:spPr>
          <a:xfrm>
            <a:off x="9813099" y="7060007"/>
            <a:ext cx="221633" cy="2569034"/>
          </a:xfrm>
          <a:prstGeom prst="rect">
            <a:avLst/>
          </a:prstGeom>
          <a:solidFill>
            <a:schemeClr val="accent5">
              <a:lumOff val="-1351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4" name="Rectangle">
            <a:extLst>
              <a:ext uri="{FF2B5EF4-FFF2-40B4-BE49-F238E27FC236}">
                <a16:creationId xmlns:a16="http://schemas.microsoft.com/office/drawing/2014/main" id="{DA12CC92-3CA8-B511-A0EE-502A3114BE1B}"/>
              </a:ext>
            </a:extLst>
          </p:cNvPr>
          <p:cNvSpPr>
            <a:spLocks noGrp="1"/>
          </p:cNvSpPr>
          <p:nvPr/>
        </p:nvSpPr>
        <p:spPr>
          <a:xfrm rot="16200000">
            <a:off x="2705712" y="89275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5" name="Rectangle">
            <a:extLst>
              <a:ext uri="{FF2B5EF4-FFF2-40B4-BE49-F238E27FC236}">
                <a16:creationId xmlns:a16="http://schemas.microsoft.com/office/drawing/2014/main" id="{28E57F12-BEE0-1062-A9A6-B9C5E38AA631}"/>
              </a:ext>
            </a:extLst>
          </p:cNvPr>
          <p:cNvSpPr>
            <a:spLocks noGrp="1"/>
          </p:cNvSpPr>
          <p:nvPr/>
        </p:nvSpPr>
        <p:spPr>
          <a:xfrm>
            <a:off x="3879413" y="70600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6" name="Rectangle">
            <a:extLst>
              <a:ext uri="{FF2B5EF4-FFF2-40B4-BE49-F238E27FC236}">
                <a16:creationId xmlns:a16="http://schemas.microsoft.com/office/drawing/2014/main" id="{B677E23E-5404-7DE9-CF0D-7E8181BD56F3}"/>
              </a:ext>
            </a:extLst>
          </p:cNvPr>
          <p:cNvSpPr>
            <a:spLocks noGrp="1"/>
          </p:cNvSpPr>
          <p:nvPr/>
        </p:nvSpPr>
        <p:spPr>
          <a:xfrm>
            <a:off x="6846256" y="7060007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7" name="Rectangle">
            <a:extLst>
              <a:ext uri="{FF2B5EF4-FFF2-40B4-BE49-F238E27FC236}">
                <a16:creationId xmlns:a16="http://schemas.microsoft.com/office/drawing/2014/main" id="{D85EEA61-B0AA-7195-22E2-7E98F6B4FCE8}"/>
              </a:ext>
            </a:extLst>
          </p:cNvPr>
          <p:cNvSpPr>
            <a:spLocks noGrp="1"/>
          </p:cNvSpPr>
          <p:nvPr/>
        </p:nvSpPr>
        <p:spPr>
          <a:xfrm rot="16200000">
            <a:off x="8639398" y="8233707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8" name="Rectangle">
            <a:extLst>
              <a:ext uri="{FF2B5EF4-FFF2-40B4-BE49-F238E27FC236}">
                <a16:creationId xmlns:a16="http://schemas.microsoft.com/office/drawing/2014/main" id="{B4521167-5E89-0739-928E-A9F7C639833C}"/>
              </a:ext>
            </a:extLst>
          </p:cNvPr>
          <p:cNvSpPr>
            <a:spLocks noGrp="1"/>
          </p:cNvSpPr>
          <p:nvPr/>
        </p:nvSpPr>
        <p:spPr>
          <a:xfrm>
            <a:off x="9813099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59" name="Rectangle">
            <a:extLst>
              <a:ext uri="{FF2B5EF4-FFF2-40B4-BE49-F238E27FC236}">
                <a16:creationId xmlns:a16="http://schemas.microsoft.com/office/drawing/2014/main" id="{81ED252B-7878-CA64-AA16-B654292A0569}"/>
              </a:ext>
            </a:extLst>
          </p:cNvPr>
          <p:cNvSpPr>
            <a:spLocks noGrp="1"/>
          </p:cNvSpPr>
          <p:nvPr/>
        </p:nvSpPr>
        <p:spPr>
          <a:xfrm>
            <a:off x="12779942" y="10101254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0" name="Rectangle">
            <a:extLst>
              <a:ext uri="{FF2B5EF4-FFF2-40B4-BE49-F238E27FC236}">
                <a16:creationId xmlns:a16="http://schemas.microsoft.com/office/drawing/2014/main" id="{30770FE6-365E-DD0D-BDA3-B163487286C3}"/>
              </a:ext>
            </a:extLst>
          </p:cNvPr>
          <p:cNvSpPr>
            <a:spLocks noGrp="1"/>
          </p:cNvSpPr>
          <p:nvPr/>
        </p:nvSpPr>
        <p:spPr>
          <a:xfrm rot="16200000">
            <a:off x="14573084" y="8961654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5970FB6F-9A4F-4503-2C19-896C077CF5A6}"/>
              </a:ext>
            </a:extLst>
          </p:cNvPr>
          <p:cNvSpPr>
            <a:spLocks noGrp="1"/>
          </p:cNvSpPr>
          <p:nvPr/>
        </p:nvSpPr>
        <p:spPr>
          <a:xfrm rot="16200000">
            <a:off x="14573084" y="5920406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2" name="Rectangle">
            <a:extLst>
              <a:ext uri="{FF2B5EF4-FFF2-40B4-BE49-F238E27FC236}">
                <a16:creationId xmlns:a16="http://schemas.microsoft.com/office/drawing/2014/main" id="{358B0043-46F2-285D-9B50-235302452E82}"/>
              </a:ext>
            </a:extLst>
          </p:cNvPr>
          <p:cNvSpPr>
            <a:spLocks noGrp="1"/>
          </p:cNvSpPr>
          <p:nvPr/>
        </p:nvSpPr>
        <p:spPr>
          <a:xfrm>
            <a:off x="13399383" y="4052859"/>
            <a:ext cx="221633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3" name="Rectangle">
            <a:extLst>
              <a:ext uri="{FF2B5EF4-FFF2-40B4-BE49-F238E27FC236}">
                <a16:creationId xmlns:a16="http://schemas.microsoft.com/office/drawing/2014/main" id="{25C8A6C2-FAB7-3BDF-7580-4D1070B8DBDF}"/>
              </a:ext>
            </a:extLst>
          </p:cNvPr>
          <p:cNvSpPr>
            <a:spLocks noGrp="1"/>
          </p:cNvSpPr>
          <p:nvPr/>
        </p:nvSpPr>
        <p:spPr>
          <a:xfrm rot="16200000">
            <a:off x="11606241" y="2845058"/>
            <a:ext cx="221632" cy="2569034"/>
          </a:xfrm>
          <a:prstGeom prst="rect">
            <a:avLst/>
          </a:prstGeom>
          <a:solidFill>
            <a:schemeClr val="accent3">
              <a:lumOff val="-1254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64" name="Circle">
            <a:extLst>
              <a:ext uri="{FF2B5EF4-FFF2-40B4-BE49-F238E27FC236}">
                <a16:creationId xmlns:a16="http://schemas.microsoft.com/office/drawing/2014/main" id="{AA3F4116-6239-0EAA-F73B-0CC5556B61A9}"/>
              </a:ext>
            </a:extLst>
          </p:cNvPr>
          <p:cNvSpPr>
            <a:spLocks noGrp="1"/>
          </p:cNvSpPr>
          <p:nvPr/>
        </p:nvSpPr>
        <p:spPr>
          <a:xfrm>
            <a:off x="10648953" y="1196533"/>
            <a:ext cx="2130989" cy="2130989"/>
          </a:xfrm>
          <a:prstGeom prst="ellipse">
            <a:avLst/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2209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Explore vs. Exploit">
            <a:extLst>
              <a:ext uri="{FF2B5EF4-FFF2-40B4-BE49-F238E27FC236}">
                <a16:creationId xmlns:a16="http://schemas.microsoft.com/office/drawing/2014/main" id="{11ECA8D5-4BCF-4E58-B598-AA26C0ADC5F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Exploração vs. Aproveitamento</a:t>
            </a:r>
          </a:p>
        </p:txBody>
      </p:sp>
    </p:spTree>
    <p:extLst>
      <p:ext uri="{BB962C8B-B14F-4D97-AF65-F5344CB8AC3E}">
        <p14:creationId xmlns:p14="http://schemas.microsoft.com/office/powerpoint/2010/main" val="191236118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ε-greedy">
            <a:extLst>
              <a:ext uri="{FF2B5EF4-FFF2-40B4-BE49-F238E27FC236}">
                <a16:creationId xmlns:a16="http://schemas.microsoft.com/office/drawing/2014/main" id="{1FC43F09-B445-FDE1-9C93-7480C525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>
                <a:latin typeface="Times New Roman"/>
                <a:ea typeface="Times New Roman"/>
                <a:cs typeface="Times New Roman"/>
              </a:rPr>
              <a:t>ε</a:t>
            </a:r>
            <a:r>
              <a:rPr dirty="0">
                <a:latin typeface="Times New Roman"/>
                <a:ea typeface="Times New Roman"/>
                <a:cs typeface="Times New Roman"/>
              </a:rPr>
              <a:t>-</a:t>
            </a:r>
            <a:r>
              <a:rPr lang="pt-BR" dirty="0" err="1">
                <a:latin typeface="Times New Roman"/>
                <a:ea typeface="Times New Roman"/>
                <a:cs typeface="Times New Roman"/>
              </a:rPr>
              <a:t>greedy</a:t>
            </a: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919849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E84E-8201-FB62-EA9C-A1E70F5A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ε-greedy">
            <a:extLst>
              <a:ext uri="{FF2B5EF4-FFF2-40B4-BE49-F238E27FC236}">
                <a16:creationId xmlns:a16="http://schemas.microsoft.com/office/drawing/2014/main" id="{864C0B65-8B6A-B5A4-6E97-21B93626455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>
                <a:latin typeface="Times New Roman"/>
                <a:ea typeface="Times New Roman"/>
                <a:cs typeface="Times New Roman"/>
              </a:rPr>
              <a:t>ε</a:t>
            </a:r>
            <a:r>
              <a:rPr dirty="0">
                <a:latin typeface="Times New Roman"/>
                <a:ea typeface="Times New Roman"/>
                <a:cs typeface="Times New Roman"/>
              </a:rPr>
              <a:t>-</a:t>
            </a:r>
            <a:r>
              <a:rPr lang="pt-BR" dirty="0" err="1">
                <a:latin typeface="Times New Roman"/>
                <a:ea typeface="Times New Roman"/>
                <a:cs typeface="Times New Roman"/>
              </a:rPr>
              <a:t>greedy</a:t>
            </a:r>
            <a:endParaRPr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05" name="Set ε equal to how often we want to move randomly.…">
            <a:extLst>
              <a:ext uri="{FF2B5EF4-FFF2-40B4-BE49-F238E27FC236}">
                <a16:creationId xmlns:a16="http://schemas.microsoft.com/office/drawing/2014/main" id="{668E8009-6661-DB2F-6A65-614B736B4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892040"/>
            <a:ext cx="21546752" cy="7553960"/>
          </a:xfrm>
          <a:prstGeom prst="rect">
            <a:avLst/>
          </a:prstGeom>
        </p:spPr>
        <p:txBody>
          <a:bodyPr anchor="t" anchorCtr="0"/>
          <a:lstStyle/>
          <a:p>
            <a:pPr>
              <a:defRPr sz="6300"/>
            </a:pPr>
            <a:r>
              <a:rPr dirty="0"/>
              <a:t>Defina </a:t>
            </a:r>
            <a:r>
              <a:rPr dirty="0" err="1"/>
              <a:t>ε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frequência</a:t>
            </a:r>
            <a:r>
              <a:rPr dirty="0"/>
              <a:t> </a:t>
            </a:r>
            <a:r>
              <a:rPr dirty="0" err="1"/>
              <a:t>desejada</a:t>
            </a:r>
            <a:r>
              <a:rPr dirty="0"/>
              <a:t> de </a:t>
            </a:r>
            <a:r>
              <a:rPr dirty="0" err="1"/>
              <a:t>movimentos</a:t>
            </a:r>
            <a:r>
              <a:rPr dirty="0"/>
              <a:t> </a:t>
            </a:r>
            <a:r>
              <a:rPr dirty="0" err="1"/>
              <a:t>aleatórios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376638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20C0-EAC2-F428-14DE-06B3AE38F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ε-greedy">
            <a:extLst>
              <a:ext uri="{FF2B5EF4-FFF2-40B4-BE49-F238E27FC236}">
                <a16:creationId xmlns:a16="http://schemas.microsoft.com/office/drawing/2014/main" id="{5FDAF70C-4B09-EC2B-CB18-4492694A0F7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>
                <a:latin typeface="Times New Roman"/>
                <a:ea typeface="Times New Roman"/>
                <a:cs typeface="Times New Roman"/>
              </a:rPr>
              <a:t>ε</a:t>
            </a:r>
            <a:r>
              <a:rPr dirty="0">
                <a:latin typeface="Times New Roman"/>
                <a:ea typeface="Times New Roman"/>
                <a:cs typeface="Times New Roman"/>
              </a:rPr>
              <a:t>-</a:t>
            </a:r>
            <a:r>
              <a:rPr lang="pt-BR" dirty="0" err="1">
                <a:latin typeface="Times New Roman"/>
                <a:ea typeface="Times New Roman"/>
                <a:cs typeface="Times New Roman"/>
              </a:rPr>
              <a:t>greedy</a:t>
            </a:r>
            <a:endParaRPr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05" name="Set ε equal to how often we want to move randomly.…">
            <a:extLst>
              <a:ext uri="{FF2B5EF4-FFF2-40B4-BE49-F238E27FC236}">
                <a16:creationId xmlns:a16="http://schemas.microsoft.com/office/drawing/2014/main" id="{0A1F9848-1877-9B30-DA49-76EB839D9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892040"/>
            <a:ext cx="21546752" cy="7553960"/>
          </a:xfrm>
          <a:prstGeom prst="rect">
            <a:avLst/>
          </a:prstGeom>
        </p:spPr>
        <p:txBody>
          <a:bodyPr anchor="t" anchorCtr="0"/>
          <a:lstStyle/>
          <a:p>
            <a:pPr>
              <a:defRPr sz="6300"/>
            </a:pPr>
            <a:r>
              <a:rPr dirty="0"/>
              <a:t>Defina </a:t>
            </a:r>
            <a:r>
              <a:rPr dirty="0" err="1"/>
              <a:t>ε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frequência</a:t>
            </a:r>
            <a:r>
              <a:rPr dirty="0"/>
              <a:t> </a:t>
            </a:r>
            <a:r>
              <a:rPr dirty="0" err="1"/>
              <a:t>desejada</a:t>
            </a:r>
            <a:r>
              <a:rPr dirty="0"/>
              <a:t> de </a:t>
            </a:r>
            <a:r>
              <a:rPr dirty="0" err="1"/>
              <a:t>movimentos</a:t>
            </a:r>
            <a:r>
              <a:rPr dirty="0"/>
              <a:t> </a:t>
            </a:r>
            <a:r>
              <a:rPr dirty="0" err="1"/>
              <a:t>aleatórios</a:t>
            </a:r>
            <a:r>
              <a:rPr dirty="0"/>
              <a:t>.</a:t>
            </a:r>
          </a:p>
          <a:p>
            <a:pPr>
              <a:defRPr sz="6300"/>
            </a:pPr>
            <a:r>
              <a:rPr dirty="0"/>
              <a:t>Com </a:t>
            </a:r>
            <a:r>
              <a:rPr dirty="0" err="1"/>
              <a:t>probabilidade</a:t>
            </a:r>
            <a:r>
              <a:rPr dirty="0"/>
              <a:t> 1 - </a:t>
            </a:r>
            <a:r>
              <a:rPr dirty="0" err="1"/>
              <a:t>ε</a:t>
            </a:r>
            <a:r>
              <a:rPr dirty="0"/>
              <a:t>, </a:t>
            </a:r>
            <a:r>
              <a:rPr dirty="0" err="1"/>
              <a:t>escolha</a:t>
            </a:r>
            <a:r>
              <a:rPr dirty="0"/>
              <a:t> o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movimento</a:t>
            </a:r>
            <a:r>
              <a:rPr dirty="0"/>
              <a:t> </a:t>
            </a:r>
            <a:r>
              <a:rPr dirty="0" err="1"/>
              <a:t>estimado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221443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72F46-5709-5D7E-41A0-26B17922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ε-greedy">
            <a:extLst>
              <a:ext uri="{FF2B5EF4-FFF2-40B4-BE49-F238E27FC236}">
                <a16:creationId xmlns:a16="http://schemas.microsoft.com/office/drawing/2014/main" id="{C745F465-FD86-2FD6-2763-F03E6CCF4AB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dirty="0" err="1">
                <a:latin typeface="Times New Roman"/>
                <a:ea typeface="Times New Roman"/>
                <a:cs typeface="Times New Roman"/>
              </a:rPr>
              <a:t>ε</a:t>
            </a:r>
            <a:r>
              <a:rPr dirty="0">
                <a:latin typeface="Times New Roman"/>
                <a:ea typeface="Times New Roman"/>
                <a:cs typeface="Times New Roman"/>
              </a:rPr>
              <a:t>-</a:t>
            </a:r>
            <a:r>
              <a:rPr lang="pt-BR" dirty="0" err="1">
                <a:latin typeface="Times New Roman"/>
                <a:ea typeface="Times New Roman"/>
                <a:cs typeface="Times New Roman"/>
              </a:rPr>
              <a:t>greedy</a:t>
            </a:r>
            <a:endParaRPr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05" name="Set ε equal to how often we want to move randomly.…">
            <a:extLst>
              <a:ext uri="{FF2B5EF4-FFF2-40B4-BE49-F238E27FC236}">
                <a16:creationId xmlns:a16="http://schemas.microsoft.com/office/drawing/2014/main" id="{473F29BE-CF91-2ACF-1347-453D6677E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4892040"/>
            <a:ext cx="21546752" cy="7553960"/>
          </a:xfrm>
          <a:prstGeom prst="rect">
            <a:avLst/>
          </a:prstGeom>
        </p:spPr>
        <p:txBody>
          <a:bodyPr anchor="t" anchorCtr="0"/>
          <a:lstStyle/>
          <a:p>
            <a:pPr>
              <a:defRPr sz="6300"/>
            </a:pPr>
            <a:r>
              <a:rPr dirty="0"/>
              <a:t>Defina </a:t>
            </a:r>
            <a:r>
              <a:rPr dirty="0" err="1"/>
              <a:t>ε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</a:t>
            </a:r>
            <a:r>
              <a:rPr dirty="0" err="1"/>
              <a:t>frequência</a:t>
            </a:r>
            <a:r>
              <a:rPr dirty="0"/>
              <a:t> </a:t>
            </a:r>
            <a:r>
              <a:rPr dirty="0" err="1"/>
              <a:t>desejada</a:t>
            </a:r>
            <a:r>
              <a:rPr dirty="0"/>
              <a:t> de </a:t>
            </a:r>
            <a:r>
              <a:rPr dirty="0" err="1"/>
              <a:t>movimentos</a:t>
            </a:r>
            <a:r>
              <a:rPr dirty="0"/>
              <a:t> </a:t>
            </a:r>
            <a:r>
              <a:rPr dirty="0" err="1"/>
              <a:t>aleatórios</a:t>
            </a:r>
            <a:r>
              <a:rPr dirty="0"/>
              <a:t>.</a:t>
            </a:r>
          </a:p>
          <a:p>
            <a:pPr>
              <a:defRPr sz="6300"/>
            </a:pPr>
            <a:r>
              <a:rPr dirty="0"/>
              <a:t>Com </a:t>
            </a:r>
            <a:r>
              <a:rPr dirty="0" err="1"/>
              <a:t>probabilidade</a:t>
            </a:r>
            <a:r>
              <a:rPr dirty="0"/>
              <a:t> 1 - </a:t>
            </a:r>
            <a:r>
              <a:rPr dirty="0" err="1"/>
              <a:t>ε</a:t>
            </a:r>
            <a:r>
              <a:rPr dirty="0"/>
              <a:t>, </a:t>
            </a:r>
            <a:r>
              <a:rPr dirty="0" err="1"/>
              <a:t>escolha</a:t>
            </a:r>
            <a:r>
              <a:rPr dirty="0"/>
              <a:t> o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movimento</a:t>
            </a:r>
            <a:r>
              <a:rPr dirty="0"/>
              <a:t> </a:t>
            </a:r>
            <a:r>
              <a:rPr dirty="0" err="1"/>
              <a:t>estimado</a:t>
            </a:r>
            <a:r>
              <a:rPr dirty="0"/>
              <a:t>.</a:t>
            </a:r>
          </a:p>
          <a:p>
            <a:pPr>
              <a:defRPr sz="6300"/>
            </a:pPr>
            <a:r>
              <a:rPr dirty="0"/>
              <a:t>Com </a:t>
            </a:r>
            <a:r>
              <a:rPr dirty="0" err="1"/>
              <a:t>probabilidade</a:t>
            </a:r>
            <a:r>
              <a:rPr dirty="0"/>
              <a:t> </a:t>
            </a:r>
            <a:r>
              <a:rPr dirty="0" err="1"/>
              <a:t>ε</a:t>
            </a:r>
            <a:r>
              <a:rPr dirty="0"/>
              <a:t>, </a:t>
            </a:r>
            <a:r>
              <a:rPr dirty="0" err="1"/>
              <a:t>escolha</a:t>
            </a:r>
            <a:r>
              <a:rPr dirty="0"/>
              <a:t> um </a:t>
            </a:r>
            <a:r>
              <a:rPr dirty="0" err="1"/>
              <a:t>movimento</a:t>
            </a:r>
            <a:r>
              <a:rPr dirty="0"/>
              <a:t> </a:t>
            </a:r>
            <a:r>
              <a:rPr dirty="0" err="1"/>
              <a:t>aleatório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715602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function approximation">
            <a:extLst>
              <a:ext uri="{FF2B5EF4-FFF2-40B4-BE49-F238E27FC236}">
                <a16:creationId xmlns:a16="http://schemas.microsoft.com/office/drawing/2014/main" id="{085BAEAF-CB0F-4AA6-AA66-9D9B5A5B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aproximação de função</a:t>
            </a:r>
          </a:p>
        </p:txBody>
      </p:sp>
      <p:sp>
        <p:nvSpPr>
          <p:cNvPr id="1846" name="approximating Q(s, a), often by a function combining various features, rather than storing one value for every state-action pair">
            <a:extLst>
              <a:ext uri="{FF2B5EF4-FFF2-40B4-BE49-F238E27FC236}">
                <a16:creationId xmlns:a16="http://schemas.microsoft.com/office/drawing/2014/main" id="{F6874203-8E7D-44D3-9B71-BB8C18FB1BE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aproximar Q(s, a), geralmente por uma função que combina vários atributos, em vez de armazenar um valor para cada par estado-ação</a:t>
            </a:r>
          </a:p>
        </p:txBody>
      </p:sp>
    </p:spTree>
    <p:extLst>
      <p:ext uri="{BB962C8B-B14F-4D97-AF65-F5344CB8AC3E}">
        <p14:creationId xmlns:p14="http://schemas.microsoft.com/office/powerpoint/2010/main" val="206584693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Unsupervised Learning">
            <a:extLst>
              <a:ext uri="{FF2B5EF4-FFF2-40B4-BE49-F238E27FC236}">
                <a16:creationId xmlns:a16="http://schemas.microsoft.com/office/drawing/2014/main" id="{38692E7C-9F9A-4F9A-9AEF-00A9C818BD7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Aprendizado sem Supervisão</a:t>
            </a:r>
          </a:p>
        </p:txBody>
      </p:sp>
    </p:spTree>
    <p:extLst>
      <p:ext uri="{BB962C8B-B14F-4D97-AF65-F5344CB8AC3E}">
        <p14:creationId xmlns:p14="http://schemas.microsoft.com/office/powerpoint/2010/main" val="52842412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unsupervised learning">
            <a:extLst>
              <a:ext uri="{FF2B5EF4-FFF2-40B4-BE49-F238E27FC236}">
                <a16:creationId xmlns:a16="http://schemas.microsoft.com/office/drawing/2014/main" id="{204A00AE-AE6F-4F13-A286-8ED3D6C3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aprendizado não supervisionado</a:t>
            </a:r>
          </a:p>
        </p:txBody>
      </p:sp>
      <p:sp>
        <p:nvSpPr>
          <p:cNvPr id="1851" name="given input data without any additional feedback, learn patterns">
            <a:extLst>
              <a:ext uri="{FF2B5EF4-FFF2-40B4-BE49-F238E27FC236}">
                <a16:creationId xmlns:a16="http://schemas.microsoft.com/office/drawing/2014/main" id="{E0A3724E-CAF9-41C6-811A-7FE3216554DF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13106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dados de entrada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retorno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 </a:t>
            </a:r>
            <a:r>
              <a:rPr dirty="0" err="1"/>
              <a:t>permitem</a:t>
            </a:r>
            <a:r>
              <a:rPr dirty="0"/>
              <a:t> </a:t>
            </a:r>
            <a:r>
              <a:rPr dirty="0" err="1"/>
              <a:t>aprender</a:t>
            </a:r>
            <a:r>
              <a:rPr dirty="0"/>
              <a:t> </a:t>
            </a:r>
            <a:r>
              <a:rPr dirty="0" err="1"/>
              <a:t>padrões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002048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Clustering">
            <a:extLst>
              <a:ext uri="{FF2B5EF4-FFF2-40B4-BE49-F238E27FC236}">
                <a16:creationId xmlns:a16="http://schemas.microsoft.com/office/drawing/2014/main" id="{D4A81170-F225-4BEB-9469-5D1627EC16E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Agrupamento</a:t>
            </a:r>
          </a:p>
        </p:txBody>
      </p:sp>
    </p:spTree>
    <p:extLst>
      <p:ext uri="{BB962C8B-B14F-4D97-AF65-F5344CB8AC3E}">
        <p14:creationId xmlns:p14="http://schemas.microsoft.com/office/powerpoint/2010/main" val="25369815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clustering">
            <a:extLst>
              <a:ext uri="{FF2B5EF4-FFF2-40B4-BE49-F238E27FC236}">
                <a16:creationId xmlns:a16="http://schemas.microsoft.com/office/drawing/2014/main" id="{D714E2C8-5E99-44BB-A8D9-E1DD578A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agrupamento</a:t>
            </a:r>
          </a:p>
        </p:txBody>
      </p:sp>
      <p:sp>
        <p:nvSpPr>
          <p:cNvPr id="1856" name="organizing a set of objects into groups in such a way that similar objects tend to be in the same group">
            <a:extLst>
              <a:ext uri="{FF2B5EF4-FFF2-40B4-BE49-F238E27FC236}">
                <a16:creationId xmlns:a16="http://schemas.microsoft.com/office/drawing/2014/main" id="{4616C2F0-F12D-4EA7-8F6E-4A3E919F64F4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organizar um conjunto de objetos em grupos, de modo que objetos semelhantes tendam a ficar no mesmo grupo</a:t>
            </a:r>
          </a:p>
        </p:txBody>
      </p:sp>
    </p:spTree>
    <p:extLst>
      <p:ext uri="{BB962C8B-B14F-4D97-AF65-F5344CB8AC3E}">
        <p14:creationId xmlns:p14="http://schemas.microsoft.com/office/powerpoint/2010/main" val="109719675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Some Clustering Applications">
            <a:extLst>
              <a:ext uri="{FF2B5EF4-FFF2-40B4-BE49-F238E27FC236}">
                <a16:creationId xmlns:a16="http://schemas.microsoft.com/office/drawing/2014/main" id="{B7CB405E-6587-475B-85ED-2752CF746AE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Aplicações de Agrupamento</a:t>
            </a:r>
          </a:p>
        </p:txBody>
      </p:sp>
      <p:sp>
        <p:nvSpPr>
          <p:cNvPr id="1859" name="Genetic research…">
            <a:extLst>
              <a:ext uri="{FF2B5EF4-FFF2-40B4-BE49-F238E27FC236}">
                <a16:creationId xmlns:a16="http://schemas.microsoft.com/office/drawing/2014/main" id="{C9465D70-A70D-4D14-8A4D-519F87EC0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Pesquisa </a:t>
            </a:r>
            <a:r>
              <a:rPr dirty="0" err="1"/>
              <a:t>genética</a:t>
            </a:r>
            <a:endParaRPr dirty="0"/>
          </a:p>
          <a:p>
            <a:r>
              <a:rPr dirty="0" err="1"/>
              <a:t>Segmentação</a:t>
            </a:r>
            <a:r>
              <a:rPr dirty="0"/>
              <a:t> de imagens</a:t>
            </a:r>
          </a:p>
          <a:p>
            <a:r>
              <a:rPr dirty="0"/>
              <a:t>Pesquisa de mercado</a:t>
            </a:r>
          </a:p>
          <a:p>
            <a:r>
              <a:rPr dirty="0"/>
              <a:t>Imagens </a:t>
            </a:r>
            <a:r>
              <a:rPr dirty="0" err="1"/>
              <a:t>médicas</a:t>
            </a:r>
            <a:endParaRPr dirty="0"/>
          </a:p>
          <a:p>
            <a:r>
              <a:rPr dirty="0" err="1"/>
              <a:t>Análise</a:t>
            </a:r>
            <a:r>
              <a:rPr dirty="0"/>
              <a:t> de redes </a:t>
            </a:r>
            <a:r>
              <a:rPr dirty="0" err="1"/>
              <a:t>sociais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564431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k-means clustering">
            <a:extLst>
              <a:ext uri="{FF2B5EF4-FFF2-40B4-BE49-F238E27FC236}">
                <a16:creationId xmlns:a16="http://schemas.microsoft.com/office/drawing/2014/main" id="{B5C50B98-D5F8-4B6F-9675-40E195BB8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i="1">
                <a:latin typeface="Times New Roman"/>
                <a:ea typeface="Times New Roman"/>
                <a:cs typeface="Times New Roman"/>
              </a:rPr>
              <a:t>agrupamento k-means</a:t>
            </a:r>
          </a:p>
        </p:txBody>
      </p:sp>
      <p:sp>
        <p:nvSpPr>
          <p:cNvPr id="1862" name="algorithm for clustering data based on repeatedly assigning points to clusters and updating those clusters' centers">
            <a:extLst>
              <a:ext uri="{FF2B5EF4-FFF2-40B4-BE49-F238E27FC236}">
                <a16:creationId xmlns:a16="http://schemas.microsoft.com/office/drawing/2014/main" id="{29FBA051-9017-4C94-A8F1-2A20A907E821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algoritmo de agrupamento que atribui repetidamente pontos a grupos e atualiza os centros desses grupos</a:t>
            </a:r>
          </a:p>
        </p:txBody>
      </p:sp>
    </p:spTree>
    <p:extLst>
      <p:ext uri="{BB962C8B-B14F-4D97-AF65-F5344CB8AC3E}">
        <p14:creationId xmlns:p14="http://schemas.microsoft.com/office/powerpoint/2010/main" val="66133588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Line">
            <a:extLst>
              <a:ext uri="{FF2B5EF4-FFF2-40B4-BE49-F238E27FC236}">
                <a16:creationId xmlns:a16="http://schemas.microsoft.com/office/drawing/2014/main" id="{2B8E16A5-18A9-47F3-B674-B021C146D19F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5" name="Line">
            <a:extLst>
              <a:ext uri="{FF2B5EF4-FFF2-40B4-BE49-F238E27FC236}">
                <a16:creationId xmlns:a16="http://schemas.microsoft.com/office/drawing/2014/main" id="{5C755BDB-85F1-4FDE-910B-4EAF1A5F5F03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66" name="Circle">
            <a:extLst>
              <a:ext uri="{FF2B5EF4-FFF2-40B4-BE49-F238E27FC236}">
                <a16:creationId xmlns:a16="http://schemas.microsoft.com/office/drawing/2014/main" id="{7FE7ECB4-484A-4FB6-ABD1-29803A0F09B1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67" name="Circle">
            <a:extLst>
              <a:ext uri="{FF2B5EF4-FFF2-40B4-BE49-F238E27FC236}">
                <a16:creationId xmlns:a16="http://schemas.microsoft.com/office/drawing/2014/main" id="{0CF4F6BF-B908-4778-8A77-6EE909B0F1FD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68" name="Circle">
            <a:extLst>
              <a:ext uri="{FF2B5EF4-FFF2-40B4-BE49-F238E27FC236}">
                <a16:creationId xmlns:a16="http://schemas.microsoft.com/office/drawing/2014/main" id="{8C07CF29-C4B0-47C9-B85A-3251AB5AF006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69" name="Circle">
            <a:extLst>
              <a:ext uri="{FF2B5EF4-FFF2-40B4-BE49-F238E27FC236}">
                <a16:creationId xmlns:a16="http://schemas.microsoft.com/office/drawing/2014/main" id="{6F4C6AED-4478-4A9F-8165-358AC9D27B83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0" name="Circle">
            <a:extLst>
              <a:ext uri="{FF2B5EF4-FFF2-40B4-BE49-F238E27FC236}">
                <a16:creationId xmlns:a16="http://schemas.microsoft.com/office/drawing/2014/main" id="{B9E008FC-BECF-4FF6-B83C-A246587BCDB3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1" name="Circle">
            <a:extLst>
              <a:ext uri="{FF2B5EF4-FFF2-40B4-BE49-F238E27FC236}">
                <a16:creationId xmlns:a16="http://schemas.microsoft.com/office/drawing/2014/main" id="{02ED6142-9533-4710-9D5C-F9D02E2DED6D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2" name="Circle">
            <a:extLst>
              <a:ext uri="{FF2B5EF4-FFF2-40B4-BE49-F238E27FC236}">
                <a16:creationId xmlns:a16="http://schemas.microsoft.com/office/drawing/2014/main" id="{B117AFDA-D3DB-4B29-B1BF-8AA7DFD2F188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3" name="Circle">
            <a:extLst>
              <a:ext uri="{FF2B5EF4-FFF2-40B4-BE49-F238E27FC236}">
                <a16:creationId xmlns:a16="http://schemas.microsoft.com/office/drawing/2014/main" id="{6BDADC63-BBB2-4391-B198-0CD030FAED13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4" name="Circle">
            <a:extLst>
              <a:ext uri="{FF2B5EF4-FFF2-40B4-BE49-F238E27FC236}">
                <a16:creationId xmlns:a16="http://schemas.microsoft.com/office/drawing/2014/main" id="{0D90177D-C6DF-47AD-9CA9-1680E13507CB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5" name="Circle">
            <a:extLst>
              <a:ext uri="{FF2B5EF4-FFF2-40B4-BE49-F238E27FC236}">
                <a16:creationId xmlns:a16="http://schemas.microsoft.com/office/drawing/2014/main" id="{95483B65-09EB-4AB5-8211-4D881C2606F7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6" name="Circle">
            <a:extLst>
              <a:ext uri="{FF2B5EF4-FFF2-40B4-BE49-F238E27FC236}">
                <a16:creationId xmlns:a16="http://schemas.microsoft.com/office/drawing/2014/main" id="{DA9C9EC2-B075-404A-9E46-4D115C5C99CE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7" name="Circle">
            <a:extLst>
              <a:ext uri="{FF2B5EF4-FFF2-40B4-BE49-F238E27FC236}">
                <a16:creationId xmlns:a16="http://schemas.microsoft.com/office/drawing/2014/main" id="{2BCB4529-5A65-4ADA-A83D-C5FB8E9A56DD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8" name="Circle">
            <a:extLst>
              <a:ext uri="{FF2B5EF4-FFF2-40B4-BE49-F238E27FC236}">
                <a16:creationId xmlns:a16="http://schemas.microsoft.com/office/drawing/2014/main" id="{BBD07CC4-FDED-4029-99A9-754B80195FD0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79" name="Circle">
            <a:extLst>
              <a:ext uri="{FF2B5EF4-FFF2-40B4-BE49-F238E27FC236}">
                <a16:creationId xmlns:a16="http://schemas.microsoft.com/office/drawing/2014/main" id="{9D071242-74CB-4DF3-BD55-5910AAC5C072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0" name="Circle">
            <a:extLst>
              <a:ext uri="{FF2B5EF4-FFF2-40B4-BE49-F238E27FC236}">
                <a16:creationId xmlns:a16="http://schemas.microsoft.com/office/drawing/2014/main" id="{C3EF1123-BB8C-49C0-8F6A-55626D2F551C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1" name="Circle">
            <a:extLst>
              <a:ext uri="{FF2B5EF4-FFF2-40B4-BE49-F238E27FC236}">
                <a16:creationId xmlns:a16="http://schemas.microsoft.com/office/drawing/2014/main" id="{736EDCC5-6779-47EF-ABDB-B8E88B0792AC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2" name="Circle">
            <a:extLst>
              <a:ext uri="{FF2B5EF4-FFF2-40B4-BE49-F238E27FC236}">
                <a16:creationId xmlns:a16="http://schemas.microsoft.com/office/drawing/2014/main" id="{99D79BEA-EB0F-4F3D-8726-A04BD9BD9159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3" name="Circle">
            <a:extLst>
              <a:ext uri="{FF2B5EF4-FFF2-40B4-BE49-F238E27FC236}">
                <a16:creationId xmlns:a16="http://schemas.microsoft.com/office/drawing/2014/main" id="{3AA6E39A-011B-4610-9C11-115A91BE2CE5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4" name="Circle">
            <a:extLst>
              <a:ext uri="{FF2B5EF4-FFF2-40B4-BE49-F238E27FC236}">
                <a16:creationId xmlns:a16="http://schemas.microsoft.com/office/drawing/2014/main" id="{6C84EF80-FD10-4C0D-81D3-59626BF53AEC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5" name="Circle">
            <a:extLst>
              <a:ext uri="{FF2B5EF4-FFF2-40B4-BE49-F238E27FC236}">
                <a16:creationId xmlns:a16="http://schemas.microsoft.com/office/drawing/2014/main" id="{CC4E9AE2-6DA3-4186-8C9C-E947405031AA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6" name="Circle">
            <a:extLst>
              <a:ext uri="{FF2B5EF4-FFF2-40B4-BE49-F238E27FC236}">
                <a16:creationId xmlns:a16="http://schemas.microsoft.com/office/drawing/2014/main" id="{8F9005EE-1AE5-4EBE-A426-D96DF0673AB8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7" name="Circle">
            <a:extLst>
              <a:ext uri="{FF2B5EF4-FFF2-40B4-BE49-F238E27FC236}">
                <a16:creationId xmlns:a16="http://schemas.microsoft.com/office/drawing/2014/main" id="{EB4C7BA5-9573-420B-8419-1F6450ECCC2A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8" name="Circle">
            <a:extLst>
              <a:ext uri="{FF2B5EF4-FFF2-40B4-BE49-F238E27FC236}">
                <a16:creationId xmlns:a16="http://schemas.microsoft.com/office/drawing/2014/main" id="{F465D41E-D807-49FE-98CC-D1B34052C391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89" name="Circle">
            <a:extLst>
              <a:ext uri="{FF2B5EF4-FFF2-40B4-BE49-F238E27FC236}">
                <a16:creationId xmlns:a16="http://schemas.microsoft.com/office/drawing/2014/main" id="{115AF1E1-B955-426A-A0A8-3C5AC5AF97C2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90" name="Circle">
            <a:extLst>
              <a:ext uri="{FF2B5EF4-FFF2-40B4-BE49-F238E27FC236}">
                <a16:creationId xmlns:a16="http://schemas.microsoft.com/office/drawing/2014/main" id="{E77233AA-DC26-4134-A727-C457E87503B3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91" name="Circle">
            <a:extLst>
              <a:ext uri="{FF2B5EF4-FFF2-40B4-BE49-F238E27FC236}">
                <a16:creationId xmlns:a16="http://schemas.microsoft.com/office/drawing/2014/main" id="{79C7EFE3-AC00-4B5A-9C35-14F0DBEBE11A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92" name="Circle">
            <a:extLst>
              <a:ext uri="{FF2B5EF4-FFF2-40B4-BE49-F238E27FC236}">
                <a16:creationId xmlns:a16="http://schemas.microsoft.com/office/drawing/2014/main" id="{84EC9701-90F8-477D-A6EF-973EB74E4D1C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93" name="Circle">
            <a:extLst>
              <a:ext uri="{FF2B5EF4-FFF2-40B4-BE49-F238E27FC236}">
                <a16:creationId xmlns:a16="http://schemas.microsoft.com/office/drawing/2014/main" id="{C6720574-CF15-45CA-B4B6-2ED185F3CD58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94" name="Circle">
            <a:extLst>
              <a:ext uri="{FF2B5EF4-FFF2-40B4-BE49-F238E27FC236}">
                <a16:creationId xmlns:a16="http://schemas.microsoft.com/office/drawing/2014/main" id="{05891F2A-DE3B-4939-9D54-E1144F73C2BE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95" name="Circle">
            <a:extLst>
              <a:ext uri="{FF2B5EF4-FFF2-40B4-BE49-F238E27FC236}">
                <a16:creationId xmlns:a16="http://schemas.microsoft.com/office/drawing/2014/main" id="{D63226BC-B37A-4A5B-97B1-E77D6D290169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96" name="Circle">
            <a:extLst>
              <a:ext uri="{FF2B5EF4-FFF2-40B4-BE49-F238E27FC236}">
                <a16:creationId xmlns:a16="http://schemas.microsoft.com/office/drawing/2014/main" id="{FD29C473-22E7-425B-A4C9-6B9FE8C640AE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014524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Line">
            <a:extLst>
              <a:ext uri="{FF2B5EF4-FFF2-40B4-BE49-F238E27FC236}">
                <a16:creationId xmlns:a16="http://schemas.microsoft.com/office/drawing/2014/main" id="{506BCE05-CD59-4895-8D4D-A6A4B3B291AE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899" name="Line">
            <a:extLst>
              <a:ext uri="{FF2B5EF4-FFF2-40B4-BE49-F238E27FC236}">
                <a16:creationId xmlns:a16="http://schemas.microsoft.com/office/drawing/2014/main" id="{278CD3E9-C6FD-4504-94F8-5BDD3FCFFCCF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00" name="Circle">
            <a:extLst>
              <a:ext uri="{FF2B5EF4-FFF2-40B4-BE49-F238E27FC236}">
                <a16:creationId xmlns:a16="http://schemas.microsoft.com/office/drawing/2014/main" id="{D5232597-AD75-4252-8D8F-83E517C68855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1" name="Circle">
            <a:extLst>
              <a:ext uri="{FF2B5EF4-FFF2-40B4-BE49-F238E27FC236}">
                <a16:creationId xmlns:a16="http://schemas.microsoft.com/office/drawing/2014/main" id="{62666277-68AB-4DEA-B0DD-9BFBA6082622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2" name="Circle">
            <a:extLst>
              <a:ext uri="{FF2B5EF4-FFF2-40B4-BE49-F238E27FC236}">
                <a16:creationId xmlns:a16="http://schemas.microsoft.com/office/drawing/2014/main" id="{710D9301-1241-4568-AC35-E353A687B000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3" name="Circle">
            <a:extLst>
              <a:ext uri="{FF2B5EF4-FFF2-40B4-BE49-F238E27FC236}">
                <a16:creationId xmlns:a16="http://schemas.microsoft.com/office/drawing/2014/main" id="{54E7B873-E63F-41F0-8385-F9B1B3360A2D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4" name="Circle">
            <a:extLst>
              <a:ext uri="{FF2B5EF4-FFF2-40B4-BE49-F238E27FC236}">
                <a16:creationId xmlns:a16="http://schemas.microsoft.com/office/drawing/2014/main" id="{FF91724F-FAE3-4469-A686-4058D5809CD9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5" name="Circle">
            <a:extLst>
              <a:ext uri="{FF2B5EF4-FFF2-40B4-BE49-F238E27FC236}">
                <a16:creationId xmlns:a16="http://schemas.microsoft.com/office/drawing/2014/main" id="{0F6F85A3-6035-4DD5-B9C3-C3CC0F3A3DF6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6" name="Circle">
            <a:extLst>
              <a:ext uri="{FF2B5EF4-FFF2-40B4-BE49-F238E27FC236}">
                <a16:creationId xmlns:a16="http://schemas.microsoft.com/office/drawing/2014/main" id="{FDB79B13-CEB7-4949-AE1E-B0AFB6811A06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7" name="Circle">
            <a:extLst>
              <a:ext uri="{FF2B5EF4-FFF2-40B4-BE49-F238E27FC236}">
                <a16:creationId xmlns:a16="http://schemas.microsoft.com/office/drawing/2014/main" id="{AF8DF37E-C82E-427C-8B3D-892641ECEDB9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8" name="Circle">
            <a:extLst>
              <a:ext uri="{FF2B5EF4-FFF2-40B4-BE49-F238E27FC236}">
                <a16:creationId xmlns:a16="http://schemas.microsoft.com/office/drawing/2014/main" id="{698A8ABC-C6BE-43FA-B961-E652C211CCC3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09" name="Circle">
            <a:extLst>
              <a:ext uri="{FF2B5EF4-FFF2-40B4-BE49-F238E27FC236}">
                <a16:creationId xmlns:a16="http://schemas.microsoft.com/office/drawing/2014/main" id="{23213A9A-5FB8-4509-A29D-7C5A3C2F86C1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0" name="Circle">
            <a:extLst>
              <a:ext uri="{FF2B5EF4-FFF2-40B4-BE49-F238E27FC236}">
                <a16:creationId xmlns:a16="http://schemas.microsoft.com/office/drawing/2014/main" id="{D6D1112F-6748-41AE-A1FE-C7E7CA033BE3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1" name="Circle">
            <a:extLst>
              <a:ext uri="{FF2B5EF4-FFF2-40B4-BE49-F238E27FC236}">
                <a16:creationId xmlns:a16="http://schemas.microsoft.com/office/drawing/2014/main" id="{63E67606-0111-4F89-822E-5B143A831E1C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2" name="Circle">
            <a:extLst>
              <a:ext uri="{FF2B5EF4-FFF2-40B4-BE49-F238E27FC236}">
                <a16:creationId xmlns:a16="http://schemas.microsoft.com/office/drawing/2014/main" id="{02A14A25-512A-4207-B9FA-5186A372EDFB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3" name="Circle">
            <a:extLst>
              <a:ext uri="{FF2B5EF4-FFF2-40B4-BE49-F238E27FC236}">
                <a16:creationId xmlns:a16="http://schemas.microsoft.com/office/drawing/2014/main" id="{1670A76F-88CB-47FD-A5A9-2683A571AD7F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4" name="Circle">
            <a:extLst>
              <a:ext uri="{FF2B5EF4-FFF2-40B4-BE49-F238E27FC236}">
                <a16:creationId xmlns:a16="http://schemas.microsoft.com/office/drawing/2014/main" id="{8E039C95-BDAD-4E89-822D-C76E55F38B07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5" name="Circle">
            <a:extLst>
              <a:ext uri="{FF2B5EF4-FFF2-40B4-BE49-F238E27FC236}">
                <a16:creationId xmlns:a16="http://schemas.microsoft.com/office/drawing/2014/main" id="{D0F7F2EB-A1CD-401D-B474-3EB32A74F564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6" name="Circle">
            <a:extLst>
              <a:ext uri="{FF2B5EF4-FFF2-40B4-BE49-F238E27FC236}">
                <a16:creationId xmlns:a16="http://schemas.microsoft.com/office/drawing/2014/main" id="{191F70A6-3C11-468C-A025-F3D0152A3A51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7" name="Circle">
            <a:extLst>
              <a:ext uri="{FF2B5EF4-FFF2-40B4-BE49-F238E27FC236}">
                <a16:creationId xmlns:a16="http://schemas.microsoft.com/office/drawing/2014/main" id="{30AB15B8-FF1F-40B0-AAEE-33C06DCF6A4F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8" name="Circle">
            <a:extLst>
              <a:ext uri="{FF2B5EF4-FFF2-40B4-BE49-F238E27FC236}">
                <a16:creationId xmlns:a16="http://schemas.microsoft.com/office/drawing/2014/main" id="{73446587-914B-4F03-8E0A-DEC5E201A5C1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9" name="Circle">
            <a:extLst>
              <a:ext uri="{FF2B5EF4-FFF2-40B4-BE49-F238E27FC236}">
                <a16:creationId xmlns:a16="http://schemas.microsoft.com/office/drawing/2014/main" id="{7134F335-080A-458D-B0F0-6565C24E53C8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0" name="Circle">
            <a:extLst>
              <a:ext uri="{FF2B5EF4-FFF2-40B4-BE49-F238E27FC236}">
                <a16:creationId xmlns:a16="http://schemas.microsoft.com/office/drawing/2014/main" id="{E3EB282D-7E5A-4F24-896E-C88FADA058A4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1" name="Circle">
            <a:extLst>
              <a:ext uri="{FF2B5EF4-FFF2-40B4-BE49-F238E27FC236}">
                <a16:creationId xmlns:a16="http://schemas.microsoft.com/office/drawing/2014/main" id="{B2597EB5-4679-41CC-9D0F-97CA84B618C3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2" name="Circle">
            <a:extLst>
              <a:ext uri="{FF2B5EF4-FFF2-40B4-BE49-F238E27FC236}">
                <a16:creationId xmlns:a16="http://schemas.microsoft.com/office/drawing/2014/main" id="{70A7A1A6-19A0-4E3F-9FFF-91D586F79B9D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3" name="Circle">
            <a:extLst>
              <a:ext uri="{FF2B5EF4-FFF2-40B4-BE49-F238E27FC236}">
                <a16:creationId xmlns:a16="http://schemas.microsoft.com/office/drawing/2014/main" id="{75D319C3-9071-4C27-A8F8-844957AF1EB2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4" name="Circle">
            <a:extLst>
              <a:ext uri="{FF2B5EF4-FFF2-40B4-BE49-F238E27FC236}">
                <a16:creationId xmlns:a16="http://schemas.microsoft.com/office/drawing/2014/main" id="{CDD55347-B91E-4BFA-B4B9-C845A7855716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5" name="Circle">
            <a:extLst>
              <a:ext uri="{FF2B5EF4-FFF2-40B4-BE49-F238E27FC236}">
                <a16:creationId xmlns:a16="http://schemas.microsoft.com/office/drawing/2014/main" id="{A2FB9464-F1D2-43FE-B8D1-F8CEA9CBCE07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6" name="Circle">
            <a:extLst>
              <a:ext uri="{FF2B5EF4-FFF2-40B4-BE49-F238E27FC236}">
                <a16:creationId xmlns:a16="http://schemas.microsoft.com/office/drawing/2014/main" id="{1EF91C8C-D5A8-487E-A4D2-2960813BE945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7" name="Circle">
            <a:extLst>
              <a:ext uri="{FF2B5EF4-FFF2-40B4-BE49-F238E27FC236}">
                <a16:creationId xmlns:a16="http://schemas.microsoft.com/office/drawing/2014/main" id="{B2AF02C3-9313-4562-A7E8-0C8723C17EF2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8" name="Circle">
            <a:extLst>
              <a:ext uri="{FF2B5EF4-FFF2-40B4-BE49-F238E27FC236}">
                <a16:creationId xmlns:a16="http://schemas.microsoft.com/office/drawing/2014/main" id="{1033467B-2650-4BFF-BF0D-A67A2BF7C8C2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9" name="Circle">
            <a:extLst>
              <a:ext uri="{FF2B5EF4-FFF2-40B4-BE49-F238E27FC236}">
                <a16:creationId xmlns:a16="http://schemas.microsoft.com/office/drawing/2014/main" id="{EC5B3811-C359-4E81-BF95-F710BF2C39CF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30" name="Circle">
            <a:extLst>
              <a:ext uri="{FF2B5EF4-FFF2-40B4-BE49-F238E27FC236}">
                <a16:creationId xmlns:a16="http://schemas.microsoft.com/office/drawing/2014/main" id="{F1B27389-A002-4572-A66D-6A1CE00F6C23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rgbClr val="A9A9A9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31" name="Shape">
            <a:extLst>
              <a:ext uri="{FF2B5EF4-FFF2-40B4-BE49-F238E27FC236}">
                <a16:creationId xmlns:a16="http://schemas.microsoft.com/office/drawing/2014/main" id="{A844384D-1621-47D9-A2C8-A875D30DA1B6}"/>
              </a:ext>
            </a:extLst>
          </p:cNvPr>
          <p:cNvSpPr>
            <a:spLocks noGrp="1"/>
          </p:cNvSpPr>
          <p:nvPr/>
        </p:nvSpPr>
        <p:spPr>
          <a:xfrm>
            <a:off x="14229565" y="2843138"/>
            <a:ext cx="900794" cy="90079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2" name="Shape">
            <a:extLst>
              <a:ext uri="{FF2B5EF4-FFF2-40B4-BE49-F238E27FC236}">
                <a16:creationId xmlns:a16="http://schemas.microsoft.com/office/drawing/2014/main" id="{F51ECF0D-5904-44A9-8849-65BE06E1420D}"/>
              </a:ext>
            </a:extLst>
          </p:cNvPr>
          <p:cNvSpPr>
            <a:spLocks noGrp="1"/>
          </p:cNvSpPr>
          <p:nvPr/>
        </p:nvSpPr>
        <p:spPr>
          <a:xfrm>
            <a:off x="7162055" y="3084630"/>
            <a:ext cx="900793" cy="90079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3" name="Shape">
            <a:extLst>
              <a:ext uri="{FF2B5EF4-FFF2-40B4-BE49-F238E27FC236}">
                <a16:creationId xmlns:a16="http://schemas.microsoft.com/office/drawing/2014/main" id="{42EBE003-215F-4AC8-9F93-9E90711A9F02}"/>
              </a:ext>
            </a:extLst>
          </p:cNvPr>
          <p:cNvSpPr>
            <a:spLocks noGrp="1"/>
          </p:cNvSpPr>
          <p:nvPr/>
        </p:nvSpPr>
        <p:spPr>
          <a:xfrm>
            <a:off x="13735989" y="8290113"/>
            <a:ext cx="900794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54883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Line">
            <a:extLst>
              <a:ext uri="{FF2B5EF4-FFF2-40B4-BE49-F238E27FC236}">
                <a16:creationId xmlns:a16="http://schemas.microsoft.com/office/drawing/2014/main" id="{29956DDC-4D45-4385-AC6E-7E8B7D1E689B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6" name="Line">
            <a:extLst>
              <a:ext uri="{FF2B5EF4-FFF2-40B4-BE49-F238E27FC236}">
                <a16:creationId xmlns:a16="http://schemas.microsoft.com/office/drawing/2014/main" id="{DD082C4B-D054-4A4D-A16D-A36C3107DE32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37" name="Circle">
            <a:extLst>
              <a:ext uri="{FF2B5EF4-FFF2-40B4-BE49-F238E27FC236}">
                <a16:creationId xmlns:a16="http://schemas.microsoft.com/office/drawing/2014/main" id="{1B2159FE-660C-4E86-A286-1971F96EC54F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38" name="Circle">
            <a:extLst>
              <a:ext uri="{FF2B5EF4-FFF2-40B4-BE49-F238E27FC236}">
                <a16:creationId xmlns:a16="http://schemas.microsoft.com/office/drawing/2014/main" id="{F2697DEF-2F14-41F5-B5E0-3D13681C70E7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39" name="Circle">
            <a:extLst>
              <a:ext uri="{FF2B5EF4-FFF2-40B4-BE49-F238E27FC236}">
                <a16:creationId xmlns:a16="http://schemas.microsoft.com/office/drawing/2014/main" id="{843D81D0-1F3A-449C-899E-FB622FFDD2D4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0" name="Circle">
            <a:extLst>
              <a:ext uri="{FF2B5EF4-FFF2-40B4-BE49-F238E27FC236}">
                <a16:creationId xmlns:a16="http://schemas.microsoft.com/office/drawing/2014/main" id="{3250D86B-04B4-4121-BD9D-D1112936253E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1" name="Circle">
            <a:extLst>
              <a:ext uri="{FF2B5EF4-FFF2-40B4-BE49-F238E27FC236}">
                <a16:creationId xmlns:a16="http://schemas.microsoft.com/office/drawing/2014/main" id="{3361D83F-248B-45F6-9BDD-A9F338409886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2" name="Circle">
            <a:extLst>
              <a:ext uri="{FF2B5EF4-FFF2-40B4-BE49-F238E27FC236}">
                <a16:creationId xmlns:a16="http://schemas.microsoft.com/office/drawing/2014/main" id="{A9805D2E-A74E-4185-A6D7-BAE15498AC48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3" name="Circle">
            <a:extLst>
              <a:ext uri="{FF2B5EF4-FFF2-40B4-BE49-F238E27FC236}">
                <a16:creationId xmlns:a16="http://schemas.microsoft.com/office/drawing/2014/main" id="{E3A244C0-5A1F-433A-8102-098F151C0109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4" name="Circle">
            <a:extLst>
              <a:ext uri="{FF2B5EF4-FFF2-40B4-BE49-F238E27FC236}">
                <a16:creationId xmlns:a16="http://schemas.microsoft.com/office/drawing/2014/main" id="{8345E051-5B3F-4098-AB9E-90B2B045A2CA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5" name="Circle">
            <a:extLst>
              <a:ext uri="{FF2B5EF4-FFF2-40B4-BE49-F238E27FC236}">
                <a16:creationId xmlns:a16="http://schemas.microsoft.com/office/drawing/2014/main" id="{7BF6A6F1-BA17-4A93-A82F-86DC607A4DEB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6" name="Circle">
            <a:extLst>
              <a:ext uri="{FF2B5EF4-FFF2-40B4-BE49-F238E27FC236}">
                <a16:creationId xmlns:a16="http://schemas.microsoft.com/office/drawing/2014/main" id="{FA1CF6EF-82BD-47AF-B119-9DC1E3EDBDAD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7" name="Circle">
            <a:extLst>
              <a:ext uri="{FF2B5EF4-FFF2-40B4-BE49-F238E27FC236}">
                <a16:creationId xmlns:a16="http://schemas.microsoft.com/office/drawing/2014/main" id="{0AF91616-F9A3-4FEE-A7DE-612A0510341B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8" name="Circle">
            <a:extLst>
              <a:ext uri="{FF2B5EF4-FFF2-40B4-BE49-F238E27FC236}">
                <a16:creationId xmlns:a16="http://schemas.microsoft.com/office/drawing/2014/main" id="{85087E05-4ABB-4DC7-A38D-BC6043DEC8A2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49" name="Circle">
            <a:extLst>
              <a:ext uri="{FF2B5EF4-FFF2-40B4-BE49-F238E27FC236}">
                <a16:creationId xmlns:a16="http://schemas.microsoft.com/office/drawing/2014/main" id="{57A59E8C-453F-4C4E-AB9D-3C6FB5787492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0" name="Circle">
            <a:extLst>
              <a:ext uri="{FF2B5EF4-FFF2-40B4-BE49-F238E27FC236}">
                <a16:creationId xmlns:a16="http://schemas.microsoft.com/office/drawing/2014/main" id="{411A802B-296E-4D24-8F13-D3D919833B23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1" name="Circle">
            <a:extLst>
              <a:ext uri="{FF2B5EF4-FFF2-40B4-BE49-F238E27FC236}">
                <a16:creationId xmlns:a16="http://schemas.microsoft.com/office/drawing/2014/main" id="{9CC26C6A-F116-4484-A5DF-755B011C2F6C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2" name="Circle">
            <a:extLst>
              <a:ext uri="{FF2B5EF4-FFF2-40B4-BE49-F238E27FC236}">
                <a16:creationId xmlns:a16="http://schemas.microsoft.com/office/drawing/2014/main" id="{CAA35AFF-8520-4F3C-8EB7-B80DB67DB939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3" name="Circle">
            <a:extLst>
              <a:ext uri="{FF2B5EF4-FFF2-40B4-BE49-F238E27FC236}">
                <a16:creationId xmlns:a16="http://schemas.microsoft.com/office/drawing/2014/main" id="{0C2BACAC-0887-444D-BF24-4F05DC943939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4" name="Circle">
            <a:extLst>
              <a:ext uri="{FF2B5EF4-FFF2-40B4-BE49-F238E27FC236}">
                <a16:creationId xmlns:a16="http://schemas.microsoft.com/office/drawing/2014/main" id="{893048C2-BD42-4899-B7E6-E520C93F8F2C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5" name="Circle">
            <a:extLst>
              <a:ext uri="{FF2B5EF4-FFF2-40B4-BE49-F238E27FC236}">
                <a16:creationId xmlns:a16="http://schemas.microsoft.com/office/drawing/2014/main" id="{1872F2E5-A4A9-40DD-BFDA-723BBB312431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6" name="Circle">
            <a:extLst>
              <a:ext uri="{FF2B5EF4-FFF2-40B4-BE49-F238E27FC236}">
                <a16:creationId xmlns:a16="http://schemas.microsoft.com/office/drawing/2014/main" id="{FEDC00DB-DB89-4D51-8F5C-C091F9D21A07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7" name="Circle">
            <a:extLst>
              <a:ext uri="{FF2B5EF4-FFF2-40B4-BE49-F238E27FC236}">
                <a16:creationId xmlns:a16="http://schemas.microsoft.com/office/drawing/2014/main" id="{26C17758-2CA2-4C93-8386-841826F2270A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8" name="Circle">
            <a:extLst>
              <a:ext uri="{FF2B5EF4-FFF2-40B4-BE49-F238E27FC236}">
                <a16:creationId xmlns:a16="http://schemas.microsoft.com/office/drawing/2014/main" id="{77477832-09D0-479E-9F95-0611852D2A54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59" name="Circle">
            <a:extLst>
              <a:ext uri="{FF2B5EF4-FFF2-40B4-BE49-F238E27FC236}">
                <a16:creationId xmlns:a16="http://schemas.microsoft.com/office/drawing/2014/main" id="{F2B9C562-90EA-4E3F-A040-4844AFB9D1C3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0" name="Circle">
            <a:extLst>
              <a:ext uri="{FF2B5EF4-FFF2-40B4-BE49-F238E27FC236}">
                <a16:creationId xmlns:a16="http://schemas.microsoft.com/office/drawing/2014/main" id="{B4BDD8AD-2741-48C4-9DF5-E12519E9D625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1" name="Circle">
            <a:extLst>
              <a:ext uri="{FF2B5EF4-FFF2-40B4-BE49-F238E27FC236}">
                <a16:creationId xmlns:a16="http://schemas.microsoft.com/office/drawing/2014/main" id="{5F9DD209-59B6-4A40-A382-D9B1BEA881B9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2" name="Circle">
            <a:extLst>
              <a:ext uri="{FF2B5EF4-FFF2-40B4-BE49-F238E27FC236}">
                <a16:creationId xmlns:a16="http://schemas.microsoft.com/office/drawing/2014/main" id="{E5978D6C-5660-48EB-BC1E-374BDA878CAC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3" name="Circle">
            <a:extLst>
              <a:ext uri="{FF2B5EF4-FFF2-40B4-BE49-F238E27FC236}">
                <a16:creationId xmlns:a16="http://schemas.microsoft.com/office/drawing/2014/main" id="{1DE630AD-6D9D-4D4B-BCD5-16BCBF7182AF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4" name="Circle">
            <a:extLst>
              <a:ext uri="{FF2B5EF4-FFF2-40B4-BE49-F238E27FC236}">
                <a16:creationId xmlns:a16="http://schemas.microsoft.com/office/drawing/2014/main" id="{8AB34AAF-B629-44F5-97B8-56ACC8630C63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5" name="Circle">
            <a:extLst>
              <a:ext uri="{FF2B5EF4-FFF2-40B4-BE49-F238E27FC236}">
                <a16:creationId xmlns:a16="http://schemas.microsoft.com/office/drawing/2014/main" id="{410454D8-5887-4DE2-BCFC-1D041B311EBF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6" name="Circle">
            <a:extLst>
              <a:ext uri="{FF2B5EF4-FFF2-40B4-BE49-F238E27FC236}">
                <a16:creationId xmlns:a16="http://schemas.microsoft.com/office/drawing/2014/main" id="{50650280-ED20-495E-90A2-0C24D4243B5F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7" name="Circle">
            <a:extLst>
              <a:ext uri="{FF2B5EF4-FFF2-40B4-BE49-F238E27FC236}">
                <a16:creationId xmlns:a16="http://schemas.microsoft.com/office/drawing/2014/main" id="{0DC7038D-7C4B-4B03-A651-BA5AC7F14846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68" name="Shape">
            <a:extLst>
              <a:ext uri="{FF2B5EF4-FFF2-40B4-BE49-F238E27FC236}">
                <a16:creationId xmlns:a16="http://schemas.microsoft.com/office/drawing/2014/main" id="{F49AFF41-82A3-47BC-AF4B-B68B5507C12F}"/>
              </a:ext>
            </a:extLst>
          </p:cNvPr>
          <p:cNvSpPr>
            <a:spLocks noGrp="1"/>
          </p:cNvSpPr>
          <p:nvPr/>
        </p:nvSpPr>
        <p:spPr>
          <a:xfrm>
            <a:off x="14229565" y="2843138"/>
            <a:ext cx="900794" cy="90079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69" name="Shape">
            <a:extLst>
              <a:ext uri="{FF2B5EF4-FFF2-40B4-BE49-F238E27FC236}">
                <a16:creationId xmlns:a16="http://schemas.microsoft.com/office/drawing/2014/main" id="{9B35475D-55E5-41BD-96FD-8D5C9468B50C}"/>
              </a:ext>
            </a:extLst>
          </p:cNvPr>
          <p:cNvSpPr>
            <a:spLocks noGrp="1"/>
          </p:cNvSpPr>
          <p:nvPr/>
        </p:nvSpPr>
        <p:spPr>
          <a:xfrm>
            <a:off x="7162055" y="3084630"/>
            <a:ext cx="900793" cy="90079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0" name="Shape">
            <a:extLst>
              <a:ext uri="{FF2B5EF4-FFF2-40B4-BE49-F238E27FC236}">
                <a16:creationId xmlns:a16="http://schemas.microsoft.com/office/drawing/2014/main" id="{0B910BE5-C605-4C78-BFCD-63A0B56E5F5E}"/>
              </a:ext>
            </a:extLst>
          </p:cNvPr>
          <p:cNvSpPr>
            <a:spLocks noGrp="1"/>
          </p:cNvSpPr>
          <p:nvPr/>
        </p:nvSpPr>
        <p:spPr>
          <a:xfrm>
            <a:off x="13735989" y="8290113"/>
            <a:ext cx="900794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12490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Line">
            <a:extLst>
              <a:ext uri="{FF2B5EF4-FFF2-40B4-BE49-F238E27FC236}">
                <a16:creationId xmlns:a16="http://schemas.microsoft.com/office/drawing/2014/main" id="{677C9760-EAC2-4716-8265-E6AF180FF4E7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3" name="Line">
            <a:extLst>
              <a:ext uri="{FF2B5EF4-FFF2-40B4-BE49-F238E27FC236}">
                <a16:creationId xmlns:a16="http://schemas.microsoft.com/office/drawing/2014/main" id="{B8D910B3-E776-4E55-996E-008348A91557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1974" name="Circle">
            <a:extLst>
              <a:ext uri="{FF2B5EF4-FFF2-40B4-BE49-F238E27FC236}">
                <a16:creationId xmlns:a16="http://schemas.microsoft.com/office/drawing/2014/main" id="{9F5E2A8F-F153-47FD-A5A9-C1DB5FA3962A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5" name="Circle">
            <a:extLst>
              <a:ext uri="{FF2B5EF4-FFF2-40B4-BE49-F238E27FC236}">
                <a16:creationId xmlns:a16="http://schemas.microsoft.com/office/drawing/2014/main" id="{B6537C4B-CF9D-443B-922D-9E3E7EC036E2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6" name="Circle">
            <a:extLst>
              <a:ext uri="{FF2B5EF4-FFF2-40B4-BE49-F238E27FC236}">
                <a16:creationId xmlns:a16="http://schemas.microsoft.com/office/drawing/2014/main" id="{219F0330-0FE3-4F74-AEF4-8989505B2AEF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7" name="Circle">
            <a:extLst>
              <a:ext uri="{FF2B5EF4-FFF2-40B4-BE49-F238E27FC236}">
                <a16:creationId xmlns:a16="http://schemas.microsoft.com/office/drawing/2014/main" id="{585CEDF7-2DC7-4750-8D9D-08EC61ADB74C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8" name="Circle">
            <a:extLst>
              <a:ext uri="{FF2B5EF4-FFF2-40B4-BE49-F238E27FC236}">
                <a16:creationId xmlns:a16="http://schemas.microsoft.com/office/drawing/2014/main" id="{D9419E92-90A6-4B08-98CC-25304EB8CB14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9" name="Circle">
            <a:extLst>
              <a:ext uri="{FF2B5EF4-FFF2-40B4-BE49-F238E27FC236}">
                <a16:creationId xmlns:a16="http://schemas.microsoft.com/office/drawing/2014/main" id="{3A415530-BBFF-4475-89FF-1094DAAECA57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0" name="Circle">
            <a:extLst>
              <a:ext uri="{FF2B5EF4-FFF2-40B4-BE49-F238E27FC236}">
                <a16:creationId xmlns:a16="http://schemas.microsoft.com/office/drawing/2014/main" id="{6BAC5A93-8154-4B64-9230-9638AB30E39A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1" name="Circle">
            <a:extLst>
              <a:ext uri="{FF2B5EF4-FFF2-40B4-BE49-F238E27FC236}">
                <a16:creationId xmlns:a16="http://schemas.microsoft.com/office/drawing/2014/main" id="{DD49A89F-6099-479C-BCC4-19BD4A915F61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2" name="Circle">
            <a:extLst>
              <a:ext uri="{FF2B5EF4-FFF2-40B4-BE49-F238E27FC236}">
                <a16:creationId xmlns:a16="http://schemas.microsoft.com/office/drawing/2014/main" id="{3C2395AF-E82F-4493-815A-93933154F090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3" name="Circle">
            <a:extLst>
              <a:ext uri="{FF2B5EF4-FFF2-40B4-BE49-F238E27FC236}">
                <a16:creationId xmlns:a16="http://schemas.microsoft.com/office/drawing/2014/main" id="{8238B853-D074-45EF-98DB-F5B76DA43004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4" name="Circle">
            <a:extLst>
              <a:ext uri="{FF2B5EF4-FFF2-40B4-BE49-F238E27FC236}">
                <a16:creationId xmlns:a16="http://schemas.microsoft.com/office/drawing/2014/main" id="{4DAE7FC7-D20E-428D-BCB4-351C3C5CB4FF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5" name="Circle">
            <a:extLst>
              <a:ext uri="{FF2B5EF4-FFF2-40B4-BE49-F238E27FC236}">
                <a16:creationId xmlns:a16="http://schemas.microsoft.com/office/drawing/2014/main" id="{174B23D8-8A67-4503-80BE-A87F3EC61BA1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6" name="Circle">
            <a:extLst>
              <a:ext uri="{FF2B5EF4-FFF2-40B4-BE49-F238E27FC236}">
                <a16:creationId xmlns:a16="http://schemas.microsoft.com/office/drawing/2014/main" id="{8A7CEA8F-5D86-49AB-8B1D-BD2054BD5A97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7" name="Circle">
            <a:extLst>
              <a:ext uri="{FF2B5EF4-FFF2-40B4-BE49-F238E27FC236}">
                <a16:creationId xmlns:a16="http://schemas.microsoft.com/office/drawing/2014/main" id="{E586C9E5-9D1E-4060-ADB6-0933A99228BA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8" name="Circle">
            <a:extLst>
              <a:ext uri="{FF2B5EF4-FFF2-40B4-BE49-F238E27FC236}">
                <a16:creationId xmlns:a16="http://schemas.microsoft.com/office/drawing/2014/main" id="{169CD4F6-038B-4AE1-A367-950D9DDFA723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9" name="Circle">
            <a:extLst>
              <a:ext uri="{FF2B5EF4-FFF2-40B4-BE49-F238E27FC236}">
                <a16:creationId xmlns:a16="http://schemas.microsoft.com/office/drawing/2014/main" id="{9B919CCE-6D6C-4DA9-947A-67AD9C3B5A13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0" name="Circle">
            <a:extLst>
              <a:ext uri="{FF2B5EF4-FFF2-40B4-BE49-F238E27FC236}">
                <a16:creationId xmlns:a16="http://schemas.microsoft.com/office/drawing/2014/main" id="{A5F9D690-5CF2-4706-A3A2-93953657E9D2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1" name="Circle">
            <a:extLst>
              <a:ext uri="{FF2B5EF4-FFF2-40B4-BE49-F238E27FC236}">
                <a16:creationId xmlns:a16="http://schemas.microsoft.com/office/drawing/2014/main" id="{90B48D2C-4BEE-4555-8CB6-B4584C220EA9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2" name="Circle">
            <a:extLst>
              <a:ext uri="{FF2B5EF4-FFF2-40B4-BE49-F238E27FC236}">
                <a16:creationId xmlns:a16="http://schemas.microsoft.com/office/drawing/2014/main" id="{9CD1CECD-C469-4276-9914-A2A713C1CAAB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3" name="Circle">
            <a:extLst>
              <a:ext uri="{FF2B5EF4-FFF2-40B4-BE49-F238E27FC236}">
                <a16:creationId xmlns:a16="http://schemas.microsoft.com/office/drawing/2014/main" id="{3259B2D0-3337-4614-B423-76952DC13F88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4" name="Circle">
            <a:extLst>
              <a:ext uri="{FF2B5EF4-FFF2-40B4-BE49-F238E27FC236}">
                <a16:creationId xmlns:a16="http://schemas.microsoft.com/office/drawing/2014/main" id="{592136E0-BD5A-4916-AB0B-47EA34C711A6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5" name="Circle">
            <a:extLst>
              <a:ext uri="{FF2B5EF4-FFF2-40B4-BE49-F238E27FC236}">
                <a16:creationId xmlns:a16="http://schemas.microsoft.com/office/drawing/2014/main" id="{BE8F0935-6B68-4F50-B093-5BCDCDD552C0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6" name="Circle">
            <a:extLst>
              <a:ext uri="{FF2B5EF4-FFF2-40B4-BE49-F238E27FC236}">
                <a16:creationId xmlns:a16="http://schemas.microsoft.com/office/drawing/2014/main" id="{FE299985-A23C-4370-94FC-7EC9235978EF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7" name="Circle">
            <a:extLst>
              <a:ext uri="{FF2B5EF4-FFF2-40B4-BE49-F238E27FC236}">
                <a16:creationId xmlns:a16="http://schemas.microsoft.com/office/drawing/2014/main" id="{88E36489-DF11-4E89-A021-5CA7B7998BB0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8" name="Circle">
            <a:extLst>
              <a:ext uri="{FF2B5EF4-FFF2-40B4-BE49-F238E27FC236}">
                <a16:creationId xmlns:a16="http://schemas.microsoft.com/office/drawing/2014/main" id="{5FCCD357-7734-4E1B-AB56-0F98339EE309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99" name="Circle">
            <a:extLst>
              <a:ext uri="{FF2B5EF4-FFF2-40B4-BE49-F238E27FC236}">
                <a16:creationId xmlns:a16="http://schemas.microsoft.com/office/drawing/2014/main" id="{0B94D91F-C325-4E03-A7C6-C7E719246706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00" name="Circle">
            <a:extLst>
              <a:ext uri="{FF2B5EF4-FFF2-40B4-BE49-F238E27FC236}">
                <a16:creationId xmlns:a16="http://schemas.microsoft.com/office/drawing/2014/main" id="{71E08F3B-B25B-434D-B9D2-C1ED3F1962B5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01" name="Circle">
            <a:extLst>
              <a:ext uri="{FF2B5EF4-FFF2-40B4-BE49-F238E27FC236}">
                <a16:creationId xmlns:a16="http://schemas.microsoft.com/office/drawing/2014/main" id="{8860DF17-5B64-46B6-B1F6-CEFD7FBA459D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02" name="Circle">
            <a:extLst>
              <a:ext uri="{FF2B5EF4-FFF2-40B4-BE49-F238E27FC236}">
                <a16:creationId xmlns:a16="http://schemas.microsoft.com/office/drawing/2014/main" id="{5E9731F4-0316-4295-84D1-013D8D289FBC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03" name="Circle">
            <a:extLst>
              <a:ext uri="{FF2B5EF4-FFF2-40B4-BE49-F238E27FC236}">
                <a16:creationId xmlns:a16="http://schemas.microsoft.com/office/drawing/2014/main" id="{8271E177-0A95-4503-AE40-195CA30601DF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04" name="Circle">
            <a:extLst>
              <a:ext uri="{FF2B5EF4-FFF2-40B4-BE49-F238E27FC236}">
                <a16:creationId xmlns:a16="http://schemas.microsoft.com/office/drawing/2014/main" id="{7D1E8F5A-22F6-4EB9-91EE-596BDC352C90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05" name="Shape">
            <a:extLst>
              <a:ext uri="{FF2B5EF4-FFF2-40B4-BE49-F238E27FC236}">
                <a16:creationId xmlns:a16="http://schemas.microsoft.com/office/drawing/2014/main" id="{004C6F88-A95D-40BF-BAFE-03AFC764C315}"/>
              </a:ext>
            </a:extLst>
          </p:cNvPr>
          <p:cNvSpPr>
            <a:spLocks noGrp="1"/>
          </p:cNvSpPr>
          <p:nvPr/>
        </p:nvSpPr>
        <p:spPr>
          <a:xfrm>
            <a:off x="14229565" y="2843138"/>
            <a:ext cx="900794" cy="90079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6" name="Shape">
            <a:extLst>
              <a:ext uri="{FF2B5EF4-FFF2-40B4-BE49-F238E27FC236}">
                <a16:creationId xmlns:a16="http://schemas.microsoft.com/office/drawing/2014/main" id="{9F362F12-533F-4E95-BA63-6ADA8EB1FFCB}"/>
              </a:ext>
            </a:extLst>
          </p:cNvPr>
          <p:cNvSpPr>
            <a:spLocks noGrp="1"/>
          </p:cNvSpPr>
          <p:nvPr/>
        </p:nvSpPr>
        <p:spPr>
          <a:xfrm>
            <a:off x="13735989" y="8290113"/>
            <a:ext cx="900794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07" name="Shape">
            <a:extLst>
              <a:ext uri="{FF2B5EF4-FFF2-40B4-BE49-F238E27FC236}">
                <a16:creationId xmlns:a16="http://schemas.microsoft.com/office/drawing/2014/main" id="{E3D3DE6C-89BA-4A69-B9DC-E52CC9DB0B70}"/>
              </a:ext>
            </a:extLst>
          </p:cNvPr>
          <p:cNvSpPr>
            <a:spLocks noGrp="1"/>
          </p:cNvSpPr>
          <p:nvPr/>
        </p:nvSpPr>
        <p:spPr>
          <a:xfrm>
            <a:off x="9766300" y="37211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83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Line">
            <a:extLst>
              <a:ext uri="{FF2B5EF4-FFF2-40B4-BE49-F238E27FC236}">
                <a16:creationId xmlns:a16="http://schemas.microsoft.com/office/drawing/2014/main" id="{1DF1A00A-6633-4F4C-B4FA-1D655146371B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0" name="Line">
            <a:extLst>
              <a:ext uri="{FF2B5EF4-FFF2-40B4-BE49-F238E27FC236}">
                <a16:creationId xmlns:a16="http://schemas.microsoft.com/office/drawing/2014/main" id="{00CB87A2-560F-46AA-B5B8-A07C0771E786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11" name="Circle">
            <a:extLst>
              <a:ext uri="{FF2B5EF4-FFF2-40B4-BE49-F238E27FC236}">
                <a16:creationId xmlns:a16="http://schemas.microsoft.com/office/drawing/2014/main" id="{C818B501-02E3-45D8-AAAC-F006D69038AE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2" name="Circle">
            <a:extLst>
              <a:ext uri="{FF2B5EF4-FFF2-40B4-BE49-F238E27FC236}">
                <a16:creationId xmlns:a16="http://schemas.microsoft.com/office/drawing/2014/main" id="{1CE1B879-9B42-4B39-8CAF-DEC2A043A27B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3" name="Circle">
            <a:extLst>
              <a:ext uri="{FF2B5EF4-FFF2-40B4-BE49-F238E27FC236}">
                <a16:creationId xmlns:a16="http://schemas.microsoft.com/office/drawing/2014/main" id="{E0EC2009-2095-49DF-995F-A092D7BA3948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4" name="Circle">
            <a:extLst>
              <a:ext uri="{FF2B5EF4-FFF2-40B4-BE49-F238E27FC236}">
                <a16:creationId xmlns:a16="http://schemas.microsoft.com/office/drawing/2014/main" id="{7B526AD2-32BA-4CB3-8865-3E401ED73371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5" name="Circle">
            <a:extLst>
              <a:ext uri="{FF2B5EF4-FFF2-40B4-BE49-F238E27FC236}">
                <a16:creationId xmlns:a16="http://schemas.microsoft.com/office/drawing/2014/main" id="{0E735242-77F9-4B00-A3F2-66D16686DF7A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6" name="Circle">
            <a:extLst>
              <a:ext uri="{FF2B5EF4-FFF2-40B4-BE49-F238E27FC236}">
                <a16:creationId xmlns:a16="http://schemas.microsoft.com/office/drawing/2014/main" id="{C5449A24-048C-4FE0-A784-D9FE931157CA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7" name="Circle">
            <a:extLst>
              <a:ext uri="{FF2B5EF4-FFF2-40B4-BE49-F238E27FC236}">
                <a16:creationId xmlns:a16="http://schemas.microsoft.com/office/drawing/2014/main" id="{8D9B92EA-B3F1-4710-8EDF-569B440EF39A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8" name="Circle">
            <a:extLst>
              <a:ext uri="{FF2B5EF4-FFF2-40B4-BE49-F238E27FC236}">
                <a16:creationId xmlns:a16="http://schemas.microsoft.com/office/drawing/2014/main" id="{0D8DC560-94B8-41DA-8B9D-1F86A89357DF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9" name="Circle">
            <a:extLst>
              <a:ext uri="{FF2B5EF4-FFF2-40B4-BE49-F238E27FC236}">
                <a16:creationId xmlns:a16="http://schemas.microsoft.com/office/drawing/2014/main" id="{7A05A91D-3D75-4F4A-996E-F070E2B54940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0" name="Circle">
            <a:extLst>
              <a:ext uri="{FF2B5EF4-FFF2-40B4-BE49-F238E27FC236}">
                <a16:creationId xmlns:a16="http://schemas.microsoft.com/office/drawing/2014/main" id="{42F3D7A2-FBDD-4F3E-90BB-C55D09CDD493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1" name="Circle">
            <a:extLst>
              <a:ext uri="{FF2B5EF4-FFF2-40B4-BE49-F238E27FC236}">
                <a16:creationId xmlns:a16="http://schemas.microsoft.com/office/drawing/2014/main" id="{429E8C64-432D-4EF2-B89D-1552B5B7D95F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2" name="Circle">
            <a:extLst>
              <a:ext uri="{FF2B5EF4-FFF2-40B4-BE49-F238E27FC236}">
                <a16:creationId xmlns:a16="http://schemas.microsoft.com/office/drawing/2014/main" id="{25CF02DE-1C0D-4F40-9D6A-48837A60005B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3" name="Circle">
            <a:extLst>
              <a:ext uri="{FF2B5EF4-FFF2-40B4-BE49-F238E27FC236}">
                <a16:creationId xmlns:a16="http://schemas.microsoft.com/office/drawing/2014/main" id="{DA1ED330-BCC4-462F-BB90-C5CBB4435D1C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4" name="Circle">
            <a:extLst>
              <a:ext uri="{FF2B5EF4-FFF2-40B4-BE49-F238E27FC236}">
                <a16:creationId xmlns:a16="http://schemas.microsoft.com/office/drawing/2014/main" id="{3158747A-724E-4781-8A8D-7267F4B0F98E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5" name="Circle">
            <a:extLst>
              <a:ext uri="{FF2B5EF4-FFF2-40B4-BE49-F238E27FC236}">
                <a16:creationId xmlns:a16="http://schemas.microsoft.com/office/drawing/2014/main" id="{B0A354A3-1E0E-462B-B065-47E1824EDB95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6" name="Circle">
            <a:extLst>
              <a:ext uri="{FF2B5EF4-FFF2-40B4-BE49-F238E27FC236}">
                <a16:creationId xmlns:a16="http://schemas.microsoft.com/office/drawing/2014/main" id="{DC57D744-87C1-42E1-A31E-AFC6B0562D2F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7" name="Circle">
            <a:extLst>
              <a:ext uri="{FF2B5EF4-FFF2-40B4-BE49-F238E27FC236}">
                <a16:creationId xmlns:a16="http://schemas.microsoft.com/office/drawing/2014/main" id="{3C4360F0-F0FF-41B2-A1C2-C059DB5F0E6E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8" name="Circle">
            <a:extLst>
              <a:ext uri="{FF2B5EF4-FFF2-40B4-BE49-F238E27FC236}">
                <a16:creationId xmlns:a16="http://schemas.microsoft.com/office/drawing/2014/main" id="{1D026B15-BE12-4B6A-BBDC-AB9E5B6E2CD1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29" name="Circle">
            <a:extLst>
              <a:ext uri="{FF2B5EF4-FFF2-40B4-BE49-F238E27FC236}">
                <a16:creationId xmlns:a16="http://schemas.microsoft.com/office/drawing/2014/main" id="{3CF67619-3185-48B1-BC6A-D7322CFB1B29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0" name="Circle">
            <a:extLst>
              <a:ext uri="{FF2B5EF4-FFF2-40B4-BE49-F238E27FC236}">
                <a16:creationId xmlns:a16="http://schemas.microsoft.com/office/drawing/2014/main" id="{096725B6-2560-4E81-87BD-4FAEC3B54A4A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1" name="Circle">
            <a:extLst>
              <a:ext uri="{FF2B5EF4-FFF2-40B4-BE49-F238E27FC236}">
                <a16:creationId xmlns:a16="http://schemas.microsoft.com/office/drawing/2014/main" id="{5F2AFBE0-9262-4E57-B37A-74BED97E68D3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2" name="Circle">
            <a:extLst>
              <a:ext uri="{FF2B5EF4-FFF2-40B4-BE49-F238E27FC236}">
                <a16:creationId xmlns:a16="http://schemas.microsoft.com/office/drawing/2014/main" id="{19A66B04-3F1F-4135-8227-F9821D6D393C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3" name="Circle">
            <a:extLst>
              <a:ext uri="{FF2B5EF4-FFF2-40B4-BE49-F238E27FC236}">
                <a16:creationId xmlns:a16="http://schemas.microsoft.com/office/drawing/2014/main" id="{807E8648-70FC-4CD4-8C81-982B036C2080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4" name="Circle">
            <a:extLst>
              <a:ext uri="{FF2B5EF4-FFF2-40B4-BE49-F238E27FC236}">
                <a16:creationId xmlns:a16="http://schemas.microsoft.com/office/drawing/2014/main" id="{8C22A352-784A-46CE-A1F5-A5603B94D843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5" name="Circle">
            <a:extLst>
              <a:ext uri="{FF2B5EF4-FFF2-40B4-BE49-F238E27FC236}">
                <a16:creationId xmlns:a16="http://schemas.microsoft.com/office/drawing/2014/main" id="{16553E39-0364-4270-B7D6-A71F79716D10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6" name="Circle">
            <a:extLst>
              <a:ext uri="{FF2B5EF4-FFF2-40B4-BE49-F238E27FC236}">
                <a16:creationId xmlns:a16="http://schemas.microsoft.com/office/drawing/2014/main" id="{00BA08FC-17B9-4E9D-8774-533510253A51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7" name="Circle">
            <a:extLst>
              <a:ext uri="{FF2B5EF4-FFF2-40B4-BE49-F238E27FC236}">
                <a16:creationId xmlns:a16="http://schemas.microsoft.com/office/drawing/2014/main" id="{00643A91-9D85-4F22-96E2-2D247676DE05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8" name="Circle">
            <a:extLst>
              <a:ext uri="{FF2B5EF4-FFF2-40B4-BE49-F238E27FC236}">
                <a16:creationId xmlns:a16="http://schemas.microsoft.com/office/drawing/2014/main" id="{658D5A30-84A6-4641-9BB7-163FEDF1E791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39" name="Circle">
            <a:extLst>
              <a:ext uri="{FF2B5EF4-FFF2-40B4-BE49-F238E27FC236}">
                <a16:creationId xmlns:a16="http://schemas.microsoft.com/office/drawing/2014/main" id="{D13053B7-E25F-42E8-B3DF-02FE1DEEB682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40" name="Circle">
            <a:extLst>
              <a:ext uri="{FF2B5EF4-FFF2-40B4-BE49-F238E27FC236}">
                <a16:creationId xmlns:a16="http://schemas.microsoft.com/office/drawing/2014/main" id="{9F9FB331-E5BC-4D5F-A949-8036562A1476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41" name="Circle">
            <a:extLst>
              <a:ext uri="{FF2B5EF4-FFF2-40B4-BE49-F238E27FC236}">
                <a16:creationId xmlns:a16="http://schemas.microsoft.com/office/drawing/2014/main" id="{4E7B0B1B-6696-4987-9EC8-8F2534C2FFE6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42" name="Shape">
            <a:extLst>
              <a:ext uri="{FF2B5EF4-FFF2-40B4-BE49-F238E27FC236}">
                <a16:creationId xmlns:a16="http://schemas.microsoft.com/office/drawing/2014/main" id="{5E9185E9-E9D0-40A6-93C8-0D66B337751F}"/>
              </a:ext>
            </a:extLst>
          </p:cNvPr>
          <p:cNvSpPr>
            <a:spLocks noGrp="1"/>
          </p:cNvSpPr>
          <p:nvPr/>
        </p:nvSpPr>
        <p:spPr>
          <a:xfrm>
            <a:off x="13735989" y="8290113"/>
            <a:ext cx="900794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3" name="Shape">
            <a:extLst>
              <a:ext uri="{FF2B5EF4-FFF2-40B4-BE49-F238E27FC236}">
                <a16:creationId xmlns:a16="http://schemas.microsoft.com/office/drawing/2014/main" id="{78812798-4908-45C9-A00C-8E4CF2150ACC}"/>
              </a:ext>
            </a:extLst>
          </p:cNvPr>
          <p:cNvSpPr>
            <a:spLocks noGrp="1"/>
          </p:cNvSpPr>
          <p:nvPr/>
        </p:nvSpPr>
        <p:spPr>
          <a:xfrm>
            <a:off x="9766300" y="37211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4" name="Shape">
            <a:extLst>
              <a:ext uri="{FF2B5EF4-FFF2-40B4-BE49-F238E27FC236}">
                <a16:creationId xmlns:a16="http://schemas.microsoft.com/office/drawing/2014/main" id="{9A68D183-0895-4104-80B4-7B0735A91498}"/>
              </a:ext>
            </a:extLst>
          </p:cNvPr>
          <p:cNvSpPr>
            <a:spLocks noGrp="1"/>
          </p:cNvSpPr>
          <p:nvPr/>
        </p:nvSpPr>
        <p:spPr>
          <a:xfrm>
            <a:off x="18364200" y="46228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6012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Line">
            <a:extLst>
              <a:ext uri="{FF2B5EF4-FFF2-40B4-BE49-F238E27FC236}">
                <a16:creationId xmlns:a16="http://schemas.microsoft.com/office/drawing/2014/main" id="{67D52D2E-1E3D-449B-8721-6FFB02826A6E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7" name="Line">
            <a:extLst>
              <a:ext uri="{FF2B5EF4-FFF2-40B4-BE49-F238E27FC236}">
                <a16:creationId xmlns:a16="http://schemas.microsoft.com/office/drawing/2014/main" id="{F50ABC72-C7CC-4AB6-A294-1339A5F8C41C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48" name="Circle">
            <a:extLst>
              <a:ext uri="{FF2B5EF4-FFF2-40B4-BE49-F238E27FC236}">
                <a16:creationId xmlns:a16="http://schemas.microsoft.com/office/drawing/2014/main" id="{81CA2B1D-23C4-4E15-94F5-9595CFE61778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49" name="Circle">
            <a:extLst>
              <a:ext uri="{FF2B5EF4-FFF2-40B4-BE49-F238E27FC236}">
                <a16:creationId xmlns:a16="http://schemas.microsoft.com/office/drawing/2014/main" id="{74CC699C-4A57-440D-99E2-661E68373AF3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0" name="Circle">
            <a:extLst>
              <a:ext uri="{FF2B5EF4-FFF2-40B4-BE49-F238E27FC236}">
                <a16:creationId xmlns:a16="http://schemas.microsoft.com/office/drawing/2014/main" id="{CEE6661F-F706-40DB-A246-5A36C4295F2B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1" name="Circle">
            <a:extLst>
              <a:ext uri="{FF2B5EF4-FFF2-40B4-BE49-F238E27FC236}">
                <a16:creationId xmlns:a16="http://schemas.microsoft.com/office/drawing/2014/main" id="{1FB36A58-BF4E-4E5B-821F-1925CC6E737C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2" name="Circle">
            <a:extLst>
              <a:ext uri="{FF2B5EF4-FFF2-40B4-BE49-F238E27FC236}">
                <a16:creationId xmlns:a16="http://schemas.microsoft.com/office/drawing/2014/main" id="{AAC756C6-0774-4969-AB40-8B94D0E650AE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3" name="Circle">
            <a:extLst>
              <a:ext uri="{FF2B5EF4-FFF2-40B4-BE49-F238E27FC236}">
                <a16:creationId xmlns:a16="http://schemas.microsoft.com/office/drawing/2014/main" id="{E5950C73-1486-427D-8E47-2CFD0E9C1775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4" name="Circle">
            <a:extLst>
              <a:ext uri="{FF2B5EF4-FFF2-40B4-BE49-F238E27FC236}">
                <a16:creationId xmlns:a16="http://schemas.microsoft.com/office/drawing/2014/main" id="{B9691A8B-AC8B-4F8C-A902-FCEF3266C40B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5" name="Circle">
            <a:extLst>
              <a:ext uri="{FF2B5EF4-FFF2-40B4-BE49-F238E27FC236}">
                <a16:creationId xmlns:a16="http://schemas.microsoft.com/office/drawing/2014/main" id="{8DB6E1D5-D16E-4FCB-82DD-95BBD5E105F9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6" name="Circle">
            <a:extLst>
              <a:ext uri="{FF2B5EF4-FFF2-40B4-BE49-F238E27FC236}">
                <a16:creationId xmlns:a16="http://schemas.microsoft.com/office/drawing/2014/main" id="{737555FB-EF44-4D01-A82C-DAD794D8EDED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7" name="Circle">
            <a:extLst>
              <a:ext uri="{FF2B5EF4-FFF2-40B4-BE49-F238E27FC236}">
                <a16:creationId xmlns:a16="http://schemas.microsoft.com/office/drawing/2014/main" id="{EE6F897A-4130-45E3-A101-92B89C67BA33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8" name="Circle">
            <a:extLst>
              <a:ext uri="{FF2B5EF4-FFF2-40B4-BE49-F238E27FC236}">
                <a16:creationId xmlns:a16="http://schemas.microsoft.com/office/drawing/2014/main" id="{95614C06-4EA2-4029-BEA0-4177A6EE0CBC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9" name="Circle">
            <a:extLst>
              <a:ext uri="{FF2B5EF4-FFF2-40B4-BE49-F238E27FC236}">
                <a16:creationId xmlns:a16="http://schemas.microsoft.com/office/drawing/2014/main" id="{2959D471-7680-469D-9626-D53E672D4E2B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0" name="Circle">
            <a:extLst>
              <a:ext uri="{FF2B5EF4-FFF2-40B4-BE49-F238E27FC236}">
                <a16:creationId xmlns:a16="http://schemas.microsoft.com/office/drawing/2014/main" id="{240FBE00-47A2-4171-A45E-84C196DB850F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1" name="Circle">
            <a:extLst>
              <a:ext uri="{FF2B5EF4-FFF2-40B4-BE49-F238E27FC236}">
                <a16:creationId xmlns:a16="http://schemas.microsoft.com/office/drawing/2014/main" id="{2AF4328C-293E-45ED-A7A3-80C04E1E4B39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2" name="Circle">
            <a:extLst>
              <a:ext uri="{FF2B5EF4-FFF2-40B4-BE49-F238E27FC236}">
                <a16:creationId xmlns:a16="http://schemas.microsoft.com/office/drawing/2014/main" id="{908E7987-D7C4-4620-B27A-A96AC1F3152D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3" name="Circle">
            <a:extLst>
              <a:ext uri="{FF2B5EF4-FFF2-40B4-BE49-F238E27FC236}">
                <a16:creationId xmlns:a16="http://schemas.microsoft.com/office/drawing/2014/main" id="{5B9019DD-3098-4A5D-BB8B-3B568D4AC26C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4" name="Circle">
            <a:extLst>
              <a:ext uri="{FF2B5EF4-FFF2-40B4-BE49-F238E27FC236}">
                <a16:creationId xmlns:a16="http://schemas.microsoft.com/office/drawing/2014/main" id="{EB55F856-CD7F-4F8E-837E-B861AA66C35B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5" name="Circle">
            <a:extLst>
              <a:ext uri="{FF2B5EF4-FFF2-40B4-BE49-F238E27FC236}">
                <a16:creationId xmlns:a16="http://schemas.microsoft.com/office/drawing/2014/main" id="{EFC86A01-5B52-4D8C-A3A4-4CB6D652B20F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6" name="Circle">
            <a:extLst>
              <a:ext uri="{FF2B5EF4-FFF2-40B4-BE49-F238E27FC236}">
                <a16:creationId xmlns:a16="http://schemas.microsoft.com/office/drawing/2014/main" id="{5BBAC29B-2DA6-4892-9489-31ADE6BE0428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7" name="Circle">
            <a:extLst>
              <a:ext uri="{FF2B5EF4-FFF2-40B4-BE49-F238E27FC236}">
                <a16:creationId xmlns:a16="http://schemas.microsoft.com/office/drawing/2014/main" id="{C355D4CD-FC59-41CD-88B9-44DBCE8BC183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8" name="Circle">
            <a:extLst>
              <a:ext uri="{FF2B5EF4-FFF2-40B4-BE49-F238E27FC236}">
                <a16:creationId xmlns:a16="http://schemas.microsoft.com/office/drawing/2014/main" id="{0425EF93-89E9-4564-B41B-CAF9478B5192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9" name="Circle">
            <a:extLst>
              <a:ext uri="{FF2B5EF4-FFF2-40B4-BE49-F238E27FC236}">
                <a16:creationId xmlns:a16="http://schemas.microsoft.com/office/drawing/2014/main" id="{FBC938AD-02BC-4CC7-B09E-D9FDF5DE4AD5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0" name="Circle">
            <a:extLst>
              <a:ext uri="{FF2B5EF4-FFF2-40B4-BE49-F238E27FC236}">
                <a16:creationId xmlns:a16="http://schemas.microsoft.com/office/drawing/2014/main" id="{E097EAC4-B69B-499B-8C45-6516476ED664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1" name="Circle">
            <a:extLst>
              <a:ext uri="{FF2B5EF4-FFF2-40B4-BE49-F238E27FC236}">
                <a16:creationId xmlns:a16="http://schemas.microsoft.com/office/drawing/2014/main" id="{42EE4B75-7788-4BCF-951A-F0FBCDFBBFF0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2" name="Circle">
            <a:extLst>
              <a:ext uri="{FF2B5EF4-FFF2-40B4-BE49-F238E27FC236}">
                <a16:creationId xmlns:a16="http://schemas.microsoft.com/office/drawing/2014/main" id="{E8DF470D-B531-4CEB-88D2-F3504B6A7D4F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3" name="Circle">
            <a:extLst>
              <a:ext uri="{FF2B5EF4-FFF2-40B4-BE49-F238E27FC236}">
                <a16:creationId xmlns:a16="http://schemas.microsoft.com/office/drawing/2014/main" id="{415D4D74-C6B5-4AB6-9C20-DFEAF03B1431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4" name="Circle">
            <a:extLst>
              <a:ext uri="{FF2B5EF4-FFF2-40B4-BE49-F238E27FC236}">
                <a16:creationId xmlns:a16="http://schemas.microsoft.com/office/drawing/2014/main" id="{A682E0D3-34FA-45E2-A697-35DEF4DC5EFB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5" name="Circle">
            <a:extLst>
              <a:ext uri="{FF2B5EF4-FFF2-40B4-BE49-F238E27FC236}">
                <a16:creationId xmlns:a16="http://schemas.microsoft.com/office/drawing/2014/main" id="{52A553DD-A9B5-4669-B149-51C681FEE848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6" name="Circle">
            <a:extLst>
              <a:ext uri="{FF2B5EF4-FFF2-40B4-BE49-F238E27FC236}">
                <a16:creationId xmlns:a16="http://schemas.microsoft.com/office/drawing/2014/main" id="{7405D89B-C12B-45BF-B108-EE212536EA3D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7" name="Circle">
            <a:extLst>
              <a:ext uri="{FF2B5EF4-FFF2-40B4-BE49-F238E27FC236}">
                <a16:creationId xmlns:a16="http://schemas.microsoft.com/office/drawing/2014/main" id="{81FCAEB7-F552-488E-BDD0-51DF1B3611F4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8" name="Circle">
            <a:extLst>
              <a:ext uri="{FF2B5EF4-FFF2-40B4-BE49-F238E27FC236}">
                <a16:creationId xmlns:a16="http://schemas.microsoft.com/office/drawing/2014/main" id="{FE02E326-777F-4E58-951C-AEFECDEB751F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79" name="Shape">
            <a:extLst>
              <a:ext uri="{FF2B5EF4-FFF2-40B4-BE49-F238E27FC236}">
                <a16:creationId xmlns:a16="http://schemas.microsoft.com/office/drawing/2014/main" id="{B21F111E-BBDE-48B7-8192-9DCC62B9699E}"/>
              </a:ext>
            </a:extLst>
          </p:cNvPr>
          <p:cNvSpPr>
            <a:spLocks noGrp="1"/>
          </p:cNvSpPr>
          <p:nvPr/>
        </p:nvSpPr>
        <p:spPr>
          <a:xfrm>
            <a:off x="18364200" y="46228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0" name="Shape">
            <a:extLst>
              <a:ext uri="{FF2B5EF4-FFF2-40B4-BE49-F238E27FC236}">
                <a16:creationId xmlns:a16="http://schemas.microsoft.com/office/drawing/2014/main" id="{8AF28D10-0390-41F4-92E9-8CD5E9E38892}"/>
              </a:ext>
            </a:extLst>
          </p:cNvPr>
          <p:cNvSpPr>
            <a:spLocks noGrp="1"/>
          </p:cNvSpPr>
          <p:nvPr/>
        </p:nvSpPr>
        <p:spPr>
          <a:xfrm>
            <a:off x="9766300" y="37211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1" name="Shape">
            <a:extLst>
              <a:ext uri="{FF2B5EF4-FFF2-40B4-BE49-F238E27FC236}">
                <a16:creationId xmlns:a16="http://schemas.microsoft.com/office/drawing/2014/main" id="{6EE7BFA6-B90E-4CD5-B35E-4BDDAC989C9C}"/>
              </a:ext>
            </a:extLst>
          </p:cNvPr>
          <p:cNvSpPr>
            <a:spLocks noGrp="1"/>
          </p:cNvSpPr>
          <p:nvPr/>
        </p:nvSpPr>
        <p:spPr>
          <a:xfrm>
            <a:off x="12115800" y="96520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323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Line">
            <a:extLst>
              <a:ext uri="{FF2B5EF4-FFF2-40B4-BE49-F238E27FC236}">
                <a16:creationId xmlns:a16="http://schemas.microsoft.com/office/drawing/2014/main" id="{8CE253D8-57F2-4DDE-9668-199EF4E24A75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4" name="Line">
            <a:extLst>
              <a:ext uri="{FF2B5EF4-FFF2-40B4-BE49-F238E27FC236}">
                <a16:creationId xmlns:a16="http://schemas.microsoft.com/office/drawing/2014/main" id="{82AE735A-3C22-4D3F-8F18-B2D6DB168228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085" name="Circle">
            <a:extLst>
              <a:ext uri="{FF2B5EF4-FFF2-40B4-BE49-F238E27FC236}">
                <a16:creationId xmlns:a16="http://schemas.microsoft.com/office/drawing/2014/main" id="{2FFD21B7-433F-4719-9FCE-7EBF53ACBE83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6" name="Circle">
            <a:extLst>
              <a:ext uri="{FF2B5EF4-FFF2-40B4-BE49-F238E27FC236}">
                <a16:creationId xmlns:a16="http://schemas.microsoft.com/office/drawing/2014/main" id="{F31A8322-4DA9-46F0-9852-8A0FA82672C0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7" name="Circle">
            <a:extLst>
              <a:ext uri="{FF2B5EF4-FFF2-40B4-BE49-F238E27FC236}">
                <a16:creationId xmlns:a16="http://schemas.microsoft.com/office/drawing/2014/main" id="{0575279D-BE2D-498A-A0A8-0127576C3FDF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8" name="Circle">
            <a:extLst>
              <a:ext uri="{FF2B5EF4-FFF2-40B4-BE49-F238E27FC236}">
                <a16:creationId xmlns:a16="http://schemas.microsoft.com/office/drawing/2014/main" id="{48458D7D-8E47-4549-AC52-69AACA2E0883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89" name="Circle">
            <a:extLst>
              <a:ext uri="{FF2B5EF4-FFF2-40B4-BE49-F238E27FC236}">
                <a16:creationId xmlns:a16="http://schemas.microsoft.com/office/drawing/2014/main" id="{0A14B882-9232-4D89-81D4-139BE9B49C0C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0" name="Circle">
            <a:extLst>
              <a:ext uri="{FF2B5EF4-FFF2-40B4-BE49-F238E27FC236}">
                <a16:creationId xmlns:a16="http://schemas.microsoft.com/office/drawing/2014/main" id="{2A94F3CF-A651-4B02-AE35-BE6DB8870005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1" name="Circle">
            <a:extLst>
              <a:ext uri="{FF2B5EF4-FFF2-40B4-BE49-F238E27FC236}">
                <a16:creationId xmlns:a16="http://schemas.microsoft.com/office/drawing/2014/main" id="{CD5CA8F2-1A25-4FF3-9232-8F289CEE0B6D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2" name="Circle">
            <a:extLst>
              <a:ext uri="{FF2B5EF4-FFF2-40B4-BE49-F238E27FC236}">
                <a16:creationId xmlns:a16="http://schemas.microsoft.com/office/drawing/2014/main" id="{26ACD7F2-07CD-4C51-9FC0-4198889A1AE8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3" name="Circle">
            <a:extLst>
              <a:ext uri="{FF2B5EF4-FFF2-40B4-BE49-F238E27FC236}">
                <a16:creationId xmlns:a16="http://schemas.microsoft.com/office/drawing/2014/main" id="{2E718265-EF8A-4711-A87A-2928895E8B1A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4" name="Circle">
            <a:extLst>
              <a:ext uri="{FF2B5EF4-FFF2-40B4-BE49-F238E27FC236}">
                <a16:creationId xmlns:a16="http://schemas.microsoft.com/office/drawing/2014/main" id="{C5F5039D-6886-4DA4-9058-976D1D8C862C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5" name="Circle">
            <a:extLst>
              <a:ext uri="{FF2B5EF4-FFF2-40B4-BE49-F238E27FC236}">
                <a16:creationId xmlns:a16="http://schemas.microsoft.com/office/drawing/2014/main" id="{3D747B44-5F60-4CEB-9AA9-DD78995E76AF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6" name="Circle">
            <a:extLst>
              <a:ext uri="{FF2B5EF4-FFF2-40B4-BE49-F238E27FC236}">
                <a16:creationId xmlns:a16="http://schemas.microsoft.com/office/drawing/2014/main" id="{19824BFA-2F6D-4940-A0A0-7028DBD4E70F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7" name="Circle">
            <a:extLst>
              <a:ext uri="{FF2B5EF4-FFF2-40B4-BE49-F238E27FC236}">
                <a16:creationId xmlns:a16="http://schemas.microsoft.com/office/drawing/2014/main" id="{9C31AB13-09C9-4F20-8EC2-9C30EB141B70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8" name="Circle">
            <a:extLst>
              <a:ext uri="{FF2B5EF4-FFF2-40B4-BE49-F238E27FC236}">
                <a16:creationId xmlns:a16="http://schemas.microsoft.com/office/drawing/2014/main" id="{226DCCAA-B2BA-4126-81C6-3005CB273AC1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99" name="Circle">
            <a:extLst>
              <a:ext uri="{FF2B5EF4-FFF2-40B4-BE49-F238E27FC236}">
                <a16:creationId xmlns:a16="http://schemas.microsoft.com/office/drawing/2014/main" id="{CFCAD99F-8448-4E7B-AF70-8E2900A9372D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0" name="Circle">
            <a:extLst>
              <a:ext uri="{FF2B5EF4-FFF2-40B4-BE49-F238E27FC236}">
                <a16:creationId xmlns:a16="http://schemas.microsoft.com/office/drawing/2014/main" id="{2E02320D-7BE6-4604-9B14-0E710037928C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1" name="Circle">
            <a:extLst>
              <a:ext uri="{FF2B5EF4-FFF2-40B4-BE49-F238E27FC236}">
                <a16:creationId xmlns:a16="http://schemas.microsoft.com/office/drawing/2014/main" id="{3C85EEAD-52F6-4899-A9E5-842C8D37E796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2" name="Circle">
            <a:extLst>
              <a:ext uri="{FF2B5EF4-FFF2-40B4-BE49-F238E27FC236}">
                <a16:creationId xmlns:a16="http://schemas.microsoft.com/office/drawing/2014/main" id="{E78A0EC6-ADA8-452F-AC1B-ECFCCA19DFE6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3" name="Circle">
            <a:extLst>
              <a:ext uri="{FF2B5EF4-FFF2-40B4-BE49-F238E27FC236}">
                <a16:creationId xmlns:a16="http://schemas.microsoft.com/office/drawing/2014/main" id="{B51EDC45-D92C-4E2A-936D-5769F228BB9A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4" name="Circle">
            <a:extLst>
              <a:ext uri="{FF2B5EF4-FFF2-40B4-BE49-F238E27FC236}">
                <a16:creationId xmlns:a16="http://schemas.microsoft.com/office/drawing/2014/main" id="{88FB1651-C869-4BAD-817E-91CA95655E91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5" name="Circle">
            <a:extLst>
              <a:ext uri="{FF2B5EF4-FFF2-40B4-BE49-F238E27FC236}">
                <a16:creationId xmlns:a16="http://schemas.microsoft.com/office/drawing/2014/main" id="{02413D5F-EAE8-4123-8D4E-75BD8CAC3956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6" name="Circle">
            <a:extLst>
              <a:ext uri="{FF2B5EF4-FFF2-40B4-BE49-F238E27FC236}">
                <a16:creationId xmlns:a16="http://schemas.microsoft.com/office/drawing/2014/main" id="{E58A4D12-C584-4D57-8C50-44C5A994BA0C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7" name="Circle">
            <a:extLst>
              <a:ext uri="{FF2B5EF4-FFF2-40B4-BE49-F238E27FC236}">
                <a16:creationId xmlns:a16="http://schemas.microsoft.com/office/drawing/2014/main" id="{3BF1304A-AD36-420B-A521-0B4698AE76BA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8" name="Circle">
            <a:extLst>
              <a:ext uri="{FF2B5EF4-FFF2-40B4-BE49-F238E27FC236}">
                <a16:creationId xmlns:a16="http://schemas.microsoft.com/office/drawing/2014/main" id="{F75EF46E-314B-4329-AB04-6A1B77FA17C5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09" name="Circle">
            <a:extLst>
              <a:ext uri="{FF2B5EF4-FFF2-40B4-BE49-F238E27FC236}">
                <a16:creationId xmlns:a16="http://schemas.microsoft.com/office/drawing/2014/main" id="{C6D592DE-F888-43D3-9742-7F6E5B8CC995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0" name="Circle">
            <a:extLst>
              <a:ext uri="{FF2B5EF4-FFF2-40B4-BE49-F238E27FC236}">
                <a16:creationId xmlns:a16="http://schemas.microsoft.com/office/drawing/2014/main" id="{E347202A-7524-42B6-8155-2AD4FB32F002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1" name="Circle">
            <a:extLst>
              <a:ext uri="{FF2B5EF4-FFF2-40B4-BE49-F238E27FC236}">
                <a16:creationId xmlns:a16="http://schemas.microsoft.com/office/drawing/2014/main" id="{35C1A072-1072-411C-94A7-8EABABC41BE0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2" name="Circle">
            <a:extLst>
              <a:ext uri="{FF2B5EF4-FFF2-40B4-BE49-F238E27FC236}">
                <a16:creationId xmlns:a16="http://schemas.microsoft.com/office/drawing/2014/main" id="{E3A21A1D-A2F9-424D-825D-28850C97DE63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3" name="Circle">
            <a:extLst>
              <a:ext uri="{FF2B5EF4-FFF2-40B4-BE49-F238E27FC236}">
                <a16:creationId xmlns:a16="http://schemas.microsoft.com/office/drawing/2014/main" id="{D8FD0762-FBBA-4D2B-A84E-E2696B1E1ABD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4" name="Circle">
            <a:extLst>
              <a:ext uri="{FF2B5EF4-FFF2-40B4-BE49-F238E27FC236}">
                <a16:creationId xmlns:a16="http://schemas.microsoft.com/office/drawing/2014/main" id="{8F2F55D5-3C2A-4C40-86D5-CBC1D1E019D5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5" name="Circle">
            <a:extLst>
              <a:ext uri="{FF2B5EF4-FFF2-40B4-BE49-F238E27FC236}">
                <a16:creationId xmlns:a16="http://schemas.microsoft.com/office/drawing/2014/main" id="{C051A986-73F6-446D-8509-7EE6F1F898CC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6" name="Shape">
            <a:extLst>
              <a:ext uri="{FF2B5EF4-FFF2-40B4-BE49-F238E27FC236}">
                <a16:creationId xmlns:a16="http://schemas.microsoft.com/office/drawing/2014/main" id="{B841E46B-2128-4A08-B3D2-9F0DD4E6A28D}"/>
              </a:ext>
            </a:extLst>
          </p:cNvPr>
          <p:cNvSpPr>
            <a:spLocks noGrp="1"/>
          </p:cNvSpPr>
          <p:nvPr/>
        </p:nvSpPr>
        <p:spPr>
          <a:xfrm>
            <a:off x="18364200" y="46228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7" name="Shape">
            <a:extLst>
              <a:ext uri="{FF2B5EF4-FFF2-40B4-BE49-F238E27FC236}">
                <a16:creationId xmlns:a16="http://schemas.microsoft.com/office/drawing/2014/main" id="{71F85C00-D9A6-4BC1-B6C8-8AABCE2C21D4}"/>
              </a:ext>
            </a:extLst>
          </p:cNvPr>
          <p:cNvSpPr>
            <a:spLocks noGrp="1"/>
          </p:cNvSpPr>
          <p:nvPr/>
        </p:nvSpPr>
        <p:spPr>
          <a:xfrm>
            <a:off x="9766300" y="37211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18" name="Shape">
            <a:extLst>
              <a:ext uri="{FF2B5EF4-FFF2-40B4-BE49-F238E27FC236}">
                <a16:creationId xmlns:a16="http://schemas.microsoft.com/office/drawing/2014/main" id="{E65CE5DC-43A1-4CBB-89E5-6F292F42CCBC}"/>
              </a:ext>
            </a:extLst>
          </p:cNvPr>
          <p:cNvSpPr>
            <a:spLocks noGrp="1"/>
          </p:cNvSpPr>
          <p:nvPr/>
        </p:nvSpPr>
        <p:spPr>
          <a:xfrm>
            <a:off x="12115800" y="96520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0844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Line">
            <a:extLst>
              <a:ext uri="{FF2B5EF4-FFF2-40B4-BE49-F238E27FC236}">
                <a16:creationId xmlns:a16="http://schemas.microsoft.com/office/drawing/2014/main" id="{56AD7FA6-43BE-41AB-8D2E-FD609CB0DF43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1" name="Line">
            <a:extLst>
              <a:ext uri="{FF2B5EF4-FFF2-40B4-BE49-F238E27FC236}">
                <a16:creationId xmlns:a16="http://schemas.microsoft.com/office/drawing/2014/main" id="{174AFB62-2C47-4EAD-9F3A-E6767350CB63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22" name="Circle">
            <a:extLst>
              <a:ext uri="{FF2B5EF4-FFF2-40B4-BE49-F238E27FC236}">
                <a16:creationId xmlns:a16="http://schemas.microsoft.com/office/drawing/2014/main" id="{A7FED6A7-9994-4630-AAC2-E6320C88ADFD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3" name="Circle">
            <a:extLst>
              <a:ext uri="{FF2B5EF4-FFF2-40B4-BE49-F238E27FC236}">
                <a16:creationId xmlns:a16="http://schemas.microsoft.com/office/drawing/2014/main" id="{D0203E63-E14B-4B7E-8957-0C0BA025D8C1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4" name="Circle">
            <a:extLst>
              <a:ext uri="{FF2B5EF4-FFF2-40B4-BE49-F238E27FC236}">
                <a16:creationId xmlns:a16="http://schemas.microsoft.com/office/drawing/2014/main" id="{E3485ADE-C5A8-414E-AADF-0B5799B254E5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5" name="Circle">
            <a:extLst>
              <a:ext uri="{FF2B5EF4-FFF2-40B4-BE49-F238E27FC236}">
                <a16:creationId xmlns:a16="http://schemas.microsoft.com/office/drawing/2014/main" id="{E494220F-6B8A-44C7-ACFA-C299FBE18105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6" name="Circle">
            <a:extLst>
              <a:ext uri="{FF2B5EF4-FFF2-40B4-BE49-F238E27FC236}">
                <a16:creationId xmlns:a16="http://schemas.microsoft.com/office/drawing/2014/main" id="{51DD4571-2354-4F29-8618-44CBEB491231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7" name="Circle">
            <a:extLst>
              <a:ext uri="{FF2B5EF4-FFF2-40B4-BE49-F238E27FC236}">
                <a16:creationId xmlns:a16="http://schemas.microsoft.com/office/drawing/2014/main" id="{9E2BB53B-536A-49E2-BEF6-201BBC569FA9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8" name="Circle">
            <a:extLst>
              <a:ext uri="{FF2B5EF4-FFF2-40B4-BE49-F238E27FC236}">
                <a16:creationId xmlns:a16="http://schemas.microsoft.com/office/drawing/2014/main" id="{992F36B3-10A4-4AAF-B07C-A9813949C9C6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29" name="Circle">
            <a:extLst>
              <a:ext uri="{FF2B5EF4-FFF2-40B4-BE49-F238E27FC236}">
                <a16:creationId xmlns:a16="http://schemas.microsoft.com/office/drawing/2014/main" id="{E8F08115-9DD9-4636-848F-9830359A8078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0" name="Circle">
            <a:extLst>
              <a:ext uri="{FF2B5EF4-FFF2-40B4-BE49-F238E27FC236}">
                <a16:creationId xmlns:a16="http://schemas.microsoft.com/office/drawing/2014/main" id="{C35849DF-D848-48A1-8424-6A8CA693D3D2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1" name="Circle">
            <a:extLst>
              <a:ext uri="{FF2B5EF4-FFF2-40B4-BE49-F238E27FC236}">
                <a16:creationId xmlns:a16="http://schemas.microsoft.com/office/drawing/2014/main" id="{6AC8FB02-7A91-41BC-85AC-60287508D787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2" name="Circle">
            <a:extLst>
              <a:ext uri="{FF2B5EF4-FFF2-40B4-BE49-F238E27FC236}">
                <a16:creationId xmlns:a16="http://schemas.microsoft.com/office/drawing/2014/main" id="{4FBA14A3-7090-482B-BD5A-DF18DA4900E7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3" name="Circle">
            <a:extLst>
              <a:ext uri="{FF2B5EF4-FFF2-40B4-BE49-F238E27FC236}">
                <a16:creationId xmlns:a16="http://schemas.microsoft.com/office/drawing/2014/main" id="{9355E9D1-9F58-44C3-AD2F-2665F0A0A10E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4" name="Circle">
            <a:extLst>
              <a:ext uri="{FF2B5EF4-FFF2-40B4-BE49-F238E27FC236}">
                <a16:creationId xmlns:a16="http://schemas.microsoft.com/office/drawing/2014/main" id="{67825822-B3E9-469D-97EC-8CD8BED1A250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5" name="Circle">
            <a:extLst>
              <a:ext uri="{FF2B5EF4-FFF2-40B4-BE49-F238E27FC236}">
                <a16:creationId xmlns:a16="http://schemas.microsoft.com/office/drawing/2014/main" id="{18B2F054-E6E4-4DC6-B9DE-29A00E2C3E13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6" name="Circle">
            <a:extLst>
              <a:ext uri="{FF2B5EF4-FFF2-40B4-BE49-F238E27FC236}">
                <a16:creationId xmlns:a16="http://schemas.microsoft.com/office/drawing/2014/main" id="{5EED9DFD-0BEE-4278-AA4B-71C1C8F1FF3C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7" name="Circle">
            <a:extLst>
              <a:ext uri="{FF2B5EF4-FFF2-40B4-BE49-F238E27FC236}">
                <a16:creationId xmlns:a16="http://schemas.microsoft.com/office/drawing/2014/main" id="{A0581083-A4FE-4996-8A0F-0FDEB4B37DAB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8" name="Circle">
            <a:extLst>
              <a:ext uri="{FF2B5EF4-FFF2-40B4-BE49-F238E27FC236}">
                <a16:creationId xmlns:a16="http://schemas.microsoft.com/office/drawing/2014/main" id="{9C464F4A-FB58-4941-845B-679A1B9E61BD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9" name="Circle">
            <a:extLst>
              <a:ext uri="{FF2B5EF4-FFF2-40B4-BE49-F238E27FC236}">
                <a16:creationId xmlns:a16="http://schemas.microsoft.com/office/drawing/2014/main" id="{19431C92-DE35-4D6D-8C5C-50A2E44B6E2C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0" name="Circle">
            <a:extLst>
              <a:ext uri="{FF2B5EF4-FFF2-40B4-BE49-F238E27FC236}">
                <a16:creationId xmlns:a16="http://schemas.microsoft.com/office/drawing/2014/main" id="{4CF3AB48-19DE-4FE9-B906-6DEFF29BB3E3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1" name="Circle">
            <a:extLst>
              <a:ext uri="{FF2B5EF4-FFF2-40B4-BE49-F238E27FC236}">
                <a16:creationId xmlns:a16="http://schemas.microsoft.com/office/drawing/2014/main" id="{25DC1DEE-B031-48BD-B83E-EE33124B747C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2" name="Circle">
            <a:extLst>
              <a:ext uri="{FF2B5EF4-FFF2-40B4-BE49-F238E27FC236}">
                <a16:creationId xmlns:a16="http://schemas.microsoft.com/office/drawing/2014/main" id="{72A5118B-76ED-4723-9C8B-ADE858F64BA0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3" name="Circle">
            <a:extLst>
              <a:ext uri="{FF2B5EF4-FFF2-40B4-BE49-F238E27FC236}">
                <a16:creationId xmlns:a16="http://schemas.microsoft.com/office/drawing/2014/main" id="{C4E5107D-0C45-4F44-9415-3DBF438C9D18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4" name="Circle">
            <a:extLst>
              <a:ext uri="{FF2B5EF4-FFF2-40B4-BE49-F238E27FC236}">
                <a16:creationId xmlns:a16="http://schemas.microsoft.com/office/drawing/2014/main" id="{34869667-99A3-4FAB-8A21-590D9CDD2051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5" name="Circle">
            <a:extLst>
              <a:ext uri="{FF2B5EF4-FFF2-40B4-BE49-F238E27FC236}">
                <a16:creationId xmlns:a16="http://schemas.microsoft.com/office/drawing/2014/main" id="{084C1BE0-2DA5-4B67-8D3B-C748BB568641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6" name="Circle">
            <a:extLst>
              <a:ext uri="{FF2B5EF4-FFF2-40B4-BE49-F238E27FC236}">
                <a16:creationId xmlns:a16="http://schemas.microsoft.com/office/drawing/2014/main" id="{AB24234F-504F-4A1D-8622-39F5A08A2955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7" name="Circle">
            <a:extLst>
              <a:ext uri="{FF2B5EF4-FFF2-40B4-BE49-F238E27FC236}">
                <a16:creationId xmlns:a16="http://schemas.microsoft.com/office/drawing/2014/main" id="{491A79C2-0477-4ED2-B74B-C3ADC76710C2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8" name="Circle">
            <a:extLst>
              <a:ext uri="{FF2B5EF4-FFF2-40B4-BE49-F238E27FC236}">
                <a16:creationId xmlns:a16="http://schemas.microsoft.com/office/drawing/2014/main" id="{DDB6F76A-31E2-4228-8CA8-30EFCAF967AB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49" name="Circle">
            <a:extLst>
              <a:ext uri="{FF2B5EF4-FFF2-40B4-BE49-F238E27FC236}">
                <a16:creationId xmlns:a16="http://schemas.microsoft.com/office/drawing/2014/main" id="{DE004694-18FF-437F-AABE-AA7D1685433C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50" name="Circle">
            <a:extLst>
              <a:ext uri="{FF2B5EF4-FFF2-40B4-BE49-F238E27FC236}">
                <a16:creationId xmlns:a16="http://schemas.microsoft.com/office/drawing/2014/main" id="{62A1C741-522C-4585-A281-0675F972F5D1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51" name="Circle">
            <a:extLst>
              <a:ext uri="{FF2B5EF4-FFF2-40B4-BE49-F238E27FC236}">
                <a16:creationId xmlns:a16="http://schemas.microsoft.com/office/drawing/2014/main" id="{CAE6BA44-BF8A-456A-B011-4871C92AD779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52" name="Circle">
            <a:extLst>
              <a:ext uri="{FF2B5EF4-FFF2-40B4-BE49-F238E27FC236}">
                <a16:creationId xmlns:a16="http://schemas.microsoft.com/office/drawing/2014/main" id="{35056ABF-272F-442D-9B37-77FC3CE3E12B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53" name="Shape">
            <a:extLst>
              <a:ext uri="{FF2B5EF4-FFF2-40B4-BE49-F238E27FC236}">
                <a16:creationId xmlns:a16="http://schemas.microsoft.com/office/drawing/2014/main" id="{61FED5ED-8542-434F-A44C-E4950C68B5FB}"/>
              </a:ext>
            </a:extLst>
          </p:cNvPr>
          <p:cNvSpPr>
            <a:spLocks noGrp="1"/>
          </p:cNvSpPr>
          <p:nvPr/>
        </p:nvSpPr>
        <p:spPr>
          <a:xfrm>
            <a:off x="18364200" y="46228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4" name="Shape">
            <a:extLst>
              <a:ext uri="{FF2B5EF4-FFF2-40B4-BE49-F238E27FC236}">
                <a16:creationId xmlns:a16="http://schemas.microsoft.com/office/drawing/2014/main" id="{EC5F4850-384E-4331-B250-398FB10F5FDB}"/>
              </a:ext>
            </a:extLst>
          </p:cNvPr>
          <p:cNvSpPr>
            <a:spLocks noGrp="1"/>
          </p:cNvSpPr>
          <p:nvPr/>
        </p:nvSpPr>
        <p:spPr>
          <a:xfrm>
            <a:off x="12115800" y="96520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5" name="Shape">
            <a:extLst>
              <a:ext uri="{FF2B5EF4-FFF2-40B4-BE49-F238E27FC236}">
                <a16:creationId xmlns:a16="http://schemas.microsoft.com/office/drawing/2014/main" id="{18710EB5-7A7E-4E10-B42D-3B8A6F52F492}"/>
              </a:ext>
            </a:extLst>
          </p:cNvPr>
          <p:cNvSpPr>
            <a:spLocks noGrp="1"/>
          </p:cNvSpPr>
          <p:nvPr/>
        </p:nvSpPr>
        <p:spPr>
          <a:xfrm>
            <a:off x="10579100" y="39497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260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Line">
            <a:extLst>
              <a:ext uri="{FF2B5EF4-FFF2-40B4-BE49-F238E27FC236}">
                <a16:creationId xmlns:a16="http://schemas.microsoft.com/office/drawing/2014/main" id="{8C90B849-11D2-4A10-98F0-BB44FA6D20AA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8" name="Line">
            <a:extLst>
              <a:ext uri="{FF2B5EF4-FFF2-40B4-BE49-F238E27FC236}">
                <a16:creationId xmlns:a16="http://schemas.microsoft.com/office/drawing/2014/main" id="{D53E10DE-1A47-47E9-A36D-33A1989CEA54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59" name="Circle">
            <a:extLst>
              <a:ext uri="{FF2B5EF4-FFF2-40B4-BE49-F238E27FC236}">
                <a16:creationId xmlns:a16="http://schemas.microsoft.com/office/drawing/2014/main" id="{63B54D73-2477-4EF9-9836-9B6B9A611010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0" name="Circle">
            <a:extLst>
              <a:ext uri="{FF2B5EF4-FFF2-40B4-BE49-F238E27FC236}">
                <a16:creationId xmlns:a16="http://schemas.microsoft.com/office/drawing/2014/main" id="{A55018C1-00A7-40EF-892A-56478F5A5698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1" name="Circle">
            <a:extLst>
              <a:ext uri="{FF2B5EF4-FFF2-40B4-BE49-F238E27FC236}">
                <a16:creationId xmlns:a16="http://schemas.microsoft.com/office/drawing/2014/main" id="{08A7D295-2F02-46CC-A13B-99B61A415C2D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2" name="Circle">
            <a:extLst>
              <a:ext uri="{FF2B5EF4-FFF2-40B4-BE49-F238E27FC236}">
                <a16:creationId xmlns:a16="http://schemas.microsoft.com/office/drawing/2014/main" id="{1E8C758F-55C3-43BC-94E9-5C18C3BC6BD5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3" name="Circle">
            <a:extLst>
              <a:ext uri="{FF2B5EF4-FFF2-40B4-BE49-F238E27FC236}">
                <a16:creationId xmlns:a16="http://schemas.microsoft.com/office/drawing/2014/main" id="{E6D8227E-2CA7-4DE3-BA4B-0F38A8A2A4DF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4" name="Circle">
            <a:extLst>
              <a:ext uri="{FF2B5EF4-FFF2-40B4-BE49-F238E27FC236}">
                <a16:creationId xmlns:a16="http://schemas.microsoft.com/office/drawing/2014/main" id="{3B59F4E0-71F8-4F37-ACE9-8B6EC56F37F0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5" name="Circle">
            <a:extLst>
              <a:ext uri="{FF2B5EF4-FFF2-40B4-BE49-F238E27FC236}">
                <a16:creationId xmlns:a16="http://schemas.microsoft.com/office/drawing/2014/main" id="{2F1EC74A-F90D-4102-BF2E-96BBF4A775DF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6" name="Circle">
            <a:extLst>
              <a:ext uri="{FF2B5EF4-FFF2-40B4-BE49-F238E27FC236}">
                <a16:creationId xmlns:a16="http://schemas.microsoft.com/office/drawing/2014/main" id="{12614EB5-D3CF-49D3-A818-052B28EB58B6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7" name="Circle">
            <a:extLst>
              <a:ext uri="{FF2B5EF4-FFF2-40B4-BE49-F238E27FC236}">
                <a16:creationId xmlns:a16="http://schemas.microsoft.com/office/drawing/2014/main" id="{2F26626C-71F7-4EE7-BAEA-E37650F72B8B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8" name="Circle">
            <a:extLst>
              <a:ext uri="{FF2B5EF4-FFF2-40B4-BE49-F238E27FC236}">
                <a16:creationId xmlns:a16="http://schemas.microsoft.com/office/drawing/2014/main" id="{3744531E-BE77-4D0F-BC39-945887C352B2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69" name="Circle">
            <a:extLst>
              <a:ext uri="{FF2B5EF4-FFF2-40B4-BE49-F238E27FC236}">
                <a16:creationId xmlns:a16="http://schemas.microsoft.com/office/drawing/2014/main" id="{BFE928B2-D36D-41DE-B451-956A4B2580F5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0" name="Circle">
            <a:extLst>
              <a:ext uri="{FF2B5EF4-FFF2-40B4-BE49-F238E27FC236}">
                <a16:creationId xmlns:a16="http://schemas.microsoft.com/office/drawing/2014/main" id="{18A6AE08-A50A-4C2C-A521-5FD48B773FCE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1" name="Circle">
            <a:extLst>
              <a:ext uri="{FF2B5EF4-FFF2-40B4-BE49-F238E27FC236}">
                <a16:creationId xmlns:a16="http://schemas.microsoft.com/office/drawing/2014/main" id="{497EB9CD-CA81-41D0-8ADC-528D8BB3053B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2" name="Circle">
            <a:extLst>
              <a:ext uri="{FF2B5EF4-FFF2-40B4-BE49-F238E27FC236}">
                <a16:creationId xmlns:a16="http://schemas.microsoft.com/office/drawing/2014/main" id="{1CCC16C2-8658-4B68-A508-5BF75739D733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3" name="Circle">
            <a:extLst>
              <a:ext uri="{FF2B5EF4-FFF2-40B4-BE49-F238E27FC236}">
                <a16:creationId xmlns:a16="http://schemas.microsoft.com/office/drawing/2014/main" id="{AF587256-809C-404F-A724-81ADAB04E4BB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4" name="Circle">
            <a:extLst>
              <a:ext uri="{FF2B5EF4-FFF2-40B4-BE49-F238E27FC236}">
                <a16:creationId xmlns:a16="http://schemas.microsoft.com/office/drawing/2014/main" id="{9DBD75EA-2069-4CC4-A7C2-50413200E8E4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5" name="Circle">
            <a:extLst>
              <a:ext uri="{FF2B5EF4-FFF2-40B4-BE49-F238E27FC236}">
                <a16:creationId xmlns:a16="http://schemas.microsoft.com/office/drawing/2014/main" id="{50320EFA-E2D9-469B-9850-D75017BCCB46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6" name="Circle">
            <a:extLst>
              <a:ext uri="{FF2B5EF4-FFF2-40B4-BE49-F238E27FC236}">
                <a16:creationId xmlns:a16="http://schemas.microsoft.com/office/drawing/2014/main" id="{57EDA7D1-9640-44EB-BB13-82AAC2769351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7" name="Circle">
            <a:extLst>
              <a:ext uri="{FF2B5EF4-FFF2-40B4-BE49-F238E27FC236}">
                <a16:creationId xmlns:a16="http://schemas.microsoft.com/office/drawing/2014/main" id="{C4A3FE64-3198-4408-83E3-6CEF2896303C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8" name="Circle">
            <a:extLst>
              <a:ext uri="{FF2B5EF4-FFF2-40B4-BE49-F238E27FC236}">
                <a16:creationId xmlns:a16="http://schemas.microsoft.com/office/drawing/2014/main" id="{2DF678C8-3B49-476A-899D-778CED2CD9D4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79" name="Circle">
            <a:extLst>
              <a:ext uri="{FF2B5EF4-FFF2-40B4-BE49-F238E27FC236}">
                <a16:creationId xmlns:a16="http://schemas.microsoft.com/office/drawing/2014/main" id="{63E83FAD-17F2-4A37-B146-A1842428D0DD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0" name="Circle">
            <a:extLst>
              <a:ext uri="{FF2B5EF4-FFF2-40B4-BE49-F238E27FC236}">
                <a16:creationId xmlns:a16="http://schemas.microsoft.com/office/drawing/2014/main" id="{38713983-5AFE-42B7-BF13-406534BEC117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1" name="Circle">
            <a:extLst>
              <a:ext uri="{FF2B5EF4-FFF2-40B4-BE49-F238E27FC236}">
                <a16:creationId xmlns:a16="http://schemas.microsoft.com/office/drawing/2014/main" id="{96C6F881-FFA4-42B4-AA29-AD74F46C2B50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2" name="Circle">
            <a:extLst>
              <a:ext uri="{FF2B5EF4-FFF2-40B4-BE49-F238E27FC236}">
                <a16:creationId xmlns:a16="http://schemas.microsoft.com/office/drawing/2014/main" id="{EB8F5221-0D22-41A7-9D1A-823B1A6D7895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3" name="Circle">
            <a:extLst>
              <a:ext uri="{FF2B5EF4-FFF2-40B4-BE49-F238E27FC236}">
                <a16:creationId xmlns:a16="http://schemas.microsoft.com/office/drawing/2014/main" id="{83F2BF06-B39A-4665-BC3A-EACC8B47DFEF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4" name="Circle">
            <a:extLst>
              <a:ext uri="{FF2B5EF4-FFF2-40B4-BE49-F238E27FC236}">
                <a16:creationId xmlns:a16="http://schemas.microsoft.com/office/drawing/2014/main" id="{C6219E4F-3F0A-4242-B523-0487F9AA3E32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5" name="Circle">
            <a:extLst>
              <a:ext uri="{FF2B5EF4-FFF2-40B4-BE49-F238E27FC236}">
                <a16:creationId xmlns:a16="http://schemas.microsoft.com/office/drawing/2014/main" id="{055B590B-71F9-41A4-B655-0C79C12A61FD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6" name="Circle">
            <a:extLst>
              <a:ext uri="{FF2B5EF4-FFF2-40B4-BE49-F238E27FC236}">
                <a16:creationId xmlns:a16="http://schemas.microsoft.com/office/drawing/2014/main" id="{3DC92065-BD8E-4ED7-930F-CD9546E7F7CA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7" name="Circle">
            <a:extLst>
              <a:ext uri="{FF2B5EF4-FFF2-40B4-BE49-F238E27FC236}">
                <a16:creationId xmlns:a16="http://schemas.microsoft.com/office/drawing/2014/main" id="{62CA2DA4-A9CD-420C-86B9-14CF631B7EB5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8" name="Circle">
            <a:extLst>
              <a:ext uri="{FF2B5EF4-FFF2-40B4-BE49-F238E27FC236}">
                <a16:creationId xmlns:a16="http://schemas.microsoft.com/office/drawing/2014/main" id="{E40C1E3E-1C47-49B1-9484-22F084870BFD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89" name="Circle">
            <a:extLst>
              <a:ext uri="{FF2B5EF4-FFF2-40B4-BE49-F238E27FC236}">
                <a16:creationId xmlns:a16="http://schemas.microsoft.com/office/drawing/2014/main" id="{F3D2BB6B-78D3-4427-9CBD-FA2A088DE09E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90" name="Shape">
            <a:extLst>
              <a:ext uri="{FF2B5EF4-FFF2-40B4-BE49-F238E27FC236}">
                <a16:creationId xmlns:a16="http://schemas.microsoft.com/office/drawing/2014/main" id="{FA66A8BB-0522-4379-877B-4145809CFFC5}"/>
              </a:ext>
            </a:extLst>
          </p:cNvPr>
          <p:cNvSpPr>
            <a:spLocks noGrp="1"/>
          </p:cNvSpPr>
          <p:nvPr/>
        </p:nvSpPr>
        <p:spPr>
          <a:xfrm>
            <a:off x="12115800" y="96520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1" name="Shape">
            <a:extLst>
              <a:ext uri="{FF2B5EF4-FFF2-40B4-BE49-F238E27FC236}">
                <a16:creationId xmlns:a16="http://schemas.microsoft.com/office/drawing/2014/main" id="{1EFE4D16-6866-4ED4-BB9B-98E033044094}"/>
              </a:ext>
            </a:extLst>
          </p:cNvPr>
          <p:cNvSpPr>
            <a:spLocks noGrp="1"/>
          </p:cNvSpPr>
          <p:nvPr/>
        </p:nvSpPr>
        <p:spPr>
          <a:xfrm>
            <a:off x="10579100" y="39497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2" name="Shape">
            <a:extLst>
              <a:ext uri="{FF2B5EF4-FFF2-40B4-BE49-F238E27FC236}">
                <a16:creationId xmlns:a16="http://schemas.microsoft.com/office/drawing/2014/main" id="{75178525-7032-4D32-BCD1-F5AF9CB62F21}"/>
              </a:ext>
            </a:extLst>
          </p:cNvPr>
          <p:cNvSpPr>
            <a:spLocks noGrp="1"/>
          </p:cNvSpPr>
          <p:nvPr/>
        </p:nvSpPr>
        <p:spPr>
          <a:xfrm>
            <a:off x="19697700" y="59817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578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Line">
            <a:extLst>
              <a:ext uri="{FF2B5EF4-FFF2-40B4-BE49-F238E27FC236}">
                <a16:creationId xmlns:a16="http://schemas.microsoft.com/office/drawing/2014/main" id="{CE0488E8-8225-48FE-B241-BFCFF60E9DC6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5" name="Line">
            <a:extLst>
              <a:ext uri="{FF2B5EF4-FFF2-40B4-BE49-F238E27FC236}">
                <a16:creationId xmlns:a16="http://schemas.microsoft.com/office/drawing/2014/main" id="{7F461EA5-30F6-4E0C-A86F-6F034F81013B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196" name="Circle">
            <a:extLst>
              <a:ext uri="{FF2B5EF4-FFF2-40B4-BE49-F238E27FC236}">
                <a16:creationId xmlns:a16="http://schemas.microsoft.com/office/drawing/2014/main" id="{AB628BA9-6AC3-4DBA-810F-5CCB8197A349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97" name="Circle">
            <a:extLst>
              <a:ext uri="{FF2B5EF4-FFF2-40B4-BE49-F238E27FC236}">
                <a16:creationId xmlns:a16="http://schemas.microsoft.com/office/drawing/2014/main" id="{91DCBADD-F72A-4348-934D-ECB4EBBC5410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98" name="Circle">
            <a:extLst>
              <a:ext uri="{FF2B5EF4-FFF2-40B4-BE49-F238E27FC236}">
                <a16:creationId xmlns:a16="http://schemas.microsoft.com/office/drawing/2014/main" id="{09F60C86-B8FA-4397-A1A5-5F1A48DCC484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99" name="Circle">
            <a:extLst>
              <a:ext uri="{FF2B5EF4-FFF2-40B4-BE49-F238E27FC236}">
                <a16:creationId xmlns:a16="http://schemas.microsoft.com/office/drawing/2014/main" id="{A0906870-D44C-49E7-8DCD-A6B6C748B2CA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0" name="Circle">
            <a:extLst>
              <a:ext uri="{FF2B5EF4-FFF2-40B4-BE49-F238E27FC236}">
                <a16:creationId xmlns:a16="http://schemas.microsoft.com/office/drawing/2014/main" id="{B7B999CB-EBA4-4624-841C-623E701F4297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1" name="Circle">
            <a:extLst>
              <a:ext uri="{FF2B5EF4-FFF2-40B4-BE49-F238E27FC236}">
                <a16:creationId xmlns:a16="http://schemas.microsoft.com/office/drawing/2014/main" id="{483B18DF-5777-47DC-A6C6-65AD802B257B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2" name="Circle">
            <a:extLst>
              <a:ext uri="{FF2B5EF4-FFF2-40B4-BE49-F238E27FC236}">
                <a16:creationId xmlns:a16="http://schemas.microsoft.com/office/drawing/2014/main" id="{A9DA4CE6-6DE6-4205-BC2E-FF5F54837934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3" name="Circle">
            <a:extLst>
              <a:ext uri="{FF2B5EF4-FFF2-40B4-BE49-F238E27FC236}">
                <a16:creationId xmlns:a16="http://schemas.microsoft.com/office/drawing/2014/main" id="{9E0622C1-74E2-4394-AAFD-2CD2EA38E1A5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4" name="Circle">
            <a:extLst>
              <a:ext uri="{FF2B5EF4-FFF2-40B4-BE49-F238E27FC236}">
                <a16:creationId xmlns:a16="http://schemas.microsoft.com/office/drawing/2014/main" id="{5739BA9D-3192-450E-97BE-9075E69EC80B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5" name="Circle">
            <a:extLst>
              <a:ext uri="{FF2B5EF4-FFF2-40B4-BE49-F238E27FC236}">
                <a16:creationId xmlns:a16="http://schemas.microsoft.com/office/drawing/2014/main" id="{C6ABBEE8-D6AD-4CF6-BA45-14782C76B833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6" name="Circle">
            <a:extLst>
              <a:ext uri="{FF2B5EF4-FFF2-40B4-BE49-F238E27FC236}">
                <a16:creationId xmlns:a16="http://schemas.microsoft.com/office/drawing/2014/main" id="{36D426B5-74C4-45BF-9E3E-E4718D2C2DAD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7" name="Circle">
            <a:extLst>
              <a:ext uri="{FF2B5EF4-FFF2-40B4-BE49-F238E27FC236}">
                <a16:creationId xmlns:a16="http://schemas.microsoft.com/office/drawing/2014/main" id="{3EAD80D3-BEB3-4912-B5FE-F78F22371557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8" name="Circle">
            <a:extLst>
              <a:ext uri="{FF2B5EF4-FFF2-40B4-BE49-F238E27FC236}">
                <a16:creationId xmlns:a16="http://schemas.microsoft.com/office/drawing/2014/main" id="{2907D490-04D5-4E9B-9B54-059274B1BC9E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09" name="Circle">
            <a:extLst>
              <a:ext uri="{FF2B5EF4-FFF2-40B4-BE49-F238E27FC236}">
                <a16:creationId xmlns:a16="http://schemas.microsoft.com/office/drawing/2014/main" id="{63A423F7-602E-4B4D-A1C5-079E60298407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0" name="Circle">
            <a:extLst>
              <a:ext uri="{FF2B5EF4-FFF2-40B4-BE49-F238E27FC236}">
                <a16:creationId xmlns:a16="http://schemas.microsoft.com/office/drawing/2014/main" id="{78B1ABB9-FBFA-4E1D-9E1D-2AAB76F2F9B3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1" name="Circle">
            <a:extLst>
              <a:ext uri="{FF2B5EF4-FFF2-40B4-BE49-F238E27FC236}">
                <a16:creationId xmlns:a16="http://schemas.microsoft.com/office/drawing/2014/main" id="{DE944278-5F62-4170-BB73-499F3D812F3C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2" name="Circle">
            <a:extLst>
              <a:ext uri="{FF2B5EF4-FFF2-40B4-BE49-F238E27FC236}">
                <a16:creationId xmlns:a16="http://schemas.microsoft.com/office/drawing/2014/main" id="{8A279615-A1ED-44D0-B4F6-609F9C92079C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3" name="Circle">
            <a:extLst>
              <a:ext uri="{FF2B5EF4-FFF2-40B4-BE49-F238E27FC236}">
                <a16:creationId xmlns:a16="http://schemas.microsoft.com/office/drawing/2014/main" id="{498BABB0-A4BD-4390-BE6F-27D7B0B974D9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4" name="Circle">
            <a:extLst>
              <a:ext uri="{FF2B5EF4-FFF2-40B4-BE49-F238E27FC236}">
                <a16:creationId xmlns:a16="http://schemas.microsoft.com/office/drawing/2014/main" id="{92105A17-97D5-42CD-9399-32D6F9F53253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5" name="Circle">
            <a:extLst>
              <a:ext uri="{FF2B5EF4-FFF2-40B4-BE49-F238E27FC236}">
                <a16:creationId xmlns:a16="http://schemas.microsoft.com/office/drawing/2014/main" id="{BE1DBE21-BF01-45C5-8B1F-F68D73CD4A47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6" name="Circle">
            <a:extLst>
              <a:ext uri="{FF2B5EF4-FFF2-40B4-BE49-F238E27FC236}">
                <a16:creationId xmlns:a16="http://schemas.microsoft.com/office/drawing/2014/main" id="{1B50C32F-5D05-453F-94D2-4D4E4F9F061B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7" name="Circle">
            <a:extLst>
              <a:ext uri="{FF2B5EF4-FFF2-40B4-BE49-F238E27FC236}">
                <a16:creationId xmlns:a16="http://schemas.microsoft.com/office/drawing/2014/main" id="{0462ED8B-67B3-443A-9E3E-8F8532F6EFE1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8" name="Circle">
            <a:extLst>
              <a:ext uri="{FF2B5EF4-FFF2-40B4-BE49-F238E27FC236}">
                <a16:creationId xmlns:a16="http://schemas.microsoft.com/office/drawing/2014/main" id="{5C27B161-860D-4A30-82AA-5EE43F973B2E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19" name="Circle">
            <a:extLst>
              <a:ext uri="{FF2B5EF4-FFF2-40B4-BE49-F238E27FC236}">
                <a16:creationId xmlns:a16="http://schemas.microsoft.com/office/drawing/2014/main" id="{00D02116-6C02-4AF1-A79E-9D68E12C4B89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20" name="Circle">
            <a:extLst>
              <a:ext uri="{FF2B5EF4-FFF2-40B4-BE49-F238E27FC236}">
                <a16:creationId xmlns:a16="http://schemas.microsoft.com/office/drawing/2014/main" id="{B6AB47EC-C4BA-4AB0-B528-1CF4BF879281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21" name="Circle">
            <a:extLst>
              <a:ext uri="{FF2B5EF4-FFF2-40B4-BE49-F238E27FC236}">
                <a16:creationId xmlns:a16="http://schemas.microsoft.com/office/drawing/2014/main" id="{CD249C17-E540-430F-912A-460931074704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22" name="Circle">
            <a:extLst>
              <a:ext uri="{FF2B5EF4-FFF2-40B4-BE49-F238E27FC236}">
                <a16:creationId xmlns:a16="http://schemas.microsoft.com/office/drawing/2014/main" id="{CBA3B34E-4B76-4006-BF66-B5ECD0BCB595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23" name="Circle">
            <a:extLst>
              <a:ext uri="{FF2B5EF4-FFF2-40B4-BE49-F238E27FC236}">
                <a16:creationId xmlns:a16="http://schemas.microsoft.com/office/drawing/2014/main" id="{443AB1DE-C550-4A5E-8C0B-23650CA5E154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24" name="Circle">
            <a:extLst>
              <a:ext uri="{FF2B5EF4-FFF2-40B4-BE49-F238E27FC236}">
                <a16:creationId xmlns:a16="http://schemas.microsoft.com/office/drawing/2014/main" id="{CFBF46B4-E081-4F2E-B616-9DF47E6F9963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25" name="Circle">
            <a:extLst>
              <a:ext uri="{FF2B5EF4-FFF2-40B4-BE49-F238E27FC236}">
                <a16:creationId xmlns:a16="http://schemas.microsoft.com/office/drawing/2014/main" id="{10CEBDC3-E4E9-433C-A1A0-F84053DC75B3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26" name="Circle">
            <a:extLst>
              <a:ext uri="{FF2B5EF4-FFF2-40B4-BE49-F238E27FC236}">
                <a16:creationId xmlns:a16="http://schemas.microsoft.com/office/drawing/2014/main" id="{A655A41B-37E5-4C47-842C-4CBC1C2BD40D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27" name="Shape">
            <a:extLst>
              <a:ext uri="{FF2B5EF4-FFF2-40B4-BE49-F238E27FC236}">
                <a16:creationId xmlns:a16="http://schemas.microsoft.com/office/drawing/2014/main" id="{1D61DCEE-79F2-4F01-8FED-7CF71A0C9F87}"/>
              </a:ext>
            </a:extLst>
          </p:cNvPr>
          <p:cNvSpPr>
            <a:spLocks noGrp="1"/>
          </p:cNvSpPr>
          <p:nvPr/>
        </p:nvSpPr>
        <p:spPr>
          <a:xfrm>
            <a:off x="19697700" y="59817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5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8" name="Shape">
            <a:extLst>
              <a:ext uri="{FF2B5EF4-FFF2-40B4-BE49-F238E27FC236}">
                <a16:creationId xmlns:a16="http://schemas.microsoft.com/office/drawing/2014/main" id="{857CF941-972E-4C9E-B09B-1AFA8318303C}"/>
              </a:ext>
            </a:extLst>
          </p:cNvPr>
          <p:cNvSpPr>
            <a:spLocks noGrp="1"/>
          </p:cNvSpPr>
          <p:nvPr/>
        </p:nvSpPr>
        <p:spPr>
          <a:xfrm>
            <a:off x="10579100" y="39497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Off val="13529"/>
            </a:schemeClr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29" name="Shape">
            <a:extLst>
              <a:ext uri="{FF2B5EF4-FFF2-40B4-BE49-F238E27FC236}">
                <a16:creationId xmlns:a16="http://schemas.microsoft.com/office/drawing/2014/main" id="{34D9E263-D04A-4A48-9BB9-35B9C48E6B80}"/>
              </a:ext>
            </a:extLst>
          </p:cNvPr>
          <p:cNvSpPr>
            <a:spLocks noGrp="1"/>
          </p:cNvSpPr>
          <p:nvPr/>
        </p:nvSpPr>
        <p:spPr>
          <a:xfrm>
            <a:off x="10756900" y="10134600"/>
            <a:ext cx="900793" cy="90079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729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Line">
            <a:extLst>
              <a:ext uri="{FF2B5EF4-FFF2-40B4-BE49-F238E27FC236}">
                <a16:creationId xmlns:a16="http://schemas.microsoft.com/office/drawing/2014/main" id="{5D0040FA-30EF-4D7F-8A5A-56C383A7231A}"/>
              </a:ext>
            </a:extLst>
          </p:cNvPr>
          <p:cNvSpPr>
            <a:spLocks noGrp="1"/>
          </p:cNvSpPr>
          <p:nvPr/>
        </p:nvSpPr>
        <p:spPr>
          <a:xfrm flipV="1">
            <a:off x="2040755" y="995592"/>
            <a:ext cx="1" cy="11023074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2" name="Line">
            <a:extLst>
              <a:ext uri="{FF2B5EF4-FFF2-40B4-BE49-F238E27FC236}">
                <a16:creationId xmlns:a16="http://schemas.microsoft.com/office/drawing/2014/main" id="{0CBDD6DD-4DDE-4EC6-BE97-6DEE89D96F75}"/>
              </a:ext>
            </a:extLst>
          </p:cNvPr>
          <p:cNvSpPr>
            <a:spLocks noGrp="1"/>
          </p:cNvSpPr>
          <p:nvPr/>
        </p:nvSpPr>
        <p:spPr>
          <a:xfrm>
            <a:off x="1977255" y="11955165"/>
            <a:ext cx="21855771" cy="1"/>
          </a:xfrm>
          <a:prstGeom prst="line">
            <a:avLst/>
          </a:prstGeom>
          <a:ln w="1270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/>
            </a:pPr>
            <a:endParaRPr/>
          </a:p>
        </p:txBody>
      </p:sp>
      <p:sp>
        <p:nvSpPr>
          <p:cNvPr id="2233" name="Circle">
            <a:extLst>
              <a:ext uri="{FF2B5EF4-FFF2-40B4-BE49-F238E27FC236}">
                <a16:creationId xmlns:a16="http://schemas.microsoft.com/office/drawing/2014/main" id="{DC20D5F8-7F92-4DB5-918A-9F559A9006D9}"/>
              </a:ext>
            </a:extLst>
          </p:cNvPr>
          <p:cNvSpPr>
            <a:spLocks noGrp="1"/>
          </p:cNvSpPr>
          <p:nvPr/>
        </p:nvSpPr>
        <p:spPr>
          <a:xfrm>
            <a:off x="20594347" y="3303172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34" name="Circle">
            <a:extLst>
              <a:ext uri="{FF2B5EF4-FFF2-40B4-BE49-F238E27FC236}">
                <a16:creationId xmlns:a16="http://schemas.microsoft.com/office/drawing/2014/main" id="{E139DABF-385E-4287-A235-ECA1CD8E1165}"/>
              </a:ext>
            </a:extLst>
          </p:cNvPr>
          <p:cNvSpPr>
            <a:spLocks noGrp="1"/>
          </p:cNvSpPr>
          <p:nvPr/>
        </p:nvSpPr>
        <p:spPr>
          <a:xfrm>
            <a:off x="7929460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35" name="Circle">
            <a:extLst>
              <a:ext uri="{FF2B5EF4-FFF2-40B4-BE49-F238E27FC236}">
                <a16:creationId xmlns:a16="http://schemas.microsoft.com/office/drawing/2014/main" id="{ABA06373-32E9-401A-8332-A2C8B1F03E63}"/>
              </a:ext>
            </a:extLst>
          </p:cNvPr>
          <p:cNvSpPr>
            <a:spLocks noGrp="1"/>
          </p:cNvSpPr>
          <p:nvPr/>
        </p:nvSpPr>
        <p:spPr>
          <a:xfrm>
            <a:off x="10398040" y="5852249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36" name="Circle">
            <a:extLst>
              <a:ext uri="{FF2B5EF4-FFF2-40B4-BE49-F238E27FC236}">
                <a16:creationId xmlns:a16="http://schemas.microsoft.com/office/drawing/2014/main" id="{756A03E6-C3E3-487F-B341-95C162D47BA8}"/>
              </a:ext>
            </a:extLst>
          </p:cNvPr>
          <p:cNvSpPr>
            <a:spLocks noGrp="1"/>
          </p:cNvSpPr>
          <p:nvPr/>
        </p:nvSpPr>
        <p:spPr>
          <a:xfrm>
            <a:off x="19467386" y="4456965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37" name="Circle">
            <a:extLst>
              <a:ext uri="{FF2B5EF4-FFF2-40B4-BE49-F238E27FC236}">
                <a16:creationId xmlns:a16="http://schemas.microsoft.com/office/drawing/2014/main" id="{0B687533-17C0-471E-9895-1A915B2D392E}"/>
              </a:ext>
            </a:extLst>
          </p:cNvPr>
          <p:cNvSpPr>
            <a:spLocks noGrp="1"/>
          </p:cNvSpPr>
          <p:nvPr/>
        </p:nvSpPr>
        <p:spPr>
          <a:xfrm>
            <a:off x="10693196" y="3920318"/>
            <a:ext cx="463709" cy="463708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38" name="Circle">
            <a:extLst>
              <a:ext uri="{FF2B5EF4-FFF2-40B4-BE49-F238E27FC236}">
                <a16:creationId xmlns:a16="http://schemas.microsoft.com/office/drawing/2014/main" id="{4F0F7C1A-AFDD-41C4-8DC5-97C85C30EBD0}"/>
              </a:ext>
            </a:extLst>
          </p:cNvPr>
          <p:cNvSpPr>
            <a:spLocks noGrp="1"/>
          </p:cNvSpPr>
          <p:nvPr/>
        </p:nvSpPr>
        <p:spPr>
          <a:xfrm>
            <a:off x="9029589" y="4939948"/>
            <a:ext cx="463708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39" name="Circle">
            <a:extLst>
              <a:ext uri="{FF2B5EF4-FFF2-40B4-BE49-F238E27FC236}">
                <a16:creationId xmlns:a16="http://schemas.microsoft.com/office/drawing/2014/main" id="{8113B208-E2D0-4D50-938C-C167DC0A5443}"/>
              </a:ext>
            </a:extLst>
          </p:cNvPr>
          <p:cNvSpPr>
            <a:spLocks noGrp="1"/>
          </p:cNvSpPr>
          <p:nvPr/>
        </p:nvSpPr>
        <p:spPr>
          <a:xfrm>
            <a:off x="10693196" y="493994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0" name="Circle">
            <a:extLst>
              <a:ext uri="{FF2B5EF4-FFF2-40B4-BE49-F238E27FC236}">
                <a16:creationId xmlns:a16="http://schemas.microsoft.com/office/drawing/2014/main" id="{6FD21418-603D-4526-B9F6-1D4668FCB9B1}"/>
              </a:ext>
            </a:extLst>
          </p:cNvPr>
          <p:cNvSpPr>
            <a:spLocks noGrp="1"/>
          </p:cNvSpPr>
          <p:nvPr/>
        </p:nvSpPr>
        <p:spPr>
          <a:xfrm>
            <a:off x="12673286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1" name="Circle">
            <a:extLst>
              <a:ext uri="{FF2B5EF4-FFF2-40B4-BE49-F238E27FC236}">
                <a16:creationId xmlns:a16="http://schemas.microsoft.com/office/drawing/2014/main" id="{93C600F8-E145-40BF-801C-41F4A762665F}"/>
              </a:ext>
            </a:extLst>
          </p:cNvPr>
          <p:cNvSpPr>
            <a:spLocks noGrp="1"/>
          </p:cNvSpPr>
          <p:nvPr/>
        </p:nvSpPr>
        <p:spPr>
          <a:xfrm>
            <a:off x="10043712" y="2659195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2" name="Circle">
            <a:extLst>
              <a:ext uri="{FF2B5EF4-FFF2-40B4-BE49-F238E27FC236}">
                <a16:creationId xmlns:a16="http://schemas.microsoft.com/office/drawing/2014/main" id="{1AE82800-1F3E-4114-B3AB-F124945E3B53}"/>
              </a:ext>
            </a:extLst>
          </p:cNvPr>
          <p:cNvSpPr>
            <a:spLocks noGrp="1"/>
          </p:cNvSpPr>
          <p:nvPr/>
        </p:nvSpPr>
        <p:spPr>
          <a:xfrm>
            <a:off x="9560729" y="3705658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3" name="Circle">
            <a:extLst>
              <a:ext uri="{FF2B5EF4-FFF2-40B4-BE49-F238E27FC236}">
                <a16:creationId xmlns:a16="http://schemas.microsoft.com/office/drawing/2014/main" id="{89219026-3773-4B04-A2AC-B147EA61F3BB}"/>
              </a:ext>
            </a:extLst>
          </p:cNvPr>
          <p:cNvSpPr>
            <a:spLocks noGrp="1"/>
          </p:cNvSpPr>
          <p:nvPr/>
        </p:nvSpPr>
        <p:spPr>
          <a:xfrm>
            <a:off x="14229565" y="2310374"/>
            <a:ext cx="463709" cy="463709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4" name="Circle">
            <a:extLst>
              <a:ext uri="{FF2B5EF4-FFF2-40B4-BE49-F238E27FC236}">
                <a16:creationId xmlns:a16="http://schemas.microsoft.com/office/drawing/2014/main" id="{E793D33B-FCF8-4C02-A3FC-9BCB57062545}"/>
              </a:ext>
            </a:extLst>
          </p:cNvPr>
          <p:cNvSpPr>
            <a:spLocks noGrp="1"/>
          </p:cNvSpPr>
          <p:nvPr/>
        </p:nvSpPr>
        <p:spPr>
          <a:xfrm>
            <a:off x="21205986" y="4939948"/>
            <a:ext cx="463708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5" name="Circle">
            <a:extLst>
              <a:ext uri="{FF2B5EF4-FFF2-40B4-BE49-F238E27FC236}">
                <a16:creationId xmlns:a16="http://schemas.microsoft.com/office/drawing/2014/main" id="{FC2DA4C5-EE51-4808-9642-D89A70419B77}"/>
              </a:ext>
            </a:extLst>
          </p:cNvPr>
          <p:cNvSpPr>
            <a:spLocks noGrp="1"/>
          </p:cNvSpPr>
          <p:nvPr/>
        </p:nvSpPr>
        <p:spPr>
          <a:xfrm>
            <a:off x="19467386" y="6275275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6" name="Circle">
            <a:extLst>
              <a:ext uri="{FF2B5EF4-FFF2-40B4-BE49-F238E27FC236}">
                <a16:creationId xmlns:a16="http://schemas.microsoft.com/office/drawing/2014/main" id="{FE5D1034-6ABB-4954-AB28-E0CB465C2FA3}"/>
              </a:ext>
            </a:extLst>
          </p:cNvPr>
          <p:cNvSpPr>
            <a:spLocks noGrp="1"/>
          </p:cNvSpPr>
          <p:nvPr/>
        </p:nvSpPr>
        <p:spPr>
          <a:xfrm>
            <a:off x="21205986" y="6275275"/>
            <a:ext cx="463708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7" name="Circle">
            <a:extLst>
              <a:ext uri="{FF2B5EF4-FFF2-40B4-BE49-F238E27FC236}">
                <a16:creationId xmlns:a16="http://schemas.microsoft.com/office/drawing/2014/main" id="{52273A47-C3CE-456E-A94F-DF7599269486}"/>
              </a:ext>
            </a:extLst>
          </p:cNvPr>
          <p:cNvSpPr>
            <a:spLocks noGrp="1"/>
          </p:cNvSpPr>
          <p:nvPr/>
        </p:nvSpPr>
        <p:spPr>
          <a:xfrm>
            <a:off x="18093428" y="5658130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8" name="Circle">
            <a:extLst>
              <a:ext uri="{FF2B5EF4-FFF2-40B4-BE49-F238E27FC236}">
                <a16:creationId xmlns:a16="http://schemas.microsoft.com/office/drawing/2014/main" id="{143DDB34-0C61-4338-B40F-736B56A9C998}"/>
              </a:ext>
            </a:extLst>
          </p:cNvPr>
          <p:cNvSpPr>
            <a:spLocks noGrp="1"/>
          </p:cNvSpPr>
          <p:nvPr/>
        </p:nvSpPr>
        <p:spPr>
          <a:xfrm>
            <a:off x="19166724" y="7804721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49" name="Circle">
            <a:extLst>
              <a:ext uri="{FF2B5EF4-FFF2-40B4-BE49-F238E27FC236}">
                <a16:creationId xmlns:a16="http://schemas.microsoft.com/office/drawing/2014/main" id="{4CF67218-CF16-46BC-90F9-E6708A5E296A}"/>
              </a:ext>
            </a:extLst>
          </p:cNvPr>
          <p:cNvSpPr>
            <a:spLocks noGrp="1"/>
          </p:cNvSpPr>
          <p:nvPr/>
        </p:nvSpPr>
        <p:spPr>
          <a:xfrm>
            <a:off x="20594347" y="7597419"/>
            <a:ext cx="463709" cy="463708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0" name="Circle">
            <a:extLst>
              <a:ext uri="{FF2B5EF4-FFF2-40B4-BE49-F238E27FC236}">
                <a16:creationId xmlns:a16="http://schemas.microsoft.com/office/drawing/2014/main" id="{A193F382-0325-4BF5-8A93-1C4FCF4C6514}"/>
              </a:ext>
            </a:extLst>
          </p:cNvPr>
          <p:cNvSpPr>
            <a:spLocks noGrp="1"/>
          </p:cNvSpPr>
          <p:nvPr/>
        </p:nvSpPr>
        <p:spPr>
          <a:xfrm>
            <a:off x="17508622" y="7248597"/>
            <a:ext cx="463709" cy="463709"/>
          </a:xfrm>
          <a:prstGeom prst="ellipse">
            <a:avLst/>
          </a:pr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1" name="Circle">
            <a:extLst>
              <a:ext uri="{FF2B5EF4-FFF2-40B4-BE49-F238E27FC236}">
                <a16:creationId xmlns:a16="http://schemas.microsoft.com/office/drawing/2014/main" id="{9E5933C0-3BAE-4931-9573-4FEE2D721E4C}"/>
              </a:ext>
            </a:extLst>
          </p:cNvPr>
          <p:cNvSpPr>
            <a:spLocks noGrp="1"/>
          </p:cNvSpPr>
          <p:nvPr/>
        </p:nvSpPr>
        <p:spPr>
          <a:xfrm>
            <a:off x="738059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2" name="Circle">
            <a:extLst>
              <a:ext uri="{FF2B5EF4-FFF2-40B4-BE49-F238E27FC236}">
                <a16:creationId xmlns:a16="http://schemas.microsoft.com/office/drawing/2014/main" id="{E20343EA-6498-47BD-8D8C-D13771EE8C2D}"/>
              </a:ext>
            </a:extLst>
          </p:cNvPr>
          <p:cNvSpPr>
            <a:spLocks noGrp="1"/>
          </p:cNvSpPr>
          <p:nvPr/>
        </p:nvSpPr>
        <p:spPr>
          <a:xfrm>
            <a:off x="9393027" y="10656311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3" name="Circle">
            <a:extLst>
              <a:ext uri="{FF2B5EF4-FFF2-40B4-BE49-F238E27FC236}">
                <a16:creationId xmlns:a16="http://schemas.microsoft.com/office/drawing/2014/main" id="{88454484-B2E0-41F2-A78A-5BE8424B793B}"/>
              </a:ext>
            </a:extLst>
          </p:cNvPr>
          <p:cNvSpPr>
            <a:spLocks noGrp="1"/>
          </p:cNvSpPr>
          <p:nvPr/>
        </p:nvSpPr>
        <p:spPr>
          <a:xfrm>
            <a:off x="6334135" y="10092832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4" name="Circle">
            <a:extLst>
              <a:ext uri="{FF2B5EF4-FFF2-40B4-BE49-F238E27FC236}">
                <a16:creationId xmlns:a16="http://schemas.microsoft.com/office/drawing/2014/main" id="{07CE2A48-B284-43C0-9B62-883CCB551EA7}"/>
              </a:ext>
            </a:extLst>
          </p:cNvPr>
          <p:cNvSpPr>
            <a:spLocks noGrp="1"/>
          </p:cNvSpPr>
          <p:nvPr/>
        </p:nvSpPr>
        <p:spPr>
          <a:xfrm>
            <a:off x="7997742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5" name="Circle">
            <a:extLst>
              <a:ext uri="{FF2B5EF4-FFF2-40B4-BE49-F238E27FC236}">
                <a16:creationId xmlns:a16="http://schemas.microsoft.com/office/drawing/2014/main" id="{6D89C752-609B-4C8D-8A3A-44DCE691AE7B}"/>
              </a:ext>
            </a:extLst>
          </p:cNvPr>
          <p:cNvSpPr>
            <a:spLocks noGrp="1"/>
          </p:cNvSpPr>
          <p:nvPr/>
        </p:nvSpPr>
        <p:spPr>
          <a:xfrm>
            <a:off x="838681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6" name="Circle">
            <a:extLst>
              <a:ext uri="{FF2B5EF4-FFF2-40B4-BE49-F238E27FC236}">
                <a16:creationId xmlns:a16="http://schemas.microsoft.com/office/drawing/2014/main" id="{A26C04BC-58A2-406A-B041-243D0D955EA4}"/>
              </a:ext>
            </a:extLst>
          </p:cNvPr>
          <p:cNvSpPr>
            <a:spLocks noGrp="1"/>
          </p:cNvSpPr>
          <p:nvPr/>
        </p:nvSpPr>
        <p:spPr>
          <a:xfrm>
            <a:off x="9674767" y="9394125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7" name="Circle">
            <a:extLst>
              <a:ext uri="{FF2B5EF4-FFF2-40B4-BE49-F238E27FC236}">
                <a16:creationId xmlns:a16="http://schemas.microsoft.com/office/drawing/2014/main" id="{E743DDB8-D13F-440D-BBC0-E9CD60005A2D}"/>
              </a:ext>
            </a:extLst>
          </p:cNvPr>
          <p:cNvSpPr>
            <a:spLocks noGrp="1"/>
          </p:cNvSpPr>
          <p:nvPr/>
        </p:nvSpPr>
        <p:spPr>
          <a:xfrm>
            <a:off x="12062849" y="1084413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8" name="Circle">
            <a:extLst>
              <a:ext uri="{FF2B5EF4-FFF2-40B4-BE49-F238E27FC236}">
                <a16:creationId xmlns:a16="http://schemas.microsoft.com/office/drawing/2014/main" id="{F6F7E333-FC41-455C-A3C3-EA539A4DC657}"/>
              </a:ext>
            </a:extLst>
          </p:cNvPr>
          <p:cNvSpPr>
            <a:spLocks noGrp="1"/>
          </p:cNvSpPr>
          <p:nvPr/>
        </p:nvSpPr>
        <p:spPr>
          <a:xfrm>
            <a:off x="13753290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59" name="Circle">
            <a:extLst>
              <a:ext uri="{FF2B5EF4-FFF2-40B4-BE49-F238E27FC236}">
                <a16:creationId xmlns:a16="http://schemas.microsoft.com/office/drawing/2014/main" id="{CA924F57-2689-49ED-B15B-3016040DDE3D}"/>
              </a:ext>
            </a:extLst>
          </p:cNvPr>
          <p:cNvSpPr>
            <a:spLocks noGrp="1"/>
          </p:cNvSpPr>
          <p:nvPr/>
        </p:nvSpPr>
        <p:spPr>
          <a:xfrm>
            <a:off x="10875516" y="10092832"/>
            <a:ext cx="463709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60" name="Circle">
            <a:extLst>
              <a:ext uri="{FF2B5EF4-FFF2-40B4-BE49-F238E27FC236}">
                <a16:creationId xmlns:a16="http://schemas.microsoft.com/office/drawing/2014/main" id="{C2FE5811-C6F6-4447-8C5F-5A0DD06FC24A}"/>
              </a:ext>
            </a:extLst>
          </p:cNvPr>
          <p:cNvSpPr>
            <a:spLocks noGrp="1"/>
          </p:cNvSpPr>
          <p:nvPr/>
        </p:nvSpPr>
        <p:spPr>
          <a:xfrm>
            <a:off x="12485459" y="9769778"/>
            <a:ext cx="463709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61" name="Circle">
            <a:extLst>
              <a:ext uri="{FF2B5EF4-FFF2-40B4-BE49-F238E27FC236}">
                <a16:creationId xmlns:a16="http://schemas.microsoft.com/office/drawing/2014/main" id="{0B0B2240-27F6-426D-91DF-CDEF6094B909}"/>
              </a:ext>
            </a:extLst>
          </p:cNvPr>
          <p:cNvSpPr>
            <a:spLocks noGrp="1"/>
          </p:cNvSpPr>
          <p:nvPr/>
        </p:nvSpPr>
        <p:spPr>
          <a:xfrm>
            <a:off x="11217629" y="9394125"/>
            <a:ext cx="463708" cy="463708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62" name="Circle">
            <a:extLst>
              <a:ext uri="{FF2B5EF4-FFF2-40B4-BE49-F238E27FC236}">
                <a16:creationId xmlns:a16="http://schemas.microsoft.com/office/drawing/2014/main" id="{18C3BAD0-C667-4026-9995-1B5DF5FA08DA}"/>
              </a:ext>
            </a:extLst>
          </p:cNvPr>
          <p:cNvSpPr>
            <a:spLocks noGrp="1"/>
          </p:cNvSpPr>
          <p:nvPr/>
        </p:nvSpPr>
        <p:spPr>
          <a:xfrm>
            <a:off x="13498382" y="9045303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263" name="Circle">
            <a:extLst>
              <a:ext uri="{FF2B5EF4-FFF2-40B4-BE49-F238E27FC236}">
                <a16:creationId xmlns:a16="http://schemas.microsoft.com/office/drawing/2014/main" id="{C84C19A4-2BB6-4C11-BAF1-3E32941F2473}"/>
              </a:ext>
            </a:extLst>
          </p:cNvPr>
          <p:cNvSpPr>
            <a:spLocks noGrp="1"/>
          </p:cNvSpPr>
          <p:nvPr/>
        </p:nvSpPr>
        <p:spPr>
          <a:xfrm>
            <a:off x="13498382" y="10844138"/>
            <a:ext cx="463708" cy="463709"/>
          </a:xfrm>
          <a:prstGeom prst="ellipse">
            <a:avLst/>
          </a:pr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530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59642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3023</TotalTime>
  <Words>2043</Words>
  <Application>Microsoft Macintosh PowerPoint</Application>
  <DocSecurity>0</DocSecurity>
  <PresentationFormat>Custom</PresentationFormat>
  <Paragraphs>399</Paragraphs>
  <Slides>190</Slides>
  <Notes>189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7" baseType="lpstr">
      <vt:lpstr>Arial</vt:lpstr>
      <vt:lpstr>Helvetica</vt:lpstr>
      <vt:lpstr>Helvetica Neue</vt:lpstr>
      <vt:lpstr>Helvetica Neue Light</vt:lpstr>
      <vt:lpstr>Helvetica Neue Medium</vt:lpstr>
      <vt:lpstr>Times New Roman</vt:lpstr>
      <vt:lpstr>Black</vt:lpstr>
      <vt:lpstr>Aprendizado</vt:lpstr>
      <vt:lpstr>Aprendizado</vt:lpstr>
      <vt:lpstr>Aprendizado Supervisionado</vt:lpstr>
      <vt:lpstr>aprendizado supervisionado</vt:lpstr>
      <vt:lpstr>classificação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Vizinho Mais Próximo (nearest-neighbor classification)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k-Vizinhos Mais Próximos (k-nearest-neighbor classification)</vt:lpstr>
      <vt:lpstr>Perceptron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regra de aprendizado do perceptron</vt:lpstr>
      <vt:lpstr>regra de aprendizado do perceptron</vt:lpstr>
      <vt:lpstr>PowerPoint Presentation</vt:lpstr>
      <vt:lpstr>PowerPoint Presentation</vt:lpstr>
      <vt:lpstr>PowerPoint Presentation</vt:lpstr>
      <vt:lpstr>limiar rígido</vt:lpstr>
      <vt:lpstr>limiar suave</vt:lpstr>
      <vt:lpstr>Função Logística (sigmóide)</vt:lpstr>
      <vt:lpstr>Função Logística (sigmóide)</vt:lpstr>
      <vt:lpstr>Função Logística (sigmóide)</vt:lpstr>
      <vt:lpstr>Regressão Logística</vt:lpstr>
      <vt:lpstr>Máquinas de Vetores de Suporte (Support Vector Machines)</vt:lpstr>
      <vt:lpstr>PowerPoint Presentation</vt:lpstr>
      <vt:lpstr>PowerPoint Presentation</vt:lpstr>
      <vt:lpstr>PowerPoint Presentation</vt:lpstr>
      <vt:lpstr>separador de margem máxima</vt:lpstr>
      <vt:lpstr>PowerPoint Presentation</vt:lpstr>
      <vt:lpstr>PowerPoint Presentation</vt:lpstr>
      <vt:lpstr>PowerPoint Presentation</vt:lpstr>
      <vt:lpstr>regressão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Avaliação de Hipóteses</vt:lpstr>
      <vt:lpstr>função de perda</vt:lpstr>
      <vt:lpstr>0-1 loss function</vt:lpstr>
      <vt:lpstr>PowerPoint Presentation</vt:lpstr>
      <vt:lpstr>PowerPoint Presentation</vt:lpstr>
      <vt:lpstr>função de perda L1</vt:lpstr>
      <vt:lpstr>PowerPoint Presentation</vt:lpstr>
      <vt:lpstr>PowerPoint Presentation</vt:lpstr>
      <vt:lpstr>função de perda L2</vt:lpstr>
      <vt:lpstr>PowerPoint Presentation</vt:lpstr>
      <vt:lpstr>sobreajuste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regularização</vt:lpstr>
      <vt:lpstr>validação cruzada holdout</vt:lpstr>
      <vt:lpstr>validação cruzada k-fold</vt:lpstr>
      <vt:lpstr>PowerPoint Presentation</vt:lpstr>
      <vt:lpstr>scikit-learn</vt:lpstr>
      <vt:lpstr>Aprendizado por Reforço</vt:lpstr>
      <vt:lpstr>aprendizado por reforço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Processo de Decisão de Markov</vt:lpstr>
      <vt:lpstr>Cadeia de Markov</vt:lpstr>
      <vt:lpstr>PowerPoint Presentation</vt:lpstr>
      <vt:lpstr>PowerPoint Presentation</vt:lpstr>
      <vt:lpstr>PowerPoint Presentation</vt:lpstr>
      <vt:lpstr>Processo de Decisão de Markov</vt:lpstr>
      <vt:lpstr>Processo de Decisão de Markov</vt:lpstr>
      <vt:lpstr>Processo de Decisão de Markov</vt:lpstr>
      <vt:lpstr>Processo de Decisão de Markov</vt:lpstr>
      <vt:lpstr>Processo de Decisão de Markov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Q-learning</vt:lpstr>
      <vt:lpstr>Visão Geral do Q-learning</vt:lpstr>
      <vt:lpstr>Visão Geral do Q-learning</vt:lpstr>
      <vt:lpstr>Visão Geral do Q-learning</vt:lpstr>
      <vt:lpstr>Visão Geral do Q-learning</vt:lpstr>
      <vt:lpstr>Visão Geral do 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Tomada de Decisão Gulosa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Exploração vs. Aproveitamento</vt:lpstr>
      <vt:lpstr>ε-greedy</vt:lpstr>
      <vt:lpstr>ε-greedy</vt:lpstr>
      <vt:lpstr>ε-greedy</vt:lpstr>
      <vt:lpstr>ε-greedy</vt:lpstr>
      <vt:lpstr>aproximação de função</vt:lpstr>
      <vt:lpstr>Aprendizado sem Supervisão</vt:lpstr>
      <vt:lpstr>aprendizado não supervisionado</vt:lpstr>
      <vt:lpstr>Agrupamento</vt:lpstr>
      <vt:lpstr>agrupamento</vt:lpstr>
      <vt:lpstr>Aplicações de Agrupamento</vt:lpstr>
      <vt:lpstr>agrupamento k-means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Aldo da Silva Leite Nune</cp:lastModifiedBy>
  <cp:revision>44</cp:revision>
  <dcterms:created xsi:type="dcterms:W3CDTF">2026-08-23T19:12:49Z</dcterms:created>
  <dcterms:modified xsi:type="dcterms:W3CDTF">2026-09-08T22:39:43Z</dcterms:modified>
</cp:coreProperties>
</file>